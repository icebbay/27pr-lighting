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100006" name="Rectangle 100005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7" name="TextBox 100006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100008" name="TextBox 100007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100009" name="Rectangle 100008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0" name="TextBox 100009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100011" name="TextBox 100010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100012" name="Connector 100011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3" name="TextBox 100012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0014" name="TextBox 100013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100015" name="Connector 100014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6" name="TextBox 100015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00017" name="TextBox 100016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100018" name="Connector 100017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9" name="TextBox 100018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00020" name="TextBox 100019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H-A · 方案 A · 专业 18 路（照明 4 路）</a:t>
            </a:r>
          </a:p>
        </p:txBody>
      </p:sp>
      <p:cxnSp>
        <p:nvCxnSpPr>
          <p:cNvPr id="100021" name="Connector 100020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2" name="TextBox 100021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00023" name="TextBox 100022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v7（用户 2026-10-06 标注）；Blender v39</a:t>
            </a:r>
          </a:p>
        </p:txBody>
      </p:sp>
      <p:cxnSp>
        <p:nvCxnSpPr>
          <p:cNvPr id="100024" name="Connector 100023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5" name="Rectangle 100024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26" name="TextBox 100025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100027" name="Rectangle 100026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28" name="TextBox 100027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卧室 4 · 后卫</a:t>
            </a:r>
          </a:p>
        </p:txBody>
      </p:sp>
      <p:sp>
        <p:nvSpPr>
          <p:cNvPr id="100029" name="Oval 100028"/>
          <p:cNvSpPr/>
          <p:nvPr/>
        </p:nvSpPr>
        <p:spPr>
          <a:xfrm>
            <a:off x="4562348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30" name="Connector 100029"/>
          <p:cNvCxnSpPr/>
          <p:nvPr/>
        </p:nvCxnSpPr>
        <p:spPr>
          <a:xfrm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1" name="Connector 100030"/>
          <p:cNvCxnSpPr/>
          <p:nvPr/>
        </p:nvCxnSpPr>
        <p:spPr>
          <a:xfrm flipV="1"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2" name="Oval 100031"/>
          <p:cNvSpPr/>
          <p:nvPr/>
        </p:nvSpPr>
        <p:spPr>
          <a:xfrm>
            <a:off x="3839233" y="4473315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33" name="Connector 100032"/>
          <p:cNvCxnSpPr/>
          <p:nvPr/>
        </p:nvCxnSpPr>
        <p:spPr>
          <a:xfrm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4" name="Connector 100033"/>
          <p:cNvCxnSpPr/>
          <p:nvPr/>
        </p:nvCxnSpPr>
        <p:spPr>
          <a:xfrm flipV="1"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5" name="Oval 100034"/>
          <p:cNvSpPr/>
          <p:nvPr/>
        </p:nvSpPr>
        <p:spPr>
          <a:xfrm>
            <a:off x="2966028" y="280223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36" name="Connector 100035"/>
          <p:cNvCxnSpPr/>
          <p:nvPr/>
        </p:nvCxnSpPr>
        <p:spPr>
          <a:xfrm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7" name="Connector 100036"/>
          <p:cNvCxnSpPr/>
          <p:nvPr/>
        </p:nvCxnSpPr>
        <p:spPr>
          <a:xfrm flipV="1"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8" name="Oval 100037"/>
          <p:cNvSpPr/>
          <p:nvPr/>
        </p:nvSpPr>
        <p:spPr>
          <a:xfrm>
            <a:off x="2493495" y="49336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39" name="Connector 100038"/>
          <p:cNvCxnSpPr/>
          <p:nvPr/>
        </p:nvCxnSpPr>
        <p:spPr>
          <a:xfrm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0" name="Connector 100039"/>
          <p:cNvCxnSpPr/>
          <p:nvPr/>
        </p:nvCxnSpPr>
        <p:spPr>
          <a:xfrm flipV="1"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1" name="Oval 100040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42" name="Connector 100041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3" name="Connector 100042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4" name="Oval 100043"/>
          <p:cNvSpPr/>
          <p:nvPr/>
        </p:nvSpPr>
        <p:spPr>
          <a:xfrm>
            <a:off x="6080887" y="480673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45" name="Connector 100044"/>
          <p:cNvCxnSpPr/>
          <p:nvPr/>
        </p:nvCxnSpPr>
        <p:spPr>
          <a:xfrm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6" name="Connector 100045"/>
          <p:cNvCxnSpPr/>
          <p:nvPr/>
        </p:nvCxnSpPr>
        <p:spPr>
          <a:xfrm flipV="1">
            <a:off x="6091435" y="481728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7" name="Oval 100046"/>
          <p:cNvSpPr/>
          <p:nvPr/>
        </p:nvSpPr>
        <p:spPr>
          <a:xfrm>
            <a:off x="4774024" y="298296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48" name="Oval 100047"/>
          <p:cNvSpPr/>
          <p:nvPr/>
        </p:nvSpPr>
        <p:spPr>
          <a:xfrm>
            <a:off x="4790524" y="299946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49" name="Oval 100048"/>
          <p:cNvSpPr/>
          <p:nvPr/>
        </p:nvSpPr>
        <p:spPr>
          <a:xfrm>
            <a:off x="6289479" y="547356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0" name="Oval 100049"/>
          <p:cNvSpPr/>
          <p:nvPr/>
        </p:nvSpPr>
        <p:spPr>
          <a:xfrm>
            <a:off x="6305979" y="549006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1" name="Oval 100050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2" name="Oval 100051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3" name="Oval 100052"/>
          <p:cNvSpPr/>
          <p:nvPr/>
        </p:nvSpPr>
        <p:spPr>
          <a:xfrm>
            <a:off x="3208075" y="36974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4" name="Oval 100053"/>
          <p:cNvSpPr/>
          <p:nvPr/>
        </p:nvSpPr>
        <p:spPr>
          <a:xfrm>
            <a:off x="3224575" y="37139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5" name="Oval 100054"/>
          <p:cNvSpPr/>
          <p:nvPr/>
        </p:nvSpPr>
        <p:spPr>
          <a:xfrm>
            <a:off x="3311397" y="4578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6" name="Oval 100055"/>
          <p:cNvSpPr/>
          <p:nvPr/>
        </p:nvSpPr>
        <p:spPr>
          <a:xfrm>
            <a:off x="3327897" y="4594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7" name="Oval 100056"/>
          <p:cNvSpPr/>
          <p:nvPr/>
        </p:nvSpPr>
        <p:spPr>
          <a:xfrm>
            <a:off x="3333786" y="526375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8" name="Oval 100057"/>
          <p:cNvSpPr/>
          <p:nvPr/>
        </p:nvSpPr>
        <p:spPr>
          <a:xfrm>
            <a:off x="3350286" y="528025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9" name="Oval 100058"/>
          <p:cNvSpPr/>
          <p:nvPr/>
        </p:nvSpPr>
        <p:spPr>
          <a:xfrm>
            <a:off x="4113781" y="22887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60" name="Connector 100059"/>
          <p:cNvCxnSpPr/>
          <p:nvPr/>
        </p:nvCxnSpPr>
        <p:spPr>
          <a:xfrm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1" name="Connector 100060"/>
          <p:cNvCxnSpPr/>
          <p:nvPr/>
        </p:nvCxnSpPr>
        <p:spPr>
          <a:xfrm flipV="1"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2" name="Oval 100061"/>
          <p:cNvSpPr/>
          <p:nvPr/>
        </p:nvSpPr>
        <p:spPr>
          <a:xfrm>
            <a:off x="2571035" y="391754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3" name="Oval 100062"/>
          <p:cNvSpPr/>
          <p:nvPr/>
        </p:nvSpPr>
        <p:spPr>
          <a:xfrm>
            <a:off x="2587535" y="393404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4" name="Oval 100063"/>
          <p:cNvSpPr/>
          <p:nvPr/>
        </p:nvSpPr>
        <p:spPr>
          <a:xfrm>
            <a:off x="3209459" y="401212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5" name="Oval 100064"/>
          <p:cNvSpPr/>
          <p:nvPr/>
        </p:nvSpPr>
        <p:spPr>
          <a:xfrm>
            <a:off x="3225959" y="402862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6" name="Oval 100065"/>
          <p:cNvSpPr/>
          <p:nvPr/>
        </p:nvSpPr>
        <p:spPr>
          <a:xfrm>
            <a:off x="3826166" y="34532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67" name="Connector 100066"/>
          <p:cNvCxnSpPr/>
          <p:nvPr/>
        </p:nvCxnSpPr>
        <p:spPr>
          <a:xfrm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8" name="Connector 100067"/>
          <p:cNvCxnSpPr/>
          <p:nvPr/>
        </p:nvCxnSpPr>
        <p:spPr>
          <a:xfrm flipV="1"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9" name="Oval 100068"/>
          <p:cNvSpPr/>
          <p:nvPr/>
        </p:nvSpPr>
        <p:spPr>
          <a:xfrm>
            <a:off x="1927269" y="4363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0" name="Connector 100069"/>
          <p:cNvCxnSpPr/>
          <p:nvPr/>
        </p:nvCxnSpPr>
        <p:spPr>
          <a:xfrm flipV="1">
            <a:off x="1940769" y="4317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1" name="Connector 100070"/>
          <p:cNvCxnSpPr/>
          <p:nvPr/>
        </p:nvCxnSpPr>
        <p:spPr>
          <a:xfrm>
            <a:off x="1990906" y="4317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2" name="TextBox 100071"/>
          <p:cNvSpPr txBox="1"/>
          <p:nvPr/>
        </p:nvSpPr>
        <p:spPr>
          <a:xfrm>
            <a:off x="1690769" y="4407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100073" name="Oval 100072"/>
          <p:cNvSpPr/>
          <p:nvPr/>
        </p:nvSpPr>
        <p:spPr>
          <a:xfrm>
            <a:off x="2226346" y="3906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4" name="Connector 100073"/>
          <p:cNvCxnSpPr/>
          <p:nvPr/>
        </p:nvCxnSpPr>
        <p:spPr>
          <a:xfrm flipV="1">
            <a:off x="2239846" y="3860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5" name="Connector 100074"/>
          <p:cNvCxnSpPr/>
          <p:nvPr/>
        </p:nvCxnSpPr>
        <p:spPr>
          <a:xfrm>
            <a:off x="2289983" y="3860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6" name="TextBox 100075"/>
          <p:cNvSpPr txBox="1"/>
          <p:nvPr/>
        </p:nvSpPr>
        <p:spPr>
          <a:xfrm>
            <a:off x="1989846" y="3950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100077" name="Oval 100076"/>
          <p:cNvSpPr/>
          <p:nvPr/>
        </p:nvSpPr>
        <p:spPr>
          <a:xfrm>
            <a:off x="2803730" y="3441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8" name="Connector 100077"/>
          <p:cNvCxnSpPr/>
          <p:nvPr/>
        </p:nvCxnSpPr>
        <p:spPr>
          <a:xfrm flipV="1">
            <a:off x="2817230" y="3395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9" name="Connector 100078"/>
          <p:cNvCxnSpPr/>
          <p:nvPr/>
        </p:nvCxnSpPr>
        <p:spPr>
          <a:xfrm>
            <a:off x="2867368" y="3395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0" name="TextBox 100079"/>
          <p:cNvSpPr txBox="1"/>
          <p:nvPr/>
        </p:nvSpPr>
        <p:spPr>
          <a:xfrm>
            <a:off x="2567230" y="3485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100081" name="Oval 100080"/>
          <p:cNvSpPr/>
          <p:nvPr/>
        </p:nvSpPr>
        <p:spPr>
          <a:xfrm>
            <a:off x="3563884" y="313842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2" name="Connector 100081"/>
          <p:cNvCxnSpPr/>
          <p:nvPr/>
        </p:nvCxnSpPr>
        <p:spPr>
          <a:xfrm flipV="1">
            <a:off x="3577384" y="3092171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3" name="Connector 100082"/>
          <p:cNvCxnSpPr/>
          <p:nvPr/>
        </p:nvCxnSpPr>
        <p:spPr>
          <a:xfrm>
            <a:off x="3627522" y="3092171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4" name="Connector 100083"/>
          <p:cNvCxnSpPr/>
          <p:nvPr/>
        </p:nvCxnSpPr>
        <p:spPr>
          <a:xfrm>
            <a:off x="3618998" y="31023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5" name="TextBox 100084"/>
          <p:cNvSpPr txBox="1"/>
          <p:nvPr/>
        </p:nvSpPr>
        <p:spPr>
          <a:xfrm>
            <a:off x="3327384" y="318192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100086" name="Oval 100085"/>
          <p:cNvSpPr/>
          <p:nvPr/>
        </p:nvSpPr>
        <p:spPr>
          <a:xfrm>
            <a:off x="3410192" y="44095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7" name="Connector 100086"/>
          <p:cNvCxnSpPr/>
          <p:nvPr/>
        </p:nvCxnSpPr>
        <p:spPr>
          <a:xfrm flipV="1">
            <a:off x="3423692" y="4363248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8" name="Connector 100087"/>
          <p:cNvCxnSpPr/>
          <p:nvPr/>
        </p:nvCxnSpPr>
        <p:spPr>
          <a:xfrm>
            <a:off x="3473829" y="436324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9" name="TextBox 100088"/>
          <p:cNvSpPr txBox="1"/>
          <p:nvPr/>
        </p:nvSpPr>
        <p:spPr>
          <a:xfrm>
            <a:off x="3173692" y="44530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100090" name="Oval 100089"/>
          <p:cNvSpPr/>
          <p:nvPr/>
        </p:nvSpPr>
        <p:spPr>
          <a:xfrm>
            <a:off x="2031115" y="5630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91" name="Connector 100090"/>
          <p:cNvCxnSpPr/>
          <p:nvPr/>
        </p:nvCxnSpPr>
        <p:spPr>
          <a:xfrm flipV="1">
            <a:off x="2044615" y="5584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2" name="Connector 100091"/>
          <p:cNvCxnSpPr/>
          <p:nvPr/>
        </p:nvCxnSpPr>
        <p:spPr>
          <a:xfrm>
            <a:off x="2094752" y="5584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3" name="Connector 100092"/>
          <p:cNvCxnSpPr/>
          <p:nvPr/>
        </p:nvCxnSpPr>
        <p:spPr>
          <a:xfrm>
            <a:off x="2086229" y="5594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94" name="TextBox 100093"/>
          <p:cNvSpPr txBox="1"/>
          <p:nvPr/>
        </p:nvSpPr>
        <p:spPr>
          <a:xfrm>
            <a:off x="1794615" y="5674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100095" name="Oval 100094"/>
          <p:cNvSpPr/>
          <p:nvPr/>
        </p:nvSpPr>
        <p:spPr>
          <a:xfrm>
            <a:off x="3555576" y="4953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96" name="Connector 100095"/>
          <p:cNvCxnSpPr/>
          <p:nvPr/>
        </p:nvCxnSpPr>
        <p:spPr>
          <a:xfrm flipV="1">
            <a:off x="3569076" y="4907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7" name="Connector 100096"/>
          <p:cNvCxnSpPr/>
          <p:nvPr/>
        </p:nvCxnSpPr>
        <p:spPr>
          <a:xfrm>
            <a:off x="3619214" y="4907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8" name="Connector 100097"/>
          <p:cNvCxnSpPr/>
          <p:nvPr/>
        </p:nvCxnSpPr>
        <p:spPr>
          <a:xfrm>
            <a:off x="3610690" y="4917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99" name="TextBox 100098"/>
          <p:cNvSpPr txBox="1"/>
          <p:nvPr/>
        </p:nvSpPr>
        <p:spPr>
          <a:xfrm>
            <a:off x="3319076" y="4997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100100" name="Oval 100099"/>
          <p:cNvSpPr/>
          <p:nvPr/>
        </p:nvSpPr>
        <p:spPr>
          <a:xfrm>
            <a:off x="4016653" y="3611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01" name="Connector 100100"/>
          <p:cNvCxnSpPr/>
          <p:nvPr/>
        </p:nvCxnSpPr>
        <p:spPr>
          <a:xfrm flipV="1">
            <a:off x="4030153" y="3565710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2" name="Connector 100101"/>
          <p:cNvCxnSpPr/>
          <p:nvPr/>
        </p:nvCxnSpPr>
        <p:spPr>
          <a:xfrm>
            <a:off x="4080291" y="3565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3" name="TextBox 100102"/>
          <p:cNvSpPr txBox="1"/>
          <p:nvPr/>
        </p:nvSpPr>
        <p:spPr>
          <a:xfrm>
            <a:off x="3780153" y="3655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100104" name="Oval 100103"/>
          <p:cNvSpPr/>
          <p:nvPr/>
        </p:nvSpPr>
        <p:spPr>
          <a:xfrm>
            <a:off x="4506807" y="251534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05" name="Connector 100104"/>
          <p:cNvCxnSpPr/>
          <p:nvPr/>
        </p:nvCxnSpPr>
        <p:spPr>
          <a:xfrm flipV="1">
            <a:off x="4520307" y="2469094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6" name="Connector 100105"/>
          <p:cNvCxnSpPr/>
          <p:nvPr/>
        </p:nvCxnSpPr>
        <p:spPr>
          <a:xfrm>
            <a:off x="4570445" y="246909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7" name="TextBox 100106"/>
          <p:cNvSpPr txBox="1"/>
          <p:nvPr/>
        </p:nvSpPr>
        <p:spPr>
          <a:xfrm>
            <a:off x="4270307" y="255884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100108" name="Oval 100107"/>
          <p:cNvSpPr/>
          <p:nvPr/>
        </p:nvSpPr>
        <p:spPr>
          <a:xfrm>
            <a:off x="4162038" y="3931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09" name="Connector 100108"/>
          <p:cNvCxnSpPr/>
          <p:nvPr/>
        </p:nvCxnSpPr>
        <p:spPr>
          <a:xfrm flipV="1">
            <a:off x="4175538" y="3885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0" name="Connector 100109"/>
          <p:cNvCxnSpPr/>
          <p:nvPr/>
        </p:nvCxnSpPr>
        <p:spPr>
          <a:xfrm>
            <a:off x="4225675" y="3885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11" name="TextBox 100110"/>
          <p:cNvSpPr txBox="1"/>
          <p:nvPr/>
        </p:nvSpPr>
        <p:spPr>
          <a:xfrm>
            <a:off x="3925538" y="3975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100112" name="Oval 100111"/>
          <p:cNvSpPr/>
          <p:nvPr/>
        </p:nvSpPr>
        <p:spPr>
          <a:xfrm>
            <a:off x="4274192" y="499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3" name="Connector 100112"/>
          <p:cNvCxnSpPr/>
          <p:nvPr/>
        </p:nvCxnSpPr>
        <p:spPr>
          <a:xfrm flipV="1">
            <a:off x="4287692" y="494894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4" name="Connector 100113"/>
          <p:cNvCxnSpPr/>
          <p:nvPr/>
        </p:nvCxnSpPr>
        <p:spPr>
          <a:xfrm>
            <a:off x="4337829" y="494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5" name="Connector 100114"/>
          <p:cNvCxnSpPr/>
          <p:nvPr/>
        </p:nvCxnSpPr>
        <p:spPr>
          <a:xfrm>
            <a:off x="4329306" y="495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16" name="TextBox 100115"/>
          <p:cNvSpPr txBox="1"/>
          <p:nvPr/>
        </p:nvSpPr>
        <p:spPr>
          <a:xfrm>
            <a:off x="4037692" y="503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100117" name="Oval 100116"/>
          <p:cNvSpPr/>
          <p:nvPr/>
        </p:nvSpPr>
        <p:spPr>
          <a:xfrm>
            <a:off x="4855730" y="4970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18" name="Connector 100117"/>
          <p:cNvCxnSpPr/>
          <p:nvPr/>
        </p:nvCxnSpPr>
        <p:spPr>
          <a:xfrm flipV="1">
            <a:off x="4869230" y="49240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19" name="Connector 100118"/>
          <p:cNvCxnSpPr/>
          <p:nvPr/>
        </p:nvCxnSpPr>
        <p:spPr>
          <a:xfrm>
            <a:off x="4919368" y="4924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0" name="TextBox 100119"/>
          <p:cNvSpPr txBox="1"/>
          <p:nvPr/>
        </p:nvSpPr>
        <p:spPr>
          <a:xfrm>
            <a:off x="4619230" y="5013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100121" name="Oval 100120"/>
          <p:cNvSpPr/>
          <p:nvPr/>
        </p:nvSpPr>
        <p:spPr>
          <a:xfrm>
            <a:off x="5279423" y="4874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22" name="Connector 100121"/>
          <p:cNvCxnSpPr/>
          <p:nvPr/>
        </p:nvCxnSpPr>
        <p:spPr>
          <a:xfrm flipV="1">
            <a:off x="5292923" y="4828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3" name="Connector 100122"/>
          <p:cNvCxnSpPr/>
          <p:nvPr/>
        </p:nvCxnSpPr>
        <p:spPr>
          <a:xfrm>
            <a:off x="5343060" y="4828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4" name="TextBox 100123"/>
          <p:cNvSpPr txBox="1"/>
          <p:nvPr/>
        </p:nvSpPr>
        <p:spPr>
          <a:xfrm>
            <a:off x="5042923" y="4918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100125" name="Oval 100124"/>
          <p:cNvSpPr/>
          <p:nvPr/>
        </p:nvSpPr>
        <p:spPr>
          <a:xfrm>
            <a:off x="5650951" y="522703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26" name="Connector 100125"/>
          <p:cNvCxnSpPr/>
          <p:nvPr/>
        </p:nvCxnSpPr>
        <p:spPr>
          <a:xfrm flipV="1">
            <a:off x="5664451" y="5180783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27" name="Connector 100126"/>
          <p:cNvCxnSpPr/>
          <p:nvPr/>
        </p:nvCxnSpPr>
        <p:spPr>
          <a:xfrm>
            <a:off x="5714589" y="51807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28" name="TextBox 100127"/>
          <p:cNvSpPr txBox="1"/>
          <p:nvPr/>
        </p:nvSpPr>
        <p:spPr>
          <a:xfrm>
            <a:off x="5414451" y="527053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100129" name="Oval 100128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30" name="Connector 100129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31" name="Connector 100130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32" name="TextBox 100131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100133" name="Oval 100132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34" name="Connector 100133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35" name="Connector 100134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36" name="TextBox 100135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100137" name="Oval 100136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38" name="Oval 100137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39" name="TextBox 100138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2" name="Freeform 1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40" name="Connector 100139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41" name="TextBox 100140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100142" name="Oval 100141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43" name="TextBox 100142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100144" name="Oval 100143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145" name="Connector 100144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46" name="Connector 100145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47" name="Connector 100146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48" name="TextBox 100147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100149" name="Rectangle 100148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50" name="TextBox 100149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100151" name="TextBox 100150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4" name="Freeform 3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52" name="TextBox 100151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100153" name="Connector 100152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54" name="TextBox 100153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100155" name="TextBox 100154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00156" name="TextBox 100155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100157" name="TextBox 100156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100158" name="Rectangle 100157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59" name="Rectangle 100158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60" name="Rectangle 100159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61" name="TextBox 100160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100006" name="Rectangle 100005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7" name="Rectangle 100006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8" name="Rectangle 100007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9" name="Rectangle 100008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0" name="Rectangle 100009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1" name="TextBox 100010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100012" name="TextBox 100011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100013" name="Rectangle 100012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4" name="TextBox 100013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100015" name="TextBox 100014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100016" name="Connector 100015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7" name="TextBox 100016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0018" name="TextBox 100017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100019" name="Connector 100018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0" name="TextBox 100019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00021" name="TextBox 100020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100022" name="Connector 100021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3" name="TextBox 100022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00024" name="TextBox 100023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H-A · 方案 A · 专业 18 路（照明 4 路）</a:t>
            </a:r>
          </a:p>
        </p:txBody>
      </p:sp>
      <p:cxnSp>
        <p:nvCxnSpPr>
          <p:cNvPr id="100025" name="Connector 100024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6" name="TextBox 100025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00027" name="TextBox 100026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v7（用户 2026-10-06 标注）；Blender v39</a:t>
            </a:r>
          </a:p>
        </p:txBody>
      </p:sp>
      <p:cxnSp>
        <p:nvCxnSpPr>
          <p:cNvPr id="100028" name="Connector 100027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29" name="Connector 100028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0" name="Oval 100029"/>
          <p:cNvSpPr/>
          <p:nvPr/>
        </p:nvSpPr>
        <p:spPr>
          <a:xfrm>
            <a:off x="4427936" y="2992852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1" name="TextBox 100030"/>
          <p:cNvSpPr txBox="1"/>
          <p:nvPr/>
        </p:nvSpPr>
        <p:spPr>
          <a:xfrm>
            <a:off x="4427936" y="2992852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100032" name="Connector 100031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3" name="Oval 100032"/>
          <p:cNvSpPr/>
          <p:nvPr/>
        </p:nvSpPr>
        <p:spPr>
          <a:xfrm>
            <a:off x="3685536" y="6018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4" name="TextBox 100033"/>
          <p:cNvSpPr txBox="1"/>
          <p:nvPr/>
        </p:nvSpPr>
        <p:spPr>
          <a:xfrm>
            <a:off x="3685536" y="6018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136894" y="2312106"/>
            <a:ext cx="277332" cy="906736"/>
          </a:xfrm>
          <a:custGeom>
            <a:avLst/>
            <a:gdLst/>
            <a:ahLst/>
            <a:cxnLst/>
            <a:rect l="l" t="t" r="r" b="b"/>
            <a:pathLst>
              <a:path w="277332" h="906736">
                <a:moveTo>
                  <a:pt x="0" y="906736"/>
                </a:moveTo>
                <a:lnTo>
                  <a:pt x="38228" y="856431"/>
                </a:lnTo>
                <a:lnTo>
                  <a:pt x="73622" y="805277"/>
                </a:lnTo>
                <a:lnTo>
                  <a:pt x="106182" y="753274"/>
                </a:lnTo>
                <a:lnTo>
                  <a:pt x="135909" y="700423"/>
                </a:lnTo>
                <a:lnTo>
                  <a:pt x="162802" y="646722"/>
                </a:lnTo>
                <a:lnTo>
                  <a:pt x="186862" y="592173"/>
                </a:lnTo>
                <a:lnTo>
                  <a:pt x="208088" y="536776"/>
                </a:lnTo>
                <a:lnTo>
                  <a:pt x="226481" y="480529"/>
                </a:lnTo>
                <a:lnTo>
                  <a:pt x="242040" y="423434"/>
                </a:lnTo>
                <a:lnTo>
                  <a:pt x="254765" y="365489"/>
                </a:lnTo>
                <a:lnTo>
                  <a:pt x="264657" y="306696"/>
                </a:lnTo>
                <a:lnTo>
                  <a:pt x="271716" y="247055"/>
                </a:lnTo>
                <a:lnTo>
                  <a:pt x="275940" y="186564"/>
                </a:lnTo>
                <a:lnTo>
                  <a:pt x="277332" y="125225"/>
                </a:lnTo>
                <a:lnTo>
                  <a:pt x="275890" y="63037"/>
                </a:lnTo>
                <a:lnTo>
                  <a:pt x="27161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508" y="2312106"/>
            <a:ext cx="845649" cy="461051"/>
          </a:xfrm>
          <a:custGeom>
            <a:avLst/>
            <a:gdLst/>
            <a:ahLst/>
            <a:cxnLst/>
            <a:rect l="l" t="t" r="r" b="b"/>
            <a:pathLst>
              <a:path w="845649" h="461051">
                <a:moveTo>
                  <a:pt x="845649" y="461051"/>
                </a:moveTo>
                <a:lnTo>
                  <a:pt x="803602" y="412416"/>
                </a:lnTo>
                <a:lnTo>
                  <a:pt x="760114" y="366423"/>
                </a:lnTo>
                <a:lnTo>
                  <a:pt x="715185" y="323072"/>
                </a:lnTo>
                <a:lnTo>
                  <a:pt x="668816" y="282365"/>
                </a:lnTo>
                <a:lnTo>
                  <a:pt x="621006" y="244300"/>
                </a:lnTo>
                <a:lnTo>
                  <a:pt x="571754" y="208877"/>
                </a:lnTo>
                <a:lnTo>
                  <a:pt x="521062" y="176098"/>
                </a:lnTo>
                <a:lnTo>
                  <a:pt x="468930" y="145961"/>
                </a:lnTo>
                <a:lnTo>
                  <a:pt x="415356" y="118466"/>
                </a:lnTo>
                <a:lnTo>
                  <a:pt x="360342" y="93614"/>
                </a:lnTo>
                <a:lnTo>
                  <a:pt x="303887" y="71405"/>
                </a:lnTo>
                <a:lnTo>
                  <a:pt x="245991" y="51839"/>
                </a:lnTo>
                <a:lnTo>
                  <a:pt x="186654" y="34915"/>
                </a:lnTo>
                <a:lnTo>
                  <a:pt x="125877" y="20634"/>
                </a:lnTo>
                <a:lnTo>
                  <a:pt x="63659" y="89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254157" y="1557430"/>
            <a:ext cx="841301" cy="1215727"/>
          </a:xfrm>
          <a:custGeom>
            <a:avLst/>
            <a:gdLst/>
            <a:ahLst/>
            <a:cxnLst/>
            <a:rect l="l" t="t" r="r" b="b"/>
            <a:pathLst>
              <a:path w="841301" h="1215727">
                <a:moveTo>
                  <a:pt x="0" y="1215727"/>
                </a:moveTo>
                <a:lnTo>
                  <a:pt x="81075" y="1159462"/>
                </a:lnTo>
                <a:lnTo>
                  <a:pt x="158351" y="1100568"/>
                </a:lnTo>
                <a:lnTo>
                  <a:pt x="231828" y="1039045"/>
                </a:lnTo>
                <a:lnTo>
                  <a:pt x="301505" y="974893"/>
                </a:lnTo>
                <a:lnTo>
                  <a:pt x="367383" y="908112"/>
                </a:lnTo>
                <a:lnTo>
                  <a:pt x="429462" y="838702"/>
                </a:lnTo>
                <a:lnTo>
                  <a:pt x="487742" y="766662"/>
                </a:lnTo>
                <a:lnTo>
                  <a:pt x="542223" y="691994"/>
                </a:lnTo>
                <a:lnTo>
                  <a:pt x="592905" y="614696"/>
                </a:lnTo>
                <a:lnTo>
                  <a:pt x="639788" y="534770"/>
                </a:lnTo>
                <a:lnTo>
                  <a:pt x="682871" y="452214"/>
                </a:lnTo>
                <a:lnTo>
                  <a:pt x="722155" y="367030"/>
                </a:lnTo>
                <a:lnTo>
                  <a:pt x="757640" y="279216"/>
                </a:lnTo>
                <a:lnTo>
                  <a:pt x="789326" y="188773"/>
                </a:lnTo>
                <a:lnTo>
                  <a:pt x="817213" y="95701"/>
                </a:lnTo>
                <a:lnTo>
                  <a:pt x="8413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748661" y="4072747"/>
            <a:ext cx="279602" cy="568621"/>
          </a:xfrm>
          <a:custGeom>
            <a:avLst/>
            <a:gdLst/>
            <a:ahLst/>
            <a:cxnLst/>
            <a:rect l="l" t="t" r="r" b="b"/>
            <a:pathLst>
              <a:path w="279602" h="568621">
                <a:moveTo>
                  <a:pt x="279602" y="568621"/>
                </a:moveTo>
                <a:lnTo>
                  <a:pt x="275454" y="526529"/>
                </a:lnTo>
                <a:lnTo>
                  <a:pt x="269529" y="485311"/>
                </a:lnTo>
                <a:lnTo>
                  <a:pt x="261827" y="444966"/>
                </a:lnTo>
                <a:lnTo>
                  <a:pt x="252348" y="405495"/>
                </a:lnTo>
                <a:lnTo>
                  <a:pt x="241092" y="366898"/>
                </a:lnTo>
                <a:lnTo>
                  <a:pt x="228059" y="329175"/>
                </a:lnTo>
                <a:lnTo>
                  <a:pt x="213249" y="292326"/>
                </a:lnTo>
                <a:lnTo>
                  <a:pt x="196663" y="256350"/>
                </a:lnTo>
                <a:lnTo>
                  <a:pt x="178299" y="221248"/>
                </a:lnTo>
                <a:lnTo>
                  <a:pt x="158159" y="187020"/>
                </a:lnTo>
                <a:lnTo>
                  <a:pt x="136241" y="153666"/>
                </a:lnTo>
                <a:lnTo>
                  <a:pt x="112547" y="121185"/>
                </a:lnTo>
                <a:lnTo>
                  <a:pt x="87075" y="89578"/>
                </a:lnTo>
                <a:lnTo>
                  <a:pt x="59827" y="58845"/>
                </a:lnTo>
                <a:lnTo>
                  <a:pt x="30802" y="28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746627" y="3610257"/>
            <a:ext cx="35704" cy="462490"/>
          </a:xfrm>
          <a:custGeom>
            <a:avLst/>
            <a:gdLst/>
            <a:ahLst/>
            <a:cxnLst/>
            <a:rect l="l" t="t" r="r" b="b"/>
            <a:pathLst>
              <a:path w="35704" h="462490">
                <a:moveTo>
                  <a:pt x="2034" y="462490"/>
                </a:moveTo>
                <a:lnTo>
                  <a:pt x="10036" y="433548"/>
                </a:lnTo>
                <a:lnTo>
                  <a:pt x="16955" y="404612"/>
                </a:lnTo>
                <a:lnTo>
                  <a:pt x="22790" y="375680"/>
                </a:lnTo>
                <a:lnTo>
                  <a:pt x="27540" y="346753"/>
                </a:lnTo>
                <a:lnTo>
                  <a:pt x="31207" y="317831"/>
                </a:lnTo>
                <a:lnTo>
                  <a:pt x="33790" y="288913"/>
                </a:lnTo>
                <a:lnTo>
                  <a:pt x="35289" y="260000"/>
                </a:lnTo>
                <a:lnTo>
                  <a:pt x="35704" y="231092"/>
                </a:lnTo>
                <a:lnTo>
                  <a:pt x="35035" y="202189"/>
                </a:lnTo>
                <a:lnTo>
                  <a:pt x="33282" y="173291"/>
                </a:lnTo>
                <a:lnTo>
                  <a:pt x="30445" y="144397"/>
                </a:lnTo>
                <a:lnTo>
                  <a:pt x="26524" y="115508"/>
                </a:lnTo>
                <a:lnTo>
                  <a:pt x="21519" y="86624"/>
                </a:lnTo>
                <a:lnTo>
                  <a:pt x="15430" y="57744"/>
                </a:lnTo>
                <a:lnTo>
                  <a:pt x="8257" y="288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848684" y="3932660"/>
            <a:ext cx="164169" cy="641550"/>
          </a:xfrm>
          <a:custGeom>
            <a:avLst/>
            <a:gdLst/>
            <a:ahLst/>
            <a:cxnLst/>
            <a:rect l="l" t="t" r="r" b="b"/>
            <a:pathLst>
              <a:path w="164169" h="641550">
                <a:moveTo>
                  <a:pt x="0" y="641550"/>
                </a:moveTo>
                <a:lnTo>
                  <a:pt x="24657" y="605061"/>
                </a:lnTo>
                <a:lnTo>
                  <a:pt x="47310" y="568091"/>
                </a:lnTo>
                <a:lnTo>
                  <a:pt x="67958" y="530640"/>
                </a:lnTo>
                <a:lnTo>
                  <a:pt x="86601" y="492708"/>
                </a:lnTo>
                <a:lnTo>
                  <a:pt x="103239" y="454295"/>
                </a:lnTo>
                <a:lnTo>
                  <a:pt x="117872" y="415400"/>
                </a:lnTo>
                <a:lnTo>
                  <a:pt x="130500" y="376025"/>
                </a:lnTo>
                <a:lnTo>
                  <a:pt x="141124" y="336169"/>
                </a:lnTo>
                <a:lnTo>
                  <a:pt x="149743" y="295831"/>
                </a:lnTo>
                <a:lnTo>
                  <a:pt x="156357" y="255013"/>
                </a:lnTo>
                <a:lnTo>
                  <a:pt x="160966" y="213713"/>
                </a:lnTo>
                <a:lnTo>
                  <a:pt x="163570" y="171933"/>
                </a:lnTo>
                <a:lnTo>
                  <a:pt x="164169" y="129671"/>
                </a:lnTo>
                <a:lnTo>
                  <a:pt x="162764" y="86928"/>
                </a:lnTo>
                <a:lnTo>
                  <a:pt x="159353" y="43705"/>
                </a:lnTo>
                <a:lnTo>
                  <a:pt x="153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288263" y="3902631"/>
            <a:ext cx="522051" cy="68887"/>
          </a:xfrm>
          <a:custGeom>
            <a:avLst/>
            <a:gdLst/>
            <a:ahLst/>
            <a:cxnLst/>
            <a:rect l="l" t="t" r="r" b="b"/>
            <a:pathLst>
              <a:path w="522051" h="68887">
                <a:moveTo>
                  <a:pt x="0" y="0"/>
                </a:moveTo>
                <a:lnTo>
                  <a:pt x="31899" y="14180"/>
                </a:lnTo>
                <a:lnTo>
                  <a:pt x="63895" y="26728"/>
                </a:lnTo>
                <a:lnTo>
                  <a:pt x="95989" y="37645"/>
                </a:lnTo>
                <a:lnTo>
                  <a:pt x="128180" y="46931"/>
                </a:lnTo>
                <a:lnTo>
                  <a:pt x="160468" y="54585"/>
                </a:lnTo>
                <a:lnTo>
                  <a:pt x="192853" y="60607"/>
                </a:lnTo>
                <a:lnTo>
                  <a:pt x="225335" y="64999"/>
                </a:lnTo>
                <a:lnTo>
                  <a:pt x="257915" y="67758"/>
                </a:lnTo>
                <a:lnTo>
                  <a:pt x="290592" y="68887"/>
                </a:lnTo>
                <a:lnTo>
                  <a:pt x="323366" y="68384"/>
                </a:lnTo>
                <a:lnTo>
                  <a:pt x="356237" y="66250"/>
                </a:lnTo>
                <a:lnTo>
                  <a:pt x="389205" y="62484"/>
                </a:lnTo>
                <a:lnTo>
                  <a:pt x="422271" y="57087"/>
                </a:lnTo>
                <a:lnTo>
                  <a:pt x="455434" y="50058"/>
                </a:lnTo>
                <a:lnTo>
                  <a:pt x="488694" y="41398"/>
                </a:lnTo>
                <a:lnTo>
                  <a:pt x="522051" y="3110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001315" y="5444812"/>
            <a:ext cx="712671" cy="991503"/>
          </a:xfrm>
          <a:custGeom>
            <a:avLst/>
            <a:gdLst/>
            <a:ahLst/>
            <a:cxnLst/>
            <a:rect l="l" t="t" r="r" b="b"/>
            <a:pathLst>
              <a:path w="712671" h="991503">
                <a:moveTo>
                  <a:pt x="0" y="991503"/>
                </a:moveTo>
                <a:lnTo>
                  <a:pt x="67781" y="946238"/>
                </a:lnTo>
                <a:lnTo>
                  <a:pt x="132462" y="898745"/>
                </a:lnTo>
                <a:lnTo>
                  <a:pt x="194046" y="849025"/>
                </a:lnTo>
                <a:lnTo>
                  <a:pt x="252531" y="797078"/>
                </a:lnTo>
                <a:lnTo>
                  <a:pt x="307917" y="742904"/>
                </a:lnTo>
                <a:lnTo>
                  <a:pt x="360205" y="686502"/>
                </a:lnTo>
                <a:lnTo>
                  <a:pt x="409395" y="627874"/>
                </a:lnTo>
                <a:lnTo>
                  <a:pt x="455486" y="567019"/>
                </a:lnTo>
                <a:lnTo>
                  <a:pt x="498479" y="503936"/>
                </a:lnTo>
                <a:lnTo>
                  <a:pt x="538373" y="438626"/>
                </a:lnTo>
                <a:lnTo>
                  <a:pt x="575169" y="371090"/>
                </a:lnTo>
                <a:lnTo>
                  <a:pt x="608866" y="301326"/>
                </a:lnTo>
                <a:lnTo>
                  <a:pt x="639465" y="229335"/>
                </a:lnTo>
                <a:lnTo>
                  <a:pt x="666965" y="155117"/>
                </a:lnTo>
                <a:lnTo>
                  <a:pt x="691367" y="78672"/>
                </a:lnTo>
                <a:lnTo>
                  <a:pt x="71267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713986" y="5290188"/>
            <a:ext cx="1527961" cy="154624"/>
          </a:xfrm>
          <a:custGeom>
            <a:avLst/>
            <a:gdLst/>
            <a:ahLst/>
            <a:cxnLst/>
            <a:rect l="l" t="t" r="r" b="b"/>
            <a:pathLst>
              <a:path w="1527961" h="154624">
                <a:moveTo>
                  <a:pt x="1527961" y="150969"/>
                </a:moveTo>
                <a:lnTo>
                  <a:pt x="1432378" y="115386"/>
                </a:lnTo>
                <a:lnTo>
                  <a:pt x="1336806" y="84578"/>
                </a:lnTo>
                <a:lnTo>
                  <a:pt x="1241245" y="58544"/>
                </a:lnTo>
                <a:lnTo>
                  <a:pt x="1145696" y="37286"/>
                </a:lnTo>
                <a:lnTo>
                  <a:pt x="1050159" y="20802"/>
                </a:lnTo>
                <a:lnTo>
                  <a:pt x="954633" y="9093"/>
                </a:lnTo>
                <a:lnTo>
                  <a:pt x="859118" y="2159"/>
                </a:lnTo>
                <a:lnTo>
                  <a:pt x="763615" y="0"/>
                </a:lnTo>
                <a:lnTo>
                  <a:pt x="668123" y="2616"/>
                </a:lnTo>
                <a:lnTo>
                  <a:pt x="572643" y="10007"/>
                </a:lnTo>
                <a:lnTo>
                  <a:pt x="477174" y="22173"/>
                </a:lnTo>
                <a:lnTo>
                  <a:pt x="381716" y="39113"/>
                </a:lnTo>
                <a:lnTo>
                  <a:pt x="286270" y="60828"/>
                </a:lnTo>
                <a:lnTo>
                  <a:pt x="190835" y="87319"/>
                </a:lnTo>
                <a:lnTo>
                  <a:pt x="95412" y="118584"/>
                </a:lnTo>
                <a:lnTo>
                  <a:pt x="0" y="15462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001315" y="5912370"/>
            <a:ext cx="1930080" cy="543320"/>
          </a:xfrm>
          <a:custGeom>
            <a:avLst/>
            <a:gdLst/>
            <a:ahLst/>
            <a:cxnLst/>
            <a:rect l="l" t="t" r="r" b="b"/>
            <a:pathLst>
              <a:path w="1930080" h="543320">
                <a:moveTo>
                  <a:pt x="0" y="523945"/>
                </a:moveTo>
                <a:lnTo>
                  <a:pt x="132910" y="536435"/>
                </a:lnTo>
                <a:lnTo>
                  <a:pt x="264183" y="542893"/>
                </a:lnTo>
                <a:lnTo>
                  <a:pt x="393818" y="543320"/>
                </a:lnTo>
                <a:lnTo>
                  <a:pt x="521816" y="537715"/>
                </a:lnTo>
                <a:lnTo>
                  <a:pt x="648177" y="526079"/>
                </a:lnTo>
                <a:lnTo>
                  <a:pt x="772900" y="508411"/>
                </a:lnTo>
                <a:lnTo>
                  <a:pt x="895986" y="484711"/>
                </a:lnTo>
                <a:lnTo>
                  <a:pt x="1017435" y="454981"/>
                </a:lnTo>
                <a:lnTo>
                  <a:pt x="1137246" y="419218"/>
                </a:lnTo>
                <a:lnTo>
                  <a:pt x="1255420" y="377424"/>
                </a:lnTo>
                <a:lnTo>
                  <a:pt x="1371956" y="329599"/>
                </a:lnTo>
                <a:lnTo>
                  <a:pt x="1486856" y="275742"/>
                </a:lnTo>
                <a:lnTo>
                  <a:pt x="1600118" y="215854"/>
                </a:lnTo>
                <a:lnTo>
                  <a:pt x="1711742" y="149934"/>
                </a:lnTo>
                <a:lnTo>
                  <a:pt x="1821730" y="77983"/>
                </a:lnTo>
                <a:lnTo>
                  <a:pt x="193008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4931395" y="5441157"/>
            <a:ext cx="310552" cy="471213"/>
          </a:xfrm>
          <a:custGeom>
            <a:avLst/>
            <a:gdLst/>
            <a:ahLst/>
            <a:cxnLst/>
            <a:rect l="l" t="t" r="r" b="b"/>
            <a:pathLst>
              <a:path w="310552" h="471213">
                <a:moveTo>
                  <a:pt x="310552" y="0"/>
                </a:moveTo>
                <a:lnTo>
                  <a:pt x="280098" y="22173"/>
                </a:lnTo>
                <a:lnTo>
                  <a:pt x="251117" y="45315"/>
                </a:lnTo>
                <a:lnTo>
                  <a:pt x="223609" y="69428"/>
                </a:lnTo>
                <a:lnTo>
                  <a:pt x="197573" y="94512"/>
                </a:lnTo>
                <a:lnTo>
                  <a:pt x="173009" y="120566"/>
                </a:lnTo>
                <a:lnTo>
                  <a:pt x="149919" y="147591"/>
                </a:lnTo>
                <a:lnTo>
                  <a:pt x="128300" y="175586"/>
                </a:lnTo>
                <a:lnTo>
                  <a:pt x="108155" y="204552"/>
                </a:lnTo>
                <a:lnTo>
                  <a:pt x="89481" y="234488"/>
                </a:lnTo>
                <a:lnTo>
                  <a:pt x="72281" y="265394"/>
                </a:lnTo>
                <a:lnTo>
                  <a:pt x="56552" y="297271"/>
                </a:lnTo>
                <a:lnTo>
                  <a:pt x="42297" y="330118"/>
                </a:lnTo>
                <a:lnTo>
                  <a:pt x="29514" y="363936"/>
                </a:lnTo>
                <a:lnTo>
                  <a:pt x="18203" y="398725"/>
                </a:lnTo>
                <a:lnTo>
                  <a:pt x="8365" y="434484"/>
                </a:lnTo>
                <a:lnTo>
                  <a:pt x="0" y="47121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4898489" y="4904547"/>
            <a:ext cx="92915" cy="1007823"/>
          </a:xfrm>
          <a:custGeom>
            <a:avLst/>
            <a:gdLst/>
            <a:ahLst/>
            <a:cxnLst/>
            <a:rect l="l" t="t" r="r" b="b"/>
            <a:pathLst>
              <a:path w="92915" h="1007823">
                <a:moveTo>
                  <a:pt x="32906" y="1007823"/>
                </a:moveTo>
                <a:lnTo>
                  <a:pt x="48565" y="944256"/>
                </a:lnTo>
                <a:lnTo>
                  <a:pt x="61862" y="880765"/>
                </a:lnTo>
                <a:lnTo>
                  <a:pt x="72797" y="817352"/>
                </a:lnTo>
                <a:lnTo>
                  <a:pt x="81369" y="754016"/>
                </a:lnTo>
                <a:lnTo>
                  <a:pt x="87580" y="690757"/>
                </a:lnTo>
                <a:lnTo>
                  <a:pt x="91429" y="627576"/>
                </a:lnTo>
                <a:lnTo>
                  <a:pt x="92915" y="564471"/>
                </a:lnTo>
                <a:lnTo>
                  <a:pt x="92039" y="501443"/>
                </a:lnTo>
                <a:lnTo>
                  <a:pt x="88802" y="438493"/>
                </a:lnTo>
                <a:lnTo>
                  <a:pt x="83202" y="375620"/>
                </a:lnTo>
                <a:lnTo>
                  <a:pt x="75240" y="312824"/>
                </a:lnTo>
                <a:lnTo>
                  <a:pt x="64916" y="250105"/>
                </a:lnTo>
                <a:lnTo>
                  <a:pt x="52230" y="187463"/>
                </a:lnTo>
                <a:lnTo>
                  <a:pt x="37182" y="124898"/>
                </a:lnTo>
                <a:lnTo>
                  <a:pt x="19772" y="6241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5" name="Oval 100034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36" name="Connector 100035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7" name="Connector 100036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8" name="TextBox 100037"/>
          <p:cNvSpPr txBox="1"/>
          <p:nvPr/>
        </p:nvSpPr>
        <p:spPr>
          <a:xfrm>
            <a:off x="4493291" y="21425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00039" name="Oval 100038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40" name="Connector 100039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1" name="Connector 100040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2" name="TextBox 100041"/>
          <p:cNvSpPr txBox="1"/>
          <p:nvPr/>
        </p:nvSpPr>
        <p:spPr>
          <a:xfrm>
            <a:off x="3798769" y="527524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100043" name="Oval 100042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44" name="Oval 100043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45" name="TextBox 100044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100046" name="Oval 100045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47" name="Oval 100046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48" name="TextBox 100047"/>
          <p:cNvSpPr txBox="1"/>
          <p:nvPr/>
        </p:nvSpPr>
        <p:spPr>
          <a:xfrm>
            <a:off x="4831410" y="344069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100049" name="Oval 100048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0" name="Oval 100049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1" name="TextBox 100050"/>
          <p:cNvSpPr txBox="1"/>
          <p:nvPr/>
        </p:nvSpPr>
        <p:spPr>
          <a:xfrm>
            <a:off x="4983272" y="473498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100052" name="Oval 100051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3" name="Oval 100052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4" name="TextBox 100053"/>
          <p:cNvSpPr txBox="1"/>
          <p:nvPr/>
        </p:nvSpPr>
        <p:spPr>
          <a:xfrm>
            <a:off x="5016178" y="574280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100055" name="Oval 100054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56" name="Connector 100055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7" name="Connector 100056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58" name="TextBox 100057"/>
          <p:cNvSpPr txBox="1"/>
          <p:nvPr/>
        </p:nvSpPr>
        <p:spPr>
          <a:xfrm>
            <a:off x="6180241" y="138786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100059" name="Oval 100058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0" name="Oval 100059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1" name="TextBox 100060"/>
          <p:cNvSpPr txBox="1"/>
          <p:nvPr/>
        </p:nvSpPr>
        <p:spPr>
          <a:xfrm>
            <a:off x="3895097" y="376417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100062" name="Oval 100061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3" name="Oval 100062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4" name="TextBox 100063"/>
          <p:cNvSpPr txBox="1"/>
          <p:nvPr/>
        </p:nvSpPr>
        <p:spPr>
          <a:xfrm>
            <a:off x="4833444" y="39031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100065" name="Oval 100064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66" name="Connector 100065"/>
          <p:cNvCxnSpPr/>
          <p:nvPr/>
        </p:nvCxnSpPr>
        <p:spPr>
          <a:xfrm flipV="1">
            <a:off x="2848684" y="446163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7" name="Connector 100066"/>
          <p:cNvCxnSpPr/>
          <p:nvPr/>
        </p:nvCxnSpPr>
        <p:spPr>
          <a:xfrm>
            <a:off x="2943146" y="4461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8" name="Rounded Rectangle 100067"/>
          <p:cNvSpPr/>
          <p:nvPr/>
        </p:nvSpPr>
        <p:spPr>
          <a:xfrm>
            <a:off x="2957277" y="432915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9" name="TextBox 100068"/>
          <p:cNvSpPr txBox="1"/>
          <p:nvPr/>
        </p:nvSpPr>
        <p:spPr>
          <a:xfrm>
            <a:off x="2957277" y="432915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100070" name="Oval 100069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1" name="Connector 100070"/>
          <p:cNvCxnSpPr/>
          <p:nvPr/>
        </p:nvCxnSpPr>
        <p:spPr>
          <a:xfrm flipV="1">
            <a:off x="3288263" y="379005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2" name="Connector 100071"/>
          <p:cNvCxnSpPr/>
          <p:nvPr/>
        </p:nvCxnSpPr>
        <p:spPr>
          <a:xfrm>
            <a:off x="3382725" y="3790055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3" name="Rounded Rectangle 100072"/>
          <p:cNvSpPr/>
          <p:nvPr/>
        </p:nvSpPr>
        <p:spPr>
          <a:xfrm>
            <a:off x="3396856" y="365757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74" name="TextBox 100073"/>
          <p:cNvSpPr txBox="1"/>
          <p:nvPr/>
        </p:nvSpPr>
        <p:spPr>
          <a:xfrm>
            <a:off x="3396856" y="365757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100075" name="Oval 100074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6" name="Connector 100075"/>
          <p:cNvCxnSpPr/>
          <p:nvPr/>
        </p:nvCxnSpPr>
        <p:spPr>
          <a:xfrm flipV="1">
            <a:off x="4136894" y="3106266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7" name="Connector 100076"/>
          <p:cNvCxnSpPr/>
          <p:nvPr/>
        </p:nvCxnSpPr>
        <p:spPr>
          <a:xfrm>
            <a:off x="4231357" y="3106266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8" name="Rounded Rectangle 100077"/>
          <p:cNvSpPr/>
          <p:nvPr/>
        </p:nvSpPr>
        <p:spPr>
          <a:xfrm>
            <a:off x="4245487" y="297378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79" name="TextBox 100078"/>
          <p:cNvSpPr txBox="1"/>
          <p:nvPr/>
        </p:nvSpPr>
        <p:spPr>
          <a:xfrm>
            <a:off x="4245487" y="297378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100080" name="Oval 100079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1" name="Connector 100080"/>
          <p:cNvCxnSpPr/>
          <p:nvPr/>
        </p:nvCxnSpPr>
        <p:spPr>
          <a:xfrm flipV="1">
            <a:off x="5254157" y="2660581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2" name="Connector 100081"/>
          <p:cNvCxnSpPr/>
          <p:nvPr/>
        </p:nvCxnSpPr>
        <p:spPr>
          <a:xfrm>
            <a:off x="5348620" y="2660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3" name="Connector 100082"/>
          <p:cNvCxnSpPr/>
          <p:nvPr/>
        </p:nvCxnSpPr>
        <p:spPr>
          <a:xfrm>
            <a:off x="5332561" y="2679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4" name="Rounded Rectangle 100083"/>
          <p:cNvSpPr/>
          <p:nvPr/>
        </p:nvSpPr>
        <p:spPr>
          <a:xfrm>
            <a:off x="5362750" y="2528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85" name="TextBox 100084"/>
          <p:cNvSpPr txBox="1"/>
          <p:nvPr/>
        </p:nvSpPr>
        <p:spPr>
          <a:xfrm>
            <a:off x="5362750" y="2528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100086" name="Oval 100085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7" name="Connector 100086"/>
          <p:cNvCxnSpPr/>
          <p:nvPr/>
        </p:nvCxnSpPr>
        <p:spPr>
          <a:xfrm flipV="1">
            <a:off x="5028263" y="4528792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8" name="Connector 100087"/>
          <p:cNvCxnSpPr/>
          <p:nvPr/>
        </p:nvCxnSpPr>
        <p:spPr>
          <a:xfrm>
            <a:off x="5122725" y="452879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9" name="Rounded Rectangle 100088"/>
          <p:cNvSpPr/>
          <p:nvPr/>
        </p:nvSpPr>
        <p:spPr>
          <a:xfrm>
            <a:off x="5136856" y="4396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0" name="TextBox 100089"/>
          <p:cNvSpPr txBox="1"/>
          <p:nvPr/>
        </p:nvSpPr>
        <p:spPr>
          <a:xfrm>
            <a:off x="5136856" y="4396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100091" name="Oval 100090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92" name="Connector 100091"/>
          <p:cNvCxnSpPr/>
          <p:nvPr/>
        </p:nvCxnSpPr>
        <p:spPr>
          <a:xfrm flipV="1">
            <a:off x="3001315" y="63237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3" name="Connector 100092"/>
          <p:cNvCxnSpPr/>
          <p:nvPr/>
        </p:nvCxnSpPr>
        <p:spPr>
          <a:xfrm>
            <a:off x="3095778" y="63237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4" name="Connector 100093"/>
          <p:cNvCxnSpPr/>
          <p:nvPr/>
        </p:nvCxnSpPr>
        <p:spPr>
          <a:xfrm>
            <a:off x="3079719" y="634287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95" name="Rounded Rectangle 100094"/>
          <p:cNvSpPr/>
          <p:nvPr/>
        </p:nvSpPr>
        <p:spPr>
          <a:xfrm>
            <a:off x="3109908" y="61912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6" name="TextBox 100095"/>
          <p:cNvSpPr txBox="1"/>
          <p:nvPr/>
        </p:nvSpPr>
        <p:spPr>
          <a:xfrm>
            <a:off x="3109908" y="61912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100097" name="Oval 100096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98" name="Connector 100097"/>
          <p:cNvCxnSpPr/>
          <p:nvPr/>
        </p:nvCxnSpPr>
        <p:spPr>
          <a:xfrm flipV="1">
            <a:off x="5241947" y="5328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9" name="Connector 100098"/>
          <p:cNvCxnSpPr/>
          <p:nvPr/>
        </p:nvCxnSpPr>
        <p:spPr>
          <a:xfrm>
            <a:off x="5336409" y="5328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100" name="Connector 100099"/>
          <p:cNvCxnSpPr/>
          <p:nvPr/>
        </p:nvCxnSpPr>
        <p:spPr>
          <a:xfrm>
            <a:off x="5320351" y="5347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101" name="Rounded Rectangle 100100"/>
          <p:cNvSpPr/>
          <p:nvPr/>
        </p:nvSpPr>
        <p:spPr>
          <a:xfrm>
            <a:off x="5350540" y="5196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02" name="TextBox 100101"/>
          <p:cNvSpPr txBox="1"/>
          <p:nvPr/>
        </p:nvSpPr>
        <p:spPr>
          <a:xfrm>
            <a:off x="5350540" y="5196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100103" name="TextBox 100102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100104" name="TextBox 100103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盥洗室门旁</a:t>
            </a:r>
          </a:p>
        </p:txBody>
      </p:sp>
      <p:sp>
        <p:nvSpPr>
          <p:cNvPr id="100105" name="TextBox 100104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100106" name="TextBox 100105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西卫生间门外</a:t>
            </a:r>
          </a:p>
        </p:txBody>
      </p:sp>
      <p:sp>
        <p:nvSpPr>
          <p:cNvPr id="100107" name="TextBox 100106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100108" name="TextBox 100107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主卧门旁</a:t>
            </a:r>
          </a:p>
        </p:txBody>
      </p:sp>
      <p:sp>
        <p:nvSpPr>
          <p:cNvPr id="100109" name="TextBox 100108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100110" name="TextBox 100109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主卧东墙 · 床头侧</a:t>
            </a:r>
          </a:p>
        </p:txBody>
      </p:sp>
      <p:sp>
        <p:nvSpPr>
          <p:cNvPr id="100111" name="TextBox 100110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100112" name="TextBox 100111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衣帽间门旁</a:t>
            </a:r>
          </a:p>
        </p:txBody>
      </p:sp>
      <p:sp>
        <p:nvSpPr>
          <p:cNvPr id="100113" name="TextBox 100112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100114" name="TextBox 100113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门旁</a:t>
            </a:r>
          </a:p>
        </p:txBody>
      </p:sp>
      <p:sp>
        <p:nvSpPr>
          <p:cNvPr id="100115" name="TextBox 100114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100116" name="TextBox 100115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床头侧</a:t>
            </a:r>
          </a:p>
        </p:txBody>
      </p:sp>
      <p:sp>
        <p:nvSpPr>
          <p:cNvPr id="100117" name="TextBox 100116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100118" name="TextBox 100117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100119" name="TextBox 100118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100120" name="TextBox 100119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100121" name="TextBox 100120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100122" name="Rectangle 100121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23" name="Rectangle 100122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24" name="TextBox 100123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4" name="墙_V39_Partition_Bed_Bath_S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2013566"/>
                <a:ext cx="413949" cy="64933"/>
              </a:xfrm>
              <a:custGeom>
                <a:avLst/>
                <a:gdLst/>
                <a:ahLst/>
                <a:cxnLst/>
                <a:rect l="l" t="t" r="r" b="b"/>
                <a:pathLst>
                  <a:path w="413949" h="64933">
                    <a:moveTo>
                      <a:pt x="0" y="64933"/>
                    </a:moveTo>
                    <a:lnTo>
                      <a:pt x="413949" y="64933"/>
                    </a:lnTo>
                    <a:lnTo>
                      <a:pt x="413949" y="20292"/>
                    </a:lnTo>
                    <a:lnTo>
                      <a:pt x="44642" y="20292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3" name="墙_V39_Partition_Bed_Bath_W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3480817" y="1043626"/>
                <a:ext cx="44642" cy="702090"/>
              </a:xfrm>
              <a:custGeom>
                <a:avLst/>
                <a:gdLst/>
                <a:ahLst/>
                <a:cxnLst/>
                <a:rect l="l" t="t" r="r" b="b"/>
                <a:pathLst>
                  <a:path w="44642" h="702090">
                    <a:moveTo>
                      <a:pt x="0" y="702090"/>
                    </a:moveTo>
                    <a:lnTo>
                      <a:pt x="44642" y="702090"/>
                    </a:lnTo>
                    <a:lnTo>
                      <a:pt x="4464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005" name="墙_V39_DoorLeaf_Bath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212967" y="1745716"/>
                <a:ext cx="267850" cy="16234"/>
              </a:xfrm>
              <a:custGeom>
                <a:avLst/>
                <a:gdLst/>
                <a:ahLst/>
                <a:cxnLst/>
                <a:rect l="l" t="t" r="r" b="b"/>
                <a:pathLst>
                  <a:path w="267850" h="16234">
                    <a:moveTo>
                      <a:pt x="0" y="16234"/>
                    </a:moveTo>
                    <a:lnTo>
                      <a:pt x="267850" y="16234"/>
                    </a:lnTo>
                    <a:lnTo>
                      <a:pt x="267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537105" y="1379940"/>
                <a:ext cx="98457" cy="3500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2874120" y="1926401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4</a:t>
                </a:r>
              </a:p>
            </p:txBody>
          </p:sp>
        </p:grpSp>
      </p:grpSp>
      <p:sp>
        <p:nvSpPr>
          <p:cNvPr id="100006" name="Rectangle 100005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7" name="Rectangle 100006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8" name="Rectangle 100007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09" name="Rectangle 100008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0" name="Rectangle 100009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1" name="TextBox 100010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sp>
        <p:nvSpPr>
          <p:cNvPr id="100012" name="TextBox 100011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100013" name="Rectangle 100012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14" name="TextBox 100013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100015" name="TextBox 100014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100016" name="Connector 100015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17" name="TextBox 100016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0018" name="TextBox 100017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卧室 4 · 后卫</a:t>
            </a:r>
          </a:p>
        </p:txBody>
      </p:sp>
      <p:cxnSp>
        <p:nvCxnSpPr>
          <p:cNvPr id="100019" name="Connector 100018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0" name="TextBox 100019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00021" name="TextBox 100020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100022" name="Connector 100021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3" name="TextBox 100022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00024" name="TextBox 100023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H-A · 方案 A · 专业 18 路（照明 4 路）</a:t>
            </a:r>
          </a:p>
        </p:txBody>
      </p:sp>
      <p:cxnSp>
        <p:nvCxnSpPr>
          <p:cNvPr id="100025" name="Connector 100024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26" name="TextBox 100025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00027" name="TextBox 100026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v7（用户 2026-10-06 标注）；Blender v39</a:t>
            </a:r>
          </a:p>
        </p:txBody>
      </p:sp>
      <p:cxnSp>
        <p:nvCxnSpPr>
          <p:cNvPr id="100028" name="Connector 100027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29" name="Connector 100028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0" name="Oval 100029"/>
          <p:cNvSpPr/>
          <p:nvPr/>
        </p:nvSpPr>
        <p:spPr>
          <a:xfrm>
            <a:off x="2563694" y="4110726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1" name="TextBox 100030"/>
          <p:cNvSpPr txBox="1"/>
          <p:nvPr/>
        </p:nvSpPr>
        <p:spPr>
          <a:xfrm>
            <a:off x="2563694" y="4110726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100032" name="Connector 100031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3" name="Oval 100032"/>
          <p:cNvSpPr/>
          <p:nvPr/>
        </p:nvSpPr>
        <p:spPr>
          <a:xfrm>
            <a:off x="3365315" y="540840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4" name="TextBox 100033"/>
          <p:cNvSpPr txBox="1"/>
          <p:nvPr/>
        </p:nvSpPr>
        <p:spPr>
          <a:xfrm>
            <a:off x="3365315" y="540840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251631" y="1857368"/>
            <a:ext cx="408184" cy="702725"/>
          </a:xfrm>
          <a:custGeom>
            <a:avLst/>
            <a:gdLst/>
            <a:ahLst/>
            <a:cxnLst/>
            <a:rect l="l" t="t" r="r" b="b"/>
            <a:pathLst>
              <a:path w="408184" h="702725">
                <a:moveTo>
                  <a:pt x="0" y="0"/>
                </a:moveTo>
                <a:lnTo>
                  <a:pt x="9041" y="53487"/>
                </a:lnTo>
                <a:lnTo>
                  <a:pt x="20279" y="105699"/>
                </a:lnTo>
                <a:lnTo>
                  <a:pt x="33712" y="156635"/>
                </a:lnTo>
                <a:lnTo>
                  <a:pt x="49342" y="206295"/>
                </a:lnTo>
                <a:lnTo>
                  <a:pt x="67167" y="254680"/>
                </a:lnTo>
                <a:lnTo>
                  <a:pt x="87188" y="301789"/>
                </a:lnTo>
                <a:lnTo>
                  <a:pt x="109406" y="347623"/>
                </a:lnTo>
                <a:lnTo>
                  <a:pt x="133819" y="392181"/>
                </a:lnTo>
                <a:lnTo>
                  <a:pt x="160429" y="435464"/>
                </a:lnTo>
                <a:lnTo>
                  <a:pt x="189234" y="477470"/>
                </a:lnTo>
                <a:lnTo>
                  <a:pt x="220236" y="518202"/>
                </a:lnTo>
                <a:lnTo>
                  <a:pt x="253433" y="557658"/>
                </a:lnTo>
                <a:lnTo>
                  <a:pt x="288827" y="595838"/>
                </a:lnTo>
                <a:lnTo>
                  <a:pt x="326416" y="632743"/>
                </a:lnTo>
                <a:lnTo>
                  <a:pt x="366202" y="668372"/>
                </a:lnTo>
                <a:lnTo>
                  <a:pt x="408184" y="702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305" y="3268996"/>
            <a:ext cx="246905" cy="200161"/>
          </a:xfrm>
          <a:custGeom>
            <a:avLst/>
            <a:gdLst/>
            <a:ahLst/>
            <a:cxnLst/>
            <a:rect l="l" t="t" r="r" b="b"/>
            <a:pathLst>
              <a:path w="246905" h="200161">
                <a:moveTo>
                  <a:pt x="246905" y="200161"/>
                </a:moveTo>
                <a:lnTo>
                  <a:pt x="236165" y="181864"/>
                </a:lnTo>
                <a:lnTo>
                  <a:pt x="224799" y="164339"/>
                </a:lnTo>
                <a:lnTo>
                  <a:pt x="212808" y="147585"/>
                </a:lnTo>
                <a:lnTo>
                  <a:pt x="200191" y="131603"/>
                </a:lnTo>
                <a:lnTo>
                  <a:pt x="186948" y="116393"/>
                </a:lnTo>
                <a:lnTo>
                  <a:pt x="173081" y="101954"/>
                </a:lnTo>
                <a:lnTo>
                  <a:pt x="158587" y="88286"/>
                </a:lnTo>
                <a:lnTo>
                  <a:pt x="143469" y="75390"/>
                </a:lnTo>
                <a:lnTo>
                  <a:pt x="127724" y="63266"/>
                </a:lnTo>
                <a:lnTo>
                  <a:pt x="111354" y="51913"/>
                </a:lnTo>
                <a:lnTo>
                  <a:pt x="94359" y="41332"/>
                </a:lnTo>
                <a:lnTo>
                  <a:pt x="76738" y="31523"/>
                </a:lnTo>
                <a:lnTo>
                  <a:pt x="58492" y="22485"/>
                </a:lnTo>
                <a:lnTo>
                  <a:pt x="39620" y="14218"/>
                </a:lnTo>
                <a:lnTo>
                  <a:pt x="20123" y="672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10" y="4768232"/>
            <a:ext cx="606226" cy="733978"/>
          </a:xfrm>
          <a:custGeom>
            <a:avLst/>
            <a:gdLst/>
            <a:ahLst/>
            <a:cxnLst/>
            <a:rect l="l" t="t" r="r" b="b"/>
            <a:pathLst>
              <a:path w="606226" h="733978">
                <a:moveTo>
                  <a:pt x="606226" y="733978"/>
                </a:moveTo>
                <a:lnTo>
                  <a:pt x="585540" y="673896"/>
                </a:lnTo>
                <a:lnTo>
                  <a:pt x="562560" y="615708"/>
                </a:lnTo>
                <a:lnTo>
                  <a:pt x="537286" y="559415"/>
                </a:lnTo>
                <a:lnTo>
                  <a:pt x="509718" y="505017"/>
                </a:lnTo>
                <a:lnTo>
                  <a:pt x="479857" y="452512"/>
                </a:lnTo>
                <a:lnTo>
                  <a:pt x="447702" y="401903"/>
                </a:lnTo>
                <a:lnTo>
                  <a:pt x="413253" y="353187"/>
                </a:lnTo>
                <a:lnTo>
                  <a:pt x="376511" y="306367"/>
                </a:lnTo>
                <a:lnTo>
                  <a:pt x="337475" y="261440"/>
                </a:lnTo>
                <a:lnTo>
                  <a:pt x="296145" y="218408"/>
                </a:lnTo>
                <a:lnTo>
                  <a:pt x="252522" y="177271"/>
                </a:lnTo>
                <a:lnTo>
                  <a:pt x="206605" y="138028"/>
                </a:lnTo>
                <a:lnTo>
                  <a:pt x="158394" y="100679"/>
                </a:lnTo>
                <a:lnTo>
                  <a:pt x="107890" y="65225"/>
                </a:lnTo>
                <a:lnTo>
                  <a:pt x="55092" y="3166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181465" y="3268996"/>
            <a:ext cx="122045" cy="1499236"/>
          </a:xfrm>
          <a:custGeom>
            <a:avLst/>
            <a:gdLst/>
            <a:ahLst/>
            <a:cxnLst/>
            <a:rect l="l" t="t" r="r" b="b"/>
            <a:pathLst>
              <a:path w="122045" h="1499236">
                <a:moveTo>
                  <a:pt x="102840" y="0"/>
                </a:moveTo>
                <a:lnTo>
                  <a:pt x="77686" y="94040"/>
                </a:lnTo>
                <a:lnTo>
                  <a:pt x="56047" y="188035"/>
                </a:lnTo>
                <a:lnTo>
                  <a:pt x="37921" y="281985"/>
                </a:lnTo>
                <a:lnTo>
                  <a:pt x="23309" y="375890"/>
                </a:lnTo>
                <a:lnTo>
                  <a:pt x="12211" y="469749"/>
                </a:lnTo>
                <a:lnTo>
                  <a:pt x="4627" y="563564"/>
                </a:lnTo>
                <a:lnTo>
                  <a:pt x="556" y="657334"/>
                </a:lnTo>
                <a:lnTo>
                  <a:pt x="0" y="751059"/>
                </a:lnTo>
                <a:lnTo>
                  <a:pt x="2957" y="844739"/>
                </a:lnTo>
                <a:lnTo>
                  <a:pt x="9428" y="938373"/>
                </a:lnTo>
                <a:lnTo>
                  <a:pt x="19413" y="1031963"/>
                </a:lnTo>
                <a:lnTo>
                  <a:pt x="32912" y="1125508"/>
                </a:lnTo>
                <a:lnTo>
                  <a:pt x="49925" y="1219007"/>
                </a:lnTo>
                <a:lnTo>
                  <a:pt x="70451" y="1312462"/>
                </a:lnTo>
                <a:lnTo>
                  <a:pt x="94491" y="1405872"/>
                </a:lnTo>
                <a:lnTo>
                  <a:pt x="122045" y="14992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744894" y="3939263"/>
            <a:ext cx="717769" cy="404193"/>
          </a:xfrm>
          <a:custGeom>
            <a:avLst/>
            <a:gdLst/>
            <a:ahLst/>
            <a:cxnLst/>
            <a:rect l="l" t="t" r="r" b="b"/>
            <a:pathLst>
              <a:path w="717769" h="404193">
                <a:moveTo>
                  <a:pt x="0" y="0"/>
                </a:moveTo>
                <a:lnTo>
                  <a:pt x="35388" y="42084"/>
                </a:lnTo>
                <a:lnTo>
                  <a:pt x="72038" y="81926"/>
                </a:lnTo>
                <a:lnTo>
                  <a:pt x="109951" y="119525"/>
                </a:lnTo>
                <a:lnTo>
                  <a:pt x="149128" y="154881"/>
                </a:lnTo>
                <a:lnTo>
                  <a:pt x="189568" y="187993"/>
                </a:lnTo>
                <a:lnTo>
                  <a:pt x="231271" y="218863"/>
                </a:lnTo>
                <a:lnTo>
                  <a:pt x="274236" y="247490"/>
                </a:lnTo>
                <a:lnTo>
                  <a:pt x="318465" y="273873"/>
                </a:lnTo>
                <a:lnTo>
                  <a:pt x="363958" y="298014"/>
                </a:lnTo>
                <a:lnTo>
                  <a:pt x="410713" y="319911"/>
                </a:lnTo>
                <a:lnTo>
                  <a:pt x="458731" y="339566"/>
                </a:lnTo>
                <a:lnTo>
                  <a:pt x="508013" y="356977"/>
                </a:lnTo>
                <a:lnTo>
                  <a:pt x="558557" y="372146"/>
                </a:lnTo>
                <a:lnTo>
                  <a:pt x="610365" y="385071"/>
                </a:lnTo>
                <a:lnTo>
                  <a:pt x="663435" y="395754"/>
                </a:lnTo>
                <a:lnTo>
                  <a:pt x="717769" y="4041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9736" y="5502210"/>
            <a:ext cx="456599" cy="655432"/>
          </a:xfrm>
          <a:custGeom>
            <a:avLst/>
            <a:gdLst/>
            <a:ahLst/>
            <a:cxnLst/>
            <a:rect l="l" t="t" r="r" b="b"/>
            <a:pathLst>
              <a:path w="456599" h="655432">
                <a:moveTo>
                  <a:pt x="0" y="0"/>
                </a:moveTo>
                <a:lnTo>
                  <a:pt x="13176" y="51666"/>
                </a:lnTo>
                <a:lnTo>
                  <a:pt x="28400" y="101905"/>
                </a:lnTo>
                <a:lnTo>
                  <a:pt x="45672" y="150718"/>
                </a:lnTo>
                <a:lnTo>
                  <a:pt x="64993" y="198103"/>
                </a:lnTo>
                <a:lnTo>
                  <a:pt x="86361" y="244061"/>
                </a:lnTo>
                <a:lnTo>
                  <a:pt x="109778" y="288593"/>
                </a:lnTo>
                <a:lnTo>
                  <a:pt x="135243" y="331698"/>
                </a:lnTo>
                <a:lnTo>
                  <a:pt x="162756" y="373376"/>
                </a:lnTo>
                <a:lnTo>
                  <a:pt x="192318" y="413627"/>
                </a:lnTo>
                <a:lnTo>
                  <a:pt x="223928" y="452451"/>
                </a:lnTo>
                <a:lnTo>
                  <a:pt x="257585" y="489849"/>
                </a:lnTo>
                <a:lnTo>
                  <a:pt x="293292" y="525819"/>
                </a:lnTo>
                <a:lnTo>
                  <a:pt x="331046" y="560363"/>
                </a:lnTo>
                <a:lnTo>
                  <a:pt x="370849" y="593479"/>
                </a:lnTo>
                <a:lnTo>
                  <a:pt x="412700" y="625169"/>
                </a:lnTo>
                <a:lnTo>
                  <a:pt x="456599" y="65543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366335" y="5465578"/>
            <a:ext cx="398138" cy="692064"/>
          </a:xfrm>
          <a:custGeom>
            <a:avLst/>
            <a:gdLst/>
            <a:ahLst/>
            <a:cxnLst/>
            <a:rect l="l" t="t" r="r" b="b"/>
            <a:pathLst>
              <a:path w="398138" h="692064">
                <a:moveTo>
                  <a:pt x="398138" y="0"/>
                </a:moveTo>
                <a:lnTo>
                  <a:pt x="357034" y="33923"/>
                </a:lnTo>
                <a:lnTo>
                  <a:pt x="318093" y="69090"/>
                </a:lnTo>
                <a:lnTo>
                  <a:pt x="281315" y="105501"/>
                </a:lnTo>
                <a:lnTo>
                  <a:pt x="246699" y="143156"/>
                </a:lnTo>
                <a:lnTo>
                  <a:pt x="214246" y="182055"/>
                </a:lnTo>
                <a:lnTo>
                  <a:pt x="183955" y="222199"/>
                </a:lnTo>
                <a:lnTo>
                  <a:pt x="155828" y="263587"/>
                </a:lnTo>
                <a:lnTo>
                  <a:pt x="129863" y="306218"/>
                </a:lnTo>
                <a:lnTo>
                  <a:pt x="106060" y="350095"/>
                </a:lnTo>
                <a:lnTo>
                  <a:pt x="84421" y="395215"/>
                </a:lnTo>
                <a:lnTo>
                  <a:pt x="64944" y="441579"/>
                </a:lnTo>
                <a:lnTo>
                  <a:pt x="47630" y="489188"/>
                </a:lnTo>
                <a:lnTo>
                  <a:pt x="32478" y="538041"/>
                </a:lnTo>
                <a:lnTo>
                  <a:pt x="19489" y="588138"/>
                </a:lnTo>
                <a:lnTo>
                  <a:pt x="8663" y="639479"/>
                </a:lnTo>
                <a:lnTo>
                  <a:pt x="0" y="69206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387210" y="5258293"/>
            <a:ext cx="1211050" cy="156824"/>
          </a:xfrm>
          <a:custGeom>
            <a:avLst/>
            <a:gdLst/>
            <a:ahLst/>
            <a:cxnLst/>
            <a:rect l="l" t="t" r="r" b="b"/>
            <a:pathLst>
              <a:path w="1211050" h="156824">
                <a:moveTo>
                  <a:pt x="0" y="66864"/>
                </a:moveTo>
                <a:lnTo>
                  <a:pt x="77258" y="91069"/>
                </a:lnTo>
                <a:lnTo>
                  <a:pt x="154307" y="111490"/>
                </a:lnTo>
                <a:lnTo>
                  <a:pt x="231147" y="128126"/>
                </a:lnTo>
                <a:lnTo>
                  <a:pt x="307778" y="140977"/>
                </a:lnTo>
                <a:lnTo>
                  <a:pt x="384199" y="150044"/>
                </a:lnTo>
                <a:lnTo>
                  <a:pt x="460413" y="155326"/>
                </a:lnTo>
                <a:lnTo>
                  <a:pt x="536417" y="156824"/>
                </a:lnTo>
                <a:lnTo>
                  <a:pt x="612212" y="154537"/>
                </a:lnTo>
                <a:lnTo>
                  <a:pt x="687798" y="148466"/>
                </a:lnTo>
                <a:lnTo>
                  <a:pt x="763175" y="138610"/>
                </a:lnTo>
                <a:lnTo>
                  <a:pt x="838343" y="124969"/>
                </a:lnTo>
                <a:lnTo>
                  <a:pt x="913303" y="107545"/>
                </a:lnTo>
                <a:lnTo>
                  <a:pt x="988053" y="86335"/>
                </a:lnTo>
                <a:lnTo>
                  <a:pt x="1062595" y="61341"/>
                </a:lnTo>
                <a:lnTo>
                  <a:pt x="1136927" y="32563"/>
                </a:lnTo>
                <a:lnTo>
                  <a:pt x="121105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4933278" y="5842969"/>
            <a:ext cx="953930" cy="377781"/>
          </a:xfrm>
          <a:custGeom>
            <a:avLst/>
            <a:gdLst/>
            <a:ahLst/>
            <a:cxnLst/>
            <a:rect l="l" t="t" r="r" b="b"/>
            <a:pathLst>
              <a:path w="953930" h="377781">
                <a:moveTo>
                  <a:pt x="0" y="0"/>
                </a:moveTo>
                <a:lnTo>
                  <a:pt x="50766" y="45969"/>
                </a:lnTo>
                <a:lnTo>
                  <a:pt x="102713" y="88957"/>
                </a:lnTo>
                <a:lnTo>
                  <a:pt x="155841" y="128964"/>
                </a:lnTo>
                <a:lnTo>
                  <a:pt x="210149" y="165990"/>
                </a:lnTo>
                <a:lnTo>
                  <a:pt x="265637" y="200035"/>
                </a:lnTo>
                <a:lnTo>
                  <a:pt x="322307" y="231099"/>
                </a:lnTo>
                <a:lnTo>
                  <a:pt x="380157" y="259182"/>
                </a:lnTo>
                <a:lnTo>
                  <a:pt x="439187" y="284284"/>
                </a:lnTo>
                <a:lnTo>
                  <a:pt x="499398" y="306404"/>
                </a:lnTo>
                <a:lnTo>
                  <a:pt x="560789" y="325544"/>
                </a:lnTo>
                <a:lnTo>
                  <a:pt x="623362" y="341703"/>
                </a:lnTo>
                <a:lnTo>
                  <a:pt x="687114" y="354881"/>
                </a:lnTo>
                <a:lnTo>
                  <a:pt x="752047" y="365077"/>
                </a:lnTo>
                <a:lnTo>
                  <a:pt x="818161" y="372293"/>
                </a:lnTo>
                <a:lnTo>
                  <a:pt x="885456" y="376527"/>
                </a:lnTo>
                <a:lnTo>
                  <a:pt x="953930" y="37778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35" name="Oval 100034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36" name="Connector 100035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37" name="Connector 100036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38" name="TextBox 100037"/>
          <p:cNvSpPr txBox="1"/>
          <p:nvPr/>
        </p:nvSpPr>
        <p:spPr>
          <a:xfrm>
            <a:off x="3451118" y="598807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100039" name="Oval 100038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40" name="Connector 100039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1" name="Connector 100040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2" name="TextBox 100041"/>
          <p:cNvSpPr txBox="1"/>
          <p:nvPr/>
        </p:nvSpPr>
        <p:spPr>
          <a:xfrm>
            <a:off x="2388293" y="459866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100043" name="Oval 100042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44" name="Connector 100043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5" name="Connector 100044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46" name="TextBox 100045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100047" name="Oval 100046"/>
          <p:cNvSpPr/>
          <p:nvPr/>
        </p:nvSpPr>
        <p:spPr>
          <a:xfrm>
            <a:off x="5513477" y="517350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48" name="Connector 100047"/>
          <p:cNvCxnSpPr/>
          <p:nvPr/>
        </p:nvCxnSpPr>
        <p:spPr>
          <a:xfrm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49" name="Connector 100048"/>
          <p:cNvCxnSpPr/>
          <p:nvPr/>
        </p:nvCxnSpPr>
        <p:spPr>
          <a:xfrm flipV="1">
            <a:off x="5538319" y="519835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50" name="TextBox 100049"/>
          <p:cNvSpPr txBox="1"/>
          <p:nvPr/>
        </p:nvSpPr>
        <p:spPr>
          <a:xfrm>
            <a:off x="5683044" y="508872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100051" name="Oval 100050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2" name="Oval 100051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3" name="TextBox 100052"/>
          <p:cNvSpPr txBox="1"/>
          <p:nvPr/>
        </p:nvSpPr>
        <p:spPr>
          <a:xfrm>
            <a:off x="3744598" y="239052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100054" name="Oval 100053"/>
          <p:cNvSpPr/>
          <p:nvPr/>
        </p:nvSpPr>
        <p:spPr>
          <a:xfrm>
            <a:off x="5830686" y="616422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5" name="Oval 100054"/>
          <p:cNvSpPr/>
          <p:nvPr/>
        </p:nvSpPr>
        <p:spPr>
          <a:xfrm>
            <a:off x="5869545" y="620308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56" name="TextBox 100055"/>
          <p:cNvSpPr txBox="1"/>
          <p:nvPr/>
        </p:nvSpPr>
        <p:spPr>
          <a:xfrm>
            <a:off x="5971992" y="605118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100057" name="Oval 100056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58" name="Connector 100057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59" name="Connector 100058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0" name="TextBox 100059"/>
          <p:cNvSpPr txBox="1"/>
          <p:nvPr/>
        </p:nvSpPr>
        <p:spPr>
          <a:xfrm>
            <a:off x="2369088" y="30994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100061" name="Oval 100060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62" name="Connector 100061"/>
          <p:cNvCxnSpPr/>
          <p:nvPr/>
        </p:nvCxnSpPr>
        <p:spPr>
          <a:xfrm flipV="1">
            <a:off x="2531210" y="3356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3" name="Connector 100062"/>
          <p:cNvCxnSpPr/>
          <p:nvPr/>
        </p:nvCxnSpPr>
        <p:spPr>
          <a:xfrm>
            <a:off x="2625672" y="3356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4" name="Rounded Rectangle 100063"/>
          <p:cNvSpPr/>
          <p:nvPr/>
        </p:nvSpPr>
        <p:spPr>
          <a:xfrm>
            <a:off x="2639803" y="3224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65" name="TextBox 100064"/>
          <p:cNvSpPr txBox="1"/>
          <p:nvPr/>
        </p:nvSpPr>
        <p:spPr>
          <a:xfrm>
            <a:off x="2639803" y="3224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100066" name="Oval 100065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67" name="Connector 100066"/>
          <p:cNvCxnSpPr/>
          <p:nvPr/>
        </p:nvCxnSpPr>
        <p:spPr>
          <a:xfrm flipV="1">
            <a:off x="3251631" y="1744792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68" name="Connector 100067"/>
          <p:cNvCxnSpPr/>
          <p:nvPr/>
        </p:nvCxnSpPr>
        <p:spPr>
          <a:xfrm>
            <a:off x="3346094" y="1744792"/>
            <a:ext cx="28143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69" name="Rounded Rectangle 100068"/>
          <p:cNvSpPr/>
          <p:nvPr/>
        </p:nvSpPr>
        <p:spPr>
          <a:xfrm>
            <a:off x="3360224" y="1612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70" name="TextBox 100069"/>
          <p:cNvSpPr txBox="1"/>
          <p:nvPr/>
        </p:nvSpPr>
        <p:spPr>
          <a:xfrm>
            <a:off x="3360224" y="1612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100071" name="Oval 100070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2" name="Connector 100071"/>
          <p:cNvCxnSpPr/>
          <p:nvPr/>
        </p:nvCxnSpPr>
        <p:spPr>
          <a:xfrm flipV="1">
            <a:off x="2744894" y="382668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3" name="Connector 100072"/>
          <p:cNvCxnSpPr/>
          <p:nvPr/>
        </p:nvCxnSpPr>
        <p:spPr>
          <a:xfrm>
            <a:off x="2839357" y="382668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74" name="Rounded Rectangle 100073"/>
          <p:cNvSpPr/>
          <p:nvPr/>
        </p:nvSpPr>
        <p:spPr>
          <a:xfrm>
            <a:off x="2853487" y="3694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75" name="TextBox 100074"/>
          <p:cNvSpPr txBox="1"/>
          <p:nvPr/>
        </p:nvSpPr>
        <p:spPr>
          <a:xfrm>
            <a:off x="2853487" y="3694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100076" name="Oval 100075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77" name="Connector 100076"/>
          <p:cNvCxnSpPr/>
          <p:nvPr/>
        </p:nvCxnSpPr>
        <p:spPr>
          <a:xfrm flipV="1">
            <a:off x="2909736" y="538963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8" name="Connector 100077"/>
          <p:cNvCxnSpPr/>
          <p:nvPr/>
        </p:nvCxnSpPr>
        <p:spPr>
          <a:xfrm>
            <a:off x="3004199" y="5389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79" name="Connector 100078"/>
          <p:cNvCxnSpPr/>
          <p:nvPr/>
        </p:nvCxnSpPr>
        <p:spPr>
          <a:xfrm>
            <a:off x="2988140" y="540877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0" name="Rounded Rectangle 100079"/>
          <p:cNvSpPr/>
          <p:nvPr/>
        </p:nvSpPr>
        <p:spPr>
          <a:xfrm>
            <a:off x="3018329" y="525715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81" name="TextBox 100080"/>
          <p:cNvSpPr txBox="1"/>
          <p:nvPr/>
        </p:nvSpPr>
        <p:spPr>
          <a:xfrm>
            <a:off x="3018329" y="525715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100082" name="Oval 100081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3" name="Connector 100082"/>
          <p:cNvCxnSpPr/>
          <p:nvPr/>
        </p:nvCxnSpPr>
        <p:spPr>
          <a:xfrm flipV="1">
            <a:off x="3764473" y="5353003"/>
            <a:ext cx="94463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4" name="Connector 100083"/>
          <p:cNvCxnSpPr/>
          <p:nvPr/>
        </p:nvCxnSpPr>
        <p:spPr>
          <a:xfrm>
            <a:off x="3858936" y="535300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85" name="Rounded Rectangle 100084"/>
          <p:cNvSpPr/>
          <p:nvPr/>
        </p:nvSpPr>
        <p:spPr>
          <a:xfrm>
            <a:off x="3873066" y="522052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86" name="TextBox 100085"/>
          <p:cNvSpPr txBox="1"/>
          <p:nvPr/>
        </p:nvSpPr>
        <p:spPr>
          <a:xfrm>
            <a:off x="3873066" y="522052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100087" name="Oval 100086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88" name="Connector 100087"/>
          <p:cNvCxnSpPr/>
          <p:nvPr/>
        </p:nvCxnSpPr>
        <p:spPr>
          <a:xfrm flipV="1">
            <a:off x="4387210" y="521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89" name="Connector 100088"/>
          <p:cNvCxnSpPr/>
          <p:nvPr/>
        </p:nvCxnSpPr>
        <p:spPr>
          <a:xfrm>
            <a:off x="4481672" y="521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90" name="Rounded Rectangle 100089"/>
          <p:cNvSpPr/>
          <p:nvPr/>
        </p:nvSpPr>
        <p:spPr>
          <a:xfrm>
            <a:off x="4495803" y="508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1" name="TextBox 100090"/>
          <p:cNvSpPr txBox="1"/>
          <p:nvPr/>
        </p:nvSpPr>
        <p:spPr>
          <a:xfrm>
            <a:off x="4495803" y="508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100092" name="Oval 100091"/>
          <p:cNvSpPr/>
          <p:nvPr/>
        </p:nvSpPr>
        <p:spPr>
          <a:xfrm>
            <a:off x="4907843" y="581753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093" name="Connector 100092"/>
          <p:cNvCxnSpPr/>
          <p:nvPr/>
        </p:nvCxnSpPr>
        <p:spPr>
          <a:xfrm flipV="1">
            <a:off x="4933278" y="5730393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094" name="Connector 100093"/>
          <p:cNvCxnSpPr/>
          <p:nvPr/>
        </p:nvCxnSpPr>
        <p:spPr>
          <a:xfrm>
            <a:off x="5027740" y="5730393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095" name="Rounded Rectangle 100094"/>
          <p:cNvSpPr/>
          <p:nvPr/>
        </p:nvSpPr>
        <p:spPr>
          <a:xfrm>
            <a:off x="5041870" y="5597912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96" name="TextBox 100095"/>
          <p:cNvSpPr txBox="1"/>
          <p:nvPr/>
        </p:nvSpPr>
        <p:spPr>
          <a:xfrm>
            <a:off x="5041870" y="5597912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100097" name="TextBox 100096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100098" name="TextBox 100097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100099" name="TextBox 100098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100100" name="TextBox 100099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</a:t>
            </a:r>
          </a:p>
        </p:txBody>
      </p:sp>
      <p:sp>
        <p:nvSpPr>
          <p:cNvPr id="100101" name="TextBox 100100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100102" name="TextBox 100101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100103" name="TextBox 100102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100104" name="TextBox 100103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100105" name="TextBox 100104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100106" name="TextBox 100105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</a:t>
            </a:r>
          </a:p>
        </p:txBody>
      </p:sp>
      <p:sp>
        <p:nvSpPr>
          <p:cNvPr id="100107" name="TextBox 100106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100108" name="TextBox 100107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卧室 4 门旁</a:t>
            </a:r>
          </a:p>
        </p:txBody>
      </p:sp>
      <p:sp>
        <p:nvSpPr>
          <p:cNvPr id="100109" name="TextBox 100108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100110" name="TextBox 100109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卧室 4 内 · 卫生间门南侧（隔墙短墙）</a:t>
            </a:r>
          </a:p>
        </p:txBody>
      </p:sp>
      <p:sp>
        <p:nvSpPr>
          <p:cNvPr id="100111" name="TextBox 100110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100112" name="TextBox 100111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100113" name="TextBox 100112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100114" name="TextBox 100113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100115" name="TextBox 100114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100116" name="Rectangle 100115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17" name="Rectangle 100116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18" name="TextBox 100117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v7（用户 2026-10-06 标注）；Blender v39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内 · 卫生间门南侧（隔墙短墙）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页按键标注；PPT v7（用户 2026-10-06 标注）；Blender v39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 4 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后卫生间筒灯（套卫）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