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016666" y="3382205"/>
            <a:ext cx="0" cy="1278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016666" y="3382205"/>
            <a:ext cx="16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204743" y="4803230"/>
            <a:ext cx="1517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4721897" y="4732179"/>
            <a:ext cx="0" cy="71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24012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24012" y="4732179"/>
            <a:ext cx="59788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635" y="4080134"/>
            <a:ext cx="1011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080134"/>
            <a:ext cx="0" cy="313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635" y="2312256"/>
            <a:ext cx="0" cy="176787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45128" y="4080134"/>
            <a:ext cx="0" cy="13291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45128" y="4080134"/>
            <a:ext cx="3135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458635" y="4080134"/>
            <a:ext cx="14238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080134"/>
            <a:ext cx="0" cy="1006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458635" y="4080134"/>
            <a:ext cx="5524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19636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458635" y="4080134"/>
            <a:ext cx="15055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597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6" cy="176787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42775" y="3204994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42775" y="3192676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42775" y="3180359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42775" y="3168041"/>
            <a:ext cx="31674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42774" y="3155723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479728" y="313988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45966" y="406746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458635" y="403235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06415" y="403235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497815" y="40409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489214" y="40495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22800" y="408013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10855" y="4104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13454" y="39760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274519" y="2899652"/>
            <a:ext cx="0" cy="249210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274519" y="2899652"/>
            <a:ext cx="5878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862345" y="2790156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71841" y="279015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7952132" y="280986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7932423" y="28295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780223" y="2899652"/>
            <a:ext cx="82122" cy="821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752849" y="295439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7987971" y="26611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015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01510" y="5123684"/>
            <a:ext cx="8802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39210" y="6112736"/>
            <a:ext cx="19353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G26_4（卫生间后墙，三控：S11、S12、S7）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