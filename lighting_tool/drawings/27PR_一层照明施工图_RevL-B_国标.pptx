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J：S7 挪到法式门框东侧（后花园门旁），按键不变。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Rev K（2026-10-08）：一层卫生间有窗，不装排气扇；洗衣房有窗，也不装。厨房天花装一个温感 + 一氧化碳报警器（市电，接本层照明回路）。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16. Rev L（2026-10-13）：开关、灯位按墙面立面图 / 点位定位图 Rev B 定位；墙体按模型 v46（业主平面 keyplan3d）更新：主客厅宽 3.689、厨房 / 洗衣房洞口 2.12（左边加 300 墙垛）；围栏地灯 ×4 取消，改 LED 灯带（L40 出线）。按键与回路不变。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17.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L40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82" y="3896301"/>
            <a:ext cx="0" cy="4276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>
            <a:off x="1743781" y="4323995"/>
            <a:ext cx="20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743982" y="3896301"/>
            <a:ext cx="48330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227285" y="3896285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227285" y="3896285"/>
            <a:ext cx="4809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2708242" y="3896269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2702768" y="4316144"/>
            <a:ext cx="0" cy="4077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2702768" y="4316144"/>
            <a:ext cx="56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2221811" y="4723900"/>
            <a:ext cx="4809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2221811" y="4723900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1738509" y="4723916"/>
            <a:ext cx="4833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738509" y="4723916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508847" y="5005421"/>
            <a:ext cx="5131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55" y="5005421"/>
            <a:ext cx="0" cy="14470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021955" y="5150130"/>
            <a:ext cx="10511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3073068" y="4719586"/>
            <a:ext cx="0" cy="4305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073068" y="4719586"/>
            <a:ext cx="469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119986" y="4719586"/>
            <a:ext cx="0" cy="78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3119986" y="4727404"/>
            <a:ext cx="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3073068" y="3382204"/>
            <a:ext cx="0" cy="133738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033384" y="3382204"/>
            <a:ext cx="39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4"/>
            <a:ext cx="10365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84" y="3010224"/>
            <a:ext cx="0" cy="371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93" y="3382204"/>
            <a:ext cx="97799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93" y="2483611"/>
            <a:ext cx="0" cy="8985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119986" y="4727404"/>
            <a:ext cx="14897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4609780" y="4725399"/>
            <a:ext cx="0" cy="20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609780" y="4725399"/>
            <a:ext cx="264490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82" y="4725399"/>
            <a:ext cx="0" cy="151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24012" y="4725399"/>
            <a:ext cx="0" cy="68385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24012" y="4725399"/>
            <a:ext cx="4857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92730" y="4180816"/>
            <a:ext cx="101660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509333" y="4180816"/>
            <a:ext cx="0" cy="1133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92730" y="2178200"/>
            <a:ext cx="0" cy="2002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4492730" y="2178200"/>
            <a:ext cx="1463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509333" y="4294156"/>
            <a:ext cx="208385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189" y="4294156"/>
            <a:ext cx="0" cy="4463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45128" y="4180816"/>
            <a:ext cx="0" cy="122844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45128" y="4180816"/>
            <a:ext cx="34760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5005421"/>
            <a:ext cx="469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5005421"/>
            <a:ext cx="0" cy="2741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8847" y="4311469"/>
            <a:ext cx="0" cy="69395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8847" y="4311469"/>
            <a:ext cx="7178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8847" y="4323995"/>
            <a:ext cx="0" cy="6814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8847" y="4323995"/>
            <a:ext cx="2349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8847" y="5005421"/>
            <a:ext cx="22966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509" y="4723932"/>
            <a:ext cx="0" cy="28148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30"/>
            <a:ext cx="15681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30"/>
            <a:ext cx="0" cy="139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55" y="5150130"/>
            <a:ext cx="3133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30"/>
            <a:ext cx="0" cy="1252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73068" y="4203184"/>
            <a:ext cx="0" cy="5164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73068" y="4203184"/>
            <a:ext cx="7248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73068" y="4184989"/>
            <a:ext cx="0" cy="5345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73068" y="4184989"/>
            <a:ext cx="2378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73068" y="4561200"/>
            <a:ext cx="0" cy="1583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73068" y="4561200"/>
            <a:ext cx="2280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19986" y="4727404"/>
            <a:ext cx="0" cy="13702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3119986" y="4864428"/>
            <a:ext cx="591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3119986" y="4311469"/>
            <a:ext cx="0" cy="4159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2226699" y="4311469"/>
            <a:ext cx="8932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19986" y="3896269"/>
            <a:ext cx="0" cy="8311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42" y="3896269"/>
            <a:ext cx="4117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68" y="4727404"/>
            <a:ext cx="4172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68" y="4723900"/>
            <a:ext cx="0" cy="3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119986" y="4203184"/>
            <a:ext cx="0" cy="5242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119986" y="4203184"/>
            <a:ext cx="67797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119986" y="4184989"/>
            <a:ext cx="0" cy="5424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19986" y="4184989"/>
            <a:ext cx="1909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119986" y="4561200"/>
            <a:ext cx="0" cy="1662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19986" y="4561200"/>
            <a:ext cx="18114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81908" y="5369306"/>
            <a:ext cx="0" cy="1055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492730" y="4180816"/>
            <a:ext cx="13897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5882529" y="4180781"/>
            <a:ext cx="0" cy="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492730" y="4180816"/>
            <a:ext cx="3001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4792875" y="2030609"/>
            <a:ext cx="0" cy="21502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492730" y="4180816"/>
            <a:ext cx="116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69784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4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4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93" y="2483611"/>
            <a:ext cx="748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1"/>
            <a:ext cx="0" cy="335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93" y="2483611"/>
            <a:ext cx="0" cy="835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93" y="2567172"/>
            <a:ext cx="19735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93" y="2405014"/>
            <a:ext cx="0" cy="785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93" y="2405014"/>
            <a:ext cx="3269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93" y="2483611"/>
            <a:ext cx="0" cy="7739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93" y="3257541"/>
            <a:ext cx="32174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84" y="3010224"/>
            <a:ext cx="9465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24"/>
            <a:ext cx="0" cy="32005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507360" y="2178200"/>
            <a:ext cx="13751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178200"/>
            <a:ext cx="0" cy="20025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507360" y="2178200"/>
            <a:ext cx="28551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4792875" y="2030609"/>
            <a:ext cx="0" cy="1475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507360" y="2178200"/>
            <a:ext cx="0" cy="130477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507360" y="3482976"/>
            <a:ext cx="1018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9333" y="4294156"/>
            <a:ext cx="3731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5882529" y="4180781"/>
            <a:ext cx="0" cy="113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509333" y="2030609"/>
            <a:ext cx="0" cy="22635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H="1">
            <a:off x="4792875" y="2030609"/>
            <a:ext cx="71645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509333" y="3482976"/>
            <a:ext cx="0" cy="81118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9001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609780" y="4725399"/>
            <a:ext cx="891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25399"/>
            <a:ext cx="0" cy="12244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609780" y="4725399"/>
            <a:ext cx="1950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560148" y="4725399"/>
            <a:ext cx="0" cy="10001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82" y="4740557"/>
            <a:ext cx="1977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452431" y="4740557"/>
            <a:ext cx="0" cy="1438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189" y="4740546"/>
            <a:ext cx="3567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46"/>
            <a:ext cx="0" cy="1556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1508847" y="4727404"/>
            <a:ext cx="1611139" cy="27801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77227" y="4852302"/>
            <a:ext cx="25826" cy="36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89365" y="4850207"/>
            <a:ext cx="25827" cy="36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1503" y="4848113"/>
            <a:ext cx="25827" cy="3659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3642" y="4846018"/>
            <a:ext cx="25826" cy="36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25780" y="4843924"/>
            <a:ext cx="25827" cy="3659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35533" y="4810103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73068" y="4719586"/>
            <a:ext cx="46918" cy="781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2603" y="4714525"/>
            <a:ext cx="36449" cy="2603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0453" y="4712501"/>
            <a:ext cx="36449" cy="260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78303" y="4710476"/>
            <a:ext cx="36449" cy="2603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66153" y="4708452"/>
            <a:ext cx="36448" cy="260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54002" y="4706427"/>
            <a:ext cx="36449" cy="2603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17643" y="466718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93" y="2483611"/>
            <a:ext cx="977991" cy="89859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52" y="2948628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82" y="2940295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12" y="2931961"/>
            <a:ext cx="44753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41" y="2923627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71" y="2915293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5" y="2876598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V="1">
            <a:off x="4492730" y="2178200"/>
            <a:ext cx="14630" cy="200261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84144" y="3188190"/>
            <a:ext cx="31442" cy="319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84234" y="3175873"/>
            <a:ext cx="31442" cy="319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84324" y="3163556"/>
            <a:ext cx="31442" cy="31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84414" y="3151239"/>
            <a:ext cx="31442" cy="31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84504" y="3138921"/>
            <a:ext cx="31442" cy="319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521161" y="312319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507360" y="2178200"/>
            <a:ext cx="1001973" cy="211595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76712" y="3206377"/>
            <a:ext cx="42182" cy="1507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81983" y="3217510"/>
            <a:ext cx="42183" cy="1507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87255" y="3228642"/>
            <a:ext cx="42182" cy="1507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92527" y="3239775"/>
            <a:ext cx="42182" cy="1507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97798" y="3250908"/>
            <a:ext cx="42182" cy="1507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5029462" y="317986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467" y="4269237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6841" y="4281611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6841" y="4281611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411" y="423052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613" y="46957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70" y="471510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81" y="46429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57" y="469576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3013" y="471511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524" y="464297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354" y="469577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711" y="471513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222" y="464298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626" y="429584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4982" y="431519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493" y="424305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31" y="386813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87" y="388748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5998" y="381534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087" y="386811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43" y="3887470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54" y="381532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280" y="428798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636" y="430734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7147" y="42351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28" y="38681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84" y="38875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95" y="38153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517916" y="4783183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530290" y="4795557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530290" y="4795557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598861" y="474447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424277" y="48562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43633" y="4875620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91144" y="48034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56" name="Oval 855"/>
          <p:cNvSpPr/>
          <p:nvPr/>
        </p:nvSpPr>
        <p:spPr>
          <a:xfrm>
            <a:off x="4768240" y="2005973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778798" y="2014772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4831587" y="194966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1496177" y="499275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9" name="Connector 858"/>
          <p:cNvCxnSpPr/>
          <p:nvPr/>
        </p:nvCxnSpPr>
        <p:spPr>
          <a:xfrm flipV="1">
            <a:off x="1508847" y="495764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>
            <a:off x="1556627" y="495764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>
            <a:off x="1548027" y="496624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>
            <a:off x="1539426" y="497484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>
            <a:off x="1530826" y="498344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H="1">
            <a:off x="1473012" y="5005421"/>
            <a:ext cx="35835" cy="358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H="1" flipV="1">
            <a:off x="1461067" y="502931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1563666" y="490133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7" name="Oval 866"/>
          <p:cNvSpPr/>
          <p:nvPr/>
        </p:nvSpPr>
        <p:spPr>
          <a:xfrm>
            <a:off x="2009285" y="51374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2021955" y="51023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2069735" y="51023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2061135" y="51109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1" name="TextBox 870"/>
          <p:cNvSpPr txBox="1"/>
          <p:nvPr/>
        </p:nvSpPr>
        <p:spPr>
          <a:xfrm>
            <a:off x="2076774" y="50460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2" name="Oval 871"/>
          <p:cNvSpPr/>
          <p:nvPr/>
        </p:nvSpPr>
        <p:spPr>
          <a:xfrm>
            <a:off x="3060398" y="4706917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3" name="Connector 872"/>
          <p:cNvCxnSpPr/>
          <p:nvPr/>
        </p:nvCxnSpPr>
        <p:spPr>
          <a:xfrm flipV="1">
            <a:off x="3073068" y="467180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3120848" y="467180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3112248" y="468040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3103647" y="468900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H="1">
            <a:off x="3037233" y="471958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 flipH="1" flipV="1">
            <a:off x="3025288" y="4743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9" name="TextBox 878"/>
          <p:cNvSpPr txBox="1"/>
          <p:nvPr/>
        </p:nvSpPr>
        <p:spPr>
          <a:xfrm>
            <a:off x="3127887" y="46154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0" name="Oval 879"/>
          <p:cNvSpPr/>
          <p:nvPr/>
        </p:nvSpPr>
        <p:spPr>
          <a:xfrm>
            <a:off x="3107317" y="471473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1" name="Connector 880"/>
          <p:cNvCxnSpPr/>
          <p:nvPr/>
        </p:nvCxnSpPr>
        <p:spPr>
          <a:xfrm flipV="1">
            <a:off x="3119986" y="467962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167766" y="46796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3159166" y="46882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3150566" y="46968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3141965" y="4705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 flipH="1">
            <a:off x="3084151" y="472740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 flipH="1" flipV="1">
            <a:off x="3072206" y="475129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8" name="TextBox 887"/>
          <p:cNvSpPr txBox="1"/>
          <p:nvPr/>
        </p:nvSpPr>
        <p:spPr>
          <a:xfrm>
            <a:off x="3174805" y="46233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9" name="Oval 888"/>
          <p:cNvSpPr/>
          <p:nvPr/>
        </p:nvSpPr>
        <p:spPr>
          <a:xfrm>
            <a:off x="3107317" y="471473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0" name="Connector 889"/>
          <p:cNvCxnSpPr/>
          <p:nvPr/>
        </p:nvCxnSpPr>
        <p:spPr>
          <a:xfrm flipV="1">
            <a:off x="3119986" y="467962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67766" y="46796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3159166" y="46882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>
            <a:off x="3150566" y="46968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H="1">
            <a:off x="3084151" y="472740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 flipH="1" flipV="1">
            <a:off x="3072206" y="475129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6" name="TextBox 895"/>
          <p:cNvSpPr txBox="1"/>
          <p:nvPr/>
        </p:nvSpPr>
        <p:spPr>
          <a:xfrm>
            <a:off x="3174805" y="46233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7" name="Oval 896"/>
          <p:cNvSpPr/>
          <p:nvPr/>
        </p:nvSpPr>
        <p:spPr>
          <a:xfrm>
            <a:off x="3269238" y="546221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8" name="Connector 897"/>
          <p:cNvCxnSpPr/>
          <p:nvPr/>
        </p:nvCxnSpPr>
        <p:spPr>
          <a:xfrm flipV="1">
            <a:off x="3281908" y="542710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329688" y="54271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TextBox 899"/>
          <p:cNvSpPr txBox="1"/>
          <p:nvPr/>
        </p:nvSpPr>
        <p:spPr>
          <a:xfrm>
            <a:off x="3336727" y="53707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1" name="Oval 900"/>
          <p:cNvSpPr/>
          <p:nvPr/>
        </p:nvSpPr>
        <p:spPr>
          <a:xfrm>
            <a:off x="4480060" y="4168147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2" name="Connector 901"/>
          <p:cNvCxnSpPr/>
          <p:nvPr/>
        </p:nvCxnSpPr>
        <p:spPr>
          <a:xfrm flipV="1">
            <a:off x="4492730" y="413303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4540510" y="413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4531910" y="414163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4523309" y="415023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>
            <a:off x="4456895" y="418081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H="1" flipV="1">
            <a:off x="4444950" y="420470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4547549" y="407672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9" name="Oval 908"/>
          <p:cNvSpPr/>
          <p:nvPr/>
        </p:nvSpPr>
        <p:spPr>
          <a:xfrm>
            <a:off x="3020715" y="336953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0" name="Connector 909"/>
          <p:cNvCxnSpPr/>
          <p:nvPr/>
        </p:nvCxnSpPr>
        <p:spPr>
          <a:xfrm flipV="1">
            <a:off x="3033384" y="333442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3081164" y="33344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3072564" y="33430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3055363" y="33602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H="1">
            <a:off x="2997549" y="338220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H="1" flipV="1">
            <a:off x="2985604" y="340609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8" name="Oval 917"/>
          <p:cNvSpPr/>
          <p:nvPr/>
        </p:nvSpPr>
        <p:spPr>
          <a:xfrm>
            <a:off x="2042723" y="247094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9" name="Connector 918"/>
          <p:cNvCxnSpPr/>
          <p:nvPr/>
        </p:nvCxnSpPr>
        <p:spPr>
          <a:xfrm flipV="1">
            <a:off x="2055393" y="243583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2103173" y="24358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2094573" y="24444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2085972" y="24530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2077372" y="24616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H="1">
            <a:off x="2019558" y="248361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 flipH="1" flipV="1">
            <a:off x="2007613" y="250750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TextBox 925"/>
          <p:cNvSpPr txBox="1"/>
          <p:nvPr/>
        </p:nvSpPr>
        <p:spPr>
          <a:xfrm>
            <a:off x="2110212" y="237952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7" name="Oval 926"/>
          <p:cNvSpPr/>
          <p:nvPr/>
        </p:nvSpPr>
        <p:spPr>
          <a:xfrm>
            <a:off x="4057214" y="299755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8" name="Connector 927"/>
          <p:cNvCxnSpPr/>
          <p:nvPr/>
        </p:nvCxnSpPr>
        <p:spPr>
          <a:xfrm flipV="1">
            <a:off x="4069884" y="296244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4117664" y="296244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TextBox 929"/>
          <p:cNvSpPr txBox="1"/>
          <p:nvPr/>
        </p:nvSpPr>
        <p:spPr>
          <a:xfrm>
            <a:off x="4124703" y="290613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1" name="Oval 930"/>
          <p:cNvSpPr/>
          <p:nvPr/>
        </p:nvSpPr>
        <p:spPr>
          <a:xfrm>
            <a:off x="4494690" y="2165530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2" name="Connector 931"/>
          <p:cNvCxnSpPr/>
          <p:nvPr/>
        </p:nvCxnSpPr>
        <p:spPr>
          <a:xfrm flipV="1">
            <a:off x="4507360" y="213042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4555140" y="21304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4546539" y="21390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537939" y="21476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4471525" y="217820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4459580" y="220209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4562178" y="207411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9" name="Oval 938"/>
          <p:cNvSpPr/>
          <p:nvPr/>
        </p:nvSpPr>
        <p:spPr>
          <a:xfrm>
            <a:off x="5496663" y="4281487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5509333" y="42463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5557113" y="42463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5548512" y="42549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5539912" y="42635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 flipH="1">
            <a:off x="5473498" y="42941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H="1" flipV="1">
            <a:off x="5461553" y="43180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6" name="TextBox 945"/>
          <p:cNvSpPr txBox="1"/>
          <p:nvPr/>
        </p:nvSpPr>
        <p:spPr>
          <a:xfrm>
            <a:off x="5564151" y="41900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47" name="Oval 946"/>
          <p:cNvSpPr/>
          <p:nvPr/>
        </p:nvSpPr>
        <p:spPr>
          <a:xfrm>
            <a:off x="4597110" y="471272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8" name="Connector 947"/>
          <p:cNvCxnSpPr/>
          <p:nvPr/>
        </p:nvCxnSpPr>
        <p:spPr>
          <a:xfrm flipV="1">
            <a:off x="4609780" y="467761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4657560" y="467761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4648959" y="468621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4664598" y="462131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2" name="Oval 951"/>
          <p:cNvSpPr/>
          <p:nvPr/>
        </p:nvSpPr>
        <p:spPr>
          <a:xfrm>
            <a:off x="7242012" y="472788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3" name="Connector 952"/>
          <p:cNvCxnSpPr/>
          <p:nvPr/>
        </p:nvCxnSpPr>
        <p:spPr>
          <a:xfrm flipV="1">
            <a:off x="7254682" y="469277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7302462" y="46927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5" name="TextBox 954"/>
          <p:cNvSpPr txBox="1"/>
          <p:nvPr/>
        </p:nvSpPr>
        <p:spPr>
          <a:xfrm>
            <a:off x="7309501" y="463646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56" name="Oval 955"/>
          <p:cNvSpPr/>
          <p:nvPr/>
        </p:nvSpPr>
        <p:spPr>
          <a:xfrm>
            <a:off x="7580519" y="47278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7" name="Connector 956"/>
          <p:cNvCxnSpPr/>
          <p:nvPr/>
        </p:nvCxnSpPr>
        <p:spPr>
          <a:xfrm flipV="1">
            <a:off x="7593189" y="46927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7640969" y="46927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9" name="TextBox 958"/>
          <p:cNvSpPr txBox="1"/>
          <p:nvPr/>
        </p:nvSpPr>
        <p:spPr>
          <a:xfrm>
            <a:off x="7648008" y="46364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2" name="Rectangle 961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TextBox 962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4" name="Rectangle 963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TextBox 964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0" name="Connector 969"/>
          <p:cNvCxnSpPr/>
          <p:nvPr/>
        </p:nvCxnSpPr>
        <p:spPr>
          <a:xfrm flipV="1">
            <a:off x="3281908" y="5267650"/>
            <a:ext cx="1032786" cy="207235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1" name="Oval 970"/>
          <p:cNvSpPr/>
          <p:nvPr/>
        </p:nvSpPr>
        <p:spPr>
          <a:xfrm>
            <a:off x="4272462" y="52254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2" name="Connector 971"/>
          <p:cNvCxnSpPr/>
          <p:nvPr/>
        </p:nvCxnSpPr>
        <p:spPr>
          <a:xfrm>
            <a:off x="4284836" y="52377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4284836" y="52377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4" name="TextBox 973"/>
          <p:cNvSpPr txBox="1"/>
          <p:nvPr/>
        </p:nvSpPr>
        <p:spPr>
          <a:xfrm>
            <a:off x="4367484" y="51926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76" name="Rectangle 975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8" name="Rectangle 977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TextBox 978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0" name="Rectangle 979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TextBox 980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Rectangle 982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Rectangle 983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71" y="2554963"/>
            <a:ext cx="0" cy="801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771993" y="3356890"/>
            <a:ext cx="37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2772371" y="2554963"/>
            <a:ext cx="90619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678564" y="2554934"/>
            <a:ext cx="0" cy="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3678564" y="2554934"/>
            <a:ext cx="90179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4580358" y="2554903"/>
            <a:ext cx="0" cy="3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4570094" y="3342169"/>
            <a:ext cx="0" cy="76454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570094" y="3342169"/>
            <a:ext cx="1062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668301" y="4106711"/>
            <a:ext cx="90179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3668301" y="4106711"/>
            <a:ext cx="0" cy="3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2762109" y="4106742"/>
            <a:ext cx="9061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2762109" y="4106742"/>
            <a:ext cx="0" cy="3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2331492" y="4634563"/>
            <a:ext cx="9620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3293570" y="4634563"/>
            <a:ext cx="0" cy="2713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293570" y="4905894"/>
            <a:ext cx="19708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5264407" y="4098624"/>
            <a:ext cx="0" cy="80727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5264407" y="4098624"/>
            <a:ext cx="879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5352379" y="4098624"/>
            <a:ext cx="0" cy="146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5352379" y="4113281"/>
            <a:ext cx="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5352379" y="5391754"/>
            <a:ext cx="18737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5352379" y="4113281"/>
            <a:ext cx="0" cy="127847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2" name="TextBox 591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93" name="Connector 592"/>
          <p:cNvCxnSpPr/>
          <p:nvPr/>
        </p:nvCxnSpPr>
        <p:spPr>
          <a:xfrm flipV="1">
            <a:off x="7274519" y="3088430"/>
            <a:ext cx="0" cy="230332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274519" y="3088430"/>
            <a:ext cx="6517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5" name="TextBox 594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6" name="Connector 595"/>
          <p:cNvCxnSpPr/>
          <p:nvPr/>
        </p:nvCxnSpPr>
        <p:spPr>
          <a:xfrm flipH="1">
            <a:off x="2243398" y="4634563"/>
            <a:ext cx="880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243398" y="4634563"/>
            <a:ext cx="0" cy="51407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2331492" y="3333403"/>
            <a:ext cx="0" cy="13011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2331492" y="3333403"/>
            <a:ext cx="13459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2331492" y="3356890"/>
            <a:ext cx="0" cy="127767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331492" y="3356890"/>
            <a:ext cx="4405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331492" y="4634563"/>
            <a:ext cx="43061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2762109" y="4106772"/>
            <a:ext cx="0" cy="5277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H="1">
            <a:off x="2999539" y="4905894"/>
            <a:ext cx="2940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999539" y="4905894"/>
            <a:ext cx="0" cy="2607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3293570" y="4905894"/>
            <a:ext cx="5875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3881167" y="4905894"/>
            <a:ext cx="0" cy="23484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264407" y="3130369"/>
            <a:ext cx="0" cy="9682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264407" y="3130369"/>
            <a:ext cx="135918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5264407" y="3096255"/>
            <a:ext cx="0" cy="10023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5264407" y="3096255"/>
            <a:ext cx="4459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5264407" y="3801649"/>
            <a:ext cx="0" cy="2969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264407" y="3801649"/>
            <a:ext cx="427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5352379" y="4113281"/>
            <a:ext cx="0" cy="2569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5352379" y="4370202"/>
            <a:ext cx="110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5352379" y="3333403"/>
            <a:ext cx="0" cy="7798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3677464" y="3333403"/>
            <a:ext cx="167491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352379" y="2554903"/>
            <a:ext cx="0" cy="15583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H="1">
            <a:off x="4580358" y="2554903"/>
            <a:ext cx="7720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H="1">
            <a:off x="4570094" y="4113281"/>
            <a:ext cx="7822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4570094" y="4106711"/>
            <a:ext cx="0" cy="65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5352379" y="3130369"/>
            <a:ext cx="0" cy="98291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5352379" y="3130369"/>
            <a:ext cx="127120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352379" y="3096255"/>
            <a:ext cx="0" cy="10170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5352379" y="3096255"/>
            <a:ext cx="357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5352379" y="3801649"/>
            <a:ext cx="0" cy="311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5352379" y="3801649"/>
            <a:ext cx="3396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5655982" y="52728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5688242" y="52244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7974664" y="3152951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cxnSp>
        <p:nvCxnSpPr>
          <p:cNvPr id="631" name="Connector 630"/>
          <p:cNvCxnSpPr/>
          <p:nvPr/>
        </p:nvCxnSpPr>
        <p:spPr>
          <a:xfrm>
            <a:off x="7926273" y="3088430"/>
            <a:ext cx="5627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8489045" y="-943208"/>
            <a:ext cx="0" cy="40316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TextBox 632"/>
          <p:cNvSpPr txBox="1"/>
          <p:nvPr/>
        </p:nvSpPr>
        <p:spPr>
          <a:xfrm>
            <a:off x="7974664" y="3152951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34" name="Connector 633"/>
          <p:cNvCxnSpPr/>
          <p:nvPr/>
        </p:nvCxnSpPr>
        <p:spPr>
          <a:xfrm flipV="1">
            <a:off x="2331492" y="4113281"/>
            <a:ext cx="3020887" cy="52128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756709" y="43415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784526" y="43367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3812343" y="43319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840159" y="43271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867976" y="43223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3890326" y="4244880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41" name="Connector 640"/>
          <p:cNvCxnSpPr/>
          <p:nvPr/>
        </p:nvCxnSpPr>
        <p:spPr>
          <a:xfrm flipH="1" flipV="1">
            <a:off x="5264407" y="4098624"/>
            <a:ext cx="87972" cy="146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>
            <a:off x="5322317" y="4085396"/>
            <a:ext cx="83528" cy="596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H="1">
            <a:off x="5294473" y="4080757"/>
            <a:ext cx="83528" cy="596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5266628" y="4076118"/>
            <a:ext cx="83529" cy="596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>
            <a:off x="5238784" y="4071479"/>
            <a:ext cx="83529" cy="596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H="1">
            <a:off x="5210940" y="4066839"/>
            <a:ext cx="83529" cy="596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5356784" y="397691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50" name="Connector 649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TextBox 651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53" name="Rectangle 652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5" name="Oval 654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TextBox 655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7" name="Oval 656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61" name="Oval 660"/>
          <p:cNvSpPr/>
          <p:nvPr/>
        </p:nvSpPr>
        <p:spPr>
          <a:xfrm>
            <a:off x="3580682" y="32366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3766180" y="3147905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5" name="Oval 664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TextBox 667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9" name="Oval 668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71" name="Oval 670"/>
          <p:cNvSpPr/>
          <p:nvPr/>
        </p:nvSpPr>
        <p:spPr>
          <a:xfrm>
            <a:off x="4505573" y="404219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4549931" y="408654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4658810" y="392121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3603780" y="404222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3648138" y="408657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3757017" y="392124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7" name="Oval 676"/>
          <p:cNvSpPr/>
          <p:nvPr/>
        </p:nvSpPr>
        <p:spPr>
          <a:xfrm>
            <a:off x="2697587" y="404225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2741946" y="408660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2850825" y="392127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0" name="Oval 679"/>
          <p:cNvSpPr/>
          <p:nvPr/>
        </p:nvSpPr>
        <p:spPr>
          <a:xfrm>
            <a:off x="2707472" y="3292369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2751830" y="3336727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2860709" y="3171392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3614043" y="249041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3658402" y="253477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3767281" y="236943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6" name="Oval 685"/>
          <p:cNvSpPr/>
          <p:nvPr/>
        </p:nvSpPr>
        <p:spPr>
          <a:xfrm>
            <a:off x="4515837" y="249038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4560195" y="2534740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4669074" y="2369405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4516198" y="327764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4560556" y="332200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4669435" y="31566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92" name="Oval 691"/>
          <p:cNvSpPr/>
          <p:nvPr/>
        </p:nvSpPr>
        <p:spPr>
          <a:xfrm>
            <a:off x="2707850" y="249044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2752208" y="253480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2861087" y="2369465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5" name="Oval 694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01" name="Oval 700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13" name="Oval 712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6" name="Oval 715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TextBox 717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9" name="Oval 718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22" name="Oval 721"/>
          <p:cNvSpPr/>
          <p:nvPr/>
        </p:nvSpPr>
        <p:spPr>
          <a:xfrm>
            <a:off x="8432589" y="-999664"/>
            <a:ext cx="112911" cy="11291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8456784" y="-979501"/>
            <a:ext cx="64521" cy="60488"/>
          </a:xfrm>
          <a:custGeom>
            <a:avLst/>
            <a:gdLst/>
            <a:ahLst/>
            <a:cxnLst/>
            <a:rect l="l" t="t" r="r" b="b"/>
            <a:pathLst>
              <a:path w="64521" h="60488">
                <a:moveTo>
                  <a:pt x="32261" y="0"/>
                </a:moveTo>
                <a:lnTo>
                  <a:pt x="0" y="60488"/>
                </a:lnTo>
                <a:lnTo>
                  <a:pt x="64521" y="60488"/>
                </a:lnTo>
                <a:lnTo>
                  <a:pt x="32261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TextBox 722"/>
          <p:cNvSpPr txBox="1"/>
          <p:nvPr/>
        </p:nvSpPr>
        <p:spPr>
          <a:xfrm>
            <a:off x="8577761" y="-11287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724" name="Oval 723"/>
          <p:cNvSpPr/>
          <p:nvPr/>
        </p:nvSpPr>
        <p:spPr>
          <a:xfrm>
            <a:off x="2302458" y="4605528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2331492" y="4525067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2440988" y="452506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2421279" y="454477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2401570" y="456448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2381860" y="458419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H="1">
            <a:off x="2249370" y="4634563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H="1" flipV="1">
            <a:off x="2221996" y="4689311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2457118" y="439602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33" name="Oval 732"/>
          <p:cNvSpPr/>
          <p:nvPr/>
        </p:nvSpPr>
        <p:spPr>
          <a:xfrm>
            <a:off x="3264536" y="4876860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 flipV="1">
            <a:off x="3293570" y="479639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3403066" y="479639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3383357" y="4816108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3419196" y="46673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8" name="Oval 737"/>
          <p:cNvSpPr/>
          <p:nvPr/>
        </p:nvSpPr>
        <p:spPr>
          <a:xfrm>
            <a:off x="5235372" y="406958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264407" y="398912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373903" y="398912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354193" y="40088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334484" y="402854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H="1">
            <a:off x="5182285" y="409862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 flipV="1">
            <a:off x="5154911" y="415337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5" name="TextBox 744"/>
          <p:cNvSpPr txBox="1"/>
          <p:nvPr/>
        </p:nvSpPr>
        <p:spPr>
          <a:xfrm>
            <a:off x="5390033" y="386008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46" name="Oval 745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7" name="Connector 746"/>
          <p:cNvCxnSpPr/>
          <p:nvPr/>
        </p:nvCxnSpPr>
        <p:spPr>
          <a:xfrm flipV="1">
            <a:off x="5352379" y="4003786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5461875" y="400378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442165" y="402349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422456" y="4043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402747" y="406291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270257" y="4113281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242883" y="416802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478005" y="38747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55" name="Oval 754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352379" y="4003786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461875" y="400378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442165" y="402349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5422456" y="4043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H="1">
            <a:off x="5270257" y="4113281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H="1" flipV="1">
            <a:off x="5242883" y="416802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5478005" y="38747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63" name="Oval 762"/>
          <p:cNvSpPr/>
          <p:nvPr/>
        </p:nvSpPr>
        <p:spPr>
          <a:xfrm>
            <a:off x="5626947" y="548577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4" name="Connector 763"/>
          <p:cNvCxnSpPr/>
          <p:nvPr/>
        </p:nvCxnSpPr>
        <p:spPr>
          <a:xfrm flipV="1">
            <a:off x="5655982" y="54053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5765478" y="5405314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5781608" y="52762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7" name="Oval 766"/>
          <p:cNvSpPr/>
          <p:nvPr/>
        </p:nvSpPr>
        <p:spPr>
          <a:xfrm>
            <a:off x="7897238" y="305939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 flipV="1">
            <a:off x="7926273" y="2978935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8035769" y="2978935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8016060" y="2998644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7996350" y="301835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H="1">
            <a:off x="7844151" y="308843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H="1" flipV="1">
            <a:off x="7816777" y="314317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4" name="TextBox 773"/>
          <p:cNvSpPr txBox="1"/>
          <p:nvPr/>
        </p:nvSpPr>
        <p:spPr>
          <a:xfrm>
            <a:off x="8051899" y="28498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75" name="Connector 774"/>
          <p:cNvCxnSpPr/>
          <p:nvPr/>
        </p:nvCxnSpPr>
        <p:spPr>
          <a:xfrm flipV="1">
            <a:off x="5655982" y="5126243"/>
            <a:ext cx="1936473" cy="388567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6" name="Oval 775"/>
          <p:cNvSpPr/>
          <p:nvPr/>
        </p:nvSpPr>
        <p:spPr>
          <a:xfrm>
            <a:off x="7495674" y="5029461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7" name="Connector 776"/>
          <p:cNvCxnSpPr/>
          <p:nvPr/>
        </p:nvCxnSpPr>
        <p:spPr>
          <a:xfrm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/>
          <p:nvPr/>
        </p:nvSpPr>
        <p:spPr>
          <a:xfrm>
            <a:off x="7713432" y="5051243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主客厅 · 门洞右侧墙垛正中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主客厅侧 · 拱门南侧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餐厅 · 拱门旁（与 S5 上下叠放，S4 在下）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餐厅 · 拱门旁（叠在 S4 正上方，h1330）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楼梯第一级前约 300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法式门框东侧（后花园门旁）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96" name="Rectangle 795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TextBox 797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59"/>
            <a:ext cx="21053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23" y="4412174"/>
            <a:ext cx="0" cy="7555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88" y="5167759"/>
            <a:ext cx="19865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88" y="3342491"/>
            <a:ext cx="0" cy="18252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6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59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59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88" y="3342491"/>
            <a:ext cx="15201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491"/>
            <a:ext cx="0" cy="68120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88" y="3342491"/>
            <a:ext cx="0" cy="1697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88" y="3512225"/>
            <a:ext cx="400881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88" y="3182841"/>
            <a:ext cx="0" cy="1596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88" y="3182841"/>
            <a:ext cx="6641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88" y="3342491"/>
            <a:ext cx="0" cy="15720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88" y="4914538"/>
            <a:ext cx="6535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23" y="4412174"/>
            <a:ext cx="192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74"/>
            <a:ext cx="0" cy="65010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88" y="3342491"/>
            <a:ext cx="1986545" cy="182526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44" y="4294155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25" y="4273464"/>
            <a:ext cx="111108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507" y="4252774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9" y="4232084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70" y="4211394"/>
            <a:ext cx="111108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84" y="4115329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5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8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8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1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59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6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34" y="3311037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88" y="3223871"/>
            <a:ext cx="118621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409" y="322387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57" y="3245222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706" y="326657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54" y="3287926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23" y="3342491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68" y="340180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83" y="308407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69" y="4380720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23" y="4293554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43" y="4293554"/>
            <a:ext cx="29656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18" y="415375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1817959" y="5113780"/>
            <a:ext cx="38635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5681549" y="5113780"/>
            <a:ext cx="0" cy="221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1101510" y="5113780"/>
            <a:ext cx="0" cy="998956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1101510" y="5113780"/>
            <a:ext cx="7164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TextBox 567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69" name="Connector 568"/>
          <p:cNvCxnSpPr/>
          <p:nvPr/>
        </p:nvCxnSpPr>
        <p:spPr>
          <a:xfrm>
            <a:off x="1668347" y="1392911"/>
            <a:ext cx="0" cy="3090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668347" y="4483834"/>
            <a:ext cx="14636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3131998" y="4483834"/>
            <a:ext cx="30440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6176029" y="4483834"/>
            <a:ext cx="0" cy="65207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1139210" y="6112736"/>
            <a:ext cx="199278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3131998" y="4483834"/>
            <a:ext cx="0" cy="162890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76" name="Connector 575"/>
          <p:cNvCxnSpPr/>
          <p:nvPr/>
        </p:nvCxnSpPr>
        <p:spPr>
          <a:xfrm>
            <a:off x="1668347" y="1392911"/>
            <a:ext cx="20088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3677151" y="1392911"/>
            <a:ext cx="0" cy="29253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1706047" y="1443178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579" name="Connector 578"/>
          <p:cNvCxnSpPr/>
          <p:nvPr/>
        </p:nvCxnSpPr>
        <p:spPr>
          <a:xfrm>
            <a:off x="1668347" y="1392911"/>
            <a:ext cx="14875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1817102" y="1392911"/>
            <a:ext cx="0" cy="190597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131998" y="4483834"/>
            <a:ext cx="54515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3677151" y="4318219"/>
            <a:ext cx="0" cy="1656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169698" y="4534101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584" name="Connector 583"/>
          <p:cNvCxnSpPr/>
          <p:nvPr/>
        </p:nvCxnSpPr>
        <p:spPr>
          <a:xfrm flipH="1">
            <a:off x="1817102" y="4483834"/>
            <a:ext cx="13148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1817102" y="3298887"/>
            <a:ext cx="0" cy="11849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817959" y="5113780"/>
            <a:ext cx="0" cy="1788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817959" y="5292641"/>
            <a:ext cx="13030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817959" y="5113780"/>
            <a:ext cx="284903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4666996" y="5113780"/>
            <a:ext cx="0" cy="1461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5681549" y="5135922"/>
            <a:ext cx="28886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5970415" y="5135922"/>
            <a:ext cx="0" cy="2101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6176029" y="5135905"/>
            <a:ext cx="5210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6697128" y="5135905"/>
            <a:ext cx="0" cy="22735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8347" y="1392911"/>
            <a:ext cx="1463651" cy="309092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43693" y="2885167"/>
            <a:ext cx="75311" cy="269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2353105" y="2905043"/>
            <a:ext cx="75311" cy="269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62516" y="2924919"/>
            <a:ext cx="75312" cy="269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71928" y="2944795"/>
            <a:ext cx="75312" cy="269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2381340" y="2964671"/>
            <a:ext cx="75312" cy="269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TextBox 599"/>
          <p:cNvSpPr txBox="1"/>
          <p:nvPr/>
        </p:nvSpPr>
        <p:spPr>
          <a:xfrm>
            <a:off x="2437872" y="2837839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1" name="Rectangle 600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3" name="Oval 602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5" name="Oval 604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7" name="Oval 606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9" name="Oval 608"/>
          <p:cNvSpPr/>
          <p:nvPr/>
        </p:nvSpPr>
        <p:spPr>
          <a:xfrm>
            <a:off x="4591595" y="518448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TextBox 611"/>
          <p:cNvSpPr txBox="1"/>
          <p:nvPr/>
        </p:nvSpPr>
        <p:spPr>
          <a:xfrm>
            <a:off x="4736112" y="511536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3" name="Oval 612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4" name="Connector 613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6" name="TextBox 615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7" name="Oval 616"/>
          <p:cNvSpPr/>
          <p:nvPr/>
        </p:nvSpPr>
        <p:spPr>
          <a:xfrm>
            <a:off x="5920148" y="5295803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5954707" y="5330362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6039532" y="520155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0" name="Oval 619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22" name="Oval 621"/>
          <p:cNvSpPr/>
          <p:nvPr/>
        </p:nvSpPr>
        <p:spPr>
          <a:xfrm>
            <a:off x="1645727" y="1370291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3" name="Connector 622"/>
          <p:cNvCxnSpPr/>
          <p:nvPr/>
        </p:nvCxnSpPr>
        <p:spPr>
          <a:xfrm flipV="1">
            <a:off x="1668347" y="1307606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753652" y="130760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738297" y="132296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722942" y="133831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1604368" y="1392911"/>
            <a:ext cx="63979" cy="639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1583041" y="1435564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1766219" y="1207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3109377" y="446121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3131998" y="4398528"/>
            <a:ext cx="85305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217303" y="4398528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201948" y="4413883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86593" y="4429238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H="1">
            <a:off x="3068018" y="4483834"/>
            <a:ext cx="63980" cy="639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 flipV="1">
            <a:off x="3046692" y="452648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TextBox 636"/>
          <p:cNvSpPr txBox="1"/>
          <p:nvPr/>
        </p:nvSpPr>
        <p:spPr>
          <a:xfrm>
            <a:off x="3229870" y="429799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8" name="Oval 637"/>
          <p:cNvSpPr/>
          <p:nvPr/>
        </p:nvSpPr>
        <p:spPr>
          <a:xfrm>
            <a:off x="1795339" y="5091160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1817959" y="5028474"/>
            <a:ext cx="85305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903264" y="5028474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1887909" y="504382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1915831" y="492794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3" name="Oval 642"/>
          <p:cNvSpPr/>
          <p:nvPr/>
        </p:nvSpPr>
        <p:spPr>
          <a:xfrm>
            <a:off x="5658929" y="5113302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5681549" y="5050617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5766854" y="5050617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779421" y="4950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7" name="Oval 646"/>
          <p:cNvSpPr/>
          <p:nvPr/>
        </p:nvSpPr>
        <p:spPr>
          <a:xfrm>
            <a:off x="6153409" y="5113285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6176029" y="5050600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6261335" y="5050600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0" name="TextBox 649"/>
          <p:cNvSpPr txBox="1"/>
          <p:nvPr/>
        </p:nvSpPr>
        <p:spPr>
          <a:xfrm>
            <a:off x="6273901" y="49500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1" name="Rectangle 65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3" name="Rectangle 652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5" name="Rectangle 654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TextBox 655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7" name="Rectangle 656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TextBox 657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9" name="Rectangle 65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TextBox 65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花园门组左侧 295 墙段正中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厨房吧台区 · 法式门旁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厨房入口（KP762 门旁）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2" name="Rectangle 67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5 盏（一层，字母 p q u v）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主客厅 · 门洞右侧墙垛正中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主客厅侧 · 拱门南侧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拱门旁（与 S5 上下叠放，S4 在下）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拱门旁（叠在 S4 正上方，h1330）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楼梯第一级前约 300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花园门组左侧 295 墙段正中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 · 法式门旁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厨房入口（KP762 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围栏户外 LED 灯带（L40 出线；户外，三控：S11、S12、S7）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