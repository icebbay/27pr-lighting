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Oval 647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5" name="Oval 654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60" name="Oval 659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5" name="TextBox 664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6" name="Oval 665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TextBox 671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3" name="Oval 672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4" name="Connector 673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8" name="TextBox 677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9" name="Oval 678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0" name="Connector 679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4467113" y="418112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4480613" y="4134874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530751" y="413487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522227" y="414503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513704" y="4155189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TextBox 687"/>
          <p:cNvSpPr txBox="1"/>
          <p:nvPr/>
        </p:nvSpPr>
        <p:spPr>
          <a:xfrm>
            <a:off x="4230613" y="422462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9" name="Oval 688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0" name="Connector 689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TextBox 694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6" name="Oval 695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TextBox 701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3" name="Oval 702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4" name="Connector 703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7" name="Oval 706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4466167" y="23066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" name="TextBox 711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3" name="Oval 712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4" name="Connector 713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5471398" y="43752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9" name="Oval 718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4" name="Oval 723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8" name="Oval 727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32" name="Connector 731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Oval 732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Rectangle 742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TextBox 743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TextBox 745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51" name="Oval 750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2" name="Connector 751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5" name="Oval 754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8" name="Connector 757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60" name="Oval 759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62" name="Oval 761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3" name="Connector 762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71" name="Connector 770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6" name="Rectangle 775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Connector 569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2" name="Oval 57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6" name="Oval 57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80" name="Oval 57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4" name="Connector 583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TextBox 584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6" name="Oval 58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9" name="Oval 58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2" name="Oval 59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5" name="Oval 59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8" name="Oval 59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1" name="Oval 60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4" name="Oval 60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7" name="Oval 60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10" name="Oval 60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3" name="Oval 61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6" name="Oval 61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9" name="Oval 61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2" name="Oval 62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5" name="Oval 62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8" name="Oval 62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1" name="Oval 63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4" name="Oval 63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Oval 637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2" name="Oval 641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Rounded Rectangle 647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0" name="Oval 649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1" name="Connector 650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ounded Rectangle 653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6" name="Oval 655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Rounded Rectangle 660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TextBox 661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3" name="Oval 662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4" name="Connector 663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Rounded Rectangle 668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1" name="Oval 670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Rounded Rectangle 675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Rounded Rectangle 680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7922906" y="304326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7951941" y="2943796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8059772" y="2943796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8041440" y="2965642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8023109" y="298748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Rounded Rectangle 687"/>
          <p:cNvSpPr/>
          <p:nvPr/>
        </p:nvSpPr>
        <p:spPr>
          <a:xfrm>
            <a:off x="8075902" y="2806315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8075902" y="2806315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3 联 · 法式门框东侧（后花园门旁）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 v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14221" y="258288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14221" y="258288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518888" y="1588736"/>
            <a:ext cx="298214" cy="1710151"/>
          </a:xfrm>
          <a:custGeom>
            <a:avLst/>
            <a:gdLst/>
            <a:ahLst/>
            <a:cxnLst/>
            <a:rect l="l" t="t" r="r" b="b"/>
            <a:pathLst>
              <a:path w="298214" h="1710151">
                <a:moveTo>
                  <a:pt x="78217" y="0"/>
                </a:moveTo>
                <a:lnTo>
                  <a:pt x="51885" y="112041"/>
                </a:lnTo>
                <a:lnTo>
                  <a:pt x="30897" y="223394"/>
                </a:lnTo>
                <a:lnTo>
                  <a:pt x="15254" y="334060"/>
                </a:lnTo>
                <a:lnTo>
                  <a:pt x="4955" y="444038"/>
                </a:lnTo>
                <a:lnTo>
                  <a:pt x="0" y="553328"/>
                </a:lnTo>
                <a:lnTo>
                  <a:pt x="389" y="661932"/>
                </a:lnTo>
                <a:lnTo>
                  <a:pt x="6122" y="769847"/>
                </a:lnTo>
                <a:lnTo>
                  <a:pt x="17200" y="877075"/>
                </a:lnTo>
                <a:lnTo>
                  <a:pt x="33622" y="983616"/>
                </a:lnTo>
                <a:lnTo>
                  <a:pt x="55388" y="1089469"/>
                </a:lnTo>
                <a:lnTo>
                  <a:pt x="82498" y="1194635"/>
                </a:lnTo>
                <a:lnTo>
                  <a:pt x="114953" y="1299113"/>
                </a:lnTo>
                <a:lnTo>
                  <a:pt x="152752" y="1402904"/>
                </a:lnTo>
                <a:lnTo>
                  <a:pt x="195895" y="1506007"/>
                </a:lnTo>
                <a:lnTo>
                  <a:pt x="244382" y="1608423"/>
                </a:lnTo>
                <a:lnTo>
                  <a:pt x="298214" y="171015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817102" y="3298887"/>
            <a:ext cx="1257476" cy="1330270"/>
          </a:xfrm>
          <a:custGeom>
            <a:avLst/>
            <a:gdLst/>
            <a:ahLst/>
            <a:cxnLst/>
            <a:rect l="l" t="t" r="r" b="b"/>
            <a:pathLst>
              <a:path w="1257476" h="1330270">
                <a:moveTo>
                  <a:pt x="1257476" y="1330270"/>
                </a:moveTo>
                <a:lnTo>
                  <a:pt x="1210062" y="1217656"/>
                </a:lnTo>
                <a:lnTo>
                  <a:pt x="1158491" y="1108972"/>
                </a:lnTo>
                <a:lnTo>
                  <a:pt x="1102763" y="1004217"/>
                </a:lnTo>
                <a:lnTo>
                  <a:pt x="1042877" y="903392"/>
                </a:lnTo>
                <a:lnTo>
                  <a:pt x="978835" y="806496"/>
                </a:lnTo>
                <a:lnTo>
                  <a:pt x="910635" y="713531"/>
                </a:lnTo>
                <a:lnTo>
                  <a:pt x="838279" y="624494"/>
                </a:lnTo>
                <a:lnTo>
                  <a:pt x="761765" y="539388"/>
                </a:lnTo>
                <a:lnTo>
                  <a:pt x="681094" y="458210"/>
                </a:lnTo>
                <a:lnTo>
                  <a:pt x="596266" y="380963"/>
                </a:lnTo>
                <a:lnTo>
                  <a:pt x="507281" y="307645"/>
                </a:lnTo>
                <a:lnTo>
                  <a:pt x="414139" y="238257"/>
                </a:lnTo>
                <a:lnTo>
                  <a:pt x="316840" y="172798"/>
                </a:lnTo>
                <a:lnTo>
                  <a:pt x="215383" y="111269"/>
                </a:lnTo>
                <a:lnTo>
                  <a:pt x="109770" y="53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91" name="Oval 590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652550" y="1522659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Rounded Rectangle 595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8" name="Oval 597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130024" y="456308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5" name="Oval 604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ounded Rectangle 608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11" name="Oval 610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2" name="Connector 611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Rounded Rectangle 613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6" name="Oval 615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7" name="Connector 616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Rounded Rectangle 618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7" name="Rectangle 626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通后花园门旁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3 联 · 厨房后门旁（吧台区）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 q v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 v</a:t>
            </a:r>
          </a:p>
        </p:txBody>
      </p:sp>
      <p:sp>
        <p:nvSpPr>
          <p:cNvPr id="652" name="Rectangle 651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p↔S11，p↔S12，q↔S11，q↔S12，v↔S11，v↔S12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p↔S7，p↔S12，q↔S7，q↔S12，v↔S7，v↔S12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p↔S7，p↔S11，q↔S7，q↔S11，v↔S7，v↔S11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S7-键3，S11-键3，S12-键3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