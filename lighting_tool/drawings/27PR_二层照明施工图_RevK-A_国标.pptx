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84" r:id="rId17"/>
    <p:sldId id="285" r:id="rId18"/>
    <p:sldId id="286" r:id="rId19"/>
    <p:sldId id="287" r:id="rId20"/>
    <p:sldId id="288" r:id="rId21"/>
    <p:sldId id="289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ED4"/>
    <a:srgbClr val="469990"/>
    <a:srgbClr val="E6194B"/>
    <a:srgbClr val="AAFFC3"/>
    <a:srgbClr val="BFEF45"/>
    <a:srgbClr val="F032E6"/>
    <a:srgbClr val="4363D8"/>
    <a:srgbClr val="808000"/>
    <a:srgbClr val="800000"/>
    <a:srgbClr val="FFFA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>
        <p:scale>
          <a:sx n="125" d="100"/>
          <a:sy n="125" d="100"/>
        </p:scale>
        <p:origin x="-1152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 设计说明 · 图例 · 灯具表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 设计说明 · 图例 · 灯具表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K-A 2026-10-08）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0000" y="620000"/>
            <a:ext cx="81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设计说明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依据：GB 50034-2013《建筑照明设计标准》、GB/T 50786-2012《建筑电气制图标准》、09DX001《建筑电气工程设计常用图形和文字符号》。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   本工程位于英国，实际施工、器材与验收以 BS 7671 及 Part P 为准；本套图为国标表达方式，供沟通与核对。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二层照明由照明配电箱 AL1沿楼梯井引上引出 1 个回路：WL4 二层照明（B6），均为 30 mA RCBO。本图为方案 A · 专业 18 路；楼梯壁灯在一层、楼梯吊灯在二层，任一路跳闸楼梯仍有照明。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导线 BV-3×2.5（L、N、PE），穿 PC20 管沿墙 / 顶板暗敷（WC/CC）。线上短斜线为导线根数，未标注者为 3 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开关：古铜色 86 型（NAB 系列）暗装，中心距地 1.2 m（国内常用 1.3 m，本工程按英国 1.2 m），距门框 0.15–0.20 m，设在门开启（锁）侧，开门即可开灯。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双控 / 三控：同一字母的灯可在多处开关控制；两处为单极双控开关，三处时中间一处为中途开关（三控），开关间敷设联络线（长虚线）。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楼梯吊灯 F06 三控：一层 S6（楼梯底）、二层 S12（楼梯顶）为两路开关，二层 S11 第 2 键为中途开关。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7. 卫生间灯具防护等级 ≥ IP44，户外灯具 ≥ IP65。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8. 卫生间排气扇不设单独隔离开关，接所在卫生间灯回路（随灯开、带延时关）。Rev C 起开关编号重排。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9. 按常理补全（Rev B）：原图“6+”作为西卫筒灯独立单联开关 S2；主卧主灯位 b 预留（产品待选）。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10. Rev F：二层照明曾按区域分 3 路；Rev G 起按全屋 18 路方案合为 1 路 WL4（约 320 W）。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11. Rev H：后房间由书房改为卧室 4，后卫生间改为东侧套内卫生间（0.91 × 2.44 m，淋浴 / 台盆 / 马桶由北往南）；F23 移到卧室中部，后卫筒灯移入新卫生间，S14 移到卧室内卫生间门南侧。卫生间排气扇仍接卫生间灯回路（不设 FI）。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12. Rev K：主卧灯开关 S3 挪回主卧南墙（C19 西侧）；卧室 2 门旁开关 S7 改装在短墙的卧室 2 一侧。按键不变。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13. 本套图：方案 A · 专业 18 路，全屋照明 4 路（WL1 一层前区照明 / WL2 一层后区照明 / WL3 户外照明 / WL4 二层照明）。两个方案的灯、开关和联动完全相同，只是照明回路分组不同；插座与专线见网页「配电箱」页。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000" y="3250000"/>
            <a:ext cx="3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图例</a:t>
            </a:r>
          </a:p>
        </p:txBody>
      </p:sp>
      <p:sp>
        <p:nvSpPr>
          <p:cNvPr id="25" name="Oval 24"/>
          <p:cNvSpPr/>
          <p:nvPr/>
        </p:nvSpPr>
        <p:spPr>
          <a:xfrm>
            <a:off x="3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吊灯 / 吸顶灯　｜ 按产品　｜ 吊装 / 吸顶</a:t>
            </a:r>
          </a:p>
        </p:txBody>
      </p:sp>
      <p:sp>
        <p:nvSpPr>
          <p:cNvPr id="29" name="Oval 28"/>
          <p:cNvSpPr/>
          <p:nvPr/>
        </p:nvSpPr>
        <p:spPr>
          <a:xfrm>
            <a:off x="44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主灯位（产品待选）　｜ 待选　｜ 吊装</a:t>
            </a:r>
          </a:p>
        </p:txBody>
      </p:sp>
      <p:sp>
        <p:nvSpPr>
          <p:cNvPr id="33" name="Oval 32"/>
          <p:cNvSpPr/>
          <p:nvPr/>
        </p:nvSpPr>
        <p:spPr>
          <a:xfrm>
            <a:off x="356000" y="3756000"/>
            <a:ext cx="88000" cy="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6250" y="3786250"/>
            <a:ext cx="27500" cy="27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筒灯 GU10　｜ LED 5W 3000K　｜ 嵌入式</a:t>
            </a:r>
          </a:p>
        </p:txBody>
      </p:sp>
      <p:sp>
        <p:nvSpPr>
          <p:cNvPr id="36" name="Oval 35"/>
          <p:cNvSpPr/>
          <p:nvPr/>
        </p:nvSpPr>
        <p:spPr>
          <a:xfrm>
            <a:off x="4435250" y="381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4460000" y="374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553338" y="374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36537" y="3763462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7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单极开关（短线数 = 联数）　｜ 86 型 10A　｜ 暗装 1.2 m</a:t>
            </a:r>
          </a:p>
        </p:txBody>
      </p:sp>
      <p:sp>
        <p:nvSpPr>
          <p:cNvPr id="41" name="Oval 40"/>
          <p:cNvSpPr/>
          <p:nvPr/>
        </p:nvSpPr>
        <p:spPr>
          <a:xfrm>
            <a:off x="375250" y="409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400000" y="402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93338" y="402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329996" y="4120000"/>
            <a:ext cx="70004" cy="70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306661" y="4166669"/>
            <a:ext cx="23335" cy="233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单极双控开关　｜ 86 型 10A　｜ 暗装 1.2 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01000" y="4051600"/>
            <a:ext cx="198000" cy="9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4401000" y="4051600"/>
            <a:ext cx="198000" cy="96800"/>
          </a:xfrm>
          <a:custGeom>
            <a:avLst/>
            <a:gdLst/>
            <a:ahLst/>
            <a:cxnLst/>
            <a:rect l="l" t="t" r="r" b="b"/>
            <a:pathLst>
              <a:path w="198000" h="96800">
                <a:moveTo>
                  <a:pt x="0" y="96800"/>
                </a:moveTo>
                <a:lnTo>
                  <a:pt x="198000" y="0"/>
                </a:lnTo>
                <a:lnTo>
                  <a:pt x="198000" y="9680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68000" y="4157200"/>
            <a:ext cx="264000" cy="7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照明配电箱 AL1　｜ 见系统图　｜ 暗装 1.5 m（底边）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10000" y="300000"/>
            <a:ext cx="33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灯具表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8710000" y="560000"/>
          <a:ext cx="3480000" cy="300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300000"/>
                <a:gridCol w="850000"/>
                <a:gridCol w="650000"/>
                <a:gridCol w="300000"/>
              </a:tblGrid>
              <a:tr h="300000"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名称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光源 / 功率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防护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数量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F06 贝壳吊灯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F11 玄关吸顶灯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F11#2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F19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F20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F22 云朵吸顶灯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F23 海派吸顶灯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GU10 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5W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IP44（卫生间）/IP20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2343008" y="1211026"/>
            <a:ext cx="3938598" cy="5196365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700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7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TextBox 300004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二层照明平面图</a:t>
            </a:r>
          </a:p>
        </p:txBody>
      </p:sp>
      <p:sp>
        <p:nvSpPr>
          <p:cNvPr id="300006" name="Rectangle 300005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7" name="TextBox 300006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300008" name="TextBox 300007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300009" name="Connector 300008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0" name="TextBox 300009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1" name="TextBox 300010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二层照明平面图</a:t>
            </a:r>
          </a:p>
        </p:txBody>
      </p:sp>
      <p:cxnSp>
        <p:nvCxnSpPr>
          <p:cNvPr id="300012" name="Connector 300011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3" name="TextBox 300012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4" name="TextBox 300013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电施-12</a:t>
            </a:r>
          </a:p>
        </p:txBody>
      </p:sp>
      <p:cxnSp>
        <p:nvCxnSpPr>
          <p:cNvPr id="300015" name="Connector 300014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6" name="TextBox 300015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300017" name="TextBox 300016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1:100（A3）</a:t>
            </a:r>
          </a:p>
        </p:txBody>
      </p:sp>
      <p:cxnSp>
        <p:nvCxnSpPr>
          <p:cNvPr id="300018" name="Connector 300017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9" name="TextBox 300018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300020" name="TextBox 300019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K-A 2026-10-08）</a:t>
            </a:r>
          </a:p>
        </p:txBody>
      </p:sp>
      <p:cxnSp>
        <p:nvCxnSpPr>
          <p:cNvPr id="300021" name="Connector 300020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2" name="TextBox 300021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300023" name="TextBox 300022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300024" name="Connector 300023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5" name="Connector 300024"/>
          <p:cNvCxnSpPr/>
          <p:nvPr/>
        </p:nvCxnSpPr>
        <p:spPr>
          <a:xfrm flipV="1">
            <a:off x="3897302" y="3462513"/>
            <a:ext cx="0" cy="102633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6" name="Connector 300025"/>
          <p:cNvCxnSpPr/>
          <p:nvPr/>
        </p:nvCxnSpPr>
        <p:spPr>
          <a:xfrm flipH="1">
            <a:off x="3884155" y="3462513"/>
            <a:ext cx="1314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7" name="Connector 300026"/>
          <p:cNvCxnSpPr/>
          <p:nvPr/>
        </p:nvCxnSpPr>
        <p:spPr>
          <a:xfrm>
            <a:off x="3250174" y="3696131"/>
            <a:ext cx="0" cy="3166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8" name="Connector 300027"/>
          <p:cNvCxnSpPr/>
          <p:nvPr/>
        </p:nvCxnSpPr>
        <p:spPr>
          <a:xfrm>
            <a:off x="3250174" y="4012738"/>
            <a:ext cx="139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9" name="Connector 300028"/>
          <p:cNvCxnSpPr/>
          <p:nvPr/>
        </p:nvCxnSpPr>
        <p:spPr>
          <a:xfrm flipV="1">
            <a:off x="1950897" y="3896282"/>
            <a:ext cx="0" cy="45974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0" name="Connector 300029"/>
          <p:cNvCxnSpPr/>
          <p:nvPr/>
        </p:nvCxnSpPr>
        <p:spPr>
          <a:xfrm>
            <a:off x="1950897" y="3896282"/>
            <a:ext cx="30092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1" name="Connector 300030"/>
          <p:cNvCxnSpPr/>
          <p:nvPr/>
        </p:nvCxnSpPr>
        <p:spPr>
          <a:xfrm>
            <a:off x="2251820" y="3896282"/>
            <a:ext cx="95307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2" name="Connector 300031"/>
          <p:cNvCxnSpPr/>
          <p:nvPr/>
        </p:nvCxnSpPr>
        <p:spPr>
          <a:xfrm flipV="1">
            <a:off x="3204892" y="3435311"/>
            <a:ext cx="0" cy="46097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3" name="Connector 300032"/>
          <p:cNvCxnSpPr/>
          <p:nvPr/>
        </p:nvCxnSpPr>
        <p:spPr>
          <a:xfrm>
            <a:off x="3204892" y="3435311"/>
            <a:ext cx="39272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4" name="Connector 300033"/>
          <p:cNvCxnSpPr/>
          <p:nvPr/>
        </p:nvCxnSpPr>
        <p:spPr>
          <a:xfrm flipV="1">
            <a:off x="3597615" y="3123076"/>
            <a:ext cx="0" cy="3122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>
            <a:off x="3597615" y="3123076"/>
            <a:ext cx="0" cy="47646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6" name="Connector 300035"/>
          <p:cNvCxnSpPr/>
          <p:nvPr/>
        </p:nvCxnSpPr>
        <p:spPr>
          <a:xfrm>
            <a:off x="3597615" y="3599538"/>
            <a:ext cx="45556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7" name="Connector 300036"/>
          <p:cNvCxnSpPr/>
          <p:nvPr/>
        </p:nvCxnSpPr>
        <p:spPr>
          <a:xfrm>
            <a:off x="4053179" y="3599538"/>
            <a:ext cx="0" cy="32182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8" name="Connector 300037"/>
          <p:cNvCxnSpPr/>
          <p:nvPr/>
        </p:nvCxnSpPr>
        <p:spPr>
          <a:xfrm>
            <a:off x="4053179" y="3921358"/>
            <a:ext cx="14628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9" name="Connector 300038"/>
          <p:cNvCxnSpPr/>
          <p:nvPr/>
        </p:nvCxnSpPr>
        <p:spPr>
          <a:xfrm flipH="1">
            <a:off x="3591762" y="3921358"/>
            <a:ext cx="60769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0" name="Connector 300039"/>
          <p:cNvCxnSpPr/>
          <p:nvPr/>
        </p:nvCxnSpPr>
        <p:spPr>
          <a:xfrm>
            <a:off x="3591762" y="3921358"/>
            <a:ext cx="0" cy="51190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1" name="Connector 300040"/>
          <p:cNvCxnSpPr/>
          <p:nvPr/>
        </p:nvCxnSpPr>
        <p:spPr>
          <a:xfrm flipH="1">
            <a:off x="3442974" y="4433258"/>
            <a:ext cx="14878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2" name="Connector 300041"/>
          <p:cNvCxnSpPr/>
          <p:nvPr/>
        </p:nvCxnSpPr>
        <p:spPr>
          <a:xfrm flipV="1">
            <a:off x="3442974" y="4402000"/>
            <a:ext cx="0" cy="312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3" name="Connector 300042"/>
          <p:cNvCxnSpPr/>
          <p:nvPr/>
        </p:nvCxnSpPr>
        <p:spPr>
          <a:xfrm>
            <a:off x="3591762" y="4433258"/>
            <a:ext cx="72054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4" name="Connector 300043"/>
          <p:cNvCxnSpPr/>
          <p:nvPr/>
        </p:nvCxnSpPr>
        <p:spPr>
          <a:xfrm>
            <a:off x="4312307" y="4433258"/>
            <a:ext cx="0" cy="55804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5" name="Connector 300044"/>
          <p:cNvCxnSpPr/>
          <p:nvPr/>
        </p:nvCxnSpPr>
        <p:spPr>
          <a:xfrm>
            <a:off x="4312307" y="4991307"/>
            <a:ext cx="58512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6" name="Connector 300045"/>
          <p:cNvCxnSpPr/>
          <p:nvPr/>
        </p:nvCxnSpPr>
        <p:spPr>
          <a:xfrm flipV="1">
            <a:off x="4897435" y="4966230"/>
            <a:ext cx="0" cy="2507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7" name="Connector 300046"/>
          <p:cNvCxnSpPr/>
          <p:nvPr/>
        </p:nvCxnSpPr>
        <p:spPr>
          <a:xfrm>
            <a:off x="4897435" y="4966230"/>
            <a:ext cx="42630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8" name="Connector 300047"/>
          <p:cNvCxnSpPr/>
          <p:nvPr/>
        </p:nvCxnSpPr>
        <p:spPr>
          <a:xfrm flipV="1">
            <a:off x="5323743" y="4870102"/>
            <a:ext cx="0" cy="9612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9" name="Connector 300048"/>
          <p:cNvCxnSpPr/>
          <p:nvPr/>
        </p:nvCxnSpPr>
        <p:spPr>
          <a:xfrm>
            <a:off x="5323743" y="4870102"/>
            <a:ext cx="37382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0" name="Connector 300049"/>
          <p:cNvCxnSpPr/>
          <p:nvPr/>
        </p:nvCxnSpPr>
        <p:spPr>
          <a:xfrm>
            <a:off x="5697565" y="4870102"/>
            <a:ext cx="0" cy="35447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1" name="Connector 300050"/>
          <p:cNvCxnSpPr/>
          <p:nvPr/>
        </p:nvCxnSpPr>
        <p:spPr>
          <a:xfrm>
            <a:off x="3597615" y="3123076"/>
            <a:ext cx="94874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2" name="Connector 300051"/>
          <p:cNvCxnSpPr/>
          <p:nvPr/>
        </p:nvCxnSpPr>
        <p:spPr>
          <a:xfrm flipV="1">
            <a:off x="4546358" y="2496153"/>
            <a:ext cx="0" cy="62692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3" name="Connector 300052"/>
          <p:cNvCxnSpPr/>
          <p:nvPr/>
        </p:nvCxnSpPr>
        <p:spPr>
          <a:xfrm>
            <a:off x="1950897" y="4356025"/>
            <a:ext cx="0" cy="127474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4" name="Connector 300053"/>
          <p:cNvCxnSpPr/>
          <p:nvPr/>
        </p:nvCxnSpPr>
        <p:spPr>
          <a:xfrm>
            <a:off x="1950897" y="5630769"/>
            <a:ext cx="10448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5" name="Connector 300054"/>
          <p:cNvCxnSpPr/>
          <p:nvPr/>
        </p:nvCxnSpPr>
        <p:spPr>
          <a:xfrm>
            <a:off x="5145358" y="5618230"/>
            <a:ext cx="552207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6" name="Connector 300055"/>
          <p:cNvCxnSpPr/>
          <p:nvPr/>
        </p:nvCxnSpPr>
        <p:spPr>
          <a:xfrm flipV="1">
            <a:off x="5697565" y="5224581"/>
            <a:ext cx="0" cy="393649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7" name="Connector 300056"/>
          <p:cNvCxnSpPr/>
          <p:nvPr/>
        </p:nvCxnSpPr>
        <p:spPr>
          <a:xfrm flipV="1">
            <a:off x="1950897" y="3916838"/>
            <a:ext cx="0" cy="43918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8" name="Connector 300057"/>
          <p:cNvCxnSpPr/>
          <p:nvPr/>
        </p:nvCxnSpPr>
        <p:spPr>
          <a:xfrm>
            <a:off x="1950897" y="3916838"/>
            <a:ext cx="10538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9" name="Connector 300058"/>
          <p:cNvCxnSpPr/>
          <p:nvPr/>
        </p:nvCxnSpPr>
        <p:spPr>
          <a:xfrm>
            <a:off x="2251820" y="3896282"/>
            <a:ext cx="35738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0" name="Connector 300059"/>
          <p:cNvCxnSpPr/>
          <p:nvPr/>
        </p:nvCxnSpPr>
        <p:spPr>
          <a:xfrm>
            <a:off x="2609202" y="3896282"/>
            <a:ext cx="0" cy="2129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1" name="Connector 300060"/>
          <p:cNvCxnSpPr/>
          <p:nvPr/>
        </p:nvCxnSpPr>
        <p:spPr>
          <a:xfrm flipH="1">
            <a:off x="3018708" y="3435311"/>
            <a:ext cx="18618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2" name="Connector 300061"/>
          <p:cNvCxnSpPr/>
          <p:nvPr/>
        </p:nvCxnSpPr>
        <p:spPr>
          <a:xfrm flipV="1">
            <a:off x="3018708" y="2807454"/>
            <a:ext cx="0" cy="6278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3" name="Connector 300062"/>
          <p:cNvCxnSpPr/>
          <p:nvPr/>
        </p:nvCxnSpPr>
        <p:spPr>
          <a:xfrm flipH="1">
            <a:off x="3018708" y="3123076"/>
            <a:ext cx="57890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4" name="Connector 300063"/>
          <p:cNvCxnSpPr/>
          <p:nvPr/>
        </p:nvCxnSpPr>
        <p:spPr>
          <a:xfrm flipV="1">
            <a:off x="3018708" y="2807454"/>
            <a:ext cx="0" cy="31562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5" name="Connector 300064"/>
          <p:cNvCxnSpPr/>
          <p:nvPr/>
        </p:nvCxnSpPr>
        <p:spPr>
          <a:xfrm flipV="1">
            <a:off x="3597615" y="2290825"/>
            <a:ext cx="0" cy="8322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6" name="Connector 300065"/>
          <p:cNvCxnSpPr/>
          <p:nvPr/>
        </p:nvCxnSpPr>
        <p:spPr>
          <a:xfrm>
            <a:off x="3597615" y="2290825"/>
            <a:ext cx="57593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7" name="Connector 300066"/>
          <p:cNvCxnSpPr/>
          <p:nvPr/>
        </p:nvCxnSpPr>
        <p:spPr>
          <a:xfrm flipH="1">
            <a:off x="3251566" y="4402000"/>
            <a:ext cx="19140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8" name="Connector 300067"/>
          <p:cNvCxnSpPr/>
          <p:nvPr/>
        </p:nvCxnSpPr>
        <p:spPr>
          <a:xfrm flipV="1">
            <a:off x="3251566" y="4012738"/>
            <a:ext cx="0" cy="38926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9" name="Connector 300068"/>
          <p:cNvCxnSpPr/>
          <p:nvPr/>
        </p:nvCxnSpPr>
        <p:spPr>
          <a:xfrm flipV="1">
            <a:off x="2055384" y="4952014"/>
            <a:ext cx="0" cy="67875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0" name="Connector 300069"/>
          <p:cNvCxnSpPr/>
          <p:nvPr/>
        </p:nvCxnSpPr>
        <p:spPr>
          <a:xfrm>
            <a:off x="2055384" y="4952014"/>
            <a:ext cx="4878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1" name="Connector 300070"/>
          <p:cNvCxnSpPr/>
          <p:nvPr/>
        </p:nvCxnSpPr>
        <p:spPr>
          <a:xfrm>
            <a:off x="2055384" y="5630769"/>
            <a:ext cx="123888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2" name="Connector 300071"/>
          <p:cNvCxnSpPr/>
          <p:nvPr/>
        </p:nvCxnSpPr>
        <p:spPr>
          <a:xfrm flipV="1">
            <a:off x="3294269" y="5163720"/>
            <a:ext cx="0" cy="46704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3" name="Connector 300072"/>
          <p:cNvCxnSpPr/>
          <p:nvPr/>
        </p:nvCxnSpPr>
        <p:spPr>
          <a:xfrm flipH="1">
            <a:off x="2543258" y="4433258"/>
            <a:ext cx="104850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4" name="Connector 300073"/>
          <p:cNvCxnSpPr/>
          <p:nvPr/>
        </p:nvCxnSpPr>
        <p:spPr>
          <a:xfrm>
            <a:off x="2543258" y="4433258"/>
            <a:ext cx="0" cy="51875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5" name="Connector 300074"/>
          <p:cNvCxnSpPr/>
          <p:nvPr/>
        </p:nvCxnSpPr>
        <p:spPr>
          <a:xfrm flipH="1">
            <a:off x="3294269" y="4433258"/>
            <a:ext cx="29749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6" name="Connector 300075"/>
          <p:cNvCxnSpPr/>
          <p:nvPr/>
        </p:nvCxnSpPr>
        <p:spPr>
          <a:xfrm>
            <a:off x="3294269" y="4433258"/>
            <a:ext cx="0" cy="73046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7" name="Connector 300076"/>
          <p:cNvCxnSpPr/>
          <p:nvPr/>
        </p:nvCxnSpPr>
        <p:spPr>
          <a:xfrm flipV="1">
            <a:off x="4053179" y="3462513"/>
            <a:ext cx="0" cy="1370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8" name="Connector 300077"/>
          <p:cNvCxnSpPr/>
          <p:nvPr/>
        </p:nvCxnSpPr>
        <p:spPr>
          <a:xfrm flipH="1">
            <a:off x="3884155" y="3462513"/>
            <a:ext cx="16902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9" name="Connector 300078"/>
          <p:cNvCxnSpPr/>
          <p:nvPr/>
        </p:nvCxnSpPr>
        <p:spPr>
          <a:xfrm>
            <a:off x="4546358" y="2496153"/>
            <a:ext cx="27943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0" name="Connector 300079"/>
          <p:cNvCxnSpPr/>
          <p:nvPr/>
        </p:nvCxnSpPr>
        <p:spPr>
          <a:xfrm>
            <a:off x="4825789" y="2496153"/>
            <a:ext cx="0" cy="48106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1" name="Connector 300080"/>
          <p:cNvCxnSpPr/>
          <p:nvPr/>
        </p:nvCxnSpPr>
        <p:spPr>
          <a:xfrm>
            <a:off x="4199461" y="3921358"/>
            <a:ext cx="49136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2" name="Connector 300081"/>
          <p:cNvCxnSpPr/>
          <p:nvPr/>
        </p:nvCxnSpPr>
        <p:spPr>
          <a:xfrm>
            <a:off x="4690825" y="3921358"/>
            <a:ext cx="0" cy="27670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3" name="Connector 300082"/>
          <p:cNvCxnSpPr/>
          <p:nvPr/>
        </p:nvCxnSpPr>
        <p:spPr>
          <a:xfrm flipH="1">
            <a:off x="3897302" y="4991307"/>
            <a:ext cx="41500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4" name="Connector 300083"/>
          <p:cNvCxnSpPr/>
          <p:nvPr/>
        </p:nvCxnSpPr>
        <p:spPr>
          <a:xfrm flipV="1">
            <a:off x="3897302" y="4488847"/>
            <a:ext cx="0" cy="50246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5" name="Connector 300084"/>
          <p:cNvCxnSpPr/>
          <p:nvPr/>
        </p:nvCxnSpPr>
        <p:spPr>
          <a:xfrm>
            <a:off x="4312307" y="4991307"/>
            <a:ext cx="3125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6" name="Connector 300085"/>
          <p:cNvCxnSpPr/>
          <p:nvPr/>
        </p:nvCxnSpPr>
        <p:spPr>
          <a:xfrm>
            <a:off x="4624881" y="4991307"/>
            <a:ext cx="0" cy="44869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7" name="Connector 300086"/>
          <p:cNvCxnSpPr/>
          <p:nvPr/>
        </p:nvCxnSpPr>
        <p:spPr>
          <a:xfrm>
            <a:off x="4897435" y="4966230"/>
            <a:ext cx="0" cy="47376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8" name="Connector 300087"/>
          <p:cNvCxnSpPr/>
          <p:nvPr/>
        </p:nvCxnSpPr>
        <p:spPr>
          <a:xfrm flipH="1">
            <a:off x="4624881" y="5439997"/>
            <a:ext cx="27255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9" name="Connector 300088"/>
          <p:cNvCxnSpPr/>
          <p:nvPr/>
        </p:nvCxnSpPr>
        <p:spPr>
          <a:xfrm flipV="1">
            <a:off x="5323743" y="4824328"/>
            <a:ext cx="0" cy="4577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0" name="Connector 300089"/>
          <p:cNvCxnSpPr/>
          <p:nvPr/>
        </p:nvCxnSpPr>
        <p:spPr>
          <a:xfrm>
            <a:off x="5323743" y="4824328"/>
            <a:ext cx="82905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1" name="Connector 300090"/>
          <p:cNvCxnSpPr/>
          <p:nvPr/>
        </p:nvCxnSpPr>
        <p:spPr>
          <a:xfrm>
            <a:off x="5697565" y="5224581"/>
            <a:ext cx="0" cy="25861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2" name="Connector 300091"/>
          <p:cNvCxnSpPr/>
          <p:nvPr/>
        </p:nvCxnSpPr>
        <p:spPr>
          <a:xfrm>
            <a:off x="5697565" y="5483199"/>
            <a:ext cx="65303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3" name="Connector 300092"/>
          <p:cNvCxnSpPr/>
          <p:nvPr/>
        </p:nvCxnSpPr>
        <p:spPr>
          <a:xfrm flipV="1">
            <a:off x="3204892" y="3123076"/>
            <a:ext cx="392723" cy="312235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4" name="Connector 300093"/>
          <p:cNvCxnSpPr/>
          <p:nvPr/>
        </p:nvCxnSpPr>
        <p:spPr>
          <a:xfrm>
            <a:off x="4053179" y="3599538"/>
            <a:ext cx="259128" cy="1391769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5" name="Connector 300094"/>
          <p:cNvCxnSpPr/>
          <p:nvPr/>
        </p:nvCxnSpPr>
        <p:spPr>
          <a:xfrm flipV="1">
            <a:off x="2055384" y="4433258"/>
            <a:ext cx="1536378" cy="1197511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6" name="Connector 300095"/>
          <p:cNvCxnSpPr/>
          <p:nvPr/>
        </p:nvCxnSpPr>
        <p:spPr>
          <a:xfrm flipV="1">
            <a:off x="2798627" y="5024050"/>
            <a:ext cx="6196" cy="4998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7" name="Connector 300096"/>
          <p:cNvCxnSpPr/>
          <p:nvPr/>
        </p:nvCxnSpPr>
        <p:spPr>
          <a:xfrm flipV="1">
            <a:off x="2809551" y="5015535"/>
            <a:ext cx="6196" cy="4998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8" name="Connector 300097"/>
          <p:cNvCxnSpPr/>
          <p:nvPr/>
        </p:nvCxnSpPr>
        <p:spPr>
          <a:xfrm flipV="1">
            <a:off x="2820475" y="5007021"/>
            <a:ext cx="6196" cy="4998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9" name="Connector 300098"/>
          <p:cNvCxnSpPr/>
          <p:nvPr/>
        </p:nvCxnSpPr>
        <p:spPr>
          <a:xfrm flipV="1">
            <a:off x="2831399" y="4998506"/>
            <a:ext cx="6196" cy="4998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0" name="Connector 300099"/>
          <p:cNvCxnSpPr/>
          <p:nvPr/>
        </p:nvCxnSpPr>
        <p:spPr>
          <a:xfrm flipV="1">
            <a:off x="2842323" y="4989991"/>
            <a:ext cx="6196" cy="4998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1" name="Connector 300100"/>
          <p:cNvCxnSpPr/>
          <p:nvPr/>
        </p:nvCxnSpPr>
        <p:spPr>
          <a:xfrm flipH="1">
            <a:off x="4312307" y="4966230"/>
            <a:ext cx="585128" cy="25077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2" name="Oval 300101"/>
          <p:cNvSpPr/>
          <p:nvPr/>
        </p:nvSpPr>
        <p:spPr>
          <a:xfrm>
            <a:off x="5137444" y="5586572"/>
            <a:ext cx="63316" cy="633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3" name="Connector 300102"/>
          <p:cNvCxnSpPr/>
          <p:nvPr/>
        </p:nvCxnSpPr>
        <p:spPr>
          <a:xfrm flipV="1">
            <a:off x="5147337" y="5596465"/>
            <a:ext cx="43530" cy="4353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4" name="TextBox 300103"/>
          <p:cNvSpPr txBox="1"/>
          <p:nvPr/>
        </p:nvSpPr>
        <p:spPr>
          <a:xfrm>
            <a:off x="2729529" y="5657803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由一层 AL1 沿楼梯井引上</a:t>
            </a:r>
          </a:p>
        </p:txBody>
      </p:sp>
      <p:sp>
        <p:nvSpPr>
          <p:cNvPr id="300105" name="Oval 300104"/>
          <p:cNvSpPr/>
          <p:nvPr/>
        </p:nvSpPr>
        <p:spPr>
          <a:xfrm>
            <a:off x="4577394" y="539251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6" name="Connector 300105"/>
          <p:cNvCxnSpPr/>
          <p:nvPr/>
        </p:nvCxnSpPr>
        <p:spPr>
          <a:xfrm>
            <a:off x="4591308" y="540642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7" name="Connector 300106"/>
          <p:cNvCxnSpPr/>
          <p:nvPr/>
        </p:nvCxnSpPr>
        <p:spPr>
          <a:xfrm flipV="1">
            <a:off x="4591308" y="540642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8" name="TextBox 300107"/>
          <p:cNvSpPr txBox="1"/>
          <p:nvPr/>
        </p:nvSpPr>
        <p:spPr>
          <a:xfrm>
            <a:off x="4668411" y="534898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300109" name="Oval 300108"/>
          <p:cNvSpPr/>
          <p:nvPr/>
        </p:nvSpPr>
        <p:spPr>
          <a:xfrm>
            <a:off x="3849815" y="444136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0" name="Connector 300109"/>
          <p:cNvCxnSpPr/>
          <p:nvPr/>
        </p:nvCxnSpPr>
        <p:spPr>
          <a:xfrm>
            <a:off x="3863729" y="445527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1" name="Connector 300110"/>
          <p:cNvCxnSpPr/>
          <p:nvPr/>
        </p:nvCxnSpPr>
        <p:spPr>
          <a:xfrm flipV="1">
            <a:off x="3863729" y="445527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2" name="TextBox 300111"/>
          <p:cNvSpPr txBox="1"/>
          <p:nvPr/>
        </p:nvSpPr>
        <p:spPr>
          <a:xfrm>
            <a:off x="3940832" y="439783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113" name="Oval 300112"/>
          <p:cNvSpPr/>
          <p:nvPr/>
        </p:nvSpPr>
        <p:spPr>
          <a:xfrm>
            <a:off x="2971220" y="2759966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4" name="Connector 300113"/>
          <p:cNvCxnSpPr/>
          <p:nvPr/>
        </p:nvCxnSpPr>
        <p:spPr>
          <a:xfrm>
            <a:off x="2985134" y="277388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5" name="Connector 300114"/>
          <p:cNvCxnSpPr/>
          <p:nvPr/>
        </p:nvCxnSpPr>
        <p:spPr>
          <a:xfrm flipV="1">
            <a:off x="2985134" y="277388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6" name="TextBox 300115"/>
          <p:cNvSpPr txBox="1"/>
          <p:nvPr/>
        </p:nvSpPr>
        <p:spPr>
          <a:xfrm>
            <a:off x="3062238" y="2716436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300117" name="Oval 300116"/>
          <p:cNvSpPr/>
          <p:nvPr/>
        </p:nvSpPr>
        <p:spPr>
          <a:xfrm>
            <a:off x="2495770" y="4904527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8" name="Connector 300117"/>
          <p:cNvCxnSpPr/>
          <p:nvPr/>
        </p:nvCxnSpPr>
        <p:spPr>
          <a:xfrm>
            <a:off x="2509684" y="4918440"/>
            <a:ext cx="67147" cy="671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9" name="Connector 300118"/>
          <p:cNvCxnSpPr/>
          <p:nvPr/>
        </p:nvCxnSpPr>
        <p:spPr>
          <a:xfrm flipV="1">
            <a:off x="2509684" y="4918440"/>
            <a:ext cx="67147" cy="671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0" name="TextBox 300119"/>
          <p:cNvSpPr txBox="1"/>
          <p:nvPr/>
        </p:nvSpPr>
        <p:spPr>
          <a:xfrm>
            <a:off x="2586788" y="486099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300121" name="Oval 300120"/>
          <p:cNvSpPr/>
          <p:nvPr/>
        </p:nvSpPr>
        <p:spPr>
          <a:xfrm>
            <a:off x="4643338" y="415057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2" name="Connector 300121"/>
          <p:cNvCxnSpPr/>
          <p:nvPr/>
        </p:nvCxnSpPr>
        <p:spPr>
          <a:xfrm>
            <a:off x="4657252" y="416448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3" name="Connector 300122"/>
          <p:cNvCxnSpPr/>
          <p:nvPr/>
        </p:nvCxnSpPr>
        <p:spPr>
          <a:xfrm flipV="1">
            <a:off x="4657252" y="416448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4" name="TextBox 300123"/>
          <p:cNvSpPr txBox="1"/>
          <p:nvPr/>
        </p:nvSpPr>
        <p:spPr>
          <a:xfrm>
            <a:off x="4734355" y="410704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300125" name="Oval 300124"/>
          <p:cNvSpPr/>
          <p:nvPr/>
        </p:nvSpPr>
        <p:spPr>
          <a:xfrm>
            <a:off x="6105306" y="4776841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6" name="Connector 300125"/>
          <p:cNvCxnSpPr/>
          <p:nvPr/>
        </p:nvCxnSpPr>
        <p:spPr>
          <a:xfrm>
            <a:off x="6119220" y="4790755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7" name="Connector 300126"/>
          <p:cNvCxnSpPr/>
          <p:nvPr/>
        </p:nvCxnSpPr>
        <p:spPr>
          <a:xfrm flipV="1">
            <a:off x="6119220" y="4790755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8" name="TextBox 300127"/>
          <p:cNvSpPr txBox="1"/>
          <p:nvPr/>
        </p:nvSpPr>
        <p:spPr>
          <a:xfrm>
            <a:off x="6196323" y="473331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300129" name="Oval 300128"/>
          <p:cNvSpPr/>
          <p:nvPr/>
        </p:nvSpPr>
        <p:spPr>
          <a:xfrm>
            <a:off x="4794131" y="2945561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0" name="Oval 300129"/>
          <p:cNvSpPr/>
          <p:nvPr/>
        </p:nvSpPr>
        <p:spPr>
          <a:xfrm>
            <a:off x="4815896" y="2967326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1" name="TextBox 300130"/>
          <p:cNvSpPr txBox="1"/>
          <p:nvPr/>
        </p:nvSpPr>
        <p:spPr>
          <a:xfrm>
            <a:off x="4869319" y="288620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300132" name="Oval 300131"/>
          <p:cNvSpPr/>
          <p:nvPr/>
        </p:nvSpPr>
        <p:spPr>
          <a:xfrm>
            <a:off x="6318941" y="5451541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3" name="Oval 300132"/>
          <p:cNvSpPr/>
          <p:nvPr/>
        </p:nvSpPr>
        <p:spPr>
          <a:xfrm>
            <a:off x="6340706" y="5473306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4" name="TextBox 300133"/>
          <p:cNvSpPr txBox="1"/>
          <p:nvPr/>
        </p:nvSpPr>
        <p:spPr>
          <a:xfrm>
            <a:off x="6394129" y="539218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300135" name="Oval 300134"/>
          <p:cNvSpPr/>
          <p:nvPr/>
        </p:nvSpPr>
        <p:spPr>
          <a:xfrm>
            <a:off x="2024620" y="3885180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6" name="Oval 300135"/>
          <p:cNvSpPr/>
          <p:nvPr/>
        </p:nvSpPr>
        <p:spPr>
          <a:xfrm>
            <a:off x="2046386" y="3906945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7" name="TextBox 300136"/>
          <p:cNvSpPr txBox="1"/>
          <p:nvPr/>
        </p:nvSpPr>
        <p:spPr>
          <a:xfrm>
            <a:off x="2099809" y="382582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300138" name="Oval 300137"/>
          <p:cNvSpPr/>
          <p:nvPr/>
        </p:nvSpPr>
        <p:spPr>
          <a:xfrm>
            <a:off x="3218516" y="3664472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39" name="Oval 300138"/>
          <p:cNvSpPr/>
          <p:nvPr/>
        </p:nvSpPr>
        <p:spPr>
          <a:xfrm>
            <a:off x="3240281" y="3686237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0" name="TextBox 300139"/>
          <p:cNvSpPr txBox="1"/>
          <p:nvPr/>
        </p:nvSpPr>
        <p:spPr>
          <a:xfrm>
            <a:off x="3293704" y="3605113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300141" name="Oval 300140"/>
          <p:cNvSpPr/>
          <p:nvPr/>
        </p:nvSpPr>
        <p:spPr>
          <a:xfrm>
            <a:off x="3262610" y="5132062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2" name="Oval 300141"/>
          <p:cNvSpPr/>
          <p:nvPr/>
        </p:nvSpPr>
        <p:spPr>
          <a:xfrm>
            <a:off x="3284376" y="5153827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3" name="TextBox 300142"/>
          <p:cNvSpPr txBox="1"/>
          <p:nvPr/>
        </p:nvSpPr>
        <p:spPr>
          <a:xfrm>
            <a:off x="3337799" y="5072702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300144" name="Oval 300143"/>
          <p:cNvSpPr/>
          <p:nvPr/>
        </p:nvSpPr>
        <p:spPr>
          <a:xfrm>
            <a:off x="4126058" y="2243337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45" name="Connector 300144"/>
          <p:cNvCxnSpPr/>
          <p:nvPr/>
        </p:nvCxnSpPr>
        <p:spPr>
          <a:xfrm>
            <a:off x="4139971" y="2257251"/>
            <a:ext cx="67148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46" name="Connector 300145"/>
          <p:cNvCxnSpPr/>
          <p:nvPr/>
        </p:nvCxnSpPr>
        <p:spPr>
          <a:xfrm flipV="1">
            <a:off x="4139971" y="2257251"/>
            <a:ext cx="67148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47" name="TextBox 300146"/>
          <p:cNvSpPr txBox="1"/>
          <p:nvPr/>
        </p:nvSpPr>
        <p:spPr>
          <a:xfrm>
            <a:off x="4217075" y="219980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300148" name="Oval 300147"/>
          <p:cNvSpPr/>
          <p:nvPr/>
        </p:nvSpPr>
        <p:spPr>
          <a:xfrm>
            <a:off x="2577543" y="3885918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9" name="Oval 300148"/>
          <p:cNvSpPr/>
          <p:nvPr/>
        </p:nvSpPr>
        <p:spPr>
          <a:xfrm>
            <a:off x="2599308" y="3907683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0" name="TextBox 300149"/>
          <p:cNvSpPr txBox="1"/>
          <p:nvPr/>
        </p:nvSpPr>
        <p:spPr>
          <a:xfrm>
            <a:off x="2652732" y="3826559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300151" name="Oval 300150"/>
          <p:cNvSpPr/>
          <p:nvPr/>
        </p:nvSpPr>
        <p:spPr>
          <a:xfrm>
            <a:off x="3219908" y="3981080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2" name="Oval 300151"/>
          <p:cNvSpPr/>
          <p:nvPr/>
        </p:nvSpPr>
        <p:spPr>
          <a:xfrm>
            <a:off x="3241673" y="4002845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3" name="TextBox 300152"/>
          <p:cNvSpPr txBox="1"/>
          <p:nvPr/>
        </p:nvSpPr>
        <p:spPr>
          <a:xfrm>
            <a:off x="3295096" y="392172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300154" name="Oval 300153"/>
          <p:cNvSpPr/>
          <p:nvPr/>
        </p:nvSpPr>
        <p:spPr>
          <a:xfrm>
            <a:off x="3836667" y="3415026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55" name="Connector 300154"/>
          <p:cNvCxnSpPr/>
          <p:nvPr/>
        </p:nvCxnSpPr>
        <p:spPr>
          <a:xfrm>
            <a:off x="3850581" y="342894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56" name="Connector 300155"/>
          <p:cNvCxnSpPr/>
          <p:nvPr/>
        </p:nvCxnSpPr>
        <p:spPr>
          <a:xfrm flipV="1">
            <a:off x="3850581" y="342894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57" name="TextBox 300156"/>
          <p:cNvSpPr txBox="1"/>
          <p:nvPr/>
        </p:nvSpPr>
        <p:spPr>
          <a:xfrm>
            <a:off x="3927685" y="3371496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158" name="Oval 300157"/>
          <p:cNvSpPr/>
          <p:nvPr/>
        </p:nvSpPr>
        <p:spPr>
          <a:xfrm>
            <a:off x="1936651" y="4341779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59" name="Connector 300158"/>
          <p:cNvCxnSpPr/>
          <p:nvPr/>
        </p:nvCxnSpPr>
        <p:spPr>
          <a:xfrm flipV="1">
            <a:off x="1950897" y="4302299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60" name="Connector 300159"/>
          <p:cNvCxnSpPr/>
          <p:nvPr/>
        </p:nvCxnSpPr>
        <p:spPr>
          <a:xfrm>
            <a:off x="2004623" y="4302299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61" name="TextBox 300160"/>
          <p:cNvSpPr txBox="1"/>
          <p:nvPr/>
        </p:nvSpPr>
        <p:spPr>
          <a:xfrm>
            <a:off x="2012537" y="423898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300162" name="Oval 300161"/>
          <p:cNvSpPr/>
          <p:nvPr/>
        </p:nvSpPr>
        <p:spPr>
          <a:xfrm>
            <a:off x="2237574" y="3882035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63" name="Connector 300162"/>
          <p:cNvCxnSpPr/>
          <p:nvPr/>
        </p:nvCxnSpPr>
        <p:spPr>
          <a:xfrm flipV="1">
            <a:off x="2251820" y="3842556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64" name="Connector 300163"/>
          <p:cNvCxnSpPr/>
          <p:nvPr/>
        </p:nvCxnSpPr>
        <p:spPr>
          <a:xfrm>
            <a:off x="2305546" y="3842556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65" name="TextBox 300164"/>
          <p:cNvSpPr txBox="1"/>
          <p:nvPr/>
        </p:nvSpPr>
        <p:spPr>
          <a:xfrm>
            <a:off x="2313460" y="377923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300166" name="Oval 300165"/>
          <p:cNvSpPr/>
          <p:nvPr/>
        </p:nvSpPr>
        <p:spPr>
          <a:xfrm>
            <a:off x="3190646" y="3421065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67" name="Connector 300166"/>
          <p:cNvCxnSpPr/>
          <p:nvPr/>
        </p:nvCxnSpPr>
        <p:spPr>
          <a:xfrm flipV="1">
            <a:off x="3204892" y="3381586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68" name="Connector 300167"/>
          <p:cNvCxnSpPr/>
          <p:nvPr/>
        </p:nvCxnSpPr>
        <p:spPr>
          <a:xfrm>
            <a:off x="3258618" y="3381586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69" name="Connector 300168"/>
          <p:cNvCxnSpPr/>
          <p:nvPr/>
        </p:nvCxnSpPr>
        <p:spPr>
          <a:xfrm flipH="1">
            <a:off x="3164598" y="3435311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70" name="Connector 300169"/>
          <p:cNvCxnSpPr/>
          <p:nvPr/>
        </p:nvCxnSpPr>
        <p:spPr>
          <a:xfrm flipH="1" flipV="1">
            <a:off x="3151166" y="3462174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71" name="TextBox 300170"/>
          <p:cNvSpPr txBox="1"/>
          <p:nvPr/>
        </p:nvSpPr>
        <p:spPr>
          <a:xfrm>
            <a:off x="3266532" y="331826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300172" name="Oval 300171"/>
          <p:cNvSpPr/>
          <p:nvPr/>
        </p:nvSpPr>
        <p:spPr>
          <a:xfrm>
            <a:off x="3583369" y="3108830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73" name="Connector 300172"/>
          <p:cNvCxnSpPr/>
          <p:nvPr/>
        </p:nvCxnSpPr>
        <p:spPr>
          <a:xfrm flipV="1">
            <a:off x="3597615" y="3069351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74" name="Connector 300173"/>
          <p:cNvCxnSpPr/>
          <p:nvPr/>
        </p:nvCxnSpPr>
        <p:spPr>
          <a:xfrm>
            <a:off x="3651341" y="3069351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75" name="Connector 300174"/>
          <p:cNvCxnSpPr/>
          <p:nvPr/>
        </p:nvCxnSpPr>
        <p:spPr>
          <a:xfrm>
            <a:off x="3641670" y="3079021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76" name="Connector 300175"/>
          <p:cNvCxnSpPr/>
          <p:nvPr/>
        </p:nvCxnSpPr>
        <p:spPr>
          <a:xfrm flipH="1">
            <a:off x="3557321" y="3123076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77" name="Connector 300176"/>
          <p:cNvCxnSpPr/>
          <p:nvPr/>
        </p:nvCxnSpPr>
        <p:spPr>
          <a:xfrm flipH="1" flipV="1">
            <a:off x="3543889" y="3149939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78" name="TextBox 300177"/>
          <p:cNvSpPr txBox="1"/>
          <p:nvPr/>
        </p:nvSpPr>
        <p:spPr>
          <a:xfrm>
            <a:off x="3659255" y="300603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300179" name="Oval 300178"/>
          <p:cNvSpPr/>
          <p:nvPr/>
        </p:nvSpPr>
        <p:spPr>
          <a:xfrm>
            <a:off x="3428728" y="4387753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80" name="Connector 300179"/>
          <p:cNvCxnSpPr/>
          <p:nvPr/>
        </p:nvCxnSpPr>
        <p:spPr>
          <a:xfrm flipV="1">
            <a:off x="3442974" y="4348274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81" name="Connector 300180"/>
          <p:cNvCxnSpPr/>
          <p:nvPr/>
        </p:nvCxnSpPr>
        <p:spPr>
          <a:xfrm>
            <a:off x="3496700" y="4348274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82" name="TextBox 300181"/>
          <p:cNvSpPr txBox="1"/>
          <p:nvPr/>
        </p:nvSpPr>
        <p:spPr>
          <a:xfrm>
            <a:off x="3504614" y="428495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300183" name="Oval 300182"/>
          <p:cNvSpPr/>
          <p:nvPr/>
        </p:nvSpPr>
        <p:spPr>
          <a:xfrm>
            <a:off x="2041138" y="5616523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84" name="Connector 300183"/>
          <p:cNvCxnSpPr/>
          <p:nvPr/>
        </p:nvCxnSpPr>
        <p:spPr>
          <a:xfrm flipV="1">
            <a:off x="2055384" y="5577043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85" name="Connector 300184"/>
          <p:cNvCxnSpPr/>
          <p:nvPr/>
        </p:nvCxnSpPr>
        <p:spPr>
          <a:xfrm>
            <a:off x="2109110" y="5577043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86" name="Connector 300185"/>
          <p:cNvCxnSpPr/>
          <p:nvPr/>
        </p:nvCxnSpPr>
        <p:spPr>
          <a:xfrm>
            <a:off x="2099439" y="5586714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87" name="Connector 300186"/>
          <p:cNvCxnSpPr/>
          <p:nvPr/>
        </p:nvCxnSpPr>
        <p:spPr>
          <a:xfrm flipH="1">
            <a:off x="2015090" y="5630769"/>
            <a:ext cx="40294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88" name="Connector 300187"/>
          <p:cNvCxnSpPr/>
          <p:nvPr/>
        </p:nvCxnSpPr>
        <p:spPr>
          <a:xfrm flipH="1" flipV="1">
            <a:off x="2001658" y="5657632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89" name="TextBox 300188"/>
          <p:cNvSpPr txBox="1"/>
          <p:nvPr/>
        </p:nvSpPr>
        <p:spPr>
          <a:xfrm>
            <a:off x="2117024" y="551372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300190" name="Oval 300189"/>
          <p:cNvSpPr/>
          <p:nvPr/>
        </p:nvSpPr>
        <p:spPr>
          <a:xfrm>
            <a:off x="3577516" y="4419012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91" name="Connector 300190"/>
          <p:cNvCxnSpPr/>
          <p:nvPr/>
        </p:nvCxnSpPr>
        <p:spPr>
          <a:xfrm flipV="1">
            <a:off x="3591762" y="4379532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92" name="Connector 300191"/>
          <p:cNvCxnSpPr/>
          <p:nvPr/>
        </p:nvCxnSpPr>
        <p:spPr>
          <a:xfrm>
            <a:off x="3645488" y="4379532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93" name="Connector 300192"/>
          <p:cNvCxnSpPr/>
          <p:nvPr/>
        </p:nvCxnSpPr>
        <p:spPr>
          <a:xfrm>
            <a:off x="3635817" y="4389203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94" name="Connector 300193"/>
          <p:cNvCxnSpPr/>
          <p:nvPr/>
        </p:nvCxnSpPr>
        <p:spPr>
          <a:xfrm flipH="1">
            <a:off x="3551467" y="4433258"/>
            <a:ext cx="40295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95" name="Connector 300194"/>
          <p:cNvCxnSpPr/>
          <p:nvPr/>
        </p:nvCxnSpPr>
        <p:spPr>
          <a:xfrm flipH="1" flipV="1">
            <a:off x="3538036" y="4460121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96" name="TextBox 300195"/>
          <p:cNvSpPr txBox="1"/>
          <p:nvPr/>
        </p:nvSpPr>
        <p:spPr>
          <a:xfrm>
            <a:off x="3653402" y="431621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300197" name="Oval 300196"/>
          <p:cNvSpPr/>
          <p:nvPr/>
        </p:nvSpPr>
        <p:spPr>
          <a:xfrm>
            <a:off x="4038933" y="3585292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98" name="Connector 300197"/>
          <p:cNvCxnSpPr/>
          <p:nvPr/>
        </p:nvCxnSpPr>
        <p:spPr>
          <a:xfrm flipV="1">
            <a:off x="4053179" y="3545812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99" name="Connector 300198"/>
          <p:cNvCxnSpPr/>
          <p:nvPr/>
        </p:nvCxnSpPr>
        <p:spPr>
          <a:xfrm>
            <a:off x="4106905" y="3545812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00" name="Connector 300199"/>
          <p:cNvCxnSpPr/>
          <p:nvPr/>
        </p:nvCxnSpPr>
        <p:spPr>
          <a:xfrm flipH="1">
            <a:off x="4012885" y="3599538"/>
            <a:ext cx="40294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01" name="Connector 300200"/>
          <p:cNvCxnSpPr/>
          <p:nvPr/>
        </p:nvCxnSpPr>
        <p:spPr>
          <a:xfrm flipH="1" flipV="1">
            <a:off x="3999453" y="3626401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02" name="TextBox 300201"/>
          <p:cNvSpPr txBox="1"/>
          <p:nvPr/>
        </p:nvSpPr>
        <p:spPr>
          <a:xfrm>
            <a:off x="4114819" y="348249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300203" name="Oval 300202"/>
          <p:cNvSpPr/>
          <p:nvPr/>
        </p:nvSpPr>
        <p:spPr>
          <a:xfrm>
            <a:off x="4532112" y="2481907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204" name="Connector 300203"/>
          <p:cNvCxnSpPr/>
          <p:nvPr/>
        </p:nvCxnSpPr>
        <p:spPr>
          <a:xfrm flipV="1">
            <a:off x="4546358" y="2442428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05" name="Connector 300204"/>
          <p:cNvCxnSpPr/>
          <p:nvPr/>
        </p:nvCxnSpPr>
        <p:spPr>
          <a:xfrm>
            <a:off x="4600084" y="2442428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06" name="TextBox 300205"/>
          <p:cNvSpPr txBox="1"/>
          <p:nvPr/>
        </p:nvSpPr>
        <p:spPr>
          <a:xfrm>
            <a:off x="4607999" y="237911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300207" name="Oval 300206"/>
          <p:cNvSpPr/>
          <p:nvPr/>
        </p:nvSpPr>
        <p:spPr>
          <a:xfrm>
            <a:off x="4185215" y="3907112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208" name="Connector 300207"/>
          <p:cNvCxnSpPr/>
          <p:nvPr/>
        </p:nvCxnSpPr>
        <p:spPr>
          <a:xfrm flipV="1">
            <a:off x="4199461" y="3867633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09" name="Connector 300208"/>
          <p:cNvCxnSpPr/>
          <p:nvPr/>
        </p:nvCxnSpPr>
        <p:spPr>
          <a:xfrm>
            <a:off x="4253187" y="3867633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10" name="TextBox 300209"/>
          <p:cNvSpPr txBox="1"/>
          <p:nvPr/>
        </p:nvSpPr>
        <p:spPr>
          <a:xfrm>
            <a:off x="4261101" y="380431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300211" name="Oval 300210"/>
          <p:cNvSpPr/>
          <p:nvPr/>
        </p:nvSpPr>
        <p:spPr>
          <a:xfrm>
            <a:off x="4298061" y="4977061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212" name="Connector 300211"/>
          <p:cNvCxnSpPr/>
          <p:nvPr/>
        </p:nvCxnSpPr>
        <p:spPr>
          <a:xfrm flipV="1">
            <a:off x="4312307" y="4937581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13" name="Connector 300212"/>
          <p:cNvCxnSpPr/>
          <p:nvPr/>
        </p:nvCxnSpPr>
        <p:spPr>
          <a:xfrm>
            <a:off x="4366033" y="4937581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14" name="Connector 300213"/>
          <p:cNvCxnSpPr/>
          <p:nvPr/>
        </p:nvCxnSpPr>
        <p:spPr>
          <a:xfrm>
            <a:off x="4356362" y="4947252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15" name="Connector 300214"/>
          <p:cNvCxnSpPr/>
          <p:nvPr/>
        </p:nvCxnSpPr>
        <p:spPr>
          <a:xfrm flipH="1">
            <a:off x="4272013" y="4991307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16" name="Connector 300215"/>
          <p:cNvCxnSpPr/>
          <p:nvPr/>
        </p:nvCxnSpPr>
        <p:spPr>
          <a:xfrm flipH="1" flipV="1">
            <a:off x="4258581" y="5018170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17" name="TextBox 300216"/>
          <p:cNvSpPr txBox="1"/>
          <p:nvPr/>
        </p:nvSpPr>
        <p:spPr>
          <a:xfrm>
            <a:off x="4373948" y="487426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300218" name="Oval 300217"/>
          <p:cNvSpPr/>
          <p:nvPr/>
        </p:nvSpPr>
        <p:spPr>
          <a:xfrm>
            <a:off x="4883189" y="4951984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219" name="Connector 300218"/>
          <p:cNvCxnSpPr/>
          <p:nvPr/>
        </p:nvCxnSpPr>
        <p:spPr>
          <a:xfrm flipV="1">
            <a:off x="4897435" y="4912504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20" name="Connector 300219"/>
          <p:cNvCxnSpPr/>
          <p:nvPr/>
        </p:nvCxnSpPr>
        <p:spPr>
          <a:xfrm>
            <a:off x="4951161" y="4912504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21" name="Connector 300220"/>
          <p:cNvCxnSpPr/>
          <p:nvPr/>
        </p:nvCxnSpPr>
        <p:spPr>
          <a:xfrm flipH="1">
            <a:off x="4857141" y="4966230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22" name="Connector 300221"/>
          <p:cNvCxnSpPr/>
          <p:nvPr/>
        </p:nvCxnSpPr>
        <p:spPr>
          <a:xfrm flipH="1" flipV="1">
            <a:off x="4843710" y="4993093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23" name="TextBox 300222"/>
          <p:cNvSpPr txBox="1"/>
          <p:nvPr/>
        </p:nvSpPr>
        <p:spPr>
          <a:xfrm>
            <a:off x="4959076" y="484918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300224" name="Oval 300223"/>
          <p:cNvSpPr/>
          <p:nvPr/>
        </p:nvSpPr>
        <p:spPr>
          <a:xfrm>
            <a:off x="5309497" y="4855856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225" name="Connector 300224"/>
          <p:cNvCxnSpPr/>
          <p:nvPr/>
        </p:nvCxnSpPr>
        <p:spPr>
          <a:xfrm flipV="1">
            <a:off x="5323743" y="4816376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26" name="Connector 300225"/>
          <p:cNvCxnSpPr/>
          <p:nvPr/>
        </p:nvCxnSpPr>
        <p:spPr>
          <a:xfrm>
            <a:off x="5377469" y="4816376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27" name="TextBox 300226"/>
          <p:cNvSpPr txBox="1"/>
          <p:nvPr/>
        </p:nvSpPr>
        <p:spPr>
          <a:xfrm>
            <a:off x="5385383" y="475306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300228" name="Oval 300227"/>
          <p:cNvSpPr/>
          <p:nvPr/>
        </p:nvSpPr>
        <p:spPr>
          <a:xfrm>
            <a:off x="5683319" y="5210335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229" name="Connector 300228"/>
          <p:cNvCxnSpPr/>
          <p:nvPr/>
        </p:nvCxnSpPr>
        <p:spPr>
          <a:xfrm flipV="1">
            <a:off x="5697565" y="5170855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230" name="Connector 300229"/>
          <p:cNvCxnSpPr/>
          <p:nvPr/>
        </p:nvCxnSpPr>
        <p:spPr>
          <a:xfrm>
            <a:off x="5751291" y="5170855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231" name="TextBox 300230"/>
          <p:cNvSpPr txBox="1"/>
          <p:nvPr/>
        </p:nvSpPr>
        <p:spPr>
          <a:xfrm>
            <a:off x="5759206" y="510753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300232" name="TextBox 300231"/>
          <p:cNvSpPr txBox="1"/>
          <p:nvPr/>
        </p:nvSpPr>
        <p:spPr>
          <a:xfrm>
            <a:off x="8710000" y="300000"/>
            <a:ext cx="3300000" cy="2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灯旁字母 = 控制它的开关键，见电施-16。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粗实线 = AL1 引出回路 WL4（先到开关盒）；细实线 = 同一字母灯具之间；点线 = 开关到所控灯；长虚线 = 双控联络线。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线上短斜线 = 导线根数，未标注为 3 根。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分区放大见电施-13~电施-14。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5. S# = 开关编号；MK = 门控开关。</a:t>
            </a:r>
          </a:p>
        </p:txBody>
      </p:sp>
      <p:sp>
        <p:nvSpPr>
          <p:cNvPr id="300233" name="Rectangle 300232"/>
          <p:cNvSpPr/>
          <p:nvPr/>
        </p:nvSpPr>
        <p:spPr>
          <a:xfrm>
            <a:off x="1637435" y="1806538"/>
            <a:ext cx="2716666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234" name="TextBox 300233"/>
          <p:cNvSpPr txBox="1"/>
          <p:nvPr/>
        </p:nvSpPr>
        <p:spPr>
          <a:xfrm>
            <a:off x="1677435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电施-13</a:t>
            </a:r>
          </a:p>
        </p:txBody>
      </p:sp>
      <p:sp>
        <p:nvSpPr>
          <p:cNvPr id="300235" name="Rectangle 300234"/>
          <p:cNvSpPr/>
          <p:nvPr/>
        </p:nvSpPr>
        <p:spPr>
          <a:xfrm>
            <a:off x="3643589" y="1806538"/>
            <a:ext cx="3343589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236" name="TextBox 300235"/>
          <p:cNvSpPr txBox="1"/>
          <p:nvPr/>
        </p:nvSpPr>
        <p:spPr>
          <a:xfrm>
            <a:off x="3683589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电施-14</a:t>
            </a:r>
          </a:p>
        </p:txBody>
      </p:sp>
      <p:sp>
        <p:nvSpPr>
          <p:cNvPr id="300237" name="Rectangle 300236"/>
          <p:cNvSpPr/>
          <p:nvPr/>
        </p:nvSpPr>
        <p:spPr>
          <a:xfrm>
            <a:off x="400000" y="6540000"/>
            <a:ext cx="43969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238" name="Rectangle 300237"/>
          <p:cNvSpPr/>
          <p:nvPr/>
        </p:nvSpPr>
        <p:spPr>
          <a:xfrm>
            <a:off x="839697" y="6540000"/>
            <a:ext cx="439697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239" name="Rectangle 300238"/>
          <p:cNvSpPr/>
          <p:nvPr/>
        </p:nvSpPr>
        <p:spPr>
          <a:xfrm>
            <a:off x="1279395" y="6540000"/>
            <a:ext cx="43969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240" name="TextBox 300239"/>
          <p:cNvSpPr txBox="1"/>
          <p:nvPr/>
        </p:nvSpPr>
        <p:spPr>
          <a:xfrm>
            <a:off x="17590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421468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Rectangle 300004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6" name="Rectangle 300005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7" name="Rectangle 300006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8" name="Rectangle 30000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9" name="TextBox 30000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二层照明平面放大图（主卧 · 盥洗室 · 西卫 · 衣帽间 · 卧室2）</a:t>
            </a:r>
          </a:p>
        </p:txBody>
      </p:sp>
      <p:sp>
        <p:nvSpPr>
          <p:cNvPr id="300010" name="Rectangle 300009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11" name="TextBox 300010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300012" name="TextBox 300011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300013" name="Connector 300012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4" name="TextBox 300013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5" name="TextBox 300014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二层照明平面放大图（主卧 · 盥洗室 · 西卫 · 衣帽间 · 卧室2）</a:t>
            </a:r>
          </a:p>
        </p:txBody>
      </p:sp>
      <p:cxnSp>
        <p:nvCxnSpPr>
          <p:cNvPr id="300016" name="Connector 300015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7" name="TextBox 300016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8" name="TextBox 300017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电施-13</a:t>
            </a:r>
          </a:p>
        </p:txBody>
      </p:sp>
      <p:cxnSp>
        <p:nvCxnSpPr>
          <p:cNvPr id="300019" name="Connector 300018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0" name="TextBox 300019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300021" name="TextBox 300020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300022" name="Connector 300021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3" name="TextBox 300022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300024" name="TextBox 300023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K-A 2026-10-08）</a:t>
            </a:r>
          </a:p>
        </p:txBody>
      </p:sp>
      <p:cxnSp>
        <p:nvCxnSpPr>
          <p:cNvPr id="300025" name="Connector 300024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6" name="TextBox 300025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300027" name="TextBox 300026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300028" name="Connector 300027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9" name="Connector 300028"/>
          <p:cNvCxnSpPr/>
          <p:nvPr/>
        </p:nvCxnSpPr>
        <p:spPr>
          <a:xfrm>
            <a:off x="4746627" y="3610257"/>
            <a:ext cx="0" cy="46249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0" name="Connector 300029"/>
          <p:cNvCxnSpPr/>
          <p:nvPr/>
        </p:nvCxnSpPr>
        <p:spPr>
          <a:xfrm>
            <a:off x="4746627" y="4072747"/>
            <a:ext cx="2034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1" name="Connector 300030"/>
          <p:cNvCxnSpPr/>
          <p:nvPr/>
        </p:nvCxnSpPr>
        <p:spPr>
          <a:xfrm flipV="1">
            <a:off x="2848684" y="3902631"/>
            <a:ext cx="0" cy="67157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2" name="Connector 300031"/>
          <p:cNvCxnSpPr/>
          <p:nvPr/>
        </p:nvCxnSpPr>
        <p:spPr>
          <a:xfrm>
            <a:off x="2848684" y="3902631"/>
            <a:ext cx="43957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3" name="Connector 300032"/>
          <p:cNvCxnSpPr/>
          <p:nvPr/>
        </p:nvCxnSpPr>
        <p:spPr>
          <a:xfrm>
            <a:off x="3288263" y="3902631"/>
            <a:ext cx="139221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4" name="Connector 300033"/>
          <p:cNvCxnSpPr/>
          <p:nvPr/>
        </p:nvCxnSpPr>
        <p:spPr>
          <a:xfrm flipV="1">
            <a:off x="4680480" y="3229260"/>
            <a:ext cx="0" cy="67337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>
            <a:off x="4680480" y="3229260"/>
            <a:ext cx="57367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6" name="Connector 300035"/>
          <p:cNvCxnSpPr/>
          <p:nvPr/>
        </p:nvCxnSpPr>
        <p:spPr>
          <a:xfrm flipV="1">
            <a:off x="5254157" y="2773157"/>
            <a:ext cx="0" cy="4561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7" name="Connector 300036"/>
          <p:cNvCxnSpPr/>
          <p:nvPr/>
        </p:nvCxnSpPr>
        <p:spPr>
          <a:xfrm>
            <a:off x="4680480" y="3229260"/>
            <a:ext cx="0" cy="14121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8" name="Connector 300037"/>
          <p:cNvCxnSpPr/>
          <p:nvPr/>
        </p:nvCxnSpPr>
        <p:spPr>
          <a:xfrm>
            <a:off x="4680480" y="4641368"/>
            <a:ext cx="34778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9" name="Connector 300038"/>
          <p:cNvCxnSpPr/>
          <p:nvPr/>
        </p:nvCxnSpPr>
        <p:spPr>
          <a:xfrm>
            <a:off x="5028263" y="4641368"/>
            <a:ext cx="21734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0" name="Connector 300039"/>
          <p:cNvCxnSpPr/>
          <p:nvPr/>
        </p:nvCxnSpPr>
        <p:spPr>
          <a:xfrm>
            <a:off x="5245607" y="4641368"/>
            <a:ext cx="0" cy="4566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1" name="Connector 300040"/>
          <p:cNvCxnSpPr/>
          <p:nvPr/>
        </p:nvCxnSpPr>
        <p:spPr>
          <a:xfrm>
            <a:off x="2848684" y="4574210"/>
            <a:ext cx="0" cy="18621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2" name="Connector 300041"/>
          <p:cNvCxnSpPr/>
          <p:nvPr/>
        </p:nvCxnSpPr>
        <p:spPr>
          <a:xfrm>
            <a:off x="2848684" y="6436315"/>
            <a:ext cx="15263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3" name="Connector 300042"/>
          <p:cNvCxnSpPr/>
          <p:nvPr/>
        </p:nvCxnSpPr>
        <p:spPr>
          <a:xfrm flipH="1">
            <a:off x="5245607" y="6418000"/>
            <a:ext cx="2261738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4" name="Connector 300043"/>
          <p:cNvCxnSpPr/>
          <p:nvPr/>
        </p:nvCxnSpPr>
        <p:spPr>
          <a:xfrm flipV="1">
            <a:off x="5245607" y="4687029"/>
            <a:ext cx="0" cy="1730971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5" name="TextBox 300044"/>
          <p:cNvSpPr txBox="1"/>
          <p:nvPr/>
        </p:nvSpPr>
        <p:spPr>
          <a:xfrm>
            <a:off x="5743757" y="625903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 BV-3×2.5 PC20 WC/CC</a:t>
            </a:r>
          </a:p>
        </p:txBody>
      </p:sp>
      <p:cxnSp>
        <p:nvCxnSpPr>
          <p:cNvPr id="300046" name="Connector 300045"/>
          <p:cNvCxnSpPr/>
          <p:nvPr/>
        </p:nvCxnSpPr>
        <p:spPr>
          <a:xfrm flipV="1">
            <a:off x="2848684" y="3932660"/>
            <a:ext cx="0" cy="64155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7" name="Connector 300046"/>
          <p:cNvCxnSpPr/>
          <p:nvPr/>
        </p:nvCxnSpPr>
        <p:spPr>
          <a:xfrm>
            <a:off x="2848684" y="3932660"/>
            <a:ext cx="15393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8" name="Connector 300047"/>
          <p:cNvCxnSpPr/>
          <p:nvPr/>
        </p:nvCxnSpPr>
        <p:spPr>
          <a:xfrm>
            <a:off x="3288263" y="3902631"/>
            <a:ext cx="52205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9" name="Connector 300048"/>
          <p:cNvCxnSpPr/>
          <p:nvPr/>
        </p:nvCxnSpPr>
        <p:spPr>
          <a:xfrm>
            <a:off x="3810314" y="3902631"/>
            <a:ext cx="0" cy="3110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0" name="Connector 300049"/>
          <p:cNvCxnSpPr/>
          <p:nvPr/>
        </p:nvCxnSpPr>
        <p:spPr>
          <a:xfrm flipH="1">
            <a:off x="4408508" y="3229260"/>
            <a:ext cx="27197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1" name="Connector 300050"/>
          <p:cNvCxnSpPr/>
          <p:nvPr/>
        </p:nvCxnSpPr>
        <p:spPr>
          <a:xfrm flipV="1">
            <a:off x="4408508" y="2312106"/>
            <a:ext cx="0" cy="91715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2" name="Connector 300051"/>
          <p:cNvCxnSpPr/>
          <p:nvPr/>
        </p:nvCxnSpPr>
        <p:spPr>
          <a:xfrm flipV="1">
            <a:off x="5254157" y="2312106"/>
            <a:ext cx="0" cy="4610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3" name="Connector 300052"/>
          <p:cNvCxnSpPr/>
          <p:nvPr/>
        </p:nvCxnSpPr>
        <p:spPr>
          <a:xfrm flipH="1">
            <a:off x="4408508" y="2312106"/>
            <a:ext cx="84564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4" name="Connector 300053"/>
          <p:cNvCxnSpPr/>
          <p:nvPr/>
        </p:nvCxnSpPr>
        <p:spPr>
          <a:xfrm>
            <a:off x="5254157" y="2773157"/>
            <a:ext cx="84130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5" name="Connector 300054"/>
          <p:cNvCxnSpPr/>
          <p:nvPr/>
        </p:nvCxnSpPr>
        <p:spPr>
          <a:xfrm flipV="1">
            <a:off x="6095458" y="1557430"/>
            <a:ext cx="0" cy="121572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6" name="Connector 300055"/>
          <p:cNvCxnSpPr/>
          <p:nvPr/>
        </p:nvCxnSpPr>
        <p:spPr>
          <a:xfrm flipH="1">
            <a:off x="4748661" y="4641368"/>
            <a:ext cx="27960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7" name="Connector 300056"/>
          <p:cNvCxnSpPr/>
          <p:nvPr/>
        </p:nvCxnSpPr>
        <p:spPr>
          <a:xfrm flipV="1">
            <a:off x="4748661" y="4072747"/>
            <a:ext cx="0" cy="56862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8" name="Connector 300057"/>
          <p:cNvCxnSpPr/>
          <p:nvPr/>
        </p:nvCxnSpPr>
        <p:spPr>
          <a:xfrm flipV="1">
            <a:off x="3001315" y="5444812"/>
            <a:ext cx="0" cy="99150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9" name="Connector 300058"/>
          <p:cNvCxnSpPr/>
          <p:nvPr/>
        </p:nvCxnSpPr>
        <p:spPr>
          <a:xfrm>
            <a:off x="3001315" y="5444812"/>
            <a:ext cx="71267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0" name="Connector 300059"/>
          <p:cNvCxnSpPr/>
          <p:nvPr/>
        </p:nvCxnSpPr>
        <p:spPr>
          <a:xfrm>
            <a:off x="3001315" y="6436315"/>
            <a:ext cx="180972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1" name="Connector 300060"/>
          <p:cNvCxnSpPr/>
          <p:nvPr/>
        </p:nvCxnSpPr>
        <p:spPr>
          <a:xfrm flipV="1">
            <a:off x="4811039" y="5754065"/>
            <a:ext cx="0" cy="68225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2" name="Connector 300061"/>
          <p:cNvCxnSpPr/>
          <p:nvPr/>
        </p:nvCxnSpPr>
        <p:spPr>
          <a:xfrm flipH="1">
            <a:off x="3713986" y="4687029"/>
            <a:ext cx="153162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3" name="Connector 300062"/>
          <p:cNvCxnSpPr/>
          <p:nvPr/>
        </p:nvCxnSpPr>
        <p:spPr>
          <a:xfrm>
            <a:off x="3713986" y="4687029"/>
            <a:ext cx="0" cy="75778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4" name="Connector 300063"/>
          <p:cNvCxnSpPr/>
          <p:nvPr/>
        </p:nvCxnSpPr>
        <p:spPr>
          <a:xfrm>
            <a:off x="5245607" y="4687029"/>
            <a:ext cx="0" cy="106703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5" name="Connector 300064"/>
          <p:cNvCxnSpPr/>
          <p:nvPr/>
        </p:nvCxnSpPr>
        <p:spPr>
          <a:xfrm flipH="1">
            <a:off x="4811039" y="5754065"/>
            <a:ext cx="43456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6" name="Connector 300065"/>
          <p:cNvCxnSpPr/>
          <p:nvPr/>
        </p:nvCxnSpPr>
        <p:spPr>
          <a:xfrm flipV="1">
            <a:off x="4680480" y="2773157"/>
            <a:ext cx="573677" cy="456103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7" name="Connector 300066"/>
          <p:cNvCxnSpPr/>
          <p:nvPr/>
        </p:nvCxnSpPr>
        <p:spPr>
          <a:xfrm flipV="1">
            <a:off x="3001315" y="4687029"/>
            <a:ext cx="2244292" cy="1749286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8" name="Connector 300067"/>
          <p:cNvCxnSpPr/>
          <p:nvPr/>
        </p:nvCxnSpPr>
        <p:spPr>
          <a:xfrm flipV="1">
            <a:off x="4078923" y="5547455"/>
            <a:ext cx="11062" cy="8924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9" name="Connector 300068"/>
          <p:cNvCxnSpPr/>
          <p:nvPr/>
        </p:nvCxnSpPr>
        <p:spPr>
          <a:xfrm flipV="1">
            <a:off x="4098427" y="5532253"/>
            <a:ext cx="11061" cy="8924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0" name="Connector 300069"/>
          <p:cNvCxnSpPr/>
          <p:nvPr/>
        </p:nvCxnSpPr>
        <p:spPr>
          <a:xfrm flipV="1">
            <a:off x="4117930" y="5517051"/>
            <a:ext cx="11062" cy="8924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1" name="Connector 300070"/>
          <p:cNvCxnSpPr/>
          <p:nvPr/>
        </p:nvCxnSpPr>
        <p:spPr>
          <a:xfrm flipV="1">
            <a:off x="4137434" y="5501849"/>
            <a:ext cx="11062" cy="8924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2" name="Connector 300071"/>
          <p:cNvCxnSpPr/>
          <p:nvPr/>
        </p:nvCxnSpPr>
        <p:spPr>
          <a:xfrm flipV="1">
            <a:off x="4156938" y="5486647"/>
            <a:ext cx="11062" cy="8924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3" name="Oval 300072"/>
          <p:cNvSpPr/>
          <p:nvPr/>
        </p:nvSpPr>
        <p:spPr>
          <a:xfrm>
            <a:off x="7493214" y="6361477"/>
            <a:ext cx="113044" cy="1130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4" name="Connector 300073"/>
          <p:cNvCxnSpPr/>
          <p:nvPr/>
        </p:nvCxnSpPr>
        <p:spPr>
          <a:xfrm flipV="1">
            <a:off x="7510877" y="6379141"/>
            <a:ext cx="77718" cy="777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5" name="TextBox 300074"/>
          <p:cNvSpPr txBox="1"/>
          <p:nvPr/>
        </p:nvSpPr>
        <p:spPr>
          <a:xfrm>
            <a:off x="5079084" y="6488652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由一层 AL1 沿楼梯井引上</a:t>
            </a:r>
          </a:p>
        </p:txBody>
      </p:sp>
      <p:sp>
        <p:nvSpPr>
          <p:cNvPr id="300076" name="Oval 300075"/>
          <p:cNvSpPr/>
          <p:nvPr/>
        </p:nvSpPr>
        <p:spPr>
          <a:xfrm>
            <a:off x="4323725" y="222732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7" name="Connector 300076"/>
          <p:cNvCxnSpPr/>
          <p:nvPr/>
        </p:nvCxnSpPr>
        <p:spPr>
          <a:xfrm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8" name="Connector 300077"/>
          <p:cNvCxnSpPr/>
          <p:nvPr/>
        </p:nvCxnSpPr>
        <p:spPr>
          <a:xfrm flipV="1"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9" name="TextBox 300078"/>
          <p:cNvSpPr txBox="1"/>
          <p:nvPr/>
        </p:nvSpPr>
        <p:spPr>
          <a:xfrm>
            <a:off x="4486226" y="214960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300080" name="Oval 300079"/>
          <p:cNvSpPr/>
          <p:nvPr/>
        </p:nvSpPr>
        <p:spPr>
          <a:xfrm>
            <a:off x="3629203" y="536002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1" name="Connector 300080"/>
          <p:cNvCxnSpPr/>
          <p:nvPr/>
        </p:nvCxnSpPr>
        <p:spPr>
          <a:xfrm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2" name="Connector 300081"/>
          <p:cNvCxnSpPr/>
          <p:nvPr/>
        </p:nvCxnSpPr>
        <p:spPr>
          <a:xfrm flipV="1"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3" name="TextBox 300082"/>
          <p:cNvSpPr txBox="1"/>
          <p:nvPr/>
        </p:nvSpPr>
        <p:spPr>
          <a:xfrm>
            <a:off x="3791704" y="5282311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300084" name="Oval 300083"/>
          <p:cNvSpPr/>
          <p:nvPr/>
        </p:nvSpPr>
        <p:spPr>
          <a:xfrm>
            <a:off x="2946100" y="387613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5" name="Oval 300084"/>
          <p:cNvSpPr/>
          <p:nvPr/>
        </p:nvSpPr>
        <p:spPr>
          <a:xfrm>
            <a:off x="2984959" y="391499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6" name="TextBox 300085"/>
          <p:cNvSpPr txBox="1"/>
          <p:nvPr/>
        </p:nvSpPr>
        <p:spPr>
          <a:xfrm>
            <a:off x="3080340" y="377015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300087" name="Oval 300086"/>
          <p:cNvSpPr/>
          <p:nvPr/>
        </p:nvSpPr>
        <p:spPr>
          <a:xfrm>
            <a:off x="4690105" y="355373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8" name="Oval 300087"/>
          <p:cNvSpPr/>
          <p:nvPr/>
        </p:nvSpPr>
        <p:spPr>
          <a:xfrm>
            <a:off x="4728964" y="359259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9" name="TextBox 300088"/>
          <p:cNvSpPr txBox="1"/>
          <p:nvPr/>
        </p:nvSpPr>
        <p:spPr>
          <a:xfrm>
            <a:off x="4824345" y="3447756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300090" name="Oval 300089"/>
          <p:cNvSpPr/>
          <p:nvPr/>
        </p:nvSpPr>
        <p:spPr>
          <a:xfrm>
            <a:off x="4754517" y="5697543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1" name="Oval 300090"/>
          <p:cNvSpPr/>
          <p:nvPr/>
        </p:nvSpPr>
        <p:spPr>
          <a:xfrm>
            <a:off x="4793376" y="5736402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2" name="TextBox 300091"/>
          <p:cNvSpPr txBox="1"/>
          <p:nvPr/>
        </p:nvSpPr>
        <p:spPr>
          <a:xfrm>
            <a:off x="4888757" y="5591564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300093" name="Oval 300092"/>
          <p:cNvSpPr/>
          <p:nvPr/>
        </p:nvSpPr>
        <p:spPr>
          <a:xfrm>
            <a:off x="6010675" y="1472647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4" name="Connector 300093"/>
          <p:cNvCxnSpPr/>
          <p:nvPr/>
        </p:nvCxnSpPr>
        <p:spPr>
          <a:xfrm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5" name="Connector 300094"/>
          <p:cNvCxnSpPr/>
          <p:nvPr/>
        </p:nvCxnSpPr>
        <p:spPr>
          <a:xfrm flipV="1"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6" name="TextBox 300095"/>
          <p:cNvSpPr txBox="1"/>
          <p:nvPr/>
        </p:nvSpPr>
        <p:spPr>
          <a:xfrm>
            <a:off x="6173176" y="139492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300097" name="Oval 300096"/>
          <p:cNvSpPr/>
          <p:nvPr/>
        </p:nvSpPr>
        <p:spPr>
          <a:xfrm>
            <a:off x="3753792" y="387721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8" name="Oval 300097"/>
          <p:cNvSpPr/>
          <p:nvPr/>
        </p:nvSpPr>
        <p:spPr>
          <a:xfrm>
            <a:off x="3792651" y="391607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99" name="TextBox 300098"/>
          <p:cNvSpPr txBox="1"/>
          <p:nvPr/>
        </p:nvSpPr>
        <p:spPr>
          <a:xfrm>
            <a:off x="3888032" y="3771237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300100" name="Oval 300099"/>
          <p:cNvSpPr/>
          <p:nvPr/>
        </p:nvSpPr>
        <p:spPr>
          <a:xfrm>
            <a:off x="4692139" y="40162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01" name="Oval 300100"/>
          <p:cNvSpPr/>
          <p:nvPr/>
        </p:nvSpPr>
        <p:spPr>
          <a:xfrm>
            <a:off x="4730997" y="40550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02" name="TextBox 300101"/>
          <p:cNvSpPr txBox="1"/>
          <p:nvPr/>
        </p:nvSpPr>
        <p:spPr>
          <a:xfrm>
            <a:off x="4826379" y="3910246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300103" name="Oval 300102"/>
          <p:cNvSpPr/>
          <p:nvPr/>
        </p:nvSpPr>
        <p:spPr>
          <a:xfrm>
            <a:off x="2823249" y="4548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4" name="Connector 300103"/>
          <p:cNvCxnSpPr/>
          <p:nvPr/>
        </p:nvCxnSpPr>
        <p:spPr>
          <a:xfrm flipV="1">
            <a:off x="2848684" y="4478289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5" name="Connector 300104"/>
          <p:cNvCxnSpPr/>
          <p:nvPr/>
        </p:nvCxnSpPr>
        <p:spPr>
          <a:xfrm>
            <a:off x="2944605" y="4478289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6" name="TextBox 300105"/>
          <p:cNvSpPr txBox="1"/>
          <p:nvPr/>
        </p:nvSpPr>
        <p:spPr>
          <a:xfrm>
            <a:off x="2958735" y="436524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300107" name="Oval 300106"/>
          <p:cNvSpPr/>
          <p:nvPr/>
        </p:nvSpPr>
        <p:spPr>
          <a:xfrm>
            <a:off x="3262828" y="3877196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8" name="Connector 300107"/>
          <p:cNvCxnSpPr/>
          <p:nvPr/>
        </p:nvCxnSpPr>
        <p:spPr>
          <a:xfrm flipV="1">
            <a:off x="3288263" y="3806710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9" name="Connector 300108"/>
          <p:cNvCxnSpPr/>
          <p:nvPr/>
        </p:nvCxnSpPr>
        <p:spPr>
          <a:xfrm>
            <a:off x="3384184" y="3806710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0" name="TextBox 300109"/>
          <p:cNvSpPr txBox="1"/>
          <p:nvPr/>
        </p:nvSpPr>
        <p:spPr>
          <a:xfrm>
            <a:off x="3398314" y="369366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300111" name="Oval 300110"/>
          <p:cNvSpPr/>
          <p:nvPr/>
        </p:nvSpPr>
        <p:spPr>
          <a:xfrm>
            <a:off x="4655045" y="320382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2" name="Connector 300111"/>
          <p:cNvCxnSpPr/>
          <p:nvPr/>
        </p:nvCxnSpPr>
        <p:spPr>
          <a:xfrm flipV="1">
            <a:off x="4680480" y="3133339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3" name="Connector 300112"/>
          <p:cNvCxnSpPr/>
          <p:nvPr/>
        </p:nvCxnSpPr>
        <p:spPr>
          <a:xfrm>
            <a:off x="4776401" y="3133339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4" name="Connector 300113"/>
          <p:cNvCxnSpPr/>
          <p:nvPr/>
        </p:nvCxnSpPr>
        <p:spPr>
          <a:xfrm flipH="1">
            <a:off x="4608539" y="3229260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5" name="Connector 300114"/>
          <p:cNvCxnSpPr/>
          <p:nvPr/>
        </p:nvCxnSpPr>
        <p:spPr>
          <a:xfrm flipH="1" flipV="1">
            <a:off x="4584559" y="3277221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6" name="TextBox 300115"/>
          <p:cNvSpPr txBox="1"/>
          <p:nvPr/>
        </p:nvSpPr>
        <p:spPr>
          <a:xfrm>
            <a:off x="4790532" y="302029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300117" name="Oval 300116"/>
          <p:cNvSpPr/>
          <p:nvPr/>
        </p:nvSpPr>
        <p:spPr>
          <a:xfrm>
            <a:off x="5228722" y="2747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8" name="Connector 300117"/>
          <p:cNvCxnSpPr/>
          <p:nvPr/>
        </p:nvCxnSpPr>
        <p:spPr>
          <a:xfrm flipV="1">
            <a:off x="5254157" y="2677236"/>
            <a:ext cx="95922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9" name="Connector 300118"/>
          <p:cNvCxnSpPr/>
          <p:nvPr/>
        </p:nvCxnSpPr>
        <p:spPr>
          <a:xfrm>
            <a:off x="5350079" y="2677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0" name="Connector 300119"/>
          <p:cNvCxnSpPr/>
          <p:nvPr/>
        </p:nvCxnSpPr>
        <p:spPr>
          <a:xfrm>
            <a:off x="5332813" y="2694502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1" name="Connector 300120"/>
          <p:cNvCxnSpPr/>
          <p:nvPr/>
        </p:nvCxnSpPr>
        <p:spPr>
          <a:xfrm flipH="1">
            <a:off x="5182217" y="2773157"/>
            <a:ext cx="71940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2" name="Connector 300121"/>
          <p:cNvCxnSpPr/>
          <p:nvPr/>
        </p:nvCxnSpPr>
        <p:spPr>
          <a:xfrm flipH="1" flipV="1">
            <a:off x="5158236" y="2821118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3" name="TextBox 300122"/>
          <p:cNvSpPr txBox="1"/>
          <p:nvPr/>
        </p:nvSpPr>
        <p:spPr>
          <a:xfrm>
            <a:off x="5364209" y="2564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300124" name="Oval 300123"/>
          <p:cNvSpPr/>
          <p:nvPr/>
        </p:nvSpPr>
        <p:spPr>
          <a:xfrm>
            <a:off x="5002828" y="4615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5" name="Connector 300124"/>
          <p:cNvCxnSpPr/>
          <p:nvPr/>
        </p:nvCxnSpPr>
        <p:spPr>
          <a:xfrm flipV="1">
            <a:off x="5028263" y="4545447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6" name="Connector 300125"/>
          <p:cNvCxnSpPr/>
          <p:nvPr/>
        </p:nvCxnSpPr>
        <p:spPr>
          <a:xfrm>
            <a:off x="5124184" y="4545447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7" name="TextBox 300126"/>
          <p:cNvSpPr txBox="1"/>
          <p:nvPr/>
        </p:nvSpPr>
        <p:spPr>
          <a:xfrm>
            <a:off x="5138314" y="443240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300128" name="Oval 300127"/>
          <p:cNvSpPr/>
          <p:nvPr/>
        </p:nvSpPr>
        <p:spPr>
          <a:xfrm>
            <a:off x="2975880" y="6410880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9" name="Connector 300128"/>
          <p:cNvCxnSpPr/>
          <p:nvPr/>
        </p:nvCxnSpPr>
        <p:spPr>
          <a:xfrm flipV="1">
            <a:off x="3001315" y="6340394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0" name="Connector 300129"/>
          <p:cNvCxnSpPr/>
          <p:nvPr/>
        </p:nvCxnSpPr>
        <p:spPr>
          <a:xfrm>
            <a:off x="3097236" y="6340394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1" name="Connector 300130"/>
          <p:cNvCxnSpPr/>
          <p:nvPr/>
        </p:nvCxnSpPr>
        <p:spPr>
          <a:xfrm>
            <a:off x="3079971" y="6357660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2" name="Connector 300131"/>
          <p:cNvCxnSpPr/>
          <p:nvPr/>
        </p:nvCxnSpPr>
        <p:spPr>
          <a:xfrm flipH="1">
            <a:off x="2929374" y="6436315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3" name="Connector 300132"/>
          <p:cNvCxnSpPr/>
          <p:nvPr/>
        </p:nvCxnSpPr>
        <p:spPr>
          <a:xfrm flipH="1" flipV="1">
            <a:off x="2905394" y="6484276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34" name="TextBox 300133"/>
          <p:cNvSpPr txBox="1"/>
          <p:nvPr/>
        </p:nvSpPr>
        <p:spPr>
          <a:xfrm>
            <a:off x="3111367" y="622735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300135" name="Oval 300134"/>
          <p:cNvSpPr/>
          <p:nvPr/>
        </p:nvSpPr>
        <p:spPr>
          <a:xfrm>
            <a:off x="5220172" y="466159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36" name="Connector 300135"/>
          <p:cNvCxnSpPr/>
          <p:nvPr/>
        </p:nvCxnSpPr>
        <p:spPr>
          <a:xfrm flipV="1">
            <a:off x="5245607" y="4591108"/>
            <a:ext cx="95922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7" name="Connector 300136"/>
          <p:cNvCxnSpPr/>
          <p:nvPr/>
        </p:nvCxnSpPr>
        <p:spPr>
          <a:xfrm>
            <a:off x="5341529" y="4591108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8" name="Connector 300137"/>
          <p:cNvCxnSpPr/>
          <p:nvPr/>
        </p:nvCxnSpPr>
        <p:spPr>
          <a:xfrm>
            <a:off x="5324263" y="4608374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39" name="Connector 300138"/>
          <p:cNvCxnSpPr/>
          <p:nvPr/>
        </p:nvCxnSpPr>
        <p:spPr>
          <a:xfrm flipH="1">
            <a:off x="5173667" y="4687029"/>
            <a:ext cx="71940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40" name="Connector 300139"/>
          <p:cNvCxnSpPr/>
          <p:nvPr/>
        </p:nvCxnSpPr>
        <p:spPr>
          <a:xfrm flipH="1" flipV="1">
            <a:off x="5149686" y="4734990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41" name="TextBox 300140"/>
          <p:cNvSpPr txBox="1"/>
          <p:nvPr/>
        </p:nvSpPr>
        <p:spPr>
          <a:xfrm>
            <a:off x="5355659" y="447806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300142" name="TextBox 300141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300143" name="TextBox 300142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盥洗室门旁</a:t>
            </a:r>
          </a:p>
        </p:txBody>
      </p:sp>
      <p:sp>
        <p:nvSpPr>
          <p:cNvPr id="300144" name="TextBox 300143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</a:t>
            </a:r>
          </a:p>
        </p:txBody>
      </p:sp>
      <p:sp>
        <p:nvSpPr>
          <p:cNvPr id="300145" name="TextBox 300144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西卫生间门外</a:t>
            </a:r>
          </a:p>
        </p:txBody>
      </p:sp>
      <p:sp>
        <p:nvSpPr>
          <p:cNvPr id="300146" name="TextBox 300145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键1=h</a:t>
            </a:r>
          </a:p>
        </p:txBody>
      </p:sp>
      <p:sp>
        <p:nvSpPr>
          <p:cNvPr id="300147" name="TextBox 300146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主卧南墙（衣帽间那面墙）主卧一侧，C19 西侧</a:t>
            </a:r>
          </a:p>
        </p:txBody>
      </p:sp>
      <p:sp>
        <p:nvSpPr>
          <p:cNvPr id="300148" name="TextBox 300147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</a:t>
            </a:r>
          </a:p>
        </p:txBody>
      </p:sp>
      <p:sp>
        <p:nvSpPr>
          <p:cNvPr id="300149" name="TextBox 300148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主卧东墙 · 床头侧</a:t>
            </a:r>
          </a:p>
        </p:txBody>
      </p:sp>
      <p:sp>
        <p:nvSpPr>
          <p:cNvPr id="300150" name="TextBox 300149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300151" name="TextBox 300150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衣帽间门旁</a:t>
            </a:r>
          </a:p>
        </p:txBody>
      </p:sp>
      <p:sp>
        <p:nvSpPr>
          <p:cNvPr id="300152" name="TextBox 300151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</a:t>
            </a:r>
          </a:p>
        </p:txBody>
      </p:sp>
      <p:sp>
        <p:nvSpPr>
          <p:cNvPr id="300153" name="TextBox 300152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卧室2 床头侧（东墙）</a:t>
            </a:r>
          </a:p>
        </p:txBody>
      </p:sp>
      <p:sp>
        <p:nvSpPr>
          <p:cNvPr id="300154" name="TextBox 300153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300155" name="TextBox 300154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卧室2 门旁（门西侧短墙，卧室2 一侧，锁侧）</a:t>
            </a:r>
          </a:p>
        </p:txBody>
      </p:sp>
      <p:sp>
        <p:nvSpPr>
          <p:cNvPr id="300156" name="TextBox 300155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300157" name="Rectangle 300156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8" name="Rectangle 300157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59" name="TextBox 300158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3047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478421" y="2972725"/>
                    </a:lnTo>
                    <a:lnTo>
                      <a:pt x="2478421" y="2972725"/>
                    </a:lnTo>
                    <a:lnTo>
                      <a:pt x="2478421" y="3021425"/>
                    </a:lnTo>
                    <a:lnTo>
                      <a:pt x="2478421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2" name="墙_V40_Wall_Bed2_North_East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147628" y="3899065"/>
                <a:ext cx="540164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540164" h="48700">
                    <a:moveTo>
                      <a:pt x="0" y="48700"/>
                    </a:moveTo>
                    <a:lnTo>
                      <a:pt x="540164" y="48700"/>
                    </a:lnTo>
                    <a:lnTo>
                      <a:pt x="540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2834852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13098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0003" name="墙_V40_DoorLeaf_Bed2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114756" y="3947765"/>
                <a:ext cx="16233" cy="283271"/>
              </a:xfrm>
              <a:custGeom>
                <a:avLst/>
                <a:gdLst/>
                <a:ahLst/>
                <a:cxnLst/>
                <a:rect l="l" t="t" r="r" b="b"/>
                <a:pathLst>
                  <a:path w="16233" h="283271">
                    <a:moveTo>
                      <a:pt x="0" y="283271"/>
                    </a:moveTo>
                    <a:lnTo>
                      <a:pt x="16233" y="283271"/>
                    </a:lnTo>
                    <a:lnTo>
                      <a:pt x="1623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300004" name="Rectangle 300003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5" name="Rectangle 300004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6" name="Rectangle 300005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7" name="Rectangle 300006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8" name="Rectangle 30000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09" name="TextBox 30000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二层照明平面放大图（走廊 · 北卫 · 卧室3 · 楼梯 · 卧室 4 · 后卫）</a:t>
            </a:r>
          </a:p>
        </p:txBody>
      </p:sp>
      <p:sp>
        <p:nvSpPr>
          <p:cNvPr id="300010" name="Rectangle 300009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11" name="TextBox 300010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300012" name="TextBox 300011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300013" name="Connector 300012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4" name="TextBox 300013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300015" name="TextBox 300014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二层照明平面放大图（走廊 · 北卫 · 卧室3 · 楼梯 · 卧室 4 · 后卫）</a:t>
            </a:r>
          </a:p>
        </p:txBody>
      </p:sp>
      <p:cxnSp>
        <p:nvCxnSpPr>
          <p:cNvPr id="300016" name="Connector 300015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17" name="TextBox 300016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300018" name="TextBox 300017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电施-14</a:t>
            </a:r>
          </a:p>
        </p:txBody>
      </p:sp>
      <p:cxnSp>
        <p:nvCxnSpPr>
          <p:cNvPr id="300019" name="Connector 300018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0" name="TextBox 300019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300021" name="TextBox 300020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300022" name="Connector 300021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3" name="TextBox 300022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300024" name="TextBox 300023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K-A 2026-10-08）</a:t>
            </a:r>
          </a:p>
        </p:txBody>
      </p:sp>
      <p:cxnSp>
        <p:nvCxnSpPr>
          <p:cNvPr id="300025" name="Connector 300024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26" name="TextBox 300025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300027" name="TextBox 300026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300028" name="Connector 300027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29" name="Connector 300028"/>
          <p:cNvCxnSpPr/>
          <p:nvPr/>
        </p:nvCxnSpPr>
        <p:spPr>
          <a:xfrm flipV="1">
            <a:off x="2303510" y="3268996"/>
            <a:ext cx="0" cy="149923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0" name="Connector 300029"/>
          <p:cNvCxnSpPr/>
          <p:nvPr/>
        </p:nvCxnSpPr>
        <p:spPr>
          <a:xfrm flipH="1">
            <a:off x="2284305" y="3268996"/>
            <a:ext cx="1920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1" name="Connector 300030"/>
          <p:cNvCxnSpPr/>
          <p:nvPr/>
        </p:nvCxnSpPr>
        <p:spPr>
          <a:xfrm>
            <a:off x="2531210" y="3469157"/>
            <a:ext cx="0" cy="47010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2" name="Connector 300031"/>
          <p:cNvCxnSpPr/>
          <p:nvPr/>
        </p:nvCxnSpPr>
        <p:spPr>
          <a:xfrm>
            <a:off x="2531210" y="3939263"/>
            <a:ext cx="21368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3" name="Connector 300032"/>
          <p:cNvCxnSpPr/>
          <p:nvPr/>
        </p:nvCxnSpPr>
        <p:spPr>
          <a:xfrm>
            <a:off x="2744894" y="3939263"/>
            <a:ext cx="0" cy="156294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4" name="Connector 300033"/>
          <p:cNvCxnSpPr/>
          <p:nvPr/>
        </p:nvCxnSpPr>
        <p:spPr>
          <a:xfrm>
            <a:off x="2744894" y="5502210"/>
            <a:ext cx="16484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5" name="Connector 300034"/>
          <p:cNvCxnSpPr/>
          <p:nvPr/>
        </p:nvCxnSpPr>
        <p:spPr>
          <a:xfrm>
            <a:off x="2909736" y="5502210"/>
            <a:ext cx="85473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6" name="Connector 300035"/>
          <p:cNvCxnSpPr/>
          <p:nvPr/>
        </p:nvCxnSpPr>
        <p:spPr>
          <a:xfrm flipV="1">
            <a:off x="3764473" y="5465578"/>
            <a:ext cx="0" cy="366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7" name="Connector 300036"/>
          <p:cNvCxnSpPr/>
          <p:nvPr/>
        </p:nvCxnSpPr>
        <p:spPr>
          <a:xfrm>
            <a:off x="3764473" y="5465578"/>
            <a:ext cx="62273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8" name="Connector 300037"/>
          <p:cNvCxnSpPr/>
          <p:nvPr/>
        </p:nvCxnSpPr>
        <p:spPr>
          <a:xfrm flipV="1">
            <a:off x="4387210" y="5325157"/>
            <a:ext cx="0" cy="1404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39" name="Connector 300038"/>
          <p:cNvCxnSpPr/>
          <p:nvPr/>
        </p:nvCxnSpPr>
        <p:spPr>
          <a:xfrm>
            <a:off x="4387210" y="5325157"/>
            <a:ext cx="54606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0" name="Connector 300039"/>
          <p:cNvCxnSpPr/>
          <p:nvPr/>
        </p:nvCxnSpPr>
        <p:spPr>
          <a:xfrm>
            <a:off x="4933278" y="5325157"/>
            <a:ext cx="0" cy="51781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1" name="Connector 300040"/>
          <p:cNvCxnSpPr/>
          <p:nvPr/>
        </p:nvCxnSpPr>
        <p:spPr>
          <a:xfrm flipV="1">
            <a:off x="2531210" y="1857368"/>
            <a:ext cx="0" cy="161178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2" name="Connector 300041"/>
          <p:cNvCxnSpPr/>
          <p:nvPr/>
        </p:nvCxnSpPr>
        <p:spPr>
          <a:xfrm>
            <a:off x="2531210" y="1857368"/>
            <a:ext cx="72042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3" name="Connector 300042"/>
          <p:cNvCxnSpPr/>
          <p:nvPr/>
        </p:nvCxnSpPr>
        <p:spPr>
          <a:xfrm>
            <a:off x="4118924" y="6418000"/>
            <a:ext cx="814354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4" name="Connector 300043"/>
          <p:cNvCxnSpPr/>
          <p:nvPr/>
        </p:nvCxnSpPr>
        <p:spPr>
          <a:xfrm flipV="1">
            <a:off x="4933278" y="5842969"/>
            <a:ext cx="0" cy="575031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45" name="TextBox 300044"/>
          <p:cNvSpPr txBox="1"/>
          <p:nvPr/>
        </p:nvSpPr>
        <p:spPr>
          <a:xfrm>
            <a:off x="2355336" y="625903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 BV-3×2.5 PC20 WC/CC</a:t>
            </a:r>
          </a:p>
        </p:txBody>
      </p:sp>
      <p:cxnSp>
        <p:nvCxnSpPr>
          <p:cNvPr id="300046" name="Connector 300045"/>
          <p:cNvCxnSpPr/>
          <p:nvPr/>
        </p:nvCxnSpPr>
        <p:spPr>
          <a:xfrm flipH="1">
            <a:off x="2284305" y="3469157"/>
            <a:ext cx="24690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7" name="Connector 300046"/>
          <p:cNvCxnSpPr/>
          <p:nvPr/>
        </p:nvCxnSpPr>
        <p:spPr>
          <a:xfrm flipV="1">
            <a:off x="2284305" y="3268996"/>
            <a:ext cx="0" cy="20016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8" name="Connector 300047"/>
          <p:cNvCxnSpPr/>
          <p:nvPr/>
        </p:nvCxnSpPr>
        <p:spPr>
          <a:xfrm>
            <a:off x="3251631" y="1857368"/>
            <a:ext cx="40818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49" name="Connector 300048"/>
          <p:cNvCxnSpPr/>
          <p:nvPr/>
        </p:nvCxnSpPr>
        <p:spPr>
          <a:xfrm>
            <a:off x="3659815" y="1857368"/>
            <a:ext cx="0" cy="7027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0" name="Connector 300049"/>
          <p:cNvCxnSpPr/>
          <p:nvPr/>
        </p:nvCxnSpPr>
        <p:spPr>
          <a:xfrm>
            <a:off x="2744894" y="3939263"/>
            <a:ext cx="71776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1" name="Connector 300050"/>
          <p:cNvCxnSpPr/>
          <p:nvPr/>
        </p:nvCxnSpPr>
        <p:spPr>
          <a:xfrm>
            <a:off x="3462663" y="3939263"/>
            <a:ext cx="0" cy="40419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2" name="Connector 300051"/>
          <p:cNvCxnSpPr/>
          <p:nvPr/>
        </p:nvCxnSpPr>
        <p:spPr>
          <a:xfrm flipH="1">
            <a:off x="2303510" y="5502210"/>
            <a:ext cx="60622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3" name="Connector 300052"/>
          <p:cNvCxnSpPr/>
          <p:nvPr/>
        </p:nvCxnSpPr>
        <p:spPr>
          <a:xfrm flipV="1">
            <a:off x="2303510" y="4768232"/>
            <a:ext cx="0" cy="73397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4" name="Connector 300053"/>
          <p:cNvCxnSpPr/>
          <p:nvPr/>
        </p:nvCxnSpPr>
        <p:spPr>
          <a:xfrm>
            <a:off x="2909736" y="5502210"/>
            <a:ext cx="45659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5" name="Connector 300054"/>
          <p:cNvCxnSpPr/>
          <p:nvPr/>
        </p:nvCxnSpPr>
        <p:spPr>
          <a:xfrm>
            <a:off x="3366335" y="5502210"/>
            <a:ext cx="0" cy="65543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6" name="Connector 300055"/>
          <p:cNvCxnSpPr/>
          <p:nvPr/>
        </p:nvCxnSpPr>
        <p:spPr>
          <a:xfrm>
            <a:off x="3764473" y="5465578"/>
            <a:ext cx="0" cy="69206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7" name="Connector 300056"/>
          <p:cNvCxnSpPr/>
          <p:nvPr/>
        </p:nvCxnSpPr>
        <p:spPr>
          <a:xfrm flipH="1">
            <a:off x="3366335" y="6157642"/>
            <a:ext cx="39813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8" name="Connector 300057"/>
          <p:cNvCxnSpPr/>
          <p:nvPr/>
        </p:nvCxnSpPr>
        <p:spPr>
          <a:xfrm flipV="1">
            <a:off x="4387210" y="5258293"/>
            <a:ext cx="0" cy="6686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59" name="Connector 300058"/>
          <p:cNvCxnSpPr/>
          <p:nvPr/>
        </p:nvCxnSpPr>
        <p:spPr>
          <a:xfrm>
            <a:off x="4387210" y="5258293"/>
            <a:ext cx="121105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0" name="Connector 300059"/>
          <p:cNvCxnSpPr/>
          <p:nvPr/>
        </p:nvCxnSpPr>
        <p:spPr>
          <a:xfrm>
            <a:off x="4933278" y="5842969"/>
            <a:ext cx="0" cy="37778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1" name="Connector 300060"/>
          <p:cNvCxnSpPr/>
          <p:nvPr/>
        </p:nvCxnSpPr>
        <p:spPr>
          <a:xfrm>
            <a:off x="4933278" y="6220750"/>
            <a:ext cx="95393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2" name="Connector 300061"/>
          <p:cNvCxnSpPr/>
          <p:nvPr/>
        </p:nvCxnSpPr>
        <p:spPr>
          <a:xfrm>
            <a:off x="2531210" y="3469157"/>
            <a:ext cx="378526" cy="2033053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3" name="Connector 300062"/>
          <p:cNvCxnSpPr/>
          <p:nvPr/>
        </p:nvCxnSpPr>
        <p:spPr>
          <a:xfrm flipH="1">
            <a:off x="2909736" y="5465578"/>
            <a:ext cx="854737" cy="3663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4" name="Oval 300063"/>
          <p:cNvSpPr/>
          <p:nvPr/>
        </p:nvSpPr>
        <p:spPr>
          <a:xfrm>
            <a:off x="4104793" y="6361477"/>
            <a:ext cx="113044" cy="1130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5" name="Connector 300064"/>
          <p:cNvCxnSpPr/>
          <p:nvPr/>
        </p:nvCxnSpPr>
        <p:spPr>
          <a:xfrm flipV="1">
            <a:off x="4122456" y="6379141"/>
            <a:ext cx="77718" cy="777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66" name="TextBox 300065"/>
          <p:cNvSpPr txBox="1"/>
          <p:nvPr/>
        </p:nvSpPr>
        <p:spPr>
          <a:xfrm>
            <a:off x="1690663" y="6488652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由一层 AL1 沿楼梯井引上</a:t>
            </a:r>
          </a:p>
        </p:txBody>
      </p:sp>
      <p:sp>
        <p:nvSpPr>
          <p:cNvPr id="300067" name="Oval 300066"/>
          <p:cNvSpPr/>
          <p:nvPr/>
        </p:nvSpPr>
        <p:spPr>
          <a:xfrm>
            <a:off x="3281552" y="607285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68" name="Connector 300067"/>
          <p:cNvCxnSpPr/>
          <p:nvPr/>
        </p:nvCxnSpPr>
        <p:spPr>
          <a:xfrm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69" name="Connector 300068"/>
          <p:cNvCxnSpPr/>
          <p:nvPr/>
        </p:nvCxnSpPr>
        <p:spPr>
          <a:xfrm flipV="1"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0" name="TextBox 300069"/>
          <p:cNvSpPr txBox="1"/>
          <p:nvPr/>
        </p:nvSpPr>
        <p:spPr>
          <a:xfrm>
            <a:off x="3444053" y="5995141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300071" name="Oval 300070"/>
          <p:cNvSpPr/>
          <p:nvPr/>
        </p:nvSpPr>
        <p:spPr>
          <a:xfrm>
            <a:off x="2218727" y="468344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2" name="Connector 300071"/>
          <p:cNvCxnSpPr/>
          <p:nvPr/>
        </p:nvCxnSpPr>
        <p:spPr>
          <a:xfrm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3" name="Connector 300072"/>
          <p:cNvCxnSpPr/>
          <p:nvPr/>
        </p:nvCxnSpPr>
        <p:spPr>
          <a:xfrm flipV="1"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4" name="TextBox 300073"/>
          <p:cNvSpPr txBox="1"/>
          <p:nvPr/>
        </p:nvSpPr>
        <p:spPr>
          <a:xfrm>
            <a:off x="2381228" y="4605731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075" name="Oval 300074"/>
          <p:cNvSpPr/>
          <p:nvPr/>
        </p:nvSpPr>
        <p:spPr>
          <a:xfrm>
            <a:off x="3377880" y="425867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76" name="Connector 300075"/>
          <p:cNvCxnSpPr/>
          <p:nvPr/>
        </p:nvCxnSpPr>
        <p:spPr>
          <a:xfrm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77" name="Connector 300076"/>
          <p:cNvCxnSpPr/>
          <p:nvPr/>
        </p:nvCxnSpPr>
        <p:spPr>
          <a:xfrm flipV="1"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78" name="TextBox 300077"/>
          <p:cNvSpPr txBox="1"/>
          <p:nvPr/>
        </p:nvSpPr>
        <p:spPr>
          <a:xfrm>
            <a:off x="3540381" y="418095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300079" name="Oval 300078"/>
          <p:cNvSpPr/>
          <p:nvPr/>
        </p:nvSpPr>
        <p:spPr>
          <a:xfrm>
            <a:off x="5513477" y="517350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80" name="Connector 300079"/>
          <p:cNvCxnSpPr/>
          <p:nvPr/>
        </p:nvCxnSpPr>
        <p:spPr>
          <a:xfrm>
            <a:off x="5538319" y="519835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81" name="Connector 300080"/>
          <p:cNvCxnSpPr/>
          <p:nvPr/>
        </p:nvCxnSpPr>
        <p:spPr>
          <a:xfrm flipV="1">
            <a:off x="5538319" y="519835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82" name="TextBox 300081"/>
          <p:cNvSpPr txBox="1"/>
          <p:nvPr/>
        </p:nvSpPr>
        <p:spPr>
          <a:xfrm>
            <a:off x="5675978" y="5095792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300083" name="Oval 300082"/>
          <p:cNvSpPr/>
          <p:nvPr/>
        </p:nvSpPr>
        <p:spPr>
          <a:xfrm>
            <a:off x="3603293" y="2503571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4" name="Oval 300083"/>
          <p:cNvSpPr/>
          <p:nvPr/>
        </p:nvSpPr>
        <p:spPr>
          <a:xfrm>
            <a:off x="3642151" y="2542430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5" name="TextBox 300084"/>
          <p:cNvSpPr txBox="1"/>
          <p:nvPr/>
        </p:nvSpPr>
        <p:spPr>
          <a:xfrm>
            <a:off x="3737533" y="2397592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300086" name="Oval 300085"/>
          <p:cNvSpPr/>
          <p:nvPr/>
        </p:nvSpPr>
        <p:spPr>
          <a:xfrm>
            <a:off x="5830686" y="616422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7" name="Oval 300086"/>
          <p:cNvSpPr/>
          <p:nvPr/>
        </p:nvSpPr>
        <p:spPr>
          <a:xfrm>
            <a:off x="5869545" y="620308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88" name="TextBox 300087"/>
          <p:cNvSpPr txBox="1"/>
          <p:nvPr/>
        </p:nvSpPr>
        <p:spPr>
          <a:xfrm>
            <a:off x="5964926" y="605824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300089" name="Oval 300088"/>
          <p:cNvSpPr/>
          <p:nvPr/>
        </p:nvSpPr>
        <p:spPr>
          <a:xfrm>
            <a:off x="2199522" y="318421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0" name="Connector 300089"/>
          <p:cNvCxnSpPr/>
          <p:nvPr/>
        </p:nvCxnSpPr>
        <p:spPr>
          <a:xfrm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1" name="Connector 300090"/>
          <p:cNvCxnSpPr/>
          <p:nvPr/>
        </p:nvCxnSpPr>
        <p:spPr>
          <a:xfrm flipV="1"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2" name="TextBox 300091"/>
          <p:cNvSpPr txBox="1"/>
          <p:nvPr/>
        </p:nvSpPr>
        <p:spPr>
          <a:xfrm>
            <a:off x="2362023" y="310649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300093" name="Oval 300092"/>
          <p:cNvSpPr/>
          <p:nvPr/>
        </p:nvSpPr>
        <p:spPr>
          <a:xfrm>
            <a:off x="2505775" y="3443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094" name="Connector 300093"/>
          <p:cNvCxnSpPr/>
          <p:nvPr/>
        </p:nvCxnSpPr>
        <p:spPr>
          <a:xfrm flipV="1">
            <a:off x="2531210" y="3373236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5" name="Connector 300094"/>
          <p:cNvCxnSpPr/>
          <p:nvPr/>
        </p:nvCxnSpPr>
        <p:spPr>
          <a:xfrm>
            <a:off x="2627131" y="3373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6" name="Connector 300095"/>
          <p:cNvCxnSpPr/>
          <p:nvPr/>
        </p:nvCxnSpPr>
        <p:spPr>
          <a:xfrm flipH="1">
            <a:off x="2459269" y="3469157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097" name="Connector 300096"/>
          <p:cNvCxnSpPr/>
          <p:nvPr/>
        </p:nvCxnSpPr>
        <p:spPr>
          <a:xfrm flipH="1" flipV="1">
            <a:off x="2435289" y="3517118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098" name="TextBox 300097"/>
          <p:cNvSpPr txBox="1"/>
          <p:nvPr/>
        </p:nvSpPr>
        <p:spPr>
          <a:xfrm>
            <a:off x="2641262" y="3260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300099" name="Oval 300098"/>
          <p:cNvSpPr/>
          <p:nvPr/>
        </p:nvSpPr>
        <p:spPr>
          <a:xfrm>
            <a:off x="3226196" y="1831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0" name="Connector 300099"/>
          <p:cNvCxnSpPr/>
          <p:nvPr/>
        </p:nvCxnSpPr>
        <p:spPr>
          <a:xfrm flipV="1">
            <a:off x="3251631" y="1761447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1" name="Connector 300100"/>
          <p:cNvCxnSpPr/>
          <p:nvPr/>
        </p:nvCxnSpPr>
        <p:spPr>
          <a:xfrm>
            <a:off x="3347552" y="1761447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2" name="TextBox 300101"/>
          <p:cNvSpPr txBox="1"/>
          <p:nvPr/>
        </p:nvSpPr>
        <p:spPr>
          <a:xfrm>
            <a:off x="3361683" y="164840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300103" name="Oval 300102"/>
          <p:cNvSpPr/>
          <p:nvPr/>
        </p:nvSpPr>
        <p:spPr>
          <a:xfrm>
            <a:off x="2719459" y="3913828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4" name="Connector 300103"/>
          <p:cNvCxnSpPr/>
          <p:nvPr/>
        </p:nvCxnSpPr>
        <p:spPr>
          <a:xfrm flipV="1">
            <a:off x="2744894" y="3843341"/>
            <a:ext cx="95921" cy="959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5" name="Connector 300104"/>
          <p:cNvCxnSpPr/>
          <p:nvPr/>
        </p:nvCxnSpPr>
        <p:spPr>
          <a:xfrm>
            <a:off x="2840815" y="3843341"/>
            <a:ext cx="23981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06" name="TextBox 300105"/>
          <p:cNvSpPr txBox="1"/>
          <p:nvPr/>
        </p:nvSpPr>
        <p:spPr>
          <a:xfrm>
            <a:off x="2854946" y="373029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300107" name="Oval 300106"/>
          <p:cNvSpPr/>
          <p:nvPr/>
        </p:nvSpPr>
        <p:spPr>
          <a:xfrm>
            <a:off x="2884301" y="5476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08" name="Connector 300107"/>
          <p:cNvCxnSpPr/>
          <p:nvPr/>
        </p:nvCxnSpPr>
        <p:spPr>
          <a:xfrm flipV="1">
            <a:off x="2909736" y="5406289"/>
            <a:ext cx="95922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09" name="Connector 300108"/>
          <p:cNvCxnSpPr/>
          <p:nvPr/>
        </p:nvCxnSpPr>
        <p:spPr>
          <a:xfrm>
            <a:off x="3005658" y="5406289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0" name="Connector 300109"/>
          <p:cNvCxnSpPr/>
          <p:nvPr/>
        </p:nvCxnSpPr>
        <p:spPr>
          <a:xfrm>
            <a:off x="2988392" y="5423555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1" name="Connector 300110"/>
          <p:cNvCxnSpPr/>
          <p:nvPr/>
        </p:nvCxnSpPr>
        <p:spPr>
          <a:xfrm flipH="1">
            <a:off x="2837795" y="5502210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2" name="Connector 300111"/>
          <p:cNvCxnSpPr/>
          <p:nvPr/>
        </p:nvCxnSpPr>
        <p:spPr>
          <a:xfrm flipH="1" flipV="1">
            <a:off x="2813815" y="5550171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3" name="TextBox 300112"/>
          <p:cNvSpPr txBox="1"/>
          <p:nvPr/>
        </p:nvSpPr>
        <p:spPr>
          <a:xfrm>
            <a:off x="3019788" y="529324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300114" name="Oval 300113"/>
          <p:cNvSpPr/>
          <p:nvPr/>
        </p:nvSpPr>
        <p:spPr>
          <a:xfrm>
            <a:off x="3739038" y="544014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15" name="Connector 300114"/>
          <p:cNvCxnSpPr/>
          <p:nvPr/>
        </p:nvCxnSpPr>
        <p:spPr>
          <a:xfrm flipV="1">
            <a:off x="3764473" y="5369657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6" name="Connector 300115"/>
          <p:cNvCxnSpPr/>
          <p:nvPr/>
        </p:nvCxnSpPr>
        <p:spPr>
          <a:xfrm>
            <a:off x="3860394" y="5369657"/>
            <a:ext cx="23981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7" name="Connector 300116"/>
          <p:cNvCxnSpPr/>
          <p:nvPr/>
        </p:nvCxnSpPr>
        <p:spPr>
          <a:xfrm flipH="1">
            <a:off x="3692532" y="5465578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18" name="Connector 300117"/>
          <p:cNvCxnSpPr/>
          <p:nvPr/>
        </p:nvCxnSpPr>
        <p:spPr>
          <a:xfrm flipH="1" flipV="1">
            <a:off x="3668552" y="5513539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19" name="TextBox 300118"/>
          <p:cNvSpPr txBox="1"/>
          <p:nvPr/>
        </p:nvSpPr>
        <p:spPr>
          <a:xfrm>
            <a:off x="3874525" y="525661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300120" name="Oval 300119"/>
          <p:cNvSpPr/>
          <p:nvPr/>
        </p:nvSpPr>
        <p:spPr>
          <a:xfrm>
            <a:off x="4361775" y="5299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1" name="Connector 300120"/>
          <p:cNvCxnSpPr/>
          <p:nvPr/>
        </p:nvCxnSpPr>
        <p:spPr>
          <a:xfrm flipV="1">
            <a:off x="4387210" y="5229236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2" name="Connector 300121"/>
          <p:cNvCxnSpPr/>
          <p:nvPr/>
        </p:nvCxnSpPr>
        <p:spPr>
          <a:xfrm>
            <a:off x="4483131" y="5229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3" name="TextBox 300122"/>
          <p:cNvSpPr txBox="1"/>
          <p:nvPr/>
        </p:nvSpPr>
        <p:spPr>
          <a:xfrm>
            <a:off x="4497262" y="5116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300124" name="Oval 300123"/>
          <p:cNvSpPr/>
          <p:nvPr/>
        </p:nvSpPr>
        <p:spPr>
          <a:xfrm>
            <a:off x="4907843" y="581753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125" name="Connector 300124"/>
          <p:cNvCxnSpPr/>
          <p:nvPr/>
        </p:nvCxnSpPr>
        <p:spPr>
          <a:xfrm flipV="1">
            <a:off x="4933278" y="5747048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126" name="Connector 300125"/>
          <p:cNvCxnSpPr/>
          <p:nvPr/>
        </p:nvCxnSpPr>
        <p:spPr>
          <a:xfrm>
            <a:off x="5029199" y="5747048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127" name="TextBox 300126"/>
          <p:cNvSpPr txBox="1"/>
          <p:nvPr/>
        </p:nvSpPr>
        <p:spPr>
          <a:xfrm>
            <a:off x="5043329" y="563400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300128" name="TextBox 300127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300129" name="TextBox 300128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走廊北端</a:t>
            </a:r>
          </a:p>
        </p:txBody>
      </p:sp>
      <p:sp>
        <p:nvSpPr>
          <p:cNvPr id="300130" name="TextBox 300129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</a:t>
            </a:r>
          </a:p>
        </p:txBody>
      </p:sp>
      <p:sp>
        <p:nvSpPr>
          <p:cNvPr id="300131" name="TextBox 300130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北卫生间门外</a:t>
            </a:r>
          </a:p>
        </p:txBody>
      </p:sp>
      <p:sp>
        <p:nvSpPr>
          <p:cNvPr id="300132" name="TextBox 300131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</a:t>
            </a:r>
          </a:p>
        </p:txBody>
      </p:sp>
      <p:sp>
        <p:nvSpPr>
          <p:cNvPr id="300133" name="TextBox 300132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卧室3 门旁</a:t>
            </a:r>
          </a:p>
        </p:txBody>
      </p:sp>
      <p:sp>
        <p:nvSpPr>
          <p:cNvPr id="300134" name="TextBox 300133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键1=e</a:t>
            </a:r>
          </a:p>
        </p:txBody>
      </p:sp>
      <p:sp>
        <p:nvSpPr>
          <p:cNvPr id="300135" name="TextBox 300134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走廊南端 · 楼梯口</a:t>
            </a:r>
          </a:p>
        </p:txBody>
      </p:sp>
      <p:sp>
        <p:nvSpPr>
          <p:cNvPr id="300136" name="TextBox 300135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  键2=k</a:t>
            </a:r>
          </a:p>
        </p:txBody>
      </p:sp>
      <p:sp>
        <p:nvSpPr>
          <p:cNvPr id="300137" name="TextBox 300136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楼梯顶</a:t>
            </a:r>
          </a:p>
        </p:txBody>
      </p:sp>
      <p:sp>
        <p:nvSpPr>
          <p:cNvPr id="300138" name="TextBox 300137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键1=k</a:t>
            </a:r>
          </a:p>
        </p:txBody>
      </p:sp>
      <p:sp>
        <p:nvSpPr>
          <p:cNvPr id="300139" name="TextBox 300138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卧室 4 门旁</a:t>
            </a:r>
          </a:p>
        </p:txBody>
      </p:sp>
      <p:sp>
        <p:nvSpPr>
          <p:cNvPr id="300140" name="TextBox 300139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键1=l</a:t>
            </a:r>
          </a:p>
        </p:txBody>
      </p:sp>
      <p:sp>
        <p:nvSpPr>
          <p:cNvPr id="300141" name="TextBox 300140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卧室 4 内 · 卫生间门南侧（隔墙短墙）</a:t>
            </a:r>
          </a:p>
        </p:txBody>
      </p:sp>
      <p:sp>
        <p:nvSpPr>
          <p:cNvPr id="300142" name="TextBox 300141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键1=m</a:t>
            </a:r>
          </a:p>
        </p:txBody>
      </p:sp>
      <p:sp>
        <p:nvSpPr>
          <p:cNvPr id="300143" name="Rectangle 300142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4" name="Rectangle 300143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45" name="TextBox 300144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K-A 2026-10-08）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000000" y="1300000"/>
            <a:ext cx="0" cy="3250000"/>
          </a:xfrm>
          <a:prstGeom prst="line">
            <a:avLst/>
          </a:prstGeom>
          <a:ln w="381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0000" y="1450000"/>
            <a:ext cx="3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进线：引自总配电箱 / 电表箱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（英国：Consumer Unit 内主开关 + RCBO）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0000" y="1300000"/>
            <a:ext cx="100000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00000" y="1040000"/>
            <a:ext cx="15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AL1  暗装，底边距地 1.5 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00000" y="17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900000" y="16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300000" y="17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900000" y="14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0000" y="15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000" y="16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WL1  一层前区照明（门廊 / 门厅 / 起居室 / 餐厅 / 楼梯）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22 盏（一层，字母 见一层图）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000000" y="24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900000" y="23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3300000" y="24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00000" y="21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0000" y="22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000" y="23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WL2  一层后区照明（客厅 / 卫生间 / 厨房 / 吧台 / 洗衣房）+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14 盏（一层，字母 见一层图）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000000" y="31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900000" y="30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3300000" y="31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900000" y="28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0000" y="29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0000" y="30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WL3  户外照明（后花园壁灯 / 围栏地灯）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8 盏（一层，字母 见一层图）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000000" y="38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2900000" y="37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3300000" y="38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900000" y="35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50000" y="36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0000" y="37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WL4  二层照明 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15 盏（二层，字母 a b c d e f g h i j k l m）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000000" y="45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000000" y="4400000"/>
            <a:ext cx="5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备用 1 路（C16 RCBO）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0000" y="5550000"/>
            <a:ext cx="79000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照明回路按区域划分，每路一个 30 mA RCBO（见上表回路名称）；单回路灯具数量与功率均在允许范围内（灯具均为 LED）。插座与专线回路见网页「配电箱」页。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英国规范（BS 7671）照明回路常用 1.5 mm² 双芯加地线 + B6 RCBO；国内常用 BV-2.5 + C16。施工由电工按当地规范定。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卫生间排气扇无单独开关，接所在卫生间灯回路；楼梯吊灯 F06 属 二层回路，一层 S6 只做三控开关点。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WL4 沿楼梯井暗管引上至二层。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二层开关面板表 · 照明回路表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二层开关面板表 · 照明回路表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K-A 2026-10-08）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50000" y="650000"/>
          <a:ext cx="8380000" cy="307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250000"/>
                <a:gridCol w="650000"/>
                <a:gridCol w="1550000"/>
                <a:gridCol w="1550000"/>
                <a:gridCol w="1550000"/>
                <a:gridCol w="14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规格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盥洗室筒灯（单控）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西卫生间筒灯（单控）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主卧南墙（衣帽间那面墙）主卧一侧，C19 西侧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主卧东墙 · 床头侧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主卧主灯位（待选）（单控）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衣帽间筒灯 ×2（单控）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床头侧（东墙）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门旁（门西侧短墙，卧室2 一侧，锁侧）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走廊北端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北卫生间筒灯（单控）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卧室3 主灯 F22（单控）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走廊南端 · 楼梯口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楼梯顶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卧室 4 主灯 F23（单控）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内 · 卫生间门南侧（隔墙短墙）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后卫生间筒灯（套卫）（单控）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710000" y="300000"/>
          <a:ext cx="3250000" cy="287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0000"/>
                <a:gridCol w="1650000"/>
                <a:gridCol w="900000"/>
                <a:gridCol w="40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开关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 F19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S3-1，S4-1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主卧主灯位（待选）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走廊吸顶灯 F11 ×2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S8-1，S11-1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主灯 F22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衣帽间筒灯 ×2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主灯 F20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S6-1，S7-1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S6-2，S7-2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楼梯吊灯 F06（三控：一层 S6 + 二层 S11、S12）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S11-2，S12-1，一层 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主灯 F23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后卫生间筒灯（套卫）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1769</Words>
  <Application>Microsoft Office PowerPoint</Application>
  <PresentationFormat>Widescreen</PresentationFormat>
  <Paragraphs>550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12</cp:revision>
  <dcterms:created xsi:type="dcterms:W3CDTF">2013-01-27T09:14:16Z</dcterms:created>
  <dcterms:modified xsi:type="dcterms:W3CDTF">2026-10-03T09:40:53Z</dcterms:modified>
  <cp:category/>
</cp:coreProperties>
</file>