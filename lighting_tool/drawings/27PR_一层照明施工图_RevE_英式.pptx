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75432" y="173629"/>
            <a:ext cx="3624520" cy="7406973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— KEY PLAN</a:t>
            </a:r>
          </a:p>
        </p:txBody>
      </p:sp>
      <p:sp>
        <p:nvSpPr>
          <p:cNvPr id="541" name="Rectangle 54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4" name="Connector 54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54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E-GF-00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E · 2026-10-03（一层照明按区域分 4 路：前厅 / 侧厅 / 厨房 / 户外）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Rectangle 556"/>
          <p:cNvSpPr/>
          <p:nvPr/>
        </p:nvSpPr>
        <p:spPr>
          <a:xfrm>
            <a:off x="424615" y="3380384"/>
            <a:ext cx="4320000" cy="234692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464615" y="3410384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E-GF-01 放大图：起居室 · G07 区 · 门厅 · 楼梯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756923" y="1801923"/>
            <a:ext cx="3987692" cy="1827692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796923" y="1831923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E-GF-02 放大图：G15 区 · 卫生间 · 储物间</a:t>
            </a:r>
          </a:p>
        </p:txBody>
      </p:sp>
      <p:sp>
        <p:nvSpPr>
          <p:cNvPr id="561" name="Rectangle 560"/>
          <p:cNvSpPr/>
          <p:nvPr/>
        </p:nvSpPr>
        <p:spPr>
          <a:xfrm>
            <a:off x="4246153" y="1843461"/>
            <a:ext cx="415384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4286153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E-GF-03 放大图：厨房 · 洗衣房 · 后花园</a:t>
            </a:r>
          </a:p>
        </p:txBody>
      </p:sp>
      <p:sp>
        <p:nvSpPr>
          <p:cNvPr id="2" name="Freeform 1"/>
          <p:cNvSpPr/>
          <p:nvPr/>
        </p:nvSpPr>
        <p:spPr>
          <a:xfrm>
            <a:off x="3131490" y="4852591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3" name="Connector 562"/>
          <p:cNvCxnSpPr/>
          <p:nvPr/>
        </p:nvCxnSpPr>
        <p:spPr>
          <a:xfrm>
            <a:off x="3122490" y="4882591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Oval 563"/>
          <p:cNvSpPr/>
          <p:nvPr/>
        </p:nvSpPr>
        <p:spPr>
          <a:xfrm>
            <a:off x="3740505" y="4189404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Oval 566"/>
          <p:cNvSpPr/>
          <p:nvPr/>
        </p:nvSpPr>
        <p:spPr>
          <a:xfrm>
            <a:off x="2179037" y="423856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Oval 569"/>
          <p:cNvSpPr/>
          <p:nvPr/>
        </p:nvSpPr>
        <p:spPr>
          <a:xfrm>
            <a:off x="1819536" y="5268733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Oval 572"/>
          <p:cNvSpPr/>
          <p:nvPr/>
        </p:nvSpPr>
        <p:spPr>
          <a:xfrm>
            <a:off x="2752437" y="281368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4" name="Connector 573"/>
          <p:cNvCxnSpPr/>
          <p:nvPr/>
        </p:nvCxnSpPr>
        <p:spPr>
          <a:xfrm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Oval 575"/>
          <p:cNvSpPr/>
          <p:nvPr/>
        </p:nvSpPr>
        <p:spPr>
          <a:xfrm>
            <a:off x="3970087" y="2563428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/>
          <p:cNvSpPr/>
          <p:nvPr/>
        </p:nvSpPr>
        <p:spPr>
          <a:xfrm>
            <a:off x="1424735" y="5265209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4" y="8787"/>
                </a:lnTo>
                <a:lnTo>
                  <a:pt x="46668" y="5056"/>
                </a:lnTo>
                <a:lnTo>
                  <a:pt x="41481" y="2283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3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>
            <a:off x="1415735" y="5295209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7872986" y="4884152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7863986" y="4914152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5818281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2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6" y="8787"/>
                </a:lnTo>
                <a:lnTo>
                  <a:pt x="5056" y="13333"/>
                </a:lnTo>
                <a:lnTo>
                  <a:pt x="2283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5809281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6902578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2" name="Connector 581"/>
          <p:cNvCxnSpPr/>
          <p:nvPr/>
        </p:nvCxnSpPr>
        <p:spPr>
          <a:xfrm>
            <a:off x="6893578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Oval 582"/>
          <p:cNvSpPr/>
          <p:nvPr/>
        </p:nvSpPr>
        <p:spPr>
          <a:xfrm>
            <a:off x="266400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268050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2185977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2202477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170562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172212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1711115" y="426333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1727615" y="427983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191471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207971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669494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2685994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669494" y="42555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685994" y="42720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1711115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1727615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739072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3755572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325871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327521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3268415" y="41833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3284915" y="41998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325871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327521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3739072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3755572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421709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423359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4226795" y="420929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243295" y="422579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421709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423359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6619311" y="4808001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Oval 617"/>
          <p:cNvSpPr/>
          <p:nvPr/>
        </p:nvSpPr>
        <p:spPr>
          <a:xfrm>
            <a:off x="5433865" y="483010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9" name="Connector 618"/>
          <p:cNvCxnSpPr/>
          <p:nvPr/>
        </p:nvCxnSpPr>
        <p:spPr>
          <a:xfrm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1" name="Oval 620"/>
          <p:cNvSpPr/>
          <p:nvPr/>
        </p:nvSpPr>
        <p:spPr>
          <a:xfrm>
            <a:off x="2298853" y="52670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2315353" y="52835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2766177" y="3267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2782677" y="3284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2340398" y="326156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2356898" y="327806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2347767" y="2827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2364267" y="2843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2345560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2362060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2757413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2773913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3232030" y="242108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248530" y="243758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245679" y="281129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3262179" y="282779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3245679" y="3275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3262179" y="3292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7351456" y="507144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7367956" y="508794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4116828" y="333385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4133328" y="335035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496122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497022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574238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575138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6461367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6470367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6869437" y="2132488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878437" y="2139988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1486961" y="4928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1500461" y="4882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1550598" y="4882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1542075" y="4892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1533552" y="490279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1525028" y="491295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3" name="TextBox 652"/>
          <p:cNvSpPr txBox="1"/>
          <p:nvPr/>
        </p:nvSpPr>
        <p:spPr>
          <a:xfrm>
            <a:off x="1250461" y="4972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4" name="Oval 653"/>
          <p:cNvSpPr/>
          <p:nvPr/>
        </p:nvSpPr>
        <p:spPr>
          <a:xfrm>
            <a:off x="1997884" y="5153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5" name="Connector 654"/>
          <p:cNvCxnSpPr/>
          <p:nvPr/>
        </p:nvCxnSpPr>
        <p:spPr>
          <a:xfrm flipV="1">
            <a:off x="2011384" y="5106786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>
            <a:off x="2061522" y="5106786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2052998" y="511694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8" name="TextBox 657"/>
          <p:cNvSpPr txBox="1"/>
          <p:nvPr/>
        </p:nvSpPr>
        <p:spPr>
          <a:xfrm>
            <a:off x="1761384" y="5196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9" name="Oval 658"/>
          <p:cNvSpPr/>
          <p:nvPr/>
        </p:nvSpPr>
        <p:spPr>
          <a:xfrm>
            <a:off x="2986500" y="4667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0" name="Connector 659"/>
          <p:cNvCxnSpPr/>
          <p:nvPr/>
        </p:nvCxnSpPr>
        <p:spPr>
          <a:xfrm flipV="1">
            <a:off x="3000000" y="4620786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3050137" y="4620786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3041614" y="463094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3033090" y="46411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4" name="TextBox 663"/>
          <p:cNvSpPr txBox="1"/>
          <p:nvPr/>
        </p:nvSpPr>
        <p:spPr>
          <a:xfrm>
            <a:off x="2750000" y="4710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5" name="Oval 664"/>
          <p:cNvSpPr/>
          <p:nvPr/>
        </p:nvSpPr>
        <p:spPr>
          <a:xfrm>
            <a:off x="3106961" y="500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6" name="Connector 665"/>
          <p:cNvCxnSpPr/>
          <p:nvPr/>
        </p:nvCxnSpPr>
        <p:spPr>
          <a:xfrm flipV="1">
            <a:off x="3120461" y="496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3170598" y="496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3162075" y="497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3153552" y="49817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3145028" y="49918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1" name="TextBox 670"/>
          <p:cNvSpPr txBox="1"/>
          <p:nvPr/>
        </p:nvSpPr>
        <p:spPr>
          <a:xfrm>
            <a:off x="2870461" y="505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2" name="Oval 671"/>
          <p:cNvSpPr/>
          <p:nvPr/>
        </p:nvSpPr>
        <p:spPr>
          <a:xfrm>
            <a:off x="3173423" y="4808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3" name="Connector 672"/>
          <p:cNvCxnSpPr/>
          <p:nvPr/>
        </p:nvCxnSpPr>
        <p:spPr>
          <a:xfrm flipV="1">
            <a:off x="3186923" y="4762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3237060" y="4762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3228537" y="47721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3220013" y="47823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7" name="TextBox 676"/>
          <p:cNvSpPr txBox="1"/>
          <p:nvPr/>
        </p:nvSpPr>
        <p:spPr>
          <a:xfrm>
            <a:off x="2936923" y="4851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8" name="Oval 677"/>
          <p:cNvSpPr/>
          <p:nvPr/>
        </p:nvSpPr>
        <p:spPr>
          <a:xfrm>
            <a:off x="3173423" y="5439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9" name="Connector 678"/>
          <p:cNvCxnSpPr/>
          <p:nvPr/>
        </p:nvCxnSpPr>
        <p:spPr>
          <a:xfrm flipV="1">
            <a:off x="3186923" y="5393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3237060" y="5393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1" name="TextBox 680"/>
          <p:cNvSpPr txBox="1"/>
          <p:nvPr/>
        </p:nvSpPr>
        <p:spPr>
          <a:xfrm>
            <a:off x="2936923" y="5483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2" name="Oval 681"/>
          <p:cNvSpPr/>
          <p:nvPr/>
        </p:nvSpPr>
        <p:spPr>
          <a:xfrm>
            <a:off x="4419576" y="4185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3" name="Connector 682"/>
          <p:cNvCxnSpPr/>
          <p:nvPr/>
        </p:nvCxnSpPr>
        <p:spPr>
          <a:xfrm flipV="1">
            <a:off x="4433076" y="4138940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4483214" y="41389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4474690" y="4149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6" name="TextBox 685"/>
          <p:cNvSpPr txBox="1"/>
          <p:nvPr/>
        </p:nvSpPr>
        <p:spPr>
          <a:xfrm>
            <a:off x="4183076" y="4228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7" name="Oval 686"/>
          <p:cNvSpPr/>
          <p:nvPr/>
        </p:nvSpPr>
        <p:spPr>
          <a:xfrm>
            <a:off x="3003115" y="339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8" name="Connector 687"/>
          <p:cNvCxnSpPr/>
          <p:nvPr/>
        </p:nvCxnSpPr>
        <p:spPr>
          <a:xfrm flipV="1">
            <a:off x="3016615" y="334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3066752" y="334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3058229" y="335986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3049706" y="3370025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3041182" y="33801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3" name="TextBox 692"/>
          <p:cNvSpPr txBox="1"/>
          <p:nvPr/>
        </p:nvSpPr>
        <p:spPr>
          <a:xfrm>
            <a:off x="2766615" y="343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94" name="Oval 693"/>
          <p:cNvSpPr/>
          <p:nvPr/>
        </p:nvSpPr>
        <p:spPr>
          <a:xfrm>
            <a:off x="2031115" y="2502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5" name="Connector 694"/>
          <p:cNvCxnSpPr/>
          <p:nvPr/>
        </p:nvCxnSpPr>
        <p:spPr>
          <a:xfrm flipV="1">
            <a:off x="2044615" y="2456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>
            <a:off x="2094752" y="2456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>
            <a:off x="2086229" y="246679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2077706" y="2476948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2069182" y="248710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TextBox 699"/>
          <p:cNvSpPr txBox="1"/>
          <p:nvPr/>
        </p:nvSpPr>
        <p:spPr>
          <a:xfrm>
            <a:off x="1794615" y="2546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701" name="Oval 700"/>
          <p:cNvSpPr/>
          <p:nvPr/>
        </p:nvSpPr>
        <p:spPr>
          <a:xfrm>
            <a:off x="4033269" y="3026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2" name="Connector 701"/>
          <p:cNvCxnSpPr/>
          <p:nvPr/>
        </p:nvCxnSpPr>
        <p:spPr>
          <a:xfrm flipV="1">
            <a:off x="4046769" y="2980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>
            <a:off x="4096906" y="2980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4" name="TextBox 703"/>
          <p:cNvSpPr txBox="1"/>
          <p:nvPr/>
        </p:nvSpPr>
        <p:spPr>
          <a:xfrm>
            <a:off x="3796769" y="3069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705" name="Oval 704"/>
          <p:cNvSpPr/>
          <p:nvPr/>
        </p:nvSpPr>
        <p:spPr>
          <a:xfrm>
            <a:off x="4419576" y="233257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6" name="Connector 705"/>
          <p:cNvCxnSpPr/>
          <p:nvPr/>
        </p:nvCxnSpPr>
        <p:spPr>
          <a:xfrm flipV="1">
            <a:off x="4433076" y="2286325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>
            <a:off x="4483214" y="228632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>
            <a:off x="4474690" y="22964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9" name="TextBox 708"/>
          <p:cNvSpPr txBox="1"/>
          <p:nvPr/>
        </p:nvSpPr>
        <p:spPr>
          <a:xfrm>
            <a:off x="4183076" y="237607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710" name="Oval 709"/>
          <p:cNvSpPr/>
          <p:nvPr/>
        </p:nvSpPr>
        <p:spPr>
          <a:xfrm>
            <a:off x="5424807" y="4401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1" name="Connector 710"/>
          <p:cNvCxnSpPr/>
          <p:nvPr/>
        </p:nvCxnSpPr>
        <p:spPr>
          <a:xfrm flipV="1">
            <a:off x="5438307" y="4354940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>
            <a:off x="5488445" y="4354940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>
            <a:off x="5479921" y="4365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4" name="TextBox 713"/>
          <p:cNvSpPr txBox="1"/>
          <p:nvPr/>
        </p:nvSpPr>
        <p:spPr>
          <a:xfrm>
            <a:off x="5188307" y="4444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715" name="Oval 714"/>
          <p:cNvSpPr/>
          <p:nvPr/>
        </p:nvSpPr>
        <p:spPr>
          <a:xfrm>
            <a:off x="4681269" y="473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6" name="Connector 715"/>
          <p:cNvCxnSpPr/>
          <p:nvPr/>
        </p:nvCxnSpPr>
        <p:spPr>
          <a:xfrm flipV="1">
            <a:off x="4694769" y="469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4744906" y="469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4736383" y="470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" name="TextBox 718"/>
          <p:cNvSpPr txBox="1"/>
          <p:nvPr/>
        </p:nvSpPr>
        <p:spPr>
          <a:xfrm>
            <a:off x="4444769" y="478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720" name="Oval 719"/>
          <p:cNvSpPr/>
          <p:nvPr/>
        </p:nvSpPr>
        <p:spPr>
          <a:xfrm>
            <a:off x="7198500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1" name="Connector 720"/>
          <p:cNvCxnSpPr/>
          <p:nvPr/>
        </p:nvCxnSpPr>
        <p:spPr>
          <a:xfrm flipV="1">
            <a:off x="7212000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7262137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3" name="TextBox 722"/>
          <p:cNvSpPr txBox="1"/>
          <p:nvPr/>
        </p:nvSpPr>
        <p:spPr>
          <a:xfrm>
            <a:off x="6962000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724" name="Oval 723"/>
          <p:cNvSpPr/>
          <p:nvPr/>
        </p:nvSpPr>
        <p:spPr>
          <a:xfrm>
            <a:off x="7534961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5" name="Connector 724"/>
          <p:cNvCxnSpPr/>
          <p:nvPr/>
        </p:nvCxnSpPr>
        <p:spPr>
          <a:xfrm flipV="1">
            <a:off x="7548461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7598598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" name="TextBox 726"/>
          <p:cNvSpPr txBox="1"/>
          <p:nvPr/>
        </p:nvSpPr>
        <p:spPr>
          <a:xfrm>
            <a:off x="7298461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cxnSp>
        <p:nvCxnSpPr>
          <p:cNvPr id="728" name="Connector 727"/>
          <p:cNvCxnSpPr/>
          <p:nvPr/>
        </p:nvCxnSpPr>
        <p:spPr>
          <a:xfrm flipV="1">
            <a:off x="3186923" y="5283140"/>
            <a:ext cx="788684" cy="17001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9" name="Oval 728"/>
          <p:cNvSpPr/>
          <p:nvPr/>
        </p:nvSpPr>
        <p:spPr>
          <a:xfrm>
            <a:off x="3939607" y="52471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0" name="Connector 729"/>
          <p:cNvCxnSpPr/>
          <p:nvPr/>
        </p:nvCxnSpPr>
        <p:spPr>
          <a:xfrm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 flipV="1"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2" name="TextBox 731"/>
          <p:cNvSpPr txBox="1"/>
          <p:nvPr/>
        </p:nvSpPr>
        <p:spPr>
          <a:xfrm>
            <a:off x="4020607" y="520814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33" name="Rectangle 732"/>
          <p:cNvSpPr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TextBox 733"/>
          <p:cNvSpPr txBox="1"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5" name="Rectangle 734"/>
          <p:cNvSpPr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TextBox 735"/>
          <p:cNvSpPr txBox="1"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7" name="Rectangle 736"/>
          <p:cNvSpPr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TextBox 737"/>
          <p:cNvSpPr txBox="1"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1" name="Rectangle 740"/>
          <p:cNvSpPr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TextBox 741"/>
          <p:cNvSpPr txBox="1"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3" name="Oval 742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4" name="Connector 743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6" name="TextBox 745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747" name="Oval 746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Connector 747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0" name="TextBox 749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751" name="Oval 750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TextBox 752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116" name="Freeform 115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4" name="Connector 753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5" name="TextBox 754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756" name="Oval 755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TextBox 756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758" name="Oval 757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9" name="Connector 758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2" name="TextBox 761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763" name="Rectangle 762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TextBox 763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65" name="TextBox 764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118" name="Freeform 117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TextBox 765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767" name="Connector 766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8" name="TextBox 767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E-GF-01~03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E-GF-04 开关面板表；回路见 E-GF-05。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按常理补全：p、q 回路 S7 为中途开关三控（S11、S12 两路）；38 控洗衣房筒灯；围栏地灯 4 盏；前储物间加门控开关。</a:t>
            </a:r>
          </a:p>
        </p:txBody>
      </p:sp>
      <p:sp>
        <p:nvSpPr>
          <p:cNvPr id="772" name="Rectangle 771"/>
          <p:cNvSpPr/>
          <p:nvPr/>
        </p:nvSpPr>
        <p:spPr>
          <a:xfrm>
            <a:off x="400000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Rectangle 772"/>
          <p:cNvSpPr/>
          <p:nvPr/>
        </p:nvSpPr>
        <p:spPr>
          <a:xfrm>
            <a:off x="788637" y="6480000"/>
            <a:ext cx="38863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ectangle 773"/>
          <p:cNvSpPr/>
          <p:nvPr/>
        </p:nvSpPr>
        <p:spPr>
          <a:xfrm>
            <a:off x="1177275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TextBox 774"/>
          <p:cNvSpPr txBox="1"/>
          <p:nvPr/>
        </p:nvSpPr>
        <p:spPr>
          <a:xfrm>
            <a:off x="1605912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1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E-GF-01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E · 2026-10-03（一层照明按区域分 4 路：前厅 / 侧厅 / 厨房 / 户外）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3299350" y="446482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3299350" y="446482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564" name="Connector 563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Oval 564"/>
          <p:cNvSpPr/>
          <p:nvPr/>
        </p:nvSpPr>
        <p:spPr>
          <a:xfrm>
            <a:off x="5287872" y="4092201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5287872" y="4092201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2999539" y="4905889"/>
            <a:ext cx="294018" cy="260715"/>
          </a:xfrm>
          <a:custGeom>
            <a:avLst/>
            <a:gdLst/>
            <a:ahLst/>
            <a:cxnLst/>
            <a:rect l="l" t="t" r="r" b="b"/>
            <a:pathLst>
              <a:path w="294018" h="260715">
                <a:moveTo>
                  <a:pt x="294018" y="0"/>
                </a:moveTo>
                <a:lnTo>
                  <a:pt x="269532" y="9404"/>
                </a:lnTo>
                <a:lnTo>
                  <a:pt x="245860" y="19726"/>
                </a:lnTo>
                <a:lnTo>
                  <a:pt x="223002" y="30967"/>
                </a:lnTo>
                <a:lnTo>
                  <a:pt x="200960" y="43127"/>
                </a:lnTo>
                <a:lnTo>
                  <a:pt x="179732" y="56206"/>
                </a:lnTo>
                <a:lnTo>
                  <a:pt x="159319" y="70204"/>
                </a:lnTo>
                <a:lnTo>
                  <a:pt x="139721" y="85120"/>
                </a:lnTo>
                <a:lnTo>
                  <a:pt x="120937" y="100955"/>
                </a:lnTo>
                <a:lnTo>
                  <a:pt x="102969" y="117710"/>
                </a:lnTo>
                <a:lnTo>
                  <a:pt x="85815" y="135382"/>
                </a:lnTo>
                <a:lnTo>
                  <a:pt x="69475" y="153974"/>
                </a:lnTo>
                <a:lnTo>
                  <a:pt x="53951" y="173485"/>
                </a:lnTo>
                <a:lnTo>
                  <a:pt x="39241" y="193914"/>
                </a:lnTo>
                <a:lnTo>
                  <a:pt x="25346" y="215262"/>
                </a:lnTo>
                <a:lnTo>
                  <a:pt x="12265" y="237529"/>
                </a:lnTo>
                <a:lnTo>
                  <a:pt x="0" y="26071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293557" y="4905889"/>
            <a:ext cx="587610" cy="234847"/>
          </a:xfrm>
          <a:custGeom>
            <a:avLst/>
            <a:gdLst/>
            <a:ahLst/>
            <a:cxnLst/>
            <a:rect l="l" t="t" r="r" b="b"/>
            <a:pathLst>
              <a:path w="587610" h="234847">
                <a:moveTo>
                  <a:pt x="0" y="0"/>
                </a:moveTo>
                <a:lnTo>
                  <a:pt x="31222" y="28450"/>
                </a:lnTo>
                <a:lnTo>
                  <a:pt x="63177" y="55064"/>
                </a:lnTo>
                <a:lnTo>
                  <a:pt x="95866" y="79841"/>
                </a:lnTo>
                <a:lnTo>
                  <a:pt x="129289" y="102782"/>
                </a:lnTo>
                <a:lnTo>
                  <a:pt x="163446" y="123887"/>
                </a:lnTo>
                <a:lnTo>
                  <a:pt x="198337" y="143156"/>
                </a:lnTo>
                <a:lnTo>
                  <a:pt x="233962" y="160588"/>
                </a:lnTo>
                <a:lnTo>
                  <a:pt x="270320" y="176184"/>
                </a:lnTo>
                <a:lnTo>
                  <a:pt x="307413" y="189944"/>
                </a:lnTo>
                <a:lnTo>
                  <a:pt x="345240" y="201867"/>
                </a:lnTo>
                <a:lnTo>
                  <a:pt x="383800" y="211955"/>
                </a:lnTo>
                <a:lnTo>
                  <a:pt x="423094" y="220206"/>
                </a:lnTo>
                <a:lnTo>
                  <a:pt x="463122" y="226620"/>
                </a:lnTo>
                <a:lnTo>
                  <a:pt x="503884" y="231199"/>
                </a:lnTo>
                <a:lnTo>
                  <a:pt x="545380" y="233941"/>
                </a:lnTo>
                <a:lnTo>
                  <a:pt x="587610" y="23484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213128" y="4482716"/>
            <a:ext cx="116535" cy="665920"/>
          </a:xfrm>
          <a:custGeom>
            <a:avLst/>
            <a:gdLst/>
            <a:ahLst/>
            <a:cxnLst/>
            <a:rect l="l" t="t" r="r" b="b"/>
            <a:pathLst>
              <a:path w="116535" h="665920">
                <a:moveTo>
                  <a:pt x="116535" y="0"/>
                </a:moveTo>
                <a:lnTo>
                  <a:pt x="95536" y="39598"/>
                </a:lnTo>
                <a:lnTo>
                  <a:pt x="76618" y="79466"/>
                </a:lnTo>
                <a:lnTo>
                  <a:pt x="59781" y="119603"/>
                </a:lnTo>
                <a:lnTo>
                  <a:pt x="45025" y="160010"/>
                </a:lnTo>
                <a:lnTo>
                  <a:pt x="32350" y="200686"/>
                </a:lnTo>
                <a:lnTo>
                  <a:pt x="21756" y="241633"/>
                </a:lnTo>
                <a:lnTo>
                  <a:pt x="13243" y="282848"/>
                </a:lnTo>
                <a:lnTo>
                  <a:pt x="6811" y="324333"/>
                </a:lnTo>
                <a:lnTo>
                  <a:pt x="2460" y="366088"/>
                </a:lnTo>
                <a:lnTo>
                  <a:pt x="189" y="408113"/>
                </a:lnTo>
                <a:lnTo>
                  <a:pt x="0" y="450406"/>
                </a:lnTo>
                <a:lnTo>
                  <a:pt x="1892" y="492970"/>
                </a:lnTo>
                <a:lnTo>
                  <a:pt x="5865" y="535803"/>
                </a:lnTo>
                <a:lnTo>
                  <a:pt x="11919" y="578906"/>
                </a:lnTo>
                <a:lnTo>
                  <a:pt x="20054" y="622278"/>
                </a:lnTo>
                <a:lnTo>
                  <a:pt x="30270" y="66592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329663" y="3223106"/>
            <a:ext cx="1348101" cy="1259610"/>
          </a:xfrm>
          <a:custGeom>
            <a:avLst/>
            <a:gdLst/>
            <a:ahLst/>
            <a:cxnLst/>
            <a:rect l="l" t="t" r="r" b="b"/>
            <a:pathLst>
              <a:path w="1348101" h="1259610">
                <a:moveTo>
                  <a:pt x="0" y="1259610"/>
                </a:moveTo>
                <a:lnTo>
                  <a:pt x="113778" y="1212480"/>
                </a:lnTo>
                <a:lnTo>
                  <a:pt x="223621" y="1161138"/>
                </a:lnTo>
                <a:lnTo>
                  <a:pt x="329526" y="1105583"/>
                </a:lnTo>
                <a:lnTo>
                  <a:pt x="431496" y="1045815"/>
                </a:lnTo>
                <a:lnTo>
                  <a:pt x="529529" y="981834"/>
                </a:lnTo>
                <a:lnTo>
                  <a:pt x="623626" y="913641"/>
                </a:lnTo>
                <a:lnTo>
                  <a:pt x="713787" y="841234"/>
                </a:lnTo>
                <a:lnTo>
                  <a:pt x="800011" y="764615"/>
                </a:lnTo>
                <a:lnTo>
                  <a:pt x="882300" y="683783"/>
                </a:lnTo>
                <a:lnTo>
                  <a:pt x="960651" y="598738"/>
                </a:lnTo>
                <a:lnTo>
                  <a:pt x="1035067" y="509481"/>
                </a:lnTo>
                <a:lnTo>
                  <a:pt x="1105546" y="416010"/>
                </a:lnTo>
                <a:lnTo>
                  <a:pt x="1172089" y="318327"/>
                </a:lnTo>
                <a:lnTo>
                  <a:pt x="1234696" y="216431"/>
                </a:lnTo>
                <a:lnTo>
                  <a:pt x="1293367" y="110322"/>
                </a:lnTo>
                <a:lnTo>
                  <a:pt x="13481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77764" y="3223106"/>
            <a:ext cx="1708149" cy="1408504"/>
          </a:xfrm>
          <a:custGeom>
            <a:avLst/>
            <a:gdLst/>
            <a:ahLst/>
            <a:cxnLst/>
            <a:rect l="l" t="t" r="r" b="b"/>
            <a:pathLst>
              <a:path w="1708149" h="1408504">
                <a:moveTo>
                  <a:pt x="1708149" y="1408504"/>
                </a:moveTo>
                <a:lnTo>
                  <a:pt x="1634401" y="1280438"/>
                </a:lnTo>
                <a:lnTo>
                  <a:pt x="1556252" y="1157710"/>
                </a:lnTo>
                <a:lnTo>
                  <a:pt x="1473702" y="1040319"/>
                </a:lnTo>
                <a:lnTo>
                  <a:pt x="1386750" y="928267"/>
                </a:lnTo>
                <a:lnTo>
                  <a:pt x="1295396" y="821553"/>
                </a:lnTo>
                <a:lnTo>
                  <a:pt x="1199640" y="720176"/>
                </a:lnTo>
                <a:lnTo>
                  <a:pt x="1099483" y="624138"/>
                </a:lnTo>
                <a:lnTo>
                  <a:pt x="994925" y="533437"/>
                </a:lnTo>
                <a:lnTo>
                  <a:pt x="885965" y="448075"/>
                </a:lnTo>
                <a:lnTo>
                  <a:pt x="772603" y="368050"/>
                </a:lnTo>
                <a:lnTo>
                  <a:pt x="654840" y="293363"/>
                </a:lnTo>
                <a:lnTo>
                  <a:pt x="532675" y="224015"/>
                </a:lnTo>
                <a:lnTo>
                  <a:pt x="406109" y="160004"/>
                </a:lnTo>
                <a:lnTo>
                  <a:pt x="275141" y="101332"/>
                </a:lnTo>
                <a:lnTo>
                  <a:pt x="139771" y="4799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329663" y="3247206"/>
            <a:ext cx="443981" cy="1235510"/>
          </a:xfrm>
          <a:custGeom>
            <a:avLst/>
            <a:gdLst/>
            <a:ahLst/>
            <a:cxnLst/>
            <a:rect l="l" t="t" r="r" b="b"/>
            <a:pathLst>
              <a:path w="443981" h="1235510">
                <a:moveTo>
                  <a:pt x="0" y="1235510"/>
                </a:moveTo>
                <a:lnTo>
                  <a:pt x="56625" y="1168666"/>
                </a:lnTo>
                <a:lnTo>
                  <a:pt x="109390" y="1100439"/>
                </a:lnTo>
                <a:lnTo>
                  <a:pt x="158294" y="1030828"/>
                </a:lnTo>
                <a:lnTo>
                  <a:pt x="203336" y="959834"/>
                </a:lnTo>
                <a:lnTo>
                  <a:pt x="244518" y="887457"/>
                </a:lnTo>
                <a:lnTo>
                  <a:pt x="281838" y="813696"/>
                </a:lnTo>
                <a:lnTo>
                  <a:pt x="315298" y="738552"/>
                </a:lnTo>
                <a:lnTo>
                  <a:pt x="344897" y="662024"/>
                </a:lnTo>
                <a:lnTo>
                  <a:pt x="370635" y="584113"/>
                </a:lnTo>
                <a:lnTo>
                  <a:pt x="392511" y="504819"/>
                </a:lnTo>
                <a:lnTo>
                  <a:pt x="410527" y="424141"/>
                </a:lnTo>
                <a:lnTo>
                  <a:pt x="424682" y="342079"/>
                </a:lnTo>
                <a:lnTo>
                  <a:pt x="434976" y="258635"/>
                </a:lnTo>
                <a:lnTo>
                  <a:pt x="441409" y="173807"/>
                </a:lnTo>
                <a:lnTo>
                  <a:pt x="443981" y="87595"/>
                </a:lnTo>
                <a:lnTo>
                  <a:pt x="44269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0409" y="2444714"/>
            <a:ext cx="806415" cy="2186896"/>
          </a:xfrm>
          <a:custGeom>
            <a:avLst/>
            <a:gdLst/>
            <a:ahLst/>
            <a:cxnLst/>
            <a:rect l="l" t="t" r="r" b="b"/>
            <a:pathLst>
              <a:path w="806415" h="2186896">
                <a:moveTo>
                  <a:pt x="805504" y="2186896"/>
                </a:moveTo>
                <a:lnTo>
                  <a:pt x="806415" y="2031336"/>
                </a:lnTo>
                <a:lnTo>
                  <a:pt x="800493" y="1878293"/>
                </a:lnTo>
                <a:lnTo>
                  <a:pt x="787736" y="1727768"/>
                </a:lnTo>
                <a:lnTo>
                  <a:pt x="768145" y="1579759"/>
                </a:lnTo>
                <a:lnTo>
                  <a:pt x="741720" y="1434268"/>
                </a:lnTo>
                <a:lnTo>
                  <a:pt x="708461" y="1291294"/>
                </a:lnTo>
                <a:lnTo>
                  <a:pt x="668368" y="1150837"/>
                </a:lnTo>
                <a:lnTo>
                  <a:pt x="621441" y="1012897"/>
                </a:lnTo>
                <a:lnTo>
                  <a:pt x="567680" y="877475"/>
                </a:lnTo>
                <a:lnTo>
                  <a:pt x="507085" y="744570"/>
                </a:lnTo>
                <a:lnTo>
                  <a:pt x="439656" y="614182"/>
                </a:lnTo>
                <a:lnTo>
                  <a:pt x="365393" y="486311"/>
                </a:lnTo>
                <a:lnTo>
                  <a:pt x="284296" y="360957"/>
                </a:lnTo>
                <a:lnTo>
                  <a:pt x="196364" y="238121"/>
                </a:lnTo>
                <a:lnTo>
                  <a:pt x="101599" y="11780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72355" y="2444714"/>
            <a:ext cx="60187" cy="802492"/>
          </a:xfrm>
          <a:custGeom>
            <a:avLst/>
            <a:gdLst/>
            <a:ahLst/>
            <a:cxnLst/>
            <a:rect l="l" t="t" r="r" b="b"/>
            <a:pathLst>
              <a:path w="60187" h="802492">
                <a:moveTo>
                  <a:pt x="0" y="802492"/>
                </a:moveTo>
                <a:lnTo>
                  <a:pt x="14106" y="752336"/>
                </a:lnTo>
                <a:lnTo>
                  <a:pt x="26331" y="702181"/>
                </a:lnTo>
                <a:lnTo>
                  <a:pt x="36676" y="652025"/>
                </a:lnTo>
                <a:lnTo>
                  <a:pt x="45140" y="601869"/>
                </a:lnTo>
                <a:lnTo>
                  <a:pt x="51723" y="551713"/>
                </a:lnTo>
                <a:lnTo>
                  <a:pt x="56425" y="501557"/>
                </a:lnTo>
                <a:lnTo>
                  <a:pt x="59246" y="451402"/>
                </a:lnTo>
                <a:lnTo>
                  <a:pt x="60187" y="401246"/>
                </a:lnTo>
                <a:lnTo>
                  <a:pt x="59246" y="351090"/>
                </a:lnTo>
                <a:lnTo>
                  <a:pt x="56425" y="300934"/>
                </a:lnTo>
                <a:lnTo>
                  <a:pt x="51723" y="250778"/>
                </a:lnTo>
                <a:lnTo>
                  <a:pt x="45140" y="200623"/>
                </a:lnTo>
                <a:lnTo>
                  <a:pt x="36676" y="150467"/>
                </a:lnTo>
                <a:lnTo>
                  <a:pt x="26331" y="100311"/>
                </a:lnTo>
                <a:lnTo>
                  <a:pt x="14106" y="5015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772355" y="2444714"/>
            <a:ext cx="906228" cy="67967"/>
          </a:xfrm>
          <a:custGeom>
            <a:avLst/>
            <a:gdLst/>
            <a:ahLst/>
            <a:cxnLst/>
            <a:rect l="l" t="t" r="r" b="b"/>
            <a:pathLst>
              <a:path w="906228" h="67967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5" y="66905"/>
                </a:lnTo>
                <a:lnTo>
                  <a:pt x="453114" y="67967"/>
                </a:lnTo>
                <a:lnTo>
                  <a:pt x="509753" y="66905"/>
                </a:lnTo>
                <a:lnTo>
                  <a:pt x="566392" y="63719"/>
                </a:lnTo>
                <a:lnTo>
                  <a:pt x="623032" y="58409"/>
                </a:lnTo>
                <a:lnTo>
                  <a:pt x="679671" y="50975"/>
                </a:lnTo>
                <a:lnTo>
                  <a:pt x="736310" y="41417"/>
                </a:lnTo>
                <a:lnTo>
                  <a:pt x="792949" y="29735"/>
                </a:lnTo>
                <a:lnTo>
                  <a:pt x="849589" y="15929"/>
                </a:lnTo>
                <a:lnTo>
                  <a:pt x="9062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3678583" y="2444714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5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2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329663" y="3996789"/>
            <a:ext cx="432325" cy="485927"/>
          </a:xfrm>
          <a:custGeom>
            <a:avLst/>
            <a:gdLst/>
            <a:ahLst/>
            <a:cxnLst/>
            <a:rect l="l" t="t" r="r" b="b"/>
            <a:pathLst>
              <a:path w="432325" h="485927">
                <a:moveTo>
                  <a:pt x="0" y="485927"/>
                </a:moveTo>
                <a:lnTo>
                  <a:pt x="38409" y="465689"/>
                </a:lnTo>
                <a:lnTo>
                  <a:pt x="75300" y="444100"/>
                </a:lnTo>
                <a:lnTo>
                  <a:pt x="110672" y="421160"/>
                </a:lnTo>
                <a:lnTo>
                  <a:pt x="144526" y="396869"/>
                </a:lnTo>
                <a:lnTo>
                  <a:pt x="176861" y="371228"/>
                </a:lnTo>
                <a:lnTo>
                  <a:pt x="207678" y="344235"/>
                </a:lnTo>
                <a:lnTo>
                  <a:pt x="236976" y="315891"/>
                </a:lnTo>
                <a:lnTo>
                  <a:pt x="264755" y="286196"/>
                </a:lnTo>
                <a:lnTo>
                  <a:pt x="291017" y="255150"/>
                </a:lnTo>
                <a:lnTo>
                  <a:pt x="315759" y="222753"/>
                </a:lnTo>
                <a:lnTo>
                  <a:pt x="338983" y="189005"/>
                </a:lnTo>
                <a:lnTo>
                  <a:pt x="360689" y="153906"/>
                </a:lnTo>
                <a:lnTo>
                  <a:pt x="380876" y="117456"/>
                </a:lnTo>
                <a:lnTo>
                  <a:pt x="399544" y="79655"/>
                </a:lnTo>
                <a:lnTo>
                  <a:pt x="416694" y="40503"/>
                </a:lnTo>
                <a:lnTo>
                  <a:pt x="43232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570043" y="3996789"/>
            <a:ext cx="815870" cy="634821"/>
          </a:xfrm>
          <a:custGeom>
            <a:avLst/>
            <a:gdLst/>
            <a:ahLst/>
            <a:cxnLst/>
            <a:rect l="l" t="t" r="r" b="b"/>
            <a:pathLst>
              <a:path w="815870" h="634821">
                <a:moveTo>
                  <a:pt x="815870" y="634821"/>
                </a:moveTo>
                <a:lnTo>
                  <a:pt x="779757" y="576023"/>
                </a:lnTo>
                <a:lnTo>
                  <a:pt x="741660" y="519774"/>
                </a:lnTo>
                <a:lnTo>
                  <a:pt x="701579" y="466075"/>
                </a:lnTo>
                <a:lnTo>
                  <a:pt x="659514" y="414925"/>
                </a:lnTo>
                <a:lnTo>
                  <a:pt x="615465" y="366325"/>
                </a:lnTo>
                <a:lnTo>
                  <a:pt x="569433" y="320275"/>
                </a:lnTo>
                <a:lnTo>
                  <a:pt x="521417" y="276774"/>
                </a:lnTo>
                <a:lnTo>
                  <a:pt x="471417" y="235823"/>
                </a:lnTo>
                <a:lnTo>
                  <a:pt x="419433" y="197422"/>
                </a:lnTo>
                <a:lnTo>
                  <a:pt x="365465" y="161570"/>
                </a:lnTo>
                <a:lnTo>
                  <a:pt x="309514" y="128267"/>
                </a:lnTo>
                <a:lnTo>
                  <a:pt x="251579" y="97515"/>
                </a:lnTo>
                <a:lnTo>
                  <a:pt x="191660" y="69311"/>
                </a:lnTo>
                <a:lnTo>
                  <a:pt x="129757" y="43658"/>
                </a:lnTo>
                <a:lnTo>
                  <a:pt x="65870" y="2055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761988" y="3996789"/>
            <a:ext cx="906229" cy="67967"/>
          </a:xfrm>
          <a:custGeom>
            <a:avLst/>
            <a:gdLst/>
            <a:ahLst/>
            <a:cxnLst/>
            <a:rect l="l" t="t" r="r" b="b"/>
            <a:pathLst>
              <a:path w="906229" h="67967">
                <a:moveTo>
                  <a:pt x="0" y="0"/>
                </a:moveTo>
                <a:lnTo>
                  <a:pt x="56640" y="15929"/>
                </a:lnTo>
                <a:lnTo>
                  <a:pt x="113279" y="29735"/>
                </a:lnTo>
                <a:lnTo>
                  <a:pt x="169918" y="41417"/>
                </a:lnTo>
                <a:lnTo>
                  <a:pt x="226558" y="50975"/>
                </a:lnTo>
                <a:lnTo>
                  <a:pt x="283197" y="58409"/>
                </a:lnTo>
                <a:lnTo>
                  <a:pt x="339836" y="63719"/>
                </a:lnTo>
                <a:lnTo>
                  <a:pt x="396475" y="66905"/>
                </a:lnTo>
                <a:lnTo>
                  <a:pt x="453115" y="67967"/>
                </a:lnTo>
                <a:lnTo>
                  <a:pt x="509754" y="66905"/>
                </a:lnTo>
                <a:lnTo>
                  <a:pt x="566393" y="63719"/>
                </a:lnTo>
                <a:lnTo>
                  <a:pt x="623032" y="58409"/>
                </a:lnTo>
                <a:lnTo>
                  <a:pt x="679672" y="50975"/>
                </a:lnTo>
                <a:lnTo>
                  <a:pt x="736311" y="41417"/>
                </a:lnTo>
                <a:lnTo>
                  <a:pt x="792950" y="29735"/>
                </a:lnTo>
                <a:lnTo>
                  <a:pt x="849589" y="15929"/>
                </a:lnTo>
                <a:lnTo>
                  <a:pt x="90622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3668217" y="3996789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4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1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4570043" y="3232541"/>
            <a:ext cx="62501" cy="764248"/>
          </a:xfrm>
          <a:custGeom>
            <a:avLst/>
            <a:gdLst/>
            <a:ahLst/>
            <a:cxnLst/>
            <a:rect l="l" t="t" r="r" b="b"/>
            <a:pathLst>
              <a:path w="62501" h="764248">
                <a:moveTo>
                  <a:pt x="0" y="764248"/>
                </a:moveTo>
                <a:lnTo>
                  <a:pt x="14081" y="716664"/>
                </a:lnTo>
                <a:lnTo>
                  <a:pt x="26372" y="669057"/>
                </a:lnTo>
                <a:lnTo>
                  <a:pt x="36872" y="621425"/>
                </a:lnTo>
                <a:lnTo>
                  <a:pt x="45580" y="573769"/>
                </a:lnTo>
                <a:lnTo>
                  <a:pt x="52497" y="526088"/>
                </a:lnTo>
                <a:lnTo>
                  <a:pt x="57623" y="478384"/>
                </a:lnTo>
                <a:lnTo>
                  <a:pt x="60958" y="430654"/>
                </a:lnTo>
                <a:lnTo>
                  <a:pt x="62501" y="382901"/>
                </a:lnTo>
                <a:lnTo>
                  <a:pt x="62253" y="335124"/>
                </a:lnTo>
                <a:lnTo>
                  <a:pt x="60215" y="287322"/>
                </a:lnTo>
                <a:lnTo>
                  <a:pt x="56384" y="239495"/>
                </a:lnTo>
                <a:lnTo>
                  <a:pt x="50763" y="191645"/>
                </a:lnTo>
                <a:lnTo>
                  <a:pt x="43351" y="143770"/>
                </a:lnTo>
                <a:lnTo>
                  <a:pt x="34147" y="95871"/>
                </a:lnTo>
                <a:lnTo>
                  <a:pt x="23152" y="47948"/>
                </a:lnTo>
                <a:lnTo>
                  <a:pt x="1036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5511298" y="3130369"/>
            <a:ext cx="1112290" cy="1125087"/>
          </a:xfrm>
          <a:custGeom>
            <a:avLst/>
            <a:gdLst/>
            <a:ahLst/>
            <a:cxnLst/>
            <a:rect l="l" t="t" r="r" b="b"/>
            <a:pathLst>
              <a:path w="1112290" h="1125087">
                <a:moveTo>
                  <a:pt x="0" y="1125087"/>
                </a:moveTo>
                <a:lnTo>
                  <a:pt x="95887" y="1080839"/>
                </a:lnTo>
                <a:lnTo>
                  <a:pt x="188258" y="1033114"/>
                </a:lnTo>
                <a:lnTo>
                  <a:pt x="277114" y="981914"/>
                </a:lnTo>
                <a:lnTo>
                  <a:pt x="362454" y="927237"/>
                </a:lnTo>
                <a:lnTo>
                  <a:pt x="444278" y="869085"/>
                </a:lnTo>
                <a:lnTo>
                  <a:pt x="522586" y="807457"/>
                </a:lnTo>
                <a:lnTo>
                  <a:pt x="597378" y="742353"/>
                </a:lnTo>
                <a:lnTo>
                  <a:pt x="668654" y="673773"/>
                </a:lnTo>
                <a:lnTo>
                  <a:pt x="736414" y="601717"/>
                </a:lnTo>
                <a:lnTo>
                  <a:pt x="800658" y="526185"/>
                </a:lnTo>
                <a:lnTo>
                  <a:pt x="861387" y="447177"/>
                </a:lnTo>
                <a:lnTo>
                  <a:pt x="918599" y="364694"/>
                </a:lnTo>
                <a:lnTo>
                  <a:pt x="972296" y="278734"/>
                </a:lnTo>
                <a:lnTo>
                  <a:pt x="1022477" y="189299"/>
                </a:lnTo>
                <a:lnTo>
                  <a:pt x="1069141" y="96387"/>
                </a:lnTo>
                <a:lnTo>
                  <a:pt x="111229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5158653" y="3130369"/>
            <a:ext cx="1464935" cy="858645"/>
          </a:xfrm>
          <a:custGeom>
            <a:avLst/>
            <a:gdLst/>
            <a:ahLst/>
            <a:cxnLst/>
            <a:rect l="l" t="t" r="r" b="b"/>
            <a:pathLst>
              <a:path w="1464935" h="858645">
                <a:moveTo>
                  <a:pt x="0" y="858645"/>
                </a:moveTo>
                <a:lnTo>
                  <a:pt x="111683" y="839314"/>
                </a:lnTo>
                <a:lnTo>
                  <a:pt x="220683" y="815405"/>
                </a:lnTo>
                <a:lnTo>
                  <a:pt x="326999" y="786919"/>
                </a:lnTo>
                <a:lnTo>
                  <a:pt x="430632" y="753854"/>
                </a:lnTo>
                <a:lnTo>
                  <a:pt x="531582" y="716211"/>
                </a:lnTo>
                <a:lnTo>
                  <a:pt x="629849" y="673991"/>
                </a:lnTo>
                <a:lnTo>
                  <a:pt x="725432" y="627192"/>
                </a:lnTo>
                <a:lnTo>
                  <a:pt x="818332" y="575816"/>
                </a:lnTo>
                <a:lnTo>
                  <a:pt x="908549" y="519862"/>
                </a:lnTo>
                <a:lnTo>
                  <a:pt x="996083" y="459330"/>
                </a:lnTo>
                <a:lnTo>
                  <a:pt x="1080933" y="394220"/>
                </a:lnTo>
                <a:lnTo>
                  <a:pt x="1163100" y="324531"/>
                </a:lnTo>
                <a:lnTo>
                  <a:pt x="1242584" y="250266"/>
                </a:lnTo>
                <a:lnTo>
                  <a:pt x="1319384" y="171422"/>
                </a:lnTo>
                <a:lnTo>
                  <a:pt x="1393501" y="88000"/>
                </a:lnTo>
                <a:lnTo>
                  <a:pt x="14649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5511298" y="3096255"/>
            <a:ext cx="236444" cy="1159201"/>
          </a:xfrm>
          <a:custGeom>
            <a:avLst/>
            <a:gdLst/>
            <a:ahLst/>
            <a:cxnLst/>
            <a:rect l="l" t="t" r="r" b="b"/>
            <a:pathLst>
              <a:path w="236444" h="1159201">
                <a:moveTo>
                  <a:pt x="0" y="1159201"/>
                </a:moveTo>
                <a:lnTo>
                  <a:pt x="39607" y="1091416"/>
                </a:lnTo>
                <a:lnTo>
                  <a:pt x="75592" y="1023008"/>
                </a:lnTo>
                <a:lnTo>
                  <a:pt x="107955" y="953979"/>
                </a:lnTo>
                <a:lnTo>
                  <a:pt x="136695" y="884327"/>
                </a:lnTo>
                <a:lnTo>
                  <a:pt x="161812" y="814054"/>
                </a:lnTo>
                <a:lnTo>
                  <a:pt x="183307" y="743159"/>
                </a:lnTo>
                <a:lnTo>
                  <a:pt x="201180" y="671642"/>
                </a:lnTo>
                <a:lnTo>
                  <a:pt x="215430" y="599502"/>
                </a:lnTo>
                <a:lnTo>
                  <a:pt x="226057" y="526741"/>
                </a:lnTo>
                <a:lnTo>
                  <a:pt x="233062" y="453358"/>
                </a:lnTo>
                <a:lnTo>
                  <a:pt x="236444" y="379353"/>
                </a:lnTo>
                <a:lnTo>
                  <a:pt x="236204" y="304727"/>
                </a:lnTo>
                <a:lnTo>
                  <a:pt x="232342" y="229478"/>
                </a:lnTo>
                <a:lnTo>
                  <a:pt x="224857" y="153607"/>
                </a:lnTo>
                <a:lnTo>
                  <a:pt x="213749" y="77114"/>
                </a:lnTo>
                <a:lnTo>
                  <a:pt x="19901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158653" y="3096255"/>
            <a:ext cx="551664" cy="892759"/>
          </a:xfrm>
          <a:custGeom>
            <a:avLst/>
            <a:gdLst/>
            <a:ahLst/>
            <a:cxnLst/>
            <a:rect l="l" t="t" r="r" b="b"/>
            <a:pathLst>
              <a:path w="551664" h="892759">
                <a:moveTo>
                  <a:pt x="0" y="892759"/>
                </a:moveTo>
                <a:lnTo>
                  <a:pt x="55403" y="849891"/>
                </a:lnTo>
                <a:lnTo>
                  <a:pt x="108017" y="805299"/>
                </a:lnTo>
                <a:lnTo>
                  <a:pt x="157840" y="758984"/>
                </a:lnTo>
                <a:lnTo>
                  <a:pt x="204873" y="710944"/>
                </a:lnTo>
                <a:lnTo>
                  <a:pt x="249117" y="661180"/>
                </a:lnTo>
                <a:lnTo>
                  <a:pt x="290570" y="609693"/>
                </a:lnTo>
                <a:lnTo>
                  <a:pt x="329234" y="556481"/>
                </a:lnTo>
                <a:lnTo>
                  <a:pt x="365108" y="501546"/>
                </a:lnTo>
                <a:lnTo>
                  <a:pt x="398192" y="444886"/>
                </a:lnTo>
                <a:lnTo>
                  <a:pt x="428486" y="386503"/>
                </a:lnTo>
                <a:lnTo>
                  <a:pt x="455991" y="326396"/>
                </a:lnTo>
                <a:lnTo>
                  <a:pt x="480705" y="264564"/>
                </a:lnTo>
                <a:lnTo>
                  <a:pt x="502630" y="201009"/>
                </a:lnTo>
                <a:lnTo>
                  <a:pt x="521764" y="135730"/>
                </a:lnTo>
                <a:lnTo>
                  <a:pt x="538109" y="68727"/>
                </a:lnTo>
                <a:lnTo>
                  <a:pt x="55166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5692021" y="2444714"/>
            <a:ext cx="58394" cy="651541"/>
          </a:xfrm>
          <a:custGeom>
            <a:avLst/>
            <a:gdLst/>
            <a:ahLst/>
            <a:cxnLst/>
            <a:rect l="l" t="t" r="r" b="b"/>
            <a:pathLst>
              <a:path w="58394" h="651541">
                <a:moveTo>
                  <a:pt x="18296" y="651541"/>
                </a:moveTo>
                <a:lnTo>
                  <a:pt x="28606" y="610498"/>
                </a:lnTo>
                <a:lnTo>
                  <a:pt x="37388" y="569498"/>
                </a:lnTo>
                <a:lnTo>
                  <a:pt x="44643" y="528541"/>
                </a:lnTo>
                <a:lnTo>
                  <a:pt x="50371" y="487626"/>
                </a:lnTo>
                <a:lnTo>
                  <a:pt x="54573" y="446755"/>
                </a:lnTo>
                <a:lnTo>
                  <a:pt x="57247" y="405926"/>
                </a:lnTo>
                <a:lnTo>
                  <a:pt x="58394" y="365141"/>
                </a:lnTo>
                <a:lnTo>
                  <a:pt x="58014" y="324398"/>
                </a:lnTo>
                <a:lnTo>
                  <a:pt x="56107" y="283698"/>
                </a:lnTo>
                <a:lnTo>
                  <a:pt x="52673" y="243041"/>
                </a:lnTo>
                <a:lnTo>
                  <a:pt x="47712" y="202427"/>
                </a:lnTo>
                <a:lnTo>
                  <a:pt x="41223" y="161856"/>
                </a:lnTo>
                <a:lnTo>
                  <a:pt x="33208" y="121327"/>
                </a:lnTo>
                <a:lnTo>
                  <a:pt x="23666" y="80842"/>
                </a:lnTo>
                <a:lnTo>
                  <a:pt x="12597" y="4039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692021" y="2444714"/>
            <a:ext cx="906226" cy="67966"/>
          </a:xfrm>
          <a:custGeom>
            <a:avLst/>
            <a:gdLst/>
            <a:ahLst/>
            <a:cxnLst/>
            <a:rect l="l" t="t" r="r" b="b"/>
            <a:pathLst>
              <a:path w="906226" h="67966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8"/>
                </a:lnTo>
                <a:lnTo>
                  <a:pt x="396474" y="66904"/>
                </a:lnTo>
                <a:lnTo>
                  <a:pt x="453113" y="67966"/>
                </a:lnTo>
                <a:lnTo>
                  <a:pt x="509752" y="66904"/>
                </a:lnTo>
                <a:lnTo>
                  <a:pt x="566391" y="63718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7"/>
                </a:lnTo>
                <a:lnTo>
                  <a:pt x="792947" y="29735"/>
                </a:lnTo>
                <a:lnTo>
                  <a:pt x="849586" y="15929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6598247" y="2444714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7" y="50727"/>
                </a:lnTo>
                <a:lnTo>
                  <a:pt x="281821" y="58125"/>
                </a:lnTo>
                <a:lnTo>
                  <a:pt x="338185" y="63409"/>
                </a:lnTo>
                <a:lnTo>
                  <a:pt x="394550" y="66580"/>
                </a:lnTo>
                <a:lnTo>
                  <a:pt x="450914" y="67637"/>
                </a:lnTo>
                <a:lnTo>
                  <a:pt x="507278" y="66580"/>
                </a:lnTo>
                <a:lnTo>
                  <a:pt x="563643" y="63409"/>
                </a:lnTo>
                <a:lnTo>
                  <a:pt x="620007" y="58125"/>
                </a:lnTo>
                <a:lnTo>
                  <a:pt x="676371" y="50727"/>
                </a:lnTo>
                <a:lnTo>
                  <a:pt x="732735" y="41216"/>
                </a:lnTo>
                <a:lnTo>
                  <a:pt x="789100" y="29591"/>
                </a:lnTo>
                <a:lnTo>
                  <a:pt x="845464" y="15852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5511298" y="3801649"/>
            <a:ext cx="180723" cy="453807"/>
          </a:xfrm>
          <a:custGeom>
            <a:avLst/>
            <a:gdLst/>
            <a:ahLst/>
            <a:cxnLst/>
            <a:rect l="l" t="t" r="r" b="b"/>
            <a:pathLst>
              <a:path w="180723" h="453807">
                <a:moveTo>
                  <a:pt x="0" y="453807"/>
                </a:moveTo>
                <a:lnTo>
                  <a:pt x="21931" y="429680"/>
                </a:lnTo>
                <a:lnTo>
                  <a:pt x="42444" y="404988"/>
                </a:lnTo>
                <a:lnTo>
                  <a:pt x="61539" y="379731"/>
                </a:lnTo>
                <a:lnTo>
                  <a:pt x="79216" y="353910"/>
                </a:lnTo>
                <a:lnTo>
                  <a:pt x="95475" y="327524"/>
                </a:lnTo>
                <a:lnTo>
                  <a:pt x="110315" y="300572"/>
                </a:lnTo>
                <a:lnTo>
                  <a:pt x="123738" y="273057"/>
                </a:lnTo>
                <a:lnTo>
                  <a:pt x="135742" y="244976"/>
                </a:lnTo>
                <a:lnTo>
                  <a:pt x="146328" y="216331"/>
                </a:lnTo>
                <a:lnTo>
                  <a:pt x="155496" y="187121"/>
                </a:lnTo>
                <a:lnTo>
                  <a:pt x="163246" y="157346"/>
                </a:lnTo>
                <a:lnTo>
                  <a:pt x="169578" y="127006"/>
                </a:lnTo>
                <a:lnTo>
                  <a:pt x="174491" y="96102"/>
                </a:lnTo>
                <a:lnTo>
                  <a:pt x="177987" y="64633"/>
                </a:lnTo>
                <a:lnTo>
                  <a:pt x="180064" y="32599"/>
                </a:lnTo>
                <a:lnTo>
                  <a:pt x="18072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5158653" y="3801649"/>
            <a:ext cx="533368" cy="188155"/>
          </a:xfrm>
          <a:custGeom>
            <a:avLst/>
            <a:gdLst/>
            <a:ahLst/>
            <a:cxnLst/>
            <a:rect l="l" t="t" r="r" b="b"/>
            <a:pathLst>
              <a:path w="533368" h="188155">
                <a:moveTo>
                  <a:pt x="0" y="187365"/>
                </a:moveTo>
                <a:lnTo>
                  <a:pt x="37727" y="188155"/>
                </a:lnTo>
                <a:lnTo>
                  <a:pt x="74869" y="187279"/>
                </a:lnTo>
                <a:lnTo>
                  <a:pt x="111424" y="184736"/>
                </a:lnTo>
                <a:lnTo>
                  <a:pt x="147395" y="180526"/>
                </a:lnTo>
                <a:lnTo>
                  <a:pt x="182779" y="174650"/>
                </a:lnTo>
                <a:lnTo>
                  <a:pt x="217579" y="167106"/>
                </a:lnTo>
                <a:lnTo>
                  <a:pt x="251792" y="157896"/>
                </a:lnTo>
                <a:lnTo>
                  <a:pt x="285421" y="147019"/>
                </a:lnTo>
                <a:lnTo>
                  <a:pt x="318463" y="134476"/>
                </a:lnTo>
                <a:lnTo>
                  <a:pt x="350921" y="120265"/>
                </a:lnTo>
                <a:lnTo>
                  <a:pt x="382792" y="104388"/>
                </a:lnTo>
                <a:lnTo>
                  <a:pt x="414079" y="86844"/>
                </a:lnTo>
                <a:lnTo>
                  <a:pt x="444779" y="67633"/>
                </a:lnTo>
                <a:lnTo>
                  <a:pt x="474894" y="46756"/>
                </a:lnTo>
                <a:lnTo>
                  <a:pt x="504424" y="24211"/>
                </a:lnTo>
                <a:lnTo>
                  <a:pt x="53336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5692021" y="3801649"/>
            <a:ext cx="906226" cy="67967"/>
          </a:xfrm>
          <a:custGeom>
            <a:avLst/>
            <a:gdLst/>
            <a:ahLst/>
            <a:cxnLst/>
            <a:rect l="l" t="t" r="r" b="b"/>
            <a:pathLst>
              <a:path w="906226" h="67967">
                <a:moveTo>
                  <a:pt x="0" y="0"/>
                </a:moveTo>
                <a:lnTo>
                  <a:pt x="56639" y="15930"/>
                </a:lnTo>
                <a:lnTo>
                  <a:pt x="113278" y="29736"/>
                </a:lnTo>
                <a:lnTo>
                  <a:pt x="169917" y="41418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4" y="66905"/>
                </a:lnTo>
                <a:lnTo>
                  <a:pt x="453113" y="67967"/>
                </a:lnTo>
                <a:lnTo>
                  <a:pt x="509752" y="66905"/>
                </a:lnTo>
                <a:lnTo>
                  <a:pt x="566391" y="63719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8"/>
                </a:lnTo>
                <a:lnTo>
                  <a:pt x="792947" y="29736"/>
                </a:lnTo>
                <a:lnTo>
                  <a:pt x="849586" y="15930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6598247" y="3801649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3"/>
                </a:lnTo>
                <a:lnTo>
                  <a:pt x="112728" y="29592"/>
                </a:lnTo>
                <a:lnTo>
                  <a:pt x="169092" y="41217"/>
                </a:lnTo>
                <a:lnTo>
                  <a:pt x="225457" y="50728"/>
                </a:lnTo>
                <a:lnTo>
                  <a:pt x="281821" y="58126"/>
                </a:lnTo>
                <a:lnTo>
                  <a:pt x="338185" y="63410"/>
                </a:lnTo>
                <a:lnTo>
                  <a:pt x="394550" y="66581"/>
                </a:lnTo>
                <a:lnTo>
                  <a:pt x="450914" y="67637"/>
                </a:lnTo>
                <a:lnTo>
                  <a:pt x="507278" y="66581"/>
                </a:lnTo>
                <a:lnTo>
                  <a:pt x="563643" y="63410"/>
                </a:lnTo>
                <a:lnTo>
                  <a:pt x="620007" y="58126"/>
                </a:lnTo>
                <a:lnTo>
                  <a:pt x="676371" y="50728"/>
                </a:lnTo>
                <a:lnTo>
                  <a:pt x="732735" y="41217"/>
                </a:lnTo>
                <a:lnTo>
                  <a:pt x="789100" y="29592"/>
                </a:lnTo>
                <a:lnTo>
                  <a:pt x="845464" y="15853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7500075" y="3145247"/>
            <a:ext cx="58753" cy="656402"/>
          </a:xfrm>
          <a:custGeom>
            <a:avLst/>
            <a:gdLst/>
            <a:ahLst/>
            <a:cxnLst/>
            <a:rect l="l" t="t" r="r" b="b"/>
            <a:pathLst>
              <a:path w="58753" h="656402">
                <a:moveTo>
                  <a:pt x="0" y="656402"/>
                </a:moveTo>
                <a:lnTo>
                  <a:pt x="12682" y="615699"/>
                </a:lnTo>
                <a:lnTo>
                  <a:pt x="23825" y="574952"/>
                </a:lnTo>
                <a:lnTo>
                  <a:pt x="33430" y="534163"/>
                </a:lnTo>
                <a:lnTo>
                  <a:pt x="41497" y="493331"/>
                </a:lnTo>
                <a:lnTo>
                  <a:pt x="48025" y="452456"/>
                </a:lnTo>
                <a:lnTo>
                  <a:pt x="53015" y="411538"/>
                </a:lnTo>
                <a:lnTo>
                  <a:pt x="56466" y="370577"/>
                </a:lnTo>
                <a:lnTo>
                  <a:pt x="58378" y="329573"/>
                </a:lnTo>
                <a:lnTo>
                  <a:pt x="58753" y="288527"/>
                </a:lnTo>
                <a:lnTo>
                  <a:pt x="57589" y="247437"/>
                </a:lnTo>
                <a:lnTo>
                  <a:pt x="54886" y="206305"/>
                </a:lnTo>
                <a:lnTo>
                  <a:pt x="50645" y="165130"/>
                </a:lnTo>
                <a:lnTo>
                  <a:pt x="44865" y="123912"/>
                </a:lnTo>
                <a:lnTo>
                  <a:pt x="37548" y="82651"/>
                </a:lnTo>
                <a:lnTo>
                  <a:pt x="28691" y="41347"/>
                </a:lnTo>
                <a:lnTo>
                  <a:pt x="1829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5385913" y="4370202"/>
            <a:ext cx="79166" cy="261408"/>
          </a:xfrm>
          <a:custGeom>
            <a:avLst/>
            <a:gdLst/>
            <a:ahLst/>
            <a:cxnLst/>
            <a:rect l="l" t="t" r="r" b="b"/>
            <a:pathLst>
              <a:path w="79166" h="261408">
                <a:moveTo>
                  <a:pt x="0" y="261408"/>
                </a:moveTo>
                <a:lnTo>
                  <a:pt x="10965" y="246884"/>
                </a:lnTo>
                <a:lnTo>
                  <a:pt x="21112" y="232119"/>
                </a:lnTo>
                <a:lnTo>
                  <a:pt x="30443" y="217111"/>
                </a:lnTo>
                <a:lnTo>
                  <a:pt x="38957" y="201861"/>
                </a:lnTo>
                <a:lnTo>
                  <a:pt x="46654" y="186370"/>
                </a:lnTo>
                <a:lnTo>
                  <a:pt x="53534" y="170637"/>
                </a:lnTo>
                <a:lnTo>
                  <a:pt x="59597" y="154662"/>
                </a:lnTo>
                <a:lnTo>
                  <a:pt x="64843" y="138444"/>
                </a:lnTo>
                <a:lnTo>
                  <a:pt x="69272" y="121985"/>
                </a:lnTo>
                <a:lnTo>
                  <a:pt x="72885" y="105285"/>
                </a:lnTo>
                <a:lnTo>
                  <a:pt x="75680" y="88342"/>
                </a:lnTo>
                <a:lnTo>
                  <a:pt x="77659" y="71157"/>
                </a:lnTo>
                <a:lnTo>
                  <a:pt x="78821" y="53731"/>
                </a:lnTo>
                <a:lnTo>
                  <a:pt x="79166" y="36062"/>
                </a:lnTo>
                <a:lnTo>
                  <a:pt x="78694" y="18152"/>
                </a:lnTo>
                <a:lnTo>
                  <a:pt x="7740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TextBox 566"/>
          <p:cNvSpPr txBox="1"/>
          <p:nvPr/>
        </p:nvSpPr>
        <p:spPr>
          <a:xfrm>
            <a:off x="7902585" y="3136431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见另图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7902585" y="3136431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见另图</a:t>
            </a:r>
          </a:p>
        </p:txBody>
      </p:sp>
      <p:sp>
        <p:nvSpPr>
          <p:cNvPr id="135" name="Freeform 134"/>
          <p:cNvSpPr/>
          <p:nvPr/>
        </p:nvSpPr>
        <p:spPr>
          <a:xfrm>
            <a:off x="5382666" y="4289551"/>
            <a:ext cx="161303" cy="80651"/>
          </a:xfrm>
          <a:custGeom>
            <a:avLst/>
            <a:gdLst/>
            <a:ahLst/>
            <a:cxnLst/>
            <a:rect l="l" t="t" r="r" b="b"/>
            <a:pathLst>
              <a:path w="161303" h="80651">
                <a:moveTo>
                  <a:pt x="161303" y="80651"/>
                </a:moveTo>
                <a:lnTo>
                  <a:pt x="159753" y="64917"/>
                </a:lnTo>
                <a:lnTo>
                  <a:pt x="155164" y="49787"/>
                </a:lnTo>
                <a:lnTo>
                  <a:pt x="147711" y="35843"/>
                </a:lnTo>
                <a:lnTo>
                  <a:pt x="137681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6" y="1549"/>
                </a:lnTo>
                <a:lnTo>
                  <a:pt x="80652" y="0"/>
                </a:lnTo>
                <a:lnTo>
                  <a:pt x="64917" y="1549"/>
                </a:lnTo>
                <a:lnTo>
                  <a:pt x="49788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3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5358471" y="4370202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TextBox 569"/>
          <p:cNvSpPr txBox="1"/>
          <p:nvPr/>
        </p:nvSpPr>
        <p:spPr>
          <a:xfrm>
            <a:off x="5560099" y="4176639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571" name="Oval 570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2" name="Connector 571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4" name="TextBox 573"/>
          <p:cNvSpPr txBox="1"/>
          <p:nvPr/>
        </p:nvSpPr>
        <p:spPr>
          <a:xfrm>
            <a:off x="6720370" y="293680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75" name="Oval 574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6" name="Connector 575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8" name="TextBox 577"/>
          <p:cNvSpPr txBox="1"/>
          <p:nvPr/>
        </p:nvSpPr>
        <p:spPr>
          <a:xfrm>
            <a:off x="3774545" y="30295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79" name="Oval 578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2" name="TextBox 581"/>
          <p:cNvSpPr txBox="1"/>
          <p:nvPr/>
        </p:nvSpPr>
        <p:spPr>
          <a:xfrm>
            <a:off x="3096320" y="4973041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36" name="Freeform 135"/>
          <p:cNvSpPr/>
          <p:nvPr/>
        </p:nvSpPr>
        <p:spPr>
          <a:xfrm>
            <a:off x="2162747" y="5067985"/>
            <a:ext cx="161302" cy="80651"/>
          </a:xfrm>
          <a:custGeom>
            <a:avLst/>
            <a:gdLst/>
            <a:ahLst/>
            <a:cxnLst/>
            <a:rect l="l" t="t" r="r" b="b"/>
            <a:pathLst>
              <a:path w="161302" h="80651">
                <a:moveTo>
                  <a:pt x="161302" y="80651"/>
                </a:moveTo>
                <a:lnTo>
                  <a:pt x="159753" y="64917"/>
                </a:lnTo>
                <a:lnTo>
                  <a:pt x="155163" y="49787"/>
                </a:lnTo>
                <a:lnTo>
                  <a:pt x="147710" y="35843"/>
                </a:lnTo>
                <a:lnTo>
                  <a:pt x="137680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5" y="1549"/>
                </a:lnTo>
                <a:lnTo>
                  <a:pt x="80651" y="0"/>
                </a:lnTo>
                <a:lnTo>
                  <a:pt x="64917" y="1549"/>
                </a:lnTo>
                <a:lnTo>
                  <a:pt x="49787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2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3" name="Connector 582"/>
          <p:cNvCxnSpPr/>
          <p:nvPr/>
        </p:nvCxnSpPr>
        <p:spPr>
          <a:xfrm>
            <a:off x="2138552" y="5148636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4" name="TextBox 583"/>
          <p:cNvSpPr txBox="1"/>
          <p:nvPr/>
        </p:nvSpPr>
        <p:spPr>
          <a:xfrm>
            <a:off x="2340180" y="495507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85" name="Oval 584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TextBox 586"/>
          <p:cNvSpPr txBox="1"/>
          <p:nvPr/>
        </p:nvSpPr>
        <p:spPr>
          <a:xfrm>
            <a:off x="4666824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88" name="Oval 587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TextBox 589"/>
          <p:cNvSpPr txBox="1"/>
          <p:nvPr/>
        </p:nvSpPr>
        <p:spPr>
          <a:xfrm>
            <a:off x="3764998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1" name="Oval 590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TextBox 592"/>
          <p:cNvSpPr txBox="1"/>
          <p:nvPr/>
        </p:nvSpPr>
        <p:spPr>
          <a:xfrm>
            <a:off x="2858770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4" name="Oval 593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TextBox 595"/>
          <p:cNvSpPr txBox="1"/>
          <p:nvPr/>
        </p:nvSpPr>
        <p:spPr>
          <a:xfrm>
            <a:off x="2869136" y="30536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97" name="Oval 596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TextBox 598"/>
          <p:cNvSpPr txBox="1"/>
          <p:nvPr/>
        </p:nvSpPr>
        <p:spPr>
          <a:xfrm>
            <a:off x="3775364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0" name="Oval 599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TextBox 601"/>
          <p:cNvSpPr txBox="1"/>
          <p:nvPr/>
        </p:nvSpPr>
        <p:spPr>
          <a:xfrm>
            <a:off x="4677190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3" name="Oval 602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TextBox 604"/>
          <p:cNvSpPr txBox="1"/>
          <p:nvPr/>
        </p:nvSpPr>
        <p:spPr>
          <a:xfrm>
            <a:off x="4677190" y="3038978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06" name="Oval 605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2869136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9" name="Oval 608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TextBox 610"/>
          <p:cNvSpPr txBox="1"/>
          <p:nvPr/>
        </p:nvSpPr>
        <p:spPr>
          <a:xfrm>
            <a:off x="6695028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2" name="Oval 611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5788803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5" name="Oval 614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TextBox 616"/>
          <p:cNvSpPr txBox="1"/>
          <p:nvPr/>
        </p:nvSpPr>
        <p:spPr>
          <a:xfrm>
            <a:off x="5807099" y="290269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18" name="Oval 617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5788803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1" name="Oval 620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TextBox 622"/>
          <p:cNvSpPr txBox="1"/>
          <p:nvPr/>
        </p:nvSpPr>
        <p:spPr>
          <a:xfrm>
            <a:off x="6695028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4" name="Oval 623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7596857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7" name="Oval 626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TextBox 628"/>
          <p:cNvSpPr txBox="1"/>
          <p:nvPr/>
        </p:nvSpPr>
        <p:spPr>
          <a:xfrm>
            <a:off x="7615153" y="2951684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0" name="Oval 629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7596857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3" name="Oval 632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TextBox 634"/>
          <p:cNvSpPr txBox="1"/>
          <p:nvPr/>
        </p:nvSpPr>
        <p:spPr>
          <a:xfrm>
            <a:off x="3977949" y="494717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cxnSp>
        <p:nvCxnSpPr>
          <p:cNvPr id="636" name="Connector 635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7" name="Oval 636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8" name="Connector 637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0" name="TextBox 639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641" name="Oval 640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2" name="Connector 641"/>
          <p:cNvCxnSpPr/>
          <p:nvPr/>
        </p:nvCxnSpPr>
        <p:spPr>
          <a:xfrm flipV="1">
            <a:off x="2329663" y="4354208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2437494" y="4354208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2419162" y="4376055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400831" y="439790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2382500" y="4419747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Rounded Rectangle 646"/>
          <p:cNvSpPr/>
          <p:nvPr/>
        </p:nvSpPr>
        <p:spPr>
          <a:xfrm>
            <a:off x="2453624" y="421672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2453624" y="421672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49" name="Oval 648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0" name="Connector 649"/>
          <p:cNvCxnSpPr/>
          <p:nvPr/>
        </p:nvCxnSpPr>
        <p:spPr>
          <a:xfrm flipV="1">
            <a:off x="3293557" y="4777381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401388" y="477738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3383057" y="4799228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3" name="Rounded Rectangle 652"/>
          <p:cNvSpPr/>
          <p:nvPr/>
        </p:nvSpPr>
        <p:spPr>
          <a:xfrm>
            <a:off x="3417518" y="463990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TextBox 653"/>
          <p:cNvSpPr txBox="1"/>
          <p:nvPr/>
        </p:nvSpPr>
        <p:spPr>
          <a:xfrm>
            <a:off x="3417518" y="463990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5" name="Oval 654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 flipV="1">
            <a:off x="5158653" y="3860506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5266484" y="3860506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5248153" y="388235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229822" y="3904199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0" name="Rounded Rectangle 659"/>
          <p:cNvSpPr/>
          <p:nvPr/>
        </p:nvSpPr>
        <p:spPr>
          <a:xfrm>
            <a:off x="5282614" y="3723026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TextBox 660"/>
          <p:cNvSpPr txBox="1"/>
          <p:nvPr/>
        </p:nvSpPr>
        <p:spPr>
          <a:xfrm>
            <a:off x="5282614" y="3723026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2" name="Oval 661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3" name="Connector 662"/>
          <p:cNvCxnSpPr/>
          <p:nvPr/>
        </p:nvCxnSpPr>
        <p:spPr>
          <a:xfrm flipV="1">
            <a:off x="5385913" y="4503103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5493744" y="4503103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5475412" y="4524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5457081" y="4546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5438750" y="4568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8" name="Rounded Rectangle 667"/>
          <p:cNvSpPr/>
          <p:nvPr/>
        </p:nvSpPr>
        <p:spPr>
          <a:xfrm>
            <a:off x="5509874" y="4365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5509874" y="4365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0" name="Oval 669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1" name="Connector 670"/>
          <p:cNvCxnSpPr/>
          <p:nvPr/>
        </p:nvCxnSpPr>
        <p:spPr>
          <a:xfrm flipV="1">
            <a:off x="5511298" y="4126949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5619128" y="4126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5600797" y="4148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5582466" y="4170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5" name="Rounded Rectangle 674"/>
          <p:cNvSpPr/>
          <p:nvPr/>
        </p:nvSpPr>
        <p:spPr>
          <a:xfrm>
            <a:off x="5635258" y="398946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TextBox 675"/>
          <p:cNvSpPr txBox="1"/>
          <p:nvPr/>
        </p:nvSpPr>
        <p:spPr>
          <a:xfrm>
            <a:off x="5635258" y="398946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7" name="Oval 676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8" name="Connector 677"/>
          <p:cNvCxnSpPr/>
          <p:nvPr/>
        </p:nvCxnSpPr>
        <p:spPr>
          <a:xfrm flipV="1">
            <a:off x="5511298" y="5318103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5619128" y="531810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0" name="Rounded Rectangle 679"/>
          <p:cNvSpPr/>
          <p:nvPr/>
        </p:nvSpPr>
        <p:spPr>
          <a:xfrm>
            <a:off x="5635258" y="5180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TextBox 680"/>
          <p:cNvSpPr txBox="1"/>
          <p:nvPr/>
        </p:nvSpPr>
        <p:spPr>
          <a:xfrm>
            <a:off x="5635258" y="5180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2" name="Oval 681"/>
          <p:cNvSpPr/>
          <p:nvPr/>
        </p:nvSpPr>
        <p:spPr>
          <a:xfrm>
            <a:off x="7833225" y="305094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3" name="Connector 682"/>
          <p:cNvCxnSpPr/>
          <p:nvPr/>
        </p:nvCxnSpPr>
        <p:spPr>
          <a:xfrm flipV="1">
            <a:off x="7862259" y="2951468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7970090" y="2951468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7951759" y="2973314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6" name="Rounded Rectangle 685"/>
          <p:cNvSpPr/>
          <p:nvPr/>
        </p:nvSpPr>
        <p:spPr>
          <a:xfrm>
            <a:off x="7986220" y="2813987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TextBox 686"/>
          <p:cNvSpPr txBox="1"/>
          <p:nvPr/>
        </p:nvSpPr>
        <p:spPr>
          <a:xfrm>
            <a:off x="7986220" y="2813987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8" name="TextBox 687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89" name="TextBox 688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4 联 · 门厅 · 前门内侧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2 联 · 门厅 · 前储物间旁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3 联 · 起居室侧 · 拱门旁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4 联 · 楼梯口 · 拱门旁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3 联 · G07 区侧 · 拱门旁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1 联 · 楼梯底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G07 区东侧 · 卫生间走道口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 ↔ S4  3C+E  回路 d e f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W2：S5 ↔ S3  3C+E  回路 g h i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8730000" y="40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8730000" y="42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S7 与 S11（E-GF-03）双控：p q</a:t>
            </a:r>
          </a:p>
        </p:txBody>
      </p:sp>
      <p:sp>
        <p:nvSpPr>
          <p:cNvPr id="709" name="Rectangle 708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Rectangle 709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TextBox 710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2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E-GF-02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E · 2026-10-03（一层照明按区域分 4 路：前厅 / 侧厅 / 厨房 / 户外）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4123036" y="445891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4123036" y="445891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4451986" y="4023697"/>
            <a:ext cx="466347" cy="1144063"/>
          </a:xfrm>
          <a:custGeom>
            <a:avLst/>
            <a:gdLst/>
            <a:ahLst/>
            <a:cxnLst/>
            <a:rect l="l" t="t" r="r" b="b"/>
            <a:pathLst>
              <a:path w="466347" h="1144063">
                <a:moveTo>
                  <a:pt x="466347" y="1144063"/>
                </a:moveTo>
                <a:lnTo>
                  <a:pt x="464014" y="1061629"/>
                </a:lnTo>
                <a:lnTo>
                  <a:pt x="458106" y="980652"/>
                </a:lnTo>
                <a:lnTo>
                  <a:pt x="448623" y="901133"/>
                </a:lnTo>
                <a:lnTo>
                  <a:pt x="435565" y="823071"/>
                </a:lnTo>
                <a:lnTo>
                  <a:pt x="418931" y="746467"/>
                </a:lnTo>
                <a:lnTo>
                  <a:pt x="398723" y="671319"/>
                </a:lnTo>
                <a:lnTo>
                  <a:pt x="374939" y="597630"/>
                </a:lnTo>
                <a:lnTo>
                  <a:pt x="347580" y="525397"/>
                </a:lnTo>
                <a:lnTo>
                  <a:pt x="316645" y="454622"/>
                </a:lnTo>
                <a:lnTo>
                  <a:pt x="282136" y="385304"/>
                </a:lnTo>
                <a:lnTo>
                  <a:pt x="244051" y="317443"/>
                </a:lnTo>
                <a:lnTo>
                  <a:pt x="202391" y="251040"/>
                </a:lnTo>
                <a:lnTo>
                  <a:pt x="157156" y="186094"/>
                </a:lnTo>
                <a:lnTo>
                  <a:pt x="108346" y="122606"/>
                </a:lnTo>
                <a:lnTo>
                  <a:pt x="55961" y="6057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931770" y="3342500"/>
            <a:ext cx="1520216" cy="681197"/>
          </a:xfrm>
          <a:custGeom>
            <a:avLst/>
            <a:gdLst/>
            <a:ahLst/>
            <a:cxnLst/>
            <a:rect l="l" t="t" r="r" b="b"/>
            <a:pathLst>
              <a:path w="1520216" h="681197">
                <a:moveTo>
                  <a:pt x="0" y="0"/>
                </a:moveTo>
                <a:lnTo>
                  <a:pt x="79048" y="78204"/>
                </a:lnTo>
                <a:lnTo>
                  <a:pt x="160225" y="151659"/>
                </a:lnTo>
                <a:lnTo>
                  <a:pt x="243530" y="220362"/>
                </a:lnTo>
                <a:lnTo>
                  <a:pt x="328964" y="284315"/>
                </a:lnTo>
                <a:lnTo>
                  <a:pt x="416527" y="343517"/>
                </a:lnTo>
                <a:lnTo>
                  <a:pt x="506219" y="397969"/>
                </a:lnTo>
                <a:lnTo>
                  <a:pt x="598039" y="447670"/>
                </a:lnTo>
                <a:lnTo>
                  <a:pt x="691988" y="492620"/>
                </a:lnTo>
                <a:lnTo>
                  <a:pt x="788066" y="532820"/>
                </a:lnTo>
                <a:lnTo>
                  <a:pt x="886273" y="568268"/>
                </a:lnTo>
                <a:lnTo>
                  <a:pt x="986608" y="598967"/>
                </a:lnTo>
                <a:lnTo>
                  <a:pt x="1089072" y="624914"/>
                </a:lnTo>
                <a:lnTo>
                  <a:pt x="1193665" y="646111"/>
                </a:lnTo>
                <a:lnTo>
                  <a:pt x="1300387" y="662557"/>
                </a:lnTo>
                <a:lnTo>
                  <a:pt x="1409237" y="674253"/>
                </a:lnTo>
                <a:lnTo>
                  <a:pt x="1520216" y="68119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918333" y="3512225"/>
            <a:ext cx="2022272" cy="1655535"/>
          </a:xfrm>
          <a:custGeom>
            <a:avLst/>
            <a:gdLst/>
            <a:ahLst/>
            <a:cxnLst/>
            <a:rect l="l" t="t" r="r" b="b"/>
            <a:pathLst>
              <a:path w="2022272" h="1655535">
                <a:moveTo>
                  <a:pt x="0" y="1655535"/>
                </a:moveTo>
                <a:lnTo>
                  <a:pt x="165193" y="1599461"/>
                </a:lnTo>
                <a:lnTo>
                  <a:pt x="325214" y="1537067"/>
                </a:lnTo>
                <a:lnTo>
                  <a:pt x="480060" y="1468354"/>
                </a:lnTo>
                <a:lnTo>
                  <a:pt x="629733" y="1393322"/>
                </a:lnTo>
                <a:lnTo>
                  <a:pt x="774232" y="1311969"/>
                </a:lnTo>
                <a:lnTo>
                  <a:pt x="913558" y="1224297"/>
                </a:lnTo>
                <a:lnTo>
                  <a:pt x="1047711" y="1130306"/>
                </a:lnTo>
                <a:lnTo>
                  <a:pt x="1176689" y="1029995"/>
                </a:lnTo>
                <a:lnTo>
                  <a:pt x="1300495" y="923364"/>
                </a:lnTo>
                <a:lnTo>
                  <a:pt x="1419126" y="810413"/>
                </a:lnTo>
                <a:lnTo>
                  <a:pt x="1532585" y="691143"/>
                </a:lnTo>
                <a:lnTo>
                  <a:pt x="1640869" y="565554"/>
                </a:lnTo>
                <a:lnTo>
                  <a:pt x="1743980" y="433645"/>
                </a:lnTo>
                <a:lnTo>
                  <a:pt x="1841918" y="295416"/>
                </a:lnTo>
                <a:lnTo>
                  <a:pt x="1934682" y="150868"/>
                </a:lnTo>
                <a:lnTo>
                  <a:pt x="202227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931770" y="3342500"/>
            <a:ext cx="4008835" cy="490090"/>
          </a:xfrm>
          <a:custGeom>
            <a:avLst/>
            <a:gdLst/>
            <a:ahLst/>
            <a:cxnLst/>
            <a:rect l="l" t="t" r="r" b="b"/>
            <a:pathLst>
              <a:path w="4008835" h="490090">
                <a:moveTo>
                  <a:pt x="0" y="0"/>
                </a:moveTo>
                <a:lnTo>
                  <a:pt x="246575" y="104564"/>
                </a:lnTo>
                <a:lnTo>
                  <a:pt x="493679" y="196602"/>
                </a:lnTo>
                <a:lnTo>
                  <a:pt x="741314" y="276111"/>
                </a:lnTo>
                <a:lnTo>
                  <a:pt x="989480" y="343093"/>
                </a:lnTo>
                <a:lnTo>
                  <a:pt x="1238175" y="397548"/>
                </a:lnTo>
                <a:lnTo>
                  <a:pt x="1487402" y="439475"/>
                </a:lnTo>
                <a:lnTo>
                  <a:pt x="1737158" y="468874"/>
                </a:lnTo>
                <a:lnTo>
                  <a:pt x="1987445" y="485746"/>
                </a:lnTo>
                <a:lnTo>
                  <a:pt x="2238263" y="490090"/>
                </a:lnTo>
                <a:lnTo>
                  <a:pt x="2489610" y="481906"/>
                </a:lnTo>
                <a:lnTo>
                  <a:pt x="2741488" y="461195"/>
                </a:lnTo>
                <a:lnTo>
                  <a:pt x="2993897" y="427956"/>
                </a:lnTo>
                <a:lnTo>
                  <a:pt x="3246836" y="382190"/>
                </a:lnTo>
                <a:lnTo>
                  <a:pt x="3500305" y="323896"/>
                </a:lnTo>
                <a:lnTo>
                  <a:pt x="3754305" y="253074"/>
                </a:lnTo>
                <a:lnTo>
                  <a:pt x="4008835" y="169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00400" y="4026503"/>
            <a:ext cx="1317933" cy="1141257"/>
          </a:xfrm>
          <a:custGeom>
            <a:avLst/>
            <a:gdLst/>
            <a:ahLst/>
            <a:cxnLst/>
            <a:rect l="l" t="t" r="r" b="b"/>
            <a:pathLst>
              <a:path w="1317933" h="1141257">
                <a:moveTo>
                  <a:pt x="1317933" y="1141257"/>
                </a:moveTo>
                <a:lnTo>
                  <a:pt x="1262310" y="1039039"/>
                </a:lnTo>
                <a:lnTo>
                  <a:pt x="1203121" y="940940"/>
                </a:lnTo>
                <a:lnTo>
                  <a:pt x="1140366" y="846960"/>
                </a:lnTo>
                <a:lnTo>
                  <a:pt x="1074044" y="757098"/>
                </a:lnTo>
                <a:lnTo>
                  <a:pt x="1004155" y="671354"/>
                </a:lnTo>
                <a:lnTo>
                  <a:pt x="930701" y="589729"/>
                </a:lnTo>
                <a:lnTo>
                  <a:pt x="853679" y="512223"/>
                </a:lnTo>
                <a:lnTo>
                  <a:pt x="773092" y="438835"/>
                </a:lnTo>
                <a:lnTo>
                  <a:pt x="688938" y="369566"/>
                </a:lnTo>
                <a:lnTo>
                  <a:pt x="601217" y="304415"/>
                </a:lnTo>
                <a:lnTo>
                  <a:pt x="509930" y="243383"/>
                </a:lnTo>
                <a:lnTo>
                  <a:pt x="415077" y="186469"/>
                </a:lnTo>
                <a:lnTo>
                  <a:pt x="316657" y="133674"/>
                </a:lnTo>
                <a:lnTo>
                  <a:pt x="214671" y="84998"/>
                </a:lnTo>
                <a:lnTo>
                  <a:pt x="109119" y="4044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931770" y="3182841"/>
            <a:ext cx="664120" cy="170192"/>
          </a:xfrm>
          <a:custGeom>
            <a:avLst/>
            <a:gdLst/>
            <a:ahLst/>
            <a:cxnLst/>
            <a:rect l="l" t="t" r="r" b="b"/>
            <a:pathLst>
              <a:path w="664120" h="170192">
                <a:moveTo>
                  <a:pt x="0" y="159659"/>
                </a:moveTo>
                <a:lnTo>
                  <a:pt x="45250" y="165245"/>
                </a:lnTo>
                <a:lnTo>
                  <a:pt x="90000" y="168756"/>
                </a:lnTo>
                <a:lnTo>
                  <a:pt x="134252" y="170192"/>
                </a:lnTo>
                <a:lnTo>
                  <a:pt x="178005" y="169553"/>
                </a:lnTo>
                <a:lnTo>
                  <a:pt x="221258" y="166838"/>
                </a:lnTo>
                <a:lnTo>
                  <a:pt x="264013" y="162048"/>
                </a:lnTo>
                <a:lnTo>
                  <a:pt x="306269" y="155182"/>
                </a:lnTo>
                <a:lnTo>
                  <a:pt x="348026" y="146241"/>
                </a:lnTo>
                <a:lnTo>
                  <a:pt x="389284" y="135225"/>
                </a:lnTo>
                <a:lnTo>
                  <a:pt x="430043" y="122133"/>
                </a:lnTo>
                <a:lnTo>
                  <a:pt x="470303" y="106966"/>
                </a:lnTo>
                <a:lnTo>
                  <a:pt x="510064" y="89724"/>
                </a:lnTo>
                <a:lnTo>
                  <a:pt x="549326" y="70406"/>
                </a:lnTo>
                <a:lnTo>
                  <a:pt x="588090" y="49013"/>
                </a:lnTo>
                <a:lnTo>
                  <a:pt x="626354" y="25544"/>
                </a:lnTo>
                <a:lnTo>
                  <a:pt x="66412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95890" y="3182841"/>
            <a:ext cx="65529" cy="843662"/>
          </a:xfrm>
          <a:custGeom>
            <a:avLst/>
            <a:gdLst/>
            <a:ahLst/>
            <a:cxnLst/>
            <a:rect l="l" t="t" r="r" b="b"/>
            <a:pathLst>
              <a:path w="65529" h="843662">
                <a:moveTo>
                  <a:pt x="4510" y="843662"/>
                </a:moveTo>
                <a:lnTo>
                  <a:pt x="19058" y="790854"/>
                </a:lnTo>
                <a:lnTo>
                  <a:pt x="31628" y="738057"/>
                </a:lnTo>
                <a:lnTo>
                  <a:pt x="42222" y="685270"/>
                </a:lnTo>
                <a:lnTo>
                  <a:pt x="50838" y="632493"/>
                </a:lnTo>
                <a:lnTo>
                  <a:pt x="57477" y="579727"/>
                </a:lnTo>
                <a:lnTo>
                  <a:pt x="62138" y="526972"/>
                </a:lnTo>
                <a:lnTo>
                  <a:pt x="64822" y="474227"/>
                </a:lnTo>
                <a:lnTo>
                  <a:pt x="65529" y="421493"/>
                </a:lnTo>
                <a:lnTo>
                  <a:pt x="64259" y="368769"/>
                </a:lnTo>
                <a:lnTo>
                  <a:pt x="61011" y="316056"/>
                </a:lnTo>
                <a:lnTo>
                  <a:pt x="55786" y="263354"/>
                </a:lnTo>
                <a:lnTo>
                  <a:pt x="48583" y="210662"/>
                </a:lnTo>
                <a:lnTo>
                  <a:pt x="39403" y="157981"/>
                </a:lnTo>
                <a:lnTo>
                  <a:pt x="28246" y="105310"/>
                </a:lnTo>
                <a:lnTo>
                  <a:pt x="15111" y="5265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3595890" y="3182841"/>
            <a:ext cx="841740" cy="63131"/>
          </a:xfrm>
          <a:custGeom>
            <a:avLst/>
            <a:gdLst/>
            <a:ahLst/>
            <a:cxnLst/>
            <a:rect l="l" t="t" r="r" b="b"/>
            <a:pathLst>
              <a:path w="841740" h="63131">
                <a:moveTo>
                  <a:pt x="0" y="0"/>
                </a:moveTo>
                <a:lnTo>
                  <a:pt x="52608" y="14796"/>
                </a:lnTo>
                <a:lnTo>
                  <a:pt x="105217" y="27620"/>
                </a:lnTo>
                <a:lnTo>
                  <a:pt x="157826" y="38470"/>
                </a:lnTo>
                <a:lnTo>
                  <a:pt x="210435" y="47348"/>
                </a:lnTo>
                <a:lnTo>
                  <a:pt x="263043" y="54253"/>
                </a:lnTo>
                <a:lnTo>
                  <a:pt x="315652" y="59185"/>
                </a:lnTo>
                <a:lnTo>
                  <a:pt x="368261" y="62144"/>
                </a:lnTo>
                <a:lnTo>
                  <a:pt x="420870" y="63131"/>
                </a:lnTo>
                <a:lnTo>
                  <a:pt x="473478" y="62144"/>
                </a:lnTo>
                <a:lnTo>
                  <a:pt x="526087" y="59185"/>
                </a:lnTo>
                <a:lnTo>
                  <a:pt x="578696" y="54253"/>
                </a:lnTo>
                <a:lnTo>
                  <a:pt x="631305" y="47348"/>
                </a:lnTo>
                <a:lnTo>
                  <a:pt x="683914" y="38470"/>
                </a:lnTo>
                <a:lnTo>
                  <a:pt x="736522" y="27620"/>
                </a:lnTo>
                <a:lnTo>
                  <a:pt x="789131" y="14796"/>
                </a:lnTo>
                <a:lnTo>
                  <a:pt x="84174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4437630" y="3182841"/>
            <a:ext cx="970017" cy="79720"/>
          </a:xfrm>
          <a:custGeom>
            <a:avLst/>
            <a:gdLst/>
            <a:ahLst/>
            <a:cxnLst/>
            <a:rect l="l" t="t" r="r" b="b"/>
            <a:pathLst>
              <a:path w="970017" h="79720">
                <a:moveTo>
                  <a:pt x="0" y="0"/>
                </a:moveTo>
                <a:lnTo>
                  <a:pt x="60381" y="17922"/>
                </a:lnTo>
                <a:lnTo>
                  <a:pt x="120795" y="33571"/>
                </a:lnTo>
                <a:lnTo>
                  <a:pt x="181241" y="46946"/>
                </a:lnTo>
                <a:lnTo>
                  <a:pt x="241720" y="58048"/>
                </a:lnTo>
                <a:lnTo>
                  <a:pt x="302232" y="66876"/>
                </a:lnTo>
                <a:lnTo>
                  <a:pt x="362776" y="73431"/>
                </a:lnTo>
                <a:lnTo>
                  <a:pt x="423354" y="77712"/>
                </a:lnTo>
                <a:lnTo>
                  <a:pt x="483963" y="79720"/>
                </a:lnTo>
                <a:lnTo>
                  <a:pt x="544606" y="79454"/>
                </a:lnTo>
                <a:lnTo>
                  <a:pt x="605281" y="76915"/>
                </a:lnTo>
                <a:lnTo>
                  <a:pt x="665989" y="72102"/>
                </a:lnTo>
                <a:lnTo>
                  <a:pt x="726729" y="65016"/>
                </a:lnTo>
                <a:lnTo>
                  <a:pt x="787502" y="55657"/>
                </a:lnTo>
                <a:lnTo>
                  <a:pt x="848308" y="44023"/>
                </a:lnTo>
                <a:lnTo>
                  <a:pt x="909146" y="30117"/>
                </a:lnTo>
                <a:lnTo>
                  <a:pt x="970017" y="1393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455541" y="4926790"/>
            <a:ext cx="462792" cy="240970"/>
          </a:xfrm>
          <a:custGeom>
            <a:avLst/>
            <a:gdLst/>
            <a:ahLst/>
            <a:cxnLst/>
            <a:rect l="l" t="t" r="r" b="b"/>
            <a:pathLst>
              <a:path w="462792" h="240970">
                <a:moveTo>
                  <a:pt x="462792" y="240970"/>
                </a:moveTo>
                <a:lnTo>
                  <a:pt x="439515" y="215063"/>
                </a:lnTo>
                <a:lnTo>
                  <a:pt x="415485" y="190602"/>
                </a:lnTo>
                <a:lnTo>
                  <a:pt x="390703" y="167587"/>
                </a:lnTo>
                <a:lnTo>
                  <a:pt x="365167" y="146018"/>
                </a:lnTo>
                <a:lnTo>
                  <a:pt x="338878" y="125896"/>
                </a:lnTo>
                <a:lnTo>
                  <a:pt x="311836" y="107219"/>
                </a:lnTo>
                <a:lnTo>
                  <a:pt x="284041" y="89989"/>
                </a:lnTo>
                <a:lnTo>
                  <a:pt x="255493" y="74206"/>
                </a:lnTo>
                <a:lnTo>
                  <a:pt x="226192" y="59868"/>
                </a:lnTo>
                <a:lnTo>
                  <a:pt x="196138" y="46977"/>
                </a:lnTo>
                <a:lnTo>
                  <a:pt x="165331" y="35532"/>
                </a:lnTo>
                <a:lnTo>
                  <a:pt x="133771" y="25533"/>
                </a:lnTo>
                <a:lnTo>
                  <a:pt x="101458" y="16980"/>
                </a:lnTo>
                <a:lnTo>
                  <a:pt x="68392" y="9874"/>
                </a:lnTo>
                <a:lnTo>
                  <a:pt x="34573" y="421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931770" y="3342500"/>
            <a:ext cx="653569" cy="1572038"/>
          </a:xfrm>
          <a:custGeom>
            <a:avLst/>
            <a:gdLst/>
            <a:ahLst/>
            <a:cxnLst/>
            <a:rect l="l" t="t" r="r" b="b"/>
            <a:pathLst>
              <a:path w="653569" h="1572038">
                <a:moveTo>
                  <a:pt x="0" y="0"/>
                </a:moveTo>
                <a:lnTo>
                  <a:pt x="4004" y="113570"/>
                </a:lnTo>
                <a:lnTo>
                  <a:pt x="12920" y="225098"/>
                </a:lnTo>
                <a:lnTo>
                  <a:pt x="26748" y="334584"/>
                </a:lnTo>
                <a:lnTo>
                  <a:pt x="45490" y="442027"/>
                </a:lnTo>
                <a:lnTo>
                  <a:pt x="69143" y="547428"/>
                </a:lnTo>
                <a:lnTo>
                  <a:pt x="97710" y="650786"/>
                </a:lnTo>
                <a:lnTo>
                  <a:pt x="131189" y="752102"/>
                </a:lnTo>
                <a:lnTo>
                  <a:pt x="169581" y="851376"/>
                </a:lnTo>
                <a:lnTo>
                  <a:pt x="212885" y="948607"/>
                </a:lnTo>
                <a:lnTo>
                  <a:pt x="261102" y="1043796"/>
                </a:lnTo>
                <a:lnTo>
                  <a:pt x="314231" y="1136942"/>
                </a:lnTo>
                <a:lnTo>
                  <a:pt x="372274" y="1228046"/>
                </a:lnTo>
                <a:lnTo>
                  <a:pt x="435228" y="1317108"/>
                </a:lnTo>
                <a:lnTo>
                  <a:pt x="503096" y="1404127"/>
                </a:lnTo>
                <a:lnTo>
                  <a:pt x="575876" y="1489104"/>
                </a:lnTo>
                <a:lnTo>
                  <a:pt x="653569" y="1572038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3585339" y="4855399"/>
            <a:ext cx="870202" cy="71391"/>
          </a:xfrm>
          <a:custGeom>
            <a:avLst/>
            <a:gdLst/>
            <a:ahLst/>
            <a:cxnLst/>
            <a:rect l="l" t="t" r="r" b="b"/>
            <a:pathLst>
              <a:path w="870202" h="71391">
                <a:moveTo>
                  <a:pt x="870202" y="71391"/>
                </a:moveTo>
                <a:lnTo>
                  <a:pt x="816030" y="55328"/>
                </a:lnTo>
                <a:lnTo>
                  <a:pt x="761829" y="41306"/>
                </a:lnTo>
                <a:lnTo>
                  <a:pt x="707599" y="29323"/>
                </a:lnTo>
                <a:lnTo>
                  <a:pt x="653341" y="19379"/>
                </a:lnTo>
                <a:lnTo>
                  <a:pt x="599054" y="11475"/>
                </a:lnTo>
                <a:lnTo>
                  <a:pt x="544738" y="5610"/>
                </a:lnTo>
                <a:lnTo>
                  <a:pt x="490393" y="1785"/>
                </a:lnTo>
                <a:lnTo>
                  <a:pt x="436020" y="0"/>
                </a:lnTo>
                <a:lnTo>
                  <a:pt x="381618" y="254"/>
                </a:lnTo>
                <a:lnTo>
                  <a:pt x="327187" y="2547"/>
                </a:lnTo>
                <a:lnTo>
                  <a:pt x="272728" y="6880"/>
                </a:lnTo>
                <a:lnTo>
                  <a:pt x="218239" y="13253"/>
                </a:lnTo>
                <a:lnTo>
                  <a:pt x="163723" y="21665"/>
                </a:lnTo>
                <a:lnTo>
                  <a:pt x="109177" y="32117"/>
                </a:lnTo>
                <a:lnTo>
                  <a:pt x="54603" y="44608"/>
                </a:lnTo>
                <a:lnTo>
                  <a:pt x="0" y="59139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3585339" y="4914538"/>
            <a:ext cx="1850204" cy="153065"/>
          </a:xfrm>
          <a:custGeom>
            <a:avLst/>
            <a:gdLst/>
            <a:ahLst/>
            <a:cxnLst/>
            <a:rect l="l" t="t" r="r" b="b"/>
            <a:pathLst>
              <a:path w="1850204" h="153065">
                <a:moveTo>
                  <a:pt x="0" y="0"/>
                </a:moveTo>
                <a:lnTo>
                  <a:pt x="115135" y="34311"/>
                </a:lnTo>
                <a:lnTo>
                  <a:pt x="230337" y="64285"/>
                </a:lnTo>
                <a:lnTo>
                  <a:pt x="345606" y="89923"/>
                </a:lnTo>
                <a:lnTo>
                  <a:pt x="460942" y="111224"/>
                </a:lnTo>
                <a:lnTo>
                  <a:pt x="576345" y="128189"/>
                </a:lnTo>
                <a:lnTo>
                  <a:pt x="691815" y="140818"/>
                </a:lnTo>
                <a:lnTo>
                  <a:pt x="807353" y="149110"/>
                </a:lnTo>
                <a:lnTo>
                  <a:pt x="922957" y="153065"/>
                </a:lnTo>
                <a:lnTo>
                  <a:pt x="1038628" y="152685"/>
                </a:lnTo>
                <a:lnTo>
                  <a:pt x="1154366" y="147968"/>
                </a:lnTo>
                <a:lnTo>
                  <a:pt x="1270172" y="138914"/>
                </a:lnTo>
                <a:lnTo>
                  <a:pt x="1386044" y="125524"/>
                </a:lnTo>
                <a:lnTo>
                  <a:pt x="1501984" y="107798"/>
                </a:lnTo>
                <a:lnTo>
                  <a:pt x="1617990" y="85735"/>
                </a:lnTo>
                <a:lnTo>
                  <a:pt x="1734064" y="59336"/>
                </a:lnTo>
                <a:lnTo>
                  <a:pt x="1850204" y="2860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5435543" y="3994283"/>
            <a:ext cx="71164" cy="948855"/>
          </a:xfrm>
          <a:custGeom>
            <a:avLst/>
            <a:gdLst/>
            <a:ahLst/>
            <a:cxnLst/>
            <a:rect l="l" t="t" r="r" b="b"/>
            <a:pathLst>
              <a:path w="71164" h="948855">
                <a:moveTo>
                  <a:pt x="0" y="948855"/>
                </a:moveTo>
                <a:lnTo>
                  <a:pt x="16679" y="889552"/>
                </a:lnTo>
                <a:lnTo>
                  <a:pt x="31134" y="830248"/>
                </a:lnTo>
                <a:lnTo>
                  <a:pt x="43366" y="770945"/>
                </a:lnTo>
                <a:lnTo>
                  <a:pt x="53373" y="711642"/>
                </a:lnTo>
                <a:lnTo>
                  <a:pt x="61157" y="652338"/>
                </a:lnTo>
                <a:lnTo>
                  <a:pt x="66717" y="593035"/>
                </a:lnTo>
                <a:lnTo>
                  <a:pt x="70052" y="533731"/>
                </a:lnTo>
                <a:lnTo>
                  <a:pt x="71164" y="474428"/>
                </a:lnTo>
                <a:lnTo>
                  <a:pt x="70052" y="415124"/>
                </a:lnTo>
                <a:lnTo>
                  <a:pt x="66717" y="355821"/>
                </a:lnTo>
                <a:lnTo>
                  <a:pt x="61157" y="296518"/>
                </a:lnTo>
                <a:lnTo>
                  <a:pt x="53373" y="237214"/>
                </a:lnTo>
                <a:lnTo>
                  <a:pt x="43366" y="177911"/>
                </a:lnTo>
                <a:lnTo>
                  <a:pt x="31134" y="118607"/>
                </a:lnTo>
                <a:lnTo>
                  <a:pt x="16679" y="5930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7019338" y="4412187"/>
            <a:ext cx="196650" cy="650093"/>
          </a:xfrm>
          <a:custGeom>
            <a:avLst/>
            <a:gdLst/>
            <a:ahLst/>
            <a:cxnLst/>
            <a:rect l="l" t="t" r="r" b="b"/>
            <a:pathLst>
              <a:path w="196650" h="650093">
                <a:moveTo>
                  <a:pt x="4412" y="0"/>
                </a:moveTo>
                <a:lnTo>
                  <a:pt x="1190" y="45136"/>
                </a:lnTo>
                <a:lnTo>
                  <a:pt x="0" y="89672"/>
                </a:lnTo>
                <a:lnTo>
                  <a:pt x="841" y="133607"/>
                </a:lnTo>
                <a:lnTo>
                  <a:pt x="3714" y="176941"/>
                </a:lnTo>
                <a:lnTo>
                  <a:pt x="8618" y="219675"/>
                </a:lnTo>
                <a:lnTo>
                  <a:pt x="15555" y="261807"/>
                </a:lnTo>
                <a:lnTo>
                  <a:pt x="24522" y="303339"/>
                </a:lnTo>
                <a:lnTo>
                  <a:pt x="35521" y="344271"/>
                </a:lnTo>
                <a:lnTo>
                  <a:pt x="48552" y="384601"/>
                </a:lnTo>
                <a:lnTo>
                  <a:pt x="63614" y="424331"/>
                </a:lnTo>
                <a:lnTo>
                  <a:pt x="80708" y="463460"/>
                </a:lnTo>
                <a:lnTo>
                  <a:pt x="99833" y="501988"/>
                </a:lnTo>
                <a:lnTo>
                  <a:pt x="120990" y="539915"/>
                </a:lnTo>
                <a:lnTo>
                  <a:pt x="144178" y="577242"/>
                </a:lnTo>
                <a:lnTo>
                  <a:pt x="169398" y="613968"/>
                </a:lnTo>
                <a:lnTo>
                  <a:pt x="196650" y="6500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4556833" y="3814004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68" name="Oval 567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7045452" y="3302531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72" name="Oval 571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TextBox 573"/>
          <p:cNvSpPr txBox="1"/>
          <p:nvPr/>
        </p:nvSpPr>
        <p:spPr>
          <a:xfrm>
            <a:off x="4560388" y="4717096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5" name="Oval 574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TextBox 576"/>
          <p:cNvSpPr txBox="1"/>
          <p:nvPr/>
        </p:nvSpPr>
        <p:spPr>
          <a:xfrm>
            <a:off x="3690185" y="47048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8" name="Oval 577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3705246" y="381681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1" name="Oval 580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370073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4" name="Oval 583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54247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7" name="Oval 586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5512494" y="298708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90" name="Oval 589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extBox 591"/>
          <p:cNvSpPr txBox="1"/>
          <p:nvPr/>
        </p:nvSpPr>
        <p:spPr>
          <a:xfrm>
            <a:off x="5540390" y="378459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3" name="Oval 592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5540390" y="47334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6" name="Oval 595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7320834" y="4852587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599" name="Oval 598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0" name="Connector 599"/>
          <p:cNvCxnSpPr/>
          <p:nvPr/>
        </p:nvCxnSpPr>
        <p:spPr>
          <a:xfrm flipV="1">
            <a:off x="4918333" y="5028543"/>
            <a:ext cx="116816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5035149" y="5028543"/>
            <a:ext cx="34804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5015291" y="505221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995432" y="507587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975573" y="5099544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5052624" y="488770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5052624" y="488770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07" name="Oval 60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2931770" y="3203283"/>
            <a:ext cx="116817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3048587" y="3203283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3028728" y="322695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3008869" y="325061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2989010" y="3274283"/>
            <a:ext cx="34805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Rounded Rectangle 612"/>
          <p:cNvSpPr/>
          <p:nvPr/>
        </p:nvSpPr>
        <p:spPr>
          <a:xfrm>
            <a:off x="3066061" y="306244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3066061" y="306244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5" name="Oval 614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7023750" y="4272971"/>
            <a:ext cx="116816" cy="1392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7140566" y="4272971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Rounded Rectangle 617"/>
          <p:cNvSpPr/>
          <p:nvPr/>
        </p:nvSpPr>
        <p:spPr>
          <a:xfrm>
            <a:off x="7158040" y="4132129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7158040" y="4132129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4 联 · G15 区南门旁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4 联 · G15 区 · 储物间门旁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卫生间门外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730000" y="178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8730000" y="197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S9  3C+E  回路 j k l m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8730000" y="214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3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E-GF-03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E · 2026-10-03（一层照明按区域分 4 路：前厅 / 侧厅 / 厨房 / 户外）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1597105" y="1588736"/>
            <a:ext cx="1477473" cy="304042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2457463" y="349501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2457463" y="349501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1597105" y="1588736"/>
            <a:ext cx="2080046" cy="2729483"/>
          </a:xfrm>
          <a:custGeom>
            <a:avLst/>
            <a:gdLst/>
            <a:ahLst/>
            <a:cxnLst/>
            <a:rect l="l" t="t" r="r" b="b"/>
            <a:pathLst>
              <a:path w="2080046" h="2729483">
                <a:moveTo>
                  <a:pt x="0" y="0"/>
                </a:moveTo>
                <a:lnTo>
                  <a:pt x="66030" y="219344"/>
                </a:lnTo>
                <a:lnTo>
                  <a:pt x="140591" y="432188"/>
                </a:lnTo>
                <a:lnTo>
                  <a:pt x="223681" y="638531"/>
                </a:lnTo>
                <a:lnTo>
                  <a:pt x="315300" y="838374"/>
                </a:lnTo>
                <a:lnTo>
                  <a:pt x="415449" y="1031718"/>
                </a:lnTo>
                <a:lnTo>
                  <a:pt x="524128" y="1218561"/>
                </a:lnTo>
                <a:lnTo>
                  <a:pt x="641337" y="1398903"/>
                </a:lnTo>
                <a:lnTo>
                  <a:pt x="767075" y="1572746"/>
                </a:lnTo>
                <a:lnTo>
                  <a:pt x="901343" y="1740089"/>
                </a:lnTo>
                <a:lnTo>
                  <a:pt x="1044140" y="1900931"/>
                </a:lnTo>
                <a:lnTo>
                  <a:pt x="1195467" y="2055273"/>
                </a:lnTo>
                <a:lnTo>
                  <a:pt x="1355324" y="2203115"/>
                </a:lnTo>
                <a:lnTo>
                  <a:pt x="1523710" y="2344457"/>
                </a:lnTo>
                <a:lnTo>
                  <a:pt x="1700626" y="2479299"/>
                </a:lnTo>
                <a:lnTo>
                  <a:pt x="1886071" y="2607641"/>
                </a:lnTo>
                <a:lnTo>
                  <a:pt x="2080046" y="272948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074578" y="4318219"/>
            <a:ext cx="602573" cy="310938"/>
          </a:xfrm>
          <a:custGeom>
            <a:avLst/>
            <a:gdLst/>
            <a:ahLst/>
            <a:cxnLst/>
            <a:rect l="l" t="t" r="r" b="b"/>
            <a:pathLst>
              <a:path w="602573" h="310938">
                <a:moveTo>
                  <a:pt x="0" y="310938"/>
                </a:moveTo>
                <a:lnTo>
                  <a:pt x="44949" y="305628"/>
                </a:lnTo>
                <a:lnTo>
                  <a:pt x="88926" y="298434"/>
                </a:lnTo>
                <a:lnTo>
                  <a:pt x="131931" y="289357"/>
                </a:lnTo>
                <a:lnTo>
                  <a:pt x="173964" y="278397"/>
                </a:lnTo>
                <a:lnTo>
                  <a:pt x="215026" y="265554"/>
                </a:lnTo>
                <a:lnTo>
                  <a:pt x="255116" y="250828"/>
                </a:lnTo>
                <a:lnTo>
                  <a:pt x="294234" y="234218"/>
                </a:lnTo>
                <a:lnTo>
                  <a:pt x="332381" y="215726"/>
                </a:lnTo>
                <a:lnTo>
                  <a:pt x="369556" y="195351"/>
                </a:lnTo>
                <a:lnTo>
                  <a:pt x="405759" y="173093"/>
                </a:lnTo>
                <a:lnTo>
                  <a:pt x="440991" y="148952"/>
                </a:lnTo>
                <a:lnTo>
                  <a:pt x="475251" y="122927"/>
                </a:lnTo>
                <a:lnTo>
                  <a:pt x="508539" y="95020"/>
                </a:lnTo>
                <a:lnTo>
                  <a:pt x="540855" y="65229"/>
                </a:lnTo>
                <a:lnTo>
                  <a:pt x="572200" y="33556"/>
                </a:lnTo>
                <a:lnTo>
                  <a:pt x="60257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77151" y="4318219"/>
            <a:ext cx="1593685" cy="119526"/>
          </a:xfrm>
          <a:custGeom>
            <a:avLst/>
            <a:gdLst/>
            <a:ahLst/>
            <a:cxnLst/>
            <a:rect l="l" t="t" r="r" b="b"/>
            <a:pathLst>
              <a:path w="1593685" h="119526">
                <a:moveTo>
                  <a:pt x="0" y="0"/>
                </a:moveTo>
                <a:lnTo>
                  <a:pt x="99606" y="28013"/>
                </a:lnTo>
                <a:lnTo>
                  <a:pt x="199211" y="52292"/>
                </a:lnTo>
                <a:lnTo>
                  <a:pt x="298816" y="72836"/>
                </a:lnTo>
                <a:lnTo>
                  <a:pt x="398422" y="89644"/>
                </a:lnTo>
                <a:lnTo>
                  <a:pt x="498027" y="102717"/>
                </a:lnTo>
                <a:lnTo>
                  <a:pt x="597632" y="112055"/>
                </a:lnTo>
                <a:lnTo>
                  <a:pt x="697237" y="117658"/>
                </a:lnTo>
                <a:lnTo>
                  <a:pt x="796843" y="119526"/>
                </a:lnTo>
                <a:lnTo>
                  <a:pt x="896448" y="117658"/>
                </a:lnTo>
                <a:lnTo>
                  <a:pt x="996053" y="112055"/>
                </a:lnTo>
                <a:lnTo>
                  <a:pt x="1095659" y="102717"/>
                </a:lnTo>
                <a:lnTo>
                  <a:pt x="1195264" y="89644"/>
                </a:lnTo>
                <a:lnTo>
                  <a:pt x="1294869" y="72836"/>
                </a:lnTo>
                <a:lnTo>
                  <a:pt x="1394474" y="52292"/>
                </a:lnTo>
                <a:lnTo>
                  <a:pt x="1494080" y="28013"/>
                </a:lnTo>
                <a:lnTo>
                  <a:pt x="159368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597105" y="1302782"/>
            <a:ext cx="807135" cy="286999"/>
          </a:xfrm>
          <a:custGeom>
            <a:avLst/>
            <a:gdLst/>
            <a:ahLst/>
            <a:cxnLst/>
            <a:rect l="l" t="t" r="r" b="b"/>
            <a:pathLst>
              <a:path w="807135" h="286999">
                <a:moveTo>
                  <a:pt x="0" y="285954"/>
                </a:moveTo>
                <a:lnTo>
                  <a:pt x="57148" y="286999"/>
                </a:lnTo>
                <a:lnTo>
                  <a:pt x="113402" y="285522"/>
                </a:lnTo>
                <a:lnTo>
                  <a:pt x="168763" y="281523"/>
                </a:lnTo>
                <a:lnTo>
                  <a:pt x="223230" y="275001"/>
                </a:lnTo>
                <a:lnTo>
                  <a:pt x="276804" y="265957"/>
                </a:lnTo>
                <a:lnTo>
                  <a:pt x="329484" y="254390"/>
                </a:lnTo>
                <a:lnTo>
                  <a:pt x="381270" y="240302"/>
                </a:lnTo>
                <a:lnTo>
                  <a:pt x="432163" y="223691"/>
                </a:lnTo>
                <a:lnTo>
                  <a:pt x="482162" y="204558"/>
                </a:lnTo>
                <a:lnTo>
                  <a:pt x="531268" y="182902"/>
                </a:lnTo>
                <a:lnTo>
                  <a:pt x="579480" y="158724"/>
                </a:lnTo>
                <a:lnTo>
                  <a:pt x="626798" y="132024"/>
                </a:lnTo>
                <a:lnTo>
                  <a:pt x="673223" y="102801"/>
                </a:lnTo>
                <a:lnTo>
                  <a:pt x="718754" y="71057"/>
                </a:lnTo>
                <a:lnTo>
                  <a:pt x="763391" y="36790"/>
                </a:lnTo>
                <a:lnTo>
                  <a:pt x="8071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074578" y="1302782"/>
            <a:ext cx="614348" cy="3326375"/>
          </a:xfrm>
          <a:custGeom>
            <a:avLst/>
            <a:gdLst/>
            <a:ahLst/>
            <a:cxnLst/>
            <a:rect l="l" t="t" r="r" b="b"/>
            <a:pathLst>
              <a:path w="614348" h="3326375">
                <a:moveTo>
                  <a:pt x="0" y="3326375"/>
                </a:moveTo>
                <a:lnTo>
                  <a:pt x="107825" y="3129675"/>
                </a:lnTo>
                <a:lnTo>
                  <a:pt x="205254" y="2931482"/>
                </a:lnTo>
                <a:lnTo>
                  <a:pt x="292289" y="2731796"/>
                </a:lnTo>
                <a:lnTo>
                  <a:pt x="368928" y="2530617"/>
                </a:lnTo>
                <a:lnTo>
                  <a:pt x="435173" y="2327944"/>
                </a:lnTo>
                <a:lnTo>
                  <a:pt x="491023" y="2123778"/>
                </a:lnTo>
                <a:lnTo>
                  <a:pt x="536478" y="1918120"/>
                </a:lnTo>
                <a:lnTo>
                  <a:pt x="571538" y="1710968"/>
                </a:lnTo>
                <a:lnTo>
                  <a:pt x="596203" y="1502323"/>
                </a:lnTo>
                <a:lnTo>
                  <a:pt x="610473" y="1292185"/>
                </a:lnTo>
                <a:lnTo>
                  <a:pt x="614348" y="1080553"/>
                </a:lnTo>
                <a:lnTo>
                  <a:pt x="607828" y="867429"/>
                </a:lnTo>
                <a:lnTo>
                  <a:pt x="590914" y="652811"/>
                </a:lnTo>
                <a:lnTo>
                  <a:pt x="563604" y="436701"/>
                </a:lnTo>
                <a:lnTo>
                  <a:pt x="525900" y="219097"/>
                </a:lnTo>
                <a:lnTo>
                  <a:pt x="4778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404240" y="1302782"/>
            <a:ext cx="1148138" cy="86111"/>
          </a:xfrm>
          <a:custGeom>
            <a:avLst/>
            <a:gdLst/>
            <a:ahLst/>
            <a:cxnLst/>
            <a:rect l="l" t="t" r="r" b="b"/>
            <a:pathLst>
              <a:path w="1148138" h="86111">
                <a:moveTo>
                  <a:pt x="0" y="0"/>
                </a:moveTo>
                <a:lnTo>
                  <a:pt x="71759" y="20182"/>
                </a:lnTo>
                <a:lnTo>
                  <a:pt x="143517" y="37673"/>
                </a:lnTo>
                <a:lnTo>
                  <a:pt x="215276" y="52474"/>
                </a:lnTo>
                <a:lnTo>
                  <a:pt x="287035" y="64583"/>
                </a:lnTo>
                <a:lnTo>
                  <a:pt x="358793" y="74001"/>
                </a:lnTo>
                <a:lnTo>
                  <a:pt x="430552" y="80729"/>
                </a:lnTo>
                <a:lnTo>
                  <a:pt x="502311" y="84765"/>
                </a:lnTo>
                <a:lnTo>
                  <a:pt x="574069" y="86111"/>
                </a:lnTo>
                <a:lnTo>
                  <a:pt x="645828" y="84765"/>
                </a:lnTo>
                <a:lnTo>
                  <a:pt x="717586" y="80729"/>
                </a:lnTo>
                <a:lnTo>
                  <a:pt x="789345" y="74001"/>
                </a:lnTo>
                <a:lnTo>
                  <a:pt x="861104" y="64583"/>
                </a:lnTo>
                <a:lnTo>
                  <a:pt x="932862" y="52474"/>
                </a:lnTo>
                <a:lnTo>
                  <a:pt x="1004621" y="37673"/>
                </a:lnTo>
                <a:lnTo>
                  <a:pt x="1076379" y="20182"/>
                </a:lnTo>
                <a:lnTo>
                  <a:pt x="11481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52378" y="1302782"/>
            <a:ext cx="1056745" cy="79256"/>
          </a:xfrm>
          <a:custGeom>
            <a:avLst/>
            <a:gdLst/>
            <a:ahLst/>
            <a:cxnLst/>
            <a:rect l="l" t="t" r="r" b="b"/>
            <a:pathLst>
              <a:path w="1056745" h="79256">
                <a:moveTo>
                  <a:pt x="0" y="0"/>
                </a:moveTo>
                <a:lnTo>
                  <a:pt x="66047" y="18576"/>
                </a:lnTo>
                <a:lnTo>
                  <a:pt x="132093" y="34675"/>
                </a:lnTo>
                <a:lnTo>
                  <a:pt x="198140" y="48297"/>
                </a:lnTo>
                <a:lnTo>
                  <a:pt x="264186" y="59442"/>
                </a:lnTo>
                <a:lnTo>
                  <a:pt x="330233" y="68111"/>
                </a:lnTo>
                <a:lnTo>
                  <a:pt x="396279" y="74303"/>
                </a:lnTo>
                <a:lnTo>
                  <a:pt x="462326" y="78018"/>
                </a:lnTo>
                <a:lnTo>
                  <a:pt x="528372" y="79256"/>
                </a:lnTo>
                <a:lnTo>
                  <a:pt x="594419" y="78018"/>
                </a:lnTo>
                <a:lnTo>
                  <a:pt x="660465" y="74303"/>
                </a:lnTo>
                <a:lnTo>
                  <a:pt x="726512" y="68111"/>
                </a:lnTo>
                <a:lnTo>
                  <a:pt x="792558" y="59442"/>
                </a:lnTo>
                <a:lnTo>
                  <a:pt x="858605" y="48297"/>
                </a:lnTo>
                <a:lnTo>
                  <a:pt x="924651" y="34675"/>
                </a:lnTo>
                <a:lnTo>
                  <a:pt x="990698" y="18576"/>
                </a:lnTo>
                <a:lnTo>
                  <a:pt x="105674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4609123" y="1302782"/>
            <a:ext cx="599774" cy="46429"/>
          </a:xfrm>
          <a:custGeom>
            <a:avLst/>
            <a:gdLst/>
            <a:ahLst/>
            <a:cxnLst/>
            <a:rect l="l" t="t" r="r" b="b"/>
            <a:pathLst>
              <a:path w="599774" h="46429">
                <a:moveTo>
                  <a:pt x="0" y="0"/>
                </a:moveTo>
                <a:lnTo>
                  <a:pt x="37435" y="10724"/>
                </a:lnTo>
                <a:lnTo>
                  <a:pt x="74877" y="20042"/>
                </a:lnTo>
                <a:lnTo>
                  <a:pt x="112325" y="27954"/>
                </a:lnTo>
                <a:lnTo>
                  <a:pt x="149781" y="34460"/>
                </a:lnTo>
                <a:lnTo>
                  <a:pt x="187243" y="39561"/>
                </a:lnTo>
                <a:lnTo>
                  <a:pt x="224712" y="43256"/>
                </a:lnTo>
                <a:lnTo>
                  <a:pt x="262188" y="45545"/>
                </a:lnTo>
                <a:lnTo>
                  <a:pt x="299670" y="46429"/>
                </a:lnTo>
                <a:lnTo>
                  <a:pt x="337159" y="45907"/>
                </a:lnTo>
                <a:lnTo>
                  <a:pt x="374656" y="43979"/>
                </a:lnTo>
                <a:lnTo>
                  <a:pt x="412158" y="40645"/>
                </a:lnTo>
                <a:lnTo>
                  <a:pt x="449668" y="35906"/>
                </a:lnTo>
                <a:lnTo>
                  <a:pt x="487184" y="29761"/>
                </a:lnTo>
                <a:lnTo>
                  <a:pt x="524708" y="22210"/>
                </a:lnTo>
                <a:lnTo>
                  <a:pt x="562238" y="13253"/>
                </a:lnTo>
                <a:lnTo>
                  <a:pt x="599774" y="289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981736" y="5123684"/>
            <a:ext cx="1139225" cy="214060"/>
          </a:xfrm>
          <a:custGeom>
            <a:avLst/>
            <a:gdLst/>
            <a:ahLst/>
            <a:cxnLst/>
            <a:rect l="l" t="t" r="r" b="b"/>
            <a:pathLst>
              <a:path w="1139225" h="214060">
                <a:moveTo>
                  <a:pt x="0" y="0"/>
                </a:moveTo>
                <a:lnTo>
                  <a:pt x="67242" y="37260"/>
                </a:lnTo>
                <a:lnTo>
                  <a:pt x="135012" y="70960"/>
                </a:lnTo>
                <a:lnTo>
                  <a:pt x="203309" y="101101"/>
                </a:lnTo>
                <a:lnTo>
                  <a:pt x="272135" y="127681"/>
                </a:lnTo>
                <a:lnTo>
                  <a:pt x="341488" y="150701"/>
                </a:lnTo>
                <a:lnTo>
                  <a:pt x="411370" y="170161"/>
                </a:lnTo>
                <a:lnTo>
                  <a:pt x="481779" y="186061"/>
                </a:lnTo>
                <a:lnTo>
                  <a:pt x="552717" y="198401"/>
                </a:lnTo>
                <a:lnTo>
                  <a:pt x="624183" y="207180"/>
                </a:lnTo>
                <a:lnTo>
                  <a:pt x="696176" y="212400"/>
                </a:lnTo>
                <a:lnTo>
                  <a:pt x="768698" y="214060"/>
                </a:lnTo>
                <a:lnTo>
                  <a:pt x="841747" y="212159"/>
                </a:lnTo>
                <a:lnTo>
                  <a:pt x="915325" y="206699"/>
                </a:lnTo>
                <a:lnTo>
                  <a:pt x="989430" y="197678"/>
                </a:lnTo>
                <a:lnTo>
                  <a:pt x="1064064" y="185097"/>
                </a:lnTo>
                <a:lnTo>
                  <a:pt x="1139225" y="16895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981736" y="5123684"/>
            <a:ext cx="2881577" cy="360417"/>
          </a:xfrm>
          <a:custGeom>
            <a:avLst/>
            <a:gdLst/>
            <a:ahLst/>
            <a:cxnLst/>
            <a:rect l="l" t="t" r="r" b="b"/>
            <a:pathLst>
              <a:path w="2881577" h="360417">
                <a:moveTo>
                  <a:pt x="0" y="0"/>
                </a:moveTo>
                <a:lnTo>
                  <a:pt x="176900" y="76066"/>
                </a:lnTo>
                <a:lnTo>
                  <a:pt x="354227" y="143127"/>
                </a:lnTo>
                <a:lnTo>
                  <a:pt x="531980" y="201183"/>
                </a:lnTo>
                <a:lnTo>
                  <a:pt x="710160" y="250235"/>
                </a:lnTo>
                <a:lnTo>
                  <a:pt x="888766" y="290281"/>
                </a:lnTo>
                <a:lnTo>
                  <a:pt x="1067798" y="321322"/>
                </a:lnTo>
                <a:lnTo>
                  <a:pt x="1247257" y="343359"/>
                </a:lnTo>
                <a:lnTo>
                  <a:pt x="1427142" y="356390"/>
                </a:lnTo>
                <a:lnTo>
                  <a:pt x="1607454" y="360417"/>
                </a:lnTo>
                <a:lnTo>
                  <a:pt x="1788192" y="355439"/>
                </a:lnTo>
                <a:lnTo>
                  <a:pt x="1969357" y="341456"/>
                </a:lnTo>
                <a:lnTo>
                  <a:pt x="2150948" y="318468"/>
                </a:lnTo>
                <a:lnTo>
                  <a:pt x="2332966" y="286475"/>
                </a:lnTo>
                <a:lnTo>
                  <a:pt x="2515410" y="245477"/>
                </a:lnTo>
                <a:lnTo>
                  <a:pt x="2698280" y="195474"/>
                </a:lnTo>
                <a:lnTo>
                  <a:pt x="2881577" y="13646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5681526" y="5135894"/>
            <a:ext cx="240245" cy="493831"/>
          </a:xfrm>
          <a:custGeom>
            <a:avLst/>
            <a:gdLst/>
            <a:ahLst/>
            <a:cxnLst/>
            <a:rect l="l" t="t" r="r" b="b"/>
            <a:pathLst>
              <a:path w="240245" h="493831">
                <a:moveTo>
                  <a:pt x="0" y="0"/>
                </a:moveTo>
                <a:lnTo>
                  <a:pt x="3441" y="36495"/>
                </a:lnTo>
                <a:lnTo>
                  <a:pt x="8425" y="72240"/>
                </a:lnTo>
                <a:lnTo>
                  <a:pt x="14953" y="107233"/>
                </a:lnTo>
                <a:lnTo>
                  <a:pt x="23024" y="141476"/>
                </a:lnTo>
                <a:lnTo>
                  <a:pt x="32638" y="174968"/>
                </a:lnTo>
                <a:lnTo>
                  <a:pt x="43795" y="207710"/>
                </a:lnTo>
                <a:lnTo>
                  <a:pt x="56496" y="239700"/>
                </a:lnTo>
                <a:lnTo>
                  <a:pt x="70740" y="270940"/>
                </a:lnTo>
                <a:lnTo>
                  <a:pt x="86527" y="301429"/>
                </a:lnTo>
                <a:lnTo>
                  <a:pt x="103857" y="331167"/>
                </a:lnTo>
                <a:lnTo>
                  <a:pt x="122730" y="360155"/>
                </a:lnTo>
                <a:lnTo>
                  <a:pt x="143147" y="388392"/>
                </a:lnTo>
                <a:lnTo>
                  <a:pt x="165107" y="415878"/>
                </a:lnTo>
                <a:lnTo>
                  <a:pt x="188610" y="442613"/>
                </a:lnTo>
                <a:lnTo>
                  <a:pt x="213656" y="468597"/>
                </a:lnTo>
                <a:lnTo>
                  <a:pt x="240245" y="49383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6176052" y="5135894"/>
            <a:ext cx="521076" cy="227363"/>
          </a:xfrm>
          <a:custGeom>
            <a:avLst/>
            <a:gdLst/>
            <a:ahLst/>
            <a:cxnLst/>
            <a:rect l="l" t="t" r="r" b="b"/>
            <a:pathLst>
              <a:path w="521076" h="227363">
                <a:moveTo>
                  <a:pt x="0" y="0"/>
                </a:moveTo>
                <a:lnTo>
                  <a:pt x="27239" y="26423"/>
                </a:lnTo>
                <a:lnTo>
                  <a:pt x="55187" y="51218"/>
                </a:lnTo>
                <a:lnTo>
                  <a:pt x="83847" y="74384"/>
                </a:lnTo>
                <a:lnTo>
                  <a:pt x="113217" y="95922"/>
                </a:lnTo>
                <a:lnTo>
                  <a:pt x="143297" y="115831"/>
                </a:lnTo>
                <a:lnTo>
                  <a:pt x="174088" y="134112"/>
                </a:lnTo>
                <a:lnTo>
                  <a:pt x="205590" y="150765"/>
                </a:lnTo>
                <a:lnTo>
                  <a:pt x="237802" y="165789"/>
                </a:lnTo>
                <a:lnTo>
                  <a:pt x="270724" y="179185"/>
                </a:lnTo>
                <a:lnTo>
                  <a:pt x="304357" y="190953"/>
                </a:lnTo>
                <a:lnTo>
                  <a:pt x="338701" y="201092"/>
                </a:lnTo>
                <a:lnTo>
                  <a:pt x="373755" y="209603"/>
                </a:lnTo>
                <a:lnTo>
                  <a:pt x="409519" y="216485"/>
                </a:lnTo>
                <a:lnTo>
                  <a:pt x="445994" y="221739"/>
                </a:lnTo>
                <a:lnTo>
                  <a:pt x="483180" y="225365"/>
                </a:lnTo>
                <a:lnTo>
                  <a:pt x="521076" y="22736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6634294" y="5300423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4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4" y="18404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4" name="Connector 563"/>
          <p:cNvCxnSpPr/>
          <p:nvPr/>
        </p:nvCxnSpPr>
        <p:spPr>
          <a:xfrm>
            <a:off x="6615444" y="536325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TextBox 564"/>
          <p:cNvSpPr txBox="1"/>
          <p:nvPr/>
        </p:nvSpPr>
        <p:spPr>
          <a:xfrm>
            <a:off x="6772528" y="5212456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120" name="Freeform 119"/>
          <p:cNvSpPr/>
          <p:nvPr/>
        </p:nvSpPr>
        <p:spPr>
          <a:xfrm>
            <a:off x="3614318" y="4255385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3" y="0"/>
                </a:lnTo>
                <a:lnTo>
                  <a:pt x="50575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3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6" name="Connector 565"/>
          <p:cNvCxnSpPr/>
          <p:nvPr/>
        </p:nvCxnSpPr>
        <p:spPr>
          <a:xfrm>
            <a:off x="3595468" y="4318219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3752552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121" name="Freeform 120"/>
          <p:cNvSpPr/>
          <p:nvPr/>
        </p:nvSpPr>
        <p:spPr>
          <a:xfrm>
            <a:off x="5208002" y="4255385"/>
            <a:ext cx="125668" cy="62834"/>
          </a:xfrm>
          <a:custGeom>
            <a:avLst/>
            <a:gdLst/>
            <a:ahLst/>
            <a:cxnLst/>
            <a:rect l="l" t="t" r="r" b="b"/>
            <a:pathLst>
              <a:path w="125668" h="62834">
                <a:moveTo>
                  <a:pt x="125668" y="62834"/>
                </a:moveTo>
                <a:lnTo>
                  <a:pt x="124460" y="50575"/>
                </a:lnTo>
                <a:lnTo>
                  <a:pt x="120885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9" y="4783"/>
                </a:lnTo>
                <a:lnTo>
                  <a:pt x="27926" y="10589"/>
                </a:lnTo>
                <a:lnTo>
                  <a:pt x="18404" y="18403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8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5189152" y="4318219"/>
            <a:ext cx="1633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5346236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570" name="Oval 569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4938713" y="5109349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574" name="Oval 57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3196361" y="5141840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578" name="Oval 577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5997172" y="5478925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581" name="Oval 580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TextBox 581"/>
          <p:cNvSpPr txBox="1"/>
          <p:nvPr/>
        </p:nvSpPr>
        <p:spPr>
          <a:xfrm>
            <a:off x="2479640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3" name="Oval 582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TextBox 583"/>
          <p:cNvSpPr txBox="1"/>
          <p:nvPr/>
        </p:nvSpPr>
        <p:spPr>
          <a:xfrm>
            <a:off x="3627778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5" name="Oval 584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684523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7" name="Oval 586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5284298" y="1154873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9" name="Oval 588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0" name="Connector 589"/>
          <p:cNvCxnSpPr/>
          <p:nvPr/>
        </p:nvCxnSpPr>
        <p:spPr>
          <a:xfrm flipV="1">
            <a:off x="1597105" y="1488619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1681113" y="148861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1666832" y="150563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3" name="Rounded Rectangle 592"/>
          <p:cNvSpPr/>
          <p:nvPr/>
        </p:nvSpPr>
        <p:spPr>
          <a:xfrm>
            <a:off x="1693680" y="1360047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TextBox 593"/>
          <p:cNvSpPr txBox="1"/>
          <p:nvPr/>
        </p:nvSpPr>
        <p:spPr>
          <a:xfrm>
            <a:off x="1693680" y="1360047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95" name="Oval 594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6" name="Connector 595"/>
          <p:cNvCxnSpPr/>
          <p:nvPr/>
        </p:nvCxnSpPr>
        <p:spPr>
          <a:xfrm flipV="1">
            <a:off x="3074578" y="4529040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3158587" y="452904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3144305" y="4546060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9" name="Rounded Rectangle 598"/>
          <p:cNvSpPr/>
          <p:nvPr/>
        </p:nvSpPr>
        <p:spPr>
          <a:xfrm>
            <a:off x="3171153" y="4400468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TextBox 599"/>
          <p:cNvSpPr txBox="1"/>
          <p:nvPr/>
        </p:nvSpPr>
        <p:spPr>
          <a:xfrm>
            <a:off x="3171153" y="4400468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01" name="Oval 600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2" name="Connector 601"/>
          <p:cNvCxnSpPr/>
          <p:nvPr/>
        </p:nvCxnSpPr>
        <p:spPr>
          <a:xfrm flipV="1">
            <a:off x="1981736" y="5023567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2065745" y="502356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2051463" y="5040586"/>
            <a:ext cx="25030" cy="21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2078311" y="489499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2078311" y="489499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07" name="Oval 606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5681526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765534" y="503577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Rounded Rectangle 609"/>
          <p:cNvSpPr/>
          <p:nvPr/>
        </p:nvSpPr>
        <p:spPr>
          <a:xfrm>
            <a:off x="5778101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TextBox 610"/>
          <p:cNvSpPr txBox="1"/>
          <p:nvPr/>
        </p:nvSpPr>
        <p:spPr>
          <a:xfrm>
            <a:off x="5778101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12" name="Oval 611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3" name="Connector 612"/>
          <p:cNvCxnSpPr/>
          <p:nvPr/>
        </p:nvCxnSpPr>
        <p:spPr>
          <a:xfrm flipV="1">
            <a:off x="6176052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6260060" y="5035777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5" name="Rounded Rectangle 614"/>
          <p:cNvSpPr/>
          <p:nvPr/>
        </p:nvSpPr>
        <p:spPr>
          <a:xfrm>
            <a:off x="6272627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6272627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17" name="Rectangle 616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19" name="TextBox 618"/>
          <p:cNvSpPr txBox="1"/>
          <p:nvPr/>
        </p:nvSpPr>
        <p:spPr>
          <a:xfrm>
            <a:off x="3254175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FCU1</a:t>
            </a:r>
          </a:p>
        </p:txBody>
      </p:sp>
      <p:sp>
        <p:nvSpPr>
          <p:cNvPr id="620" name="Rectangle 619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TextBox 620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4554596" y="6303780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FCU2</a:t>
            </a:r>
          </a:p>
        </p:txBody>
      </p:sp>
      <p:sp>
        <p:nvSpPr>
          <p:cNvPr id="623" name="Rectangle 622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4896490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FCU3</a:t>
            </a:r>
          </a:p>
        </p:txBody>
      </p:sp>
      <p:sp>
        <p:nvSpPr>
          <p:cNvPr id="626" name="Rectangle 625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5635227" y="6193886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FCU4</a:t>
            </a:r>
          </a:p>
        </p:txBody>
      </p:sp>
      <p:sp>
        <p:nvSpPr>
          <p:cNvPr id="629" name="Rectangle 628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TextBox 629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1" name="TextBox 630"/>
          <p:cNvSpPr txBox="1"/>
          <p:nvPr/>
        </p:nvSpPr>
        <p:spPr>
          <a:xfrm>
            <a:off x="5952701" y="6218307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FCU5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33" name="TextBox 632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G15 区 · 通后花园门旁</a:t>
            </a:r>
          </a:p>
        </p:txBody>
      </p:sp>
      <p:sp>
        <p:nvSpPr>
          <p:cNvPr id="634" name="TextBox 633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2 联 · 厨房后门旁（吧台区）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2 联 · 厨房入口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洗衣房门旁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1 联 · 洗衣房后门旁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8730000" y="251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730000" y="27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W1：S12 ↔ S11  3C+E  回路 p q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8730000" y="28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8730000" y="31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8730000" y="33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S11 与 S7（E-GF-01）双控：p q</a:t>
            </a:r>
          </a:p>
        </p:txBody>
      </p:sp>
      <p:sp>
        <p:nvSpPr>
          <p:cNvPr id="648" name="Rectangle 647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Rectangle 648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TextBox 649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E · 2026-10-03（一层照明按区域分 4 路：前厅 / 侧厅 / 厨房 / 户外）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d↔S4，e↔S4，f↔S4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g↔S5，h↔S5，i↔S5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d↔S1，e↔S1，f↔S1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g↔S3，h↔S3，i↔S3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区东侧 · 卫生间走道口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p↔S11，p↔S12，q↔S11，q↔S12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j↔S9，k↔S9，l↔S9，m↔S9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j↔S8，k↔S8，l↔S8，m↔S8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p↔S7，p↔S12，q↔S7，q↔S12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p↔S7，p↔S11，q↔S7，q↔S11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FCU1–5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 / 洗衣房台面后墙（见 E-GF-03）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FCU 13A ×5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各供一台电器，用途待填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E-GF-05；位置见 E-GF-00~03。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前储物间门框锁侧加门控开关 DS1（开门亮灯），与 S2 键 2 并联控制 b。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E · 2026-10-03（一层照明按区域分 4 路：前厅 / 侧厅 / 厨房 / 户外）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51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S1-键2，S4-键2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S1-键3，S4-键3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S1-键4，S4-键4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S5-键1，S3-键1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S5-键2，S3-键2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S5-键3，S3-键3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S8-键2，S9-键2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S8-键3，S9-键3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S8-键4，S9-键4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S7-键1，S11-键1，S12-键1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S7-键2，S11-键2，S12-键2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