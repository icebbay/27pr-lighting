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74690" y="414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7" name="Oval 686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4" name="Oval 693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1" name="Oval 700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5" name="Oval 704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5" name="Oval 714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0" name="Oval 719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4" name="Oval 723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8" name="Connector 727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Oval 74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1" name="Oval 75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6" name="Oval 75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8" name="Oval 75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TextBox 76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Oval 63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1" name="Oval 640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9" name="Oval 648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Rounded Rectangle 652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5" name="Oval 654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2" name="Oval 661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ounded Rectangle 667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Rounded Rectangle 674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7" name="Oval 676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8" name="Connector 677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ounded Rectangle 679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51759" y="2973314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Rounded Rectangle 685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G07 区东侧 · 卫生间走道口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