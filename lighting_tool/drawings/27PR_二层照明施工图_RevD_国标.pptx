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二层照明由一层 AL1 引出 2 个回路，沿楼梯井引上：WL4 西区、WL5 东区（各含卫生间排气扇），均带 30 mA 漏电保护。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2832769" y="3428179"/>
            <a:ext cx="0" cy="9738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2832769" y="4402000"/>
            <a:ext cx="61020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H="1">
            <a:off x="3589256" y="5618230"/>
            <a:ext cx="155610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3589256" y="4949512"/>
            <a:ext cx="0" cy="668718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199461" y="3921358"/>
            <a:ext cx="0" cy="106994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4199461" y="4991307"/>
            <a:ext cx="112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4053179" y="2496153"/>
            <a:ext cx="0" cy="11033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4053179" y="2496153"/>
            <a:ext cx="4931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69102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4897435" y="4966230"/>
            <a:ext cx="271667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WL4/WL5（先到开关盒）；细实线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481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485" name="Oval 48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89" name="Oval 48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3" name="Oval 49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6" name="Oval 49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99" name="Oval 49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2" name="Oval 50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5" name="Oval 50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09" name="Oval 50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2" name="Oval 51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5" name="Oval 51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19" name="Oval 518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3" name="Oval 522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29" name="Oval 528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6" name="Oval 53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0" name="Oval 539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Connector 540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7" name="Oval 54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8" name="Connector 547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61315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3764473" y="5465578"/>
            <a:ext cx="396842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2355336" y="6153052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WL5  BV-3×2.5 PC20 WC/CC</a:t>
            </a:r>
          </a:p>
        </p:txBody>
      </p:sp>
      <p:cxnSp>
        <p:nvCxnSpPr>
          <p:cNvPr id="453" name="Connector 452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Oval 470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WL4/WL5 由一层 AL1 沿楼梯井引上</a:t>
            </a:r>
          </a:p>
        </p:txBody>
      </p:sp>
      <p:sp>
        <p:nvSpPr>
          <p:cNvPr id="474" name="Oval 473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8" name="Oval 477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2" name="Oval 481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6" name="Oval 485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0" name="Oval 489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3" name="Oval 492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6" name="Oval 495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0" name="Oval 499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TextBox 504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6" name="Oval 50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0" name="Oval 509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4" name="Oval 51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1" name="Oval 520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2" name="Connector 521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7" name="Oval 52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1" name="Oval 530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330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一层前区照明（门廊 / 门厅 / 起居室 / G07 区 / 楼梯）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22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WL2  一层后区照明（G15 区 / 卫生间 / 厨房 / 洗衣房）+ 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14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C10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2900000" y="37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00000" y="38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0000" y="35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50000" y="36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000" y="37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二层西区照明（主卧 / 盥洗室 / 西卫 / 衣帽间 / 卧室2）+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9 盏（二层，字母 a b f g h i j）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000000" y="45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2900000" y="44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3300000" y="45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900000" y="42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C16 1P+N RCBO 30mA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50000" y="43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000" y="44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WL5  二层东区照明（走廊 / 北卫 / 卧室3 / 楼梯 / 书房 / 后卫）+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盏（二层，字母 c d e k l m）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000000" y="52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000000" y="51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回路划分按区域：前区 / 后区 / 户外，单回路灯具数量与功率均在 C16 允许范围内（灯具多为 LED）。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WL5，一层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WL4、WL5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D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