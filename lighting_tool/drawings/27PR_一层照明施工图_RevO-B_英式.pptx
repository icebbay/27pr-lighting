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O-B · 方案 B · 精简 17 路（照明 3 路）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8878" y="429702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426" y="430757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426" y="430757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3051" y="4509150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8"/>
                </a:lnTo>
                <a:lnTo>
                  <a:pt x="57717" y="18520"/>
                </a:lnTo>
                <a:lnTo>
                  <a:pt x="54944" y="13333"/>
                </a:lnTo>
                <a:lnTo>
                  <a:pt x="51214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7"/>
                </a:lnTo>
                <a:lnTo>
                  <a:pt x="30000" y="0"/>
                </a:lnTo>
                <a:lnTo>
                  <a:pt x="24148" y="577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20"/>
                </a:lnTo>
                <a:lnTo>
                  <a:pt x="577" y="24148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4051" y="4539150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27" y="471892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27" y="473542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6021" y="471894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521" y="473544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84" y="47189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84" y="47354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0923" y="432147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423" y="433797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62" y="389638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62" y="391288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67" y="389637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67" y="391287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659" y="431367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6159" y="433017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23" y="389640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23" y="391290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485742" y="480781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496290" y="481836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496290" y="481836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84552" y="48784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401052" y="48949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552756" y="3479614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3" name="Connector 642"/>
          <p:cNvCxnSpPr/>
          <p:nvPr/>
        </p:nvCxnSpPr>
        <p:spPr>
          <a:xfrm>
            <a:off x="4543756" y="3509614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4" name="Oval 643"/>
          <p:cNvSpPr/>
          <p:nvPr/>
        </p:nvSpPr>
        <p:spPr>
          <a:xfrm>
            <a:off x="4744311" y="2045157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753311" y="2052657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1487931" y="500921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6" name="Connector 645"/>
          <p:cNvCxnSpPr/>
          <p:nvPr/>
        </p:nvCxnSpPr>
        <p:spPr>
          <a:xfrm flipV="1">
            <a:off x="1501431" y="496296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1551568" y="496296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1543045" y="49731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534521" y="49832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25998" y="49934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1251431" y="505271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2" name="Oval 651"/>
          <p:cNvSpPr/>
          <p:nvPr/>
        </p:nvSpPr>
        <p:spPr>
          <a:xfrm>
            <a:off x="1997891" y="515304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2011391" y="5106789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2061528" y="5106789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2053005" y="511694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6" name="TextBox 655"/>
          <p:cNvSpPr txBox="1"/>
          <p:nvPr/>
        </p:nvSpPr>
        <p:spPr>
          <a:xfrm>
            <a:off x="1761391" y="519654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7" name="Oval 656"/>
          <p:cNvSpPr/>
          <p:nvPr/>
        </p:nvSpPr>
        <p:spPr>
          <a:xfrm>
            <a:off x="3089186" y="47329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 flipV="1">
            <a:off x="3102686" y="46866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3152823" y="46866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3144300" y="469681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3135777" y="4706971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127253" y="47171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3" name="TextBox 662"/>
          <p:cNvSpPr txBox="1"/>
          <p:nvPr/>
        </p:nvSpPr>
        <p:spPr>
          <a:xfrm>
            <a:off x="2852686" y="47764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64" name="Oval 663"/>
          <p:cNvSpPr/>
          <p:nvPr/>
        </p:nvSpPr>
        <p:spPr>
          <a:xfrm>
            <a:off x="3089186" y="47329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5" name="Connector 664"/>
          <p:cNvCxnSpPr/>
          <p:nvPr/>
        </p:nvCxnSpPr>
        <p:spPr>
          <a:xfrm flipV="1">
            <a:off x="3102686" y="46866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3152823" y="46866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3144300" y="469681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35777" y="4706971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TextBox 668"/>
          <p:cNvSpPr txBox="1"/>
          <p:nvPr/>
        </p:nvSpPr>
        <p:spPr>
          <a:xfrm>
            <a:off x="2852686" y="47764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0" name="Oval 669"/>
          <p:cNvSpPr/>
          <p:nvPr/>
        </p:nvSpPr>
        <p:spPr>
          <a:xfrm>
            <a:off x="3250114" y="547580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1" name="Connector 670"/>
          <p:cNvCxnSpPr/>
          <p:nvPr/>
        </p:nvCxnSpPr>
        <p:spPr>
          <a:xfrm flipV="1">
            <a:off x="3263614" y="542955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3313751" y="54295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3" name="TextBox 672"/>
          <p:cNvSpPr txBox="1"/>
          <p:nvPr/>
        </p:nvSpPr>
        <p:spPr>
          <a:xfrm>
            <a:off x="3013614" y="551930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74" name="Oval 673"/>
          <p:cNvSpPr/>
          <p:nvPr/>
        </p:nvSpPr>
        <p:spPr>
          <a:xfrm>
            <a:off x="4453508" y="418967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5" name="Connector 674"/>
          <p:cNvCxnSpPr/>
          <p:nvPr/>
        </p:nvCxnSpPr>
        <p:spPr>
          <a:xfrm flipV="1">
            <a:off x="4467008" y="414342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4517145" y="414342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/>
          <p:cNvSpPr txBox="1"/>
          <p:nvPr/>
        </p:nvSpPr>
        <p:spPr>
          <a:xfrm>
            <a:off x="4217008" y="423317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78" name="Oval 677"/>
          <p:cNvSpPr/>
          <p:nvPr/>
        </p:nvSpPr>
        <p:spPr>
          <a:xfrm>
            <a:off x="3003115" y="339596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3016615" y="334970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3066752" y="334970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3058229" y="335986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3049706" y="337002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3041182" y="338018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4" name="TextBox 683"/>
          <p:cNvSpPr txBox="1"/>
          <p:nvPr/>
        </p:nvSpPr>
        <p:spPr>
          <a:xfrm>
            <a:off x="2766615" y="343946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85" name="Oval 684"/>
          <p:cNvSpPr/>
          <p:nvPr/>
        </p:nvSpPr>
        <p:spPr>
          <a:xfrm>
            <a:off x="2031124" y="250288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6" name="Connector 685"/>
          <p:cNvCxnSpPr/>
          <p:nvPr/>
        </p:nvCxnSpPr>
        <p:spPr>
          <a:xfrm flipV="1">
            <a:off x="2044624" y="245662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2094761" y="24566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2086238" y="2466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2077714" y="247694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0" name="TextBox 689"/>
          <p:cNvSpPr txBox="1"/>
          <p:nvPr/>
        </p:nvSpPr>
        <p:spPr>
          <a:xfrm>
            <a:off x="1794624" y="254638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91" name="Oval 690"/>
          <p:cNvSpPr/>
          <p:nvPr/>
        </p:nvSpPr>
        <p:spPr>
          <a:xfrm>
            <a:off x="4033256" y="302626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2" name="Connector 691"/>
          <p:cNvCxnSpPr/>
          <p:nvPr/>
        </p:nvCxnSpPr>
        <p:spPr>
          <a:xfrm flipV="1">
            <a:off x="4046756" y="2980011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4096893" y="2980011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4" name="TextBox 693"/>
          <p:cNvSpPr txBox="1"/>
          <p:nvPr/>
        </p:nvSpPr>
        <p:spPr>
          <a:xfrm>
            <a:off x="3796756" y="306976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95" name="Oval 694"/>
          <p:cNvSpPr/>
          <p:nvPr/>
        </p:nvSpPr>
        <p:spPr>
          <a:xfrm>
            <a:off x="4468048" y="219934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6" name="Connector 695"/>
          <p:cNvCxnSpPr/>
          <p:nvPr/>
        </p:nvCxnSpPr>
        <p:spPr>
          <a:xfrm flipV="1">
            <a:off x="4481548" y="2153091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4531685" y="2153091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4523162" y="2163249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4514638" y="217340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4231548" y="224284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01" name="Oval 700"/>
          <p:cNvSpPr/>
          <p:nvPr/>
        </p:nvSpPr>
        <p:spPr>
          <a:xfrm>
            <a:off x="5499238" y="430231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2" name="Connector 701"/>
          <p:cNvCxnSpPr/>
          <p:nvPr/>
        </p:nvCxnSpPr>
        <p:spPr>
          <a:xfrm flipV="1">
            <a:off x="5512738" y="4256065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5562876" y="425606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4" name="TextBox 703"/>
          <p:cNvSpPr txBox="1"/>
          <p:nvPr/>
        </p:nvSpPr>
        <p:spPr>
          <a:xfrm>
            <a:off x="5262738" y="434581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05" name="Oval 704"/>
          <p:cNvSpPr/>
          <p:nvPr/>
        </p:nvSpPr>
        <p:spPr>
          <a:xfrm>
            <a:off x="4569839" y="473091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6" name="Connector 705"/>
          <p:cNvCxnSpPr/>
          <p:nvPr/>
        </p:nvCxnSpPr>
        <p:spPr>
          <a:xfrm flipV="1">
            <a:off x="4583339" y="4684663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4633477" y="4684663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4624953" y="4694821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9" name="TextBox 708"/>
          <p:cNvSpPr txBox="1"/>
          <p:nvPr/>
        </p:nvSpPr>
        <p:spPr>
          <a:xfrm>
            <a:off x="4333339" y="477441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10" name="Oval 709"/>
          <p:cNvSpPr/>
          <p:nvPr/>
        </p:nvSpPr>
        <p:spPr>
          <a:xfrm>
            <a:off x="7161846" y="495773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1" name="Connector 710"/>
          <p:cNvCxnSpPr/>
          <p:nvPr/>
        </p:nvCxnSpPr>
        <p:spPr>
          <a:xfrm flipV="1">
            <a:off x="7175346" y="4911488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7225483" y="491148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3" name="TextBox 712"/>
          <p:cNvSpPr txBox="1"/>
          <p:nvPr/>
        </p:nvSpPr>
        <p:spPr>
          <a:xfrm>
            <a:off x="6925346" y="500123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14" name="Oval 713"/>
          <p:cNvSpPr/>
          <p:nvPr/>
        </p:nvSpPr>
        <p:spPr>
          <a:xfrm>
            <a:off x="7628274" y="478520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5" name="Connector 714"/>
          <p:cNvCxnSpPr/>
          <p:nvPr/>
        </p:nvCxnSpPr>
        <p:spPr>
          <a:xfrm flipV="1">
            <a:off x="7641774" y="473895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7691911" y="473895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7" name="TextBox 716"/>
          <p:cNvSpPr txBox="1"/>
          <p:nvPr/>
        </p:nvSpPr>
        <p:spPr>
          <a:xfrm>
            <a:off x="7391774" y="482870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18" name="Connector 717"/>
          <p:cNvCxnSpPr/>
          <p:nvPr/>
        </p:nvCxnSpPr>
        <p:spPr>
          <a:xfrm flipV="1">
            <a:off x="3263614" y="5283339"/>
            <a:ext cx="1026450" cy="205964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Oval 718"/>
          <p:cNvSpPr/>
          <p:nvPr/>
        </p:nvSpPr>
        <p:spPr>
          <a:xfrm>
            <a:off x="4254064" y="524733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0" name="Connector 719"/>
          <p:cNvCxnSpPr/>
          <p:nvPr/>
        </p:nvCxnSpPr>
        <p:spPr>
          <a:xfrm>
            <a:off x="4264612" y="5257887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 flipV="1">
            <a:off x="4264612" y="5257887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2" name="TextBox 721"/>
          <p:cNvSpPr txBox="1"/>
          <p:nvPr/>
        </p:nvSpPr>
        <p:spPr>
          <a:xfrm>
            <a:off x="4335064" y="5208339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23" name="Rectangle 722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TextBox 723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25" name="Rectangle 724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TextBox 725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27" name="Rectangle 726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TextBox 727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1" name="Rectangle 730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TextBox 731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3" name="Oval 732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4" name="Connector 733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TextBox 735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37" name="Oval 736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8" name="Connector 737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TextBox 739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41" name="Oval 740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TextBox 742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4" name="Freeform 113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4" name="Connector 743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5" name="TextBox 744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46" name="Oval 745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TextBox 746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48" name="Oval 747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" name="TextBox 751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53" name="Rectangle 752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TextBox 753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5" name="TextBox 754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TextBox 755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57" name="Connector 756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TextBox 757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61" name="TextBox 760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62" name="Rectangle 761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Rectangle 762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Rectangle 763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TextBox 764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O-B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V="1">
            <a:off x="2331492" y="4113281"/>
            <a:ext cx="3020887" cy="52128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88803" y="438211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88803" y="438211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94"/>
            <a:ext cx="294031" cy="260710"/>
          </a:xfrm>
          <a:custGeom>
            <a:avLst/>
            <a:gdLst/>
            <a:ahLst/>
            <a:cxnLst/>
            <a:rect l="l" t="t" r="r" b="b"/>
            <a:pathLst>
              <a:path w="294031" h="260710">
                <a:moveTo>
                  <a:pt x="294031" y="0"/>
                </a:moveTo>
                <a:lnTo>
                  <a:pt x="269544" y="9403"/>
                </a:lnTo>
                <a:lnTo>
                  <a:pt x="245871" y="19725"/>
                </a:lnTo>
                <a:lnTo>
                  <a:pt x="223013" y="30966"/>
                </a:lnTo>
                <a:lnTo>
                  <a:pt x="200970" y="43125"/>
                </a:lnTo>
                <a:lnTo>
                  <a:pt x="179741" y="56203"/>
                </a:lnTo>
                <a:lnTo>
                  <a:pt x="159328" y="70201"/>
                </a:lnTo>
                <a:lnTo>
                  <a:pt x="139729" y="85117"/>
                </a:lnTo>
                <a:lnTo>
                  <a:pt x="120944" y="100952"/>
                </a:lnTo>
                <a:lnTo>
                  <a:pt x="102975" y="117705"/>
                </a:lnTo>
                <a:lnTo>
                  <a:pt x="85820" y="135378"/>
                </a:lnTo>
                <a:lnTo>
                  <a:pt x="69480" y="153970"/>
                </a:lnTo>
                <a:lnTo>
                  <a:pt x="53954" y="173480"/>
                </a:lnTo>
                <a:lnTo>
                  <a:pt x="39243" y="193909"/>
                </a:lnTo>
                <a:lnTo>
                  <a:pt x="25347" y="215257"/>
                </a:lnTo>
                <a:lnTo>
                  <a:pt x="12266" y="237524"/>
                </a:lnTo>
                <a:lnTo>
                  <a:pt x="0" y="26071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70" y="4905894"/>
            <a:ext cx="587597" cy="234842"/>
          </a:xfrm>
          <a:custGeom>
            <a:avLst/>
            <a:gdLst/>
            <a:ahLst/>
            <a:cxnLst/>
            <a:rect l="l" t="t" r="r" b="b"/>
            <a:pathLst>
              <a:path w="587597" h="234842">
                <a:moveTo>
                  <a:pt x="0" y="0"/>
                </a:moveTo>
                <a:lnTo>
                  <a:pt x="31221" y="28449"/>
                </a:lnTo>
                <a:lnTo>
                  <a:pt x="63175" y="55063"/>
                </a:lnTo>
                <a:lnTo>
                  <a:pt x="95864" y="79840"/>
                </a:lnTo>
                <a:lnTo>
                  <a:pt x="129286" y="102780"/>
                </a:lnTo>
                <a:lnTo>
                  <a:pt x="163442" y="123885"/>
                </a:lnTo>
                <a:lnTo>
                  <a:pt x="198333" y="143153"/>
                </a:lnTo>
                <a:lnTo>
                  <a:pt x="233957" y="160585"/>
                </a:lnTo>
                <a:lnTo>
                  <a:pt x="270314" y="176180"/>
                </a:lnTo>
                <a:lnTo>
                  <a:pt x="307406" y="189940"/>
                </a:lnTo>
                <a:lnTo>
                  <a:pt x="345232" y="201863"/>
                </a:lnTo>
                <a:lnTo>
                  <a:pt x="383791" y="211950"/>
                </a:lnTo>
                <a:lnTo>
                  <a:pt x="423085" y="220201"/>
                </a:lnTo>
                <a:lnTo>
                  <a:pt x="463112" y="226615"/>
                </a:lnTo>
                <a:lnTo>
                  <a:pt x="503873" y="231194"/>
                </a:lnTo>
                <a:lnTo>
                  <a:pt x="545368" y="233936"/>
                </a:lnTo>
                <a:lnTo>
                  <a:pt x="587597" y="23484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26749" y="4634563"/>
            <a:ext cx="104743" cy="514073"/>
          </a:xfrm>
          <a:custGeom>
            <a:avLst/>
            <a:gdLst/>
            <a:ahLst/>
            <a:cxnLst/>
            <a:rect l="l" t="t" r="r" b="b"/>
            <a:pathLst>
              <a:path w="104743" h="514073">
                <a:moveTo>
                  <a:pt x="104743" y="0"/>
                </a:moveTo>
                <a:lnTo>
                  <a:pt x="87189" y="30065"/>
                </a:lnTo>
                <a:lnTo>
                  <a:pt x="71241" y="60405"/>
                </a:lnTo>
                <a:lnTo>
                  <a:pt x="56899" y="91020"/>
                </a:lnTo>
                <a:lnTo>
                  <a:pt x="44164" y="121911"/>
                </a:lnTo>
                <a:lnTo>
                  <a:pt x="33036" y="153077"/>
                </a:lnTo>
                <a:lnTo>
                  <a:pt x="23514" y="184518"/>
                </a:lnTo>
                <a:lnTo>
                  <a:pt x="15598" y="216235"/>
                </a:lnTo>
                <a:lnTo>
                  <a:pt x="9289" y="248227"/>
                </a:lnTo>
                <a:lnTo>
                  <a:pt x="4586" y="280494"/>
                </a:lnTo>
                <a:lnTo>
                  <a:pt x="1490" y="313037"/>
                </a:lnTo>
                <a:lnTo>
                  <a:pt x="0" y="345854"/>
                </a:lnTo>
                <a:lnTo>
                  <a:pt x="117" y="378948"/>
                </a:lnTo>
                <a:lnTo>
                  <a:pt x="1840" y="412316"/>
                </a:lnTo>
                <a:lnTo>
                  <a:pt x="5170" y="445960"/>
                </a:lnTo>
                <a:lnTo>
                  <a:pt x="10106" y="479879"/>
                </a:lnTo>
                <a:lnTo>
                  <a:pt x="16649" y="51407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31492" y="3333403"/>
            <a:ext cx="1345972" cy="1301160"/>
          </a:xfrm>
          <a:custGeom>
            <a:avLst/>
            <a:gdLst/>
            <a:ahLst/>
            <a:cxnLst/>
            <a:rect l="l" t="t" r="r" b="b"/>
            <a:pathLst>
              <a:path w="1345972" h="1301160">
                <a:moveTo>
                  <a:pt x="0" y="1301160"/>
                </a:moveTo>
                <a:lnTo>
                  <a:pt x="114619" y="1251384"/>
                </a:lnTo>
                <a:lnTo>
                  <a:pt x="225172" y="1197401"/>
                </a:lnTo>
                <a:lnTo>
                  <a:pt x="331659" y="1139213"/>
                </a:lnTo>
                <a:lnTo>
                  <a:pt x="434080" y="1076818"/>
                </a:lnTo>
                <a:lnTo>
                  <a:pt x="532435" y="1010217"/>
                </a:lnTo>
                <a:lnTo>
                  <a:pt x="626723" y="939410"/>
                </a:lnTo>
                <a:lnTo>
                  <a:pt x="716946" y="864397"/>
                </a:lnTo>
                <a:lnTo>
                  <a:pt x="803102" y="785177"/>
                </a:lnTo>
                <a:lnTo>
                  <a:pt x="885192" y="701752"/>
                </a:lnTo>
                <a:lnTo>
                  <a:pt x="963216" y="614120"/>
                </a:lnTo>
                <a:lnTo>
                  <a:pt x="1037174" y="522282"/>
                </a:lnTo>
                <a:lnTo>
                  <a:pt x="1107066" y="426238"/>
                </a:lnTo>
                <a:lnTo>
                  <a:pt x="1172892" y="325988"/>
                </a:lnTo>
                <a:lnTo>
                  <a:pt x="1234651" y="221531"/>
                </a:lnTo>
                <a:lnTo>
                  <a:pt x="1292345" y="112869"/>
                </a:lnTo>
                <a:lnTo>
                  <a:pt x="13459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464" y="3333403"/>
            <a:ext cx="1674915" cy="779878"/>
          </a:xfrm>
          <a:custGeom>
            <a:avLst/>
            <a:gdLst/>
            <a:ahLst/>
            <a:cxnLst/>
            <a:rect l="l" t="t" r="r" b="b"/>
            <a:pathLst>
              <a:path w="1674915" h="779878">
                <a:moveTo>
                  <a:pt x="1674915" y="779878"/>
                </a:moveTo>
                <a:lnTo>
                  <a:pt x="1588511" y="691880"/>
                </a:lnTo>
                <a:lnTo>
                  <a:pt x="1499670" y="609116"/>
                </a:lnTo>
                <a:lnTo>
                  <a:pt x="1408392" y="531586"/>
                </a:lnTo>
                <a:lnTo>
                  <a:pt x="1314677" y="459290"/>
                </a:lnTo>
                <a:lnTo>
                  <a:pt x="1218525" y="392228"/>
                </a:lnTo>
                <a:lnTo>
                  <a:pt x="1119935" y="330401"/>
                </a:lnTo>
                <a:lnTo>
                  <a:pt x="1018909" y="273807"/>
                </a:lnTo>
                <a:lnTo>
                  <a:pt x="915445" y="222448"/>
                </a:lnTo>
                <a:lnTo>
                  <a:pt x="809545" y="176322"/>
                </a:lnTo>
                <a:lnTo>
                  <a:pt x="701207" y="135431"/>
                </a:lnTo>
                <a:lnTo>
                  <a:pt x="590432" y="99774"/>
                </a:lnTo>
                <a:lnTo>
                  <a:pt x="477220" y="69351"/>
                </a:lnTo>
                <a:lnTo>
                  <a:pt x="361570" y="44162"/>
                </a:lnTo>
                <a:lnTo>
                  <a:pt x="243484" y="24207"/>
                </a:lnTo>
                <a:lnTo>
                  <a:pt x="122961" y="948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31492" y="3356890"/>
            <a:ext cx="442915" cy="1277673"/>
          </a:xfrm>
          <a:custGeom>
            <a:avLst/>
            <a:gdLst/>
            <a:ahLst/>
            <a:cxnLst/>
            <a:rect l="l" t="t" r="r" b="b"/>
            <a:pathLst>
              <a:path w="442915" h="1277673">
                <a:moveTo>
                  <a:pt x="0" y="1277673"/>
                </a:moveTo>
                <a:lnTo>
                  <a:pt x="57477" y="1208143"/>
                </a:lnTo>
                <a:lnTo>
                  <a:pt x="110961" y="1137236"/>
                </a:lnTo>
                <a:lnTo>
                  <a:pt x="160452" y="1064952"/>
                </a:lnTo>
                <a:lnTo>
                  <a:pt x="205951" y="991292"/>
                </a:lnTo>
                <a:lnTo>
                  <a:pt x="247457" y="916256"/>
                </a:lnTo>
                <a:lnTo>
                  <a:pt x="284970" y="839842"/>
                </a:lnTo>
                <a:lnTo>
                  <a:pt x="318490" y="762053"/>
                </a:lnTo>
                <a:lnTo>
                  <a:pt x="348018" y="682886"/>
                </a:lnTo>
                <a:lnTo>
                  <a:pt x="373553" y="602343"/>
                </a:lnTo>
                <a:lnTo>
                  <a:pt x="395095" y="520424"/>
                </a:lnTo>
                <a:lnTo>
                  <a:pt x="412644" y="437128"/>
                </a:lnTo>
                <a:lnTo>
                  <a:pt x="426201" y="352455"/>
                </a:lnTo>
                <a:lnTo>
                  <a:pt x="435765" y="266406"/>
                </a:lnTo>
                <a:lnTo>
                  <a:pt x="441337" y="178981"/>
                </a:lnTo>
                <a:lnTo>
                  <a:pt x="442915" y="90178"/>
                </a:lnTo>
                <a:lnTo>
                  <a:pt x="4405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358" y="2554903"/>
            <a:ext cx="772021" cy="1558378"/>
          </a:xfrm>
          <a:custGeom>
            <a:avLst/>
            <a:gdLst/>
            <a:ahLst/>
            <a:cxnLst/>
            <a:rect l="l" t="t" r="r" b="b"/>
            <a:pathLst>
              <a:path w="772021" h="1558378">
                <a:moveTo>
                  <a:pt x="772021" y="1558378"/>
                </a:moveTo>
                <a:lnTo>
                  <a:pt x="760294" y="1442886"/>
                </a:lnTo>
                <a:lnTo>
                  <a:pt x="743697" y="1329805"/>
                </a:lnTo>
                <a:lnTo>
                  <a:pt x="722231" y="1219137"/>
                </a:lnTo>
                <a:lnTo>
                  <a:pt x="695894" y="1110882"/>
                </a:lnTo>
                <a:lnTo>
                  <a:pt x="664687" y="1005040"/>
                </a:lnTo>
                <a:lnTo>
                  <a:pt x="628611" y="901610"/>
                </a:lnTo>
                <a:lnTo>
                  <a:pt x="587664" y="800592"/>
                </a:lnTo>
                <a:lnTo>
                  <a:pt x="541848" y="701987"/>
                </a:lnTo>
                <a:lnTo>
                  <a:pt x="491162" y="605795"/>
                </a:lnTo>
                <a:lnTo>
                  <a:pt x="435606" y="512015"/>
                </a:lnTo>
                <a:lnTo>
                  <a:pt x="375179" y="420648"/>
                </a:lnTo>
                <a:lnTo>
                  <a:pt x="309883" y="331693"/>
                </a:lnTo>
                <a:lnTo>
                  <a:pt x="239717" y="245151"/>
                </a:lnTo>
                <a:lnTo>
                  <a:pt x="164681" y="161021"/>
                </a:lnTo>
                <a:lnTo>
                  <a:pt x="84776" y="7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1993" y="2554963"/>
            <a:ext cx="60333" cy="801927"/>
          </a:xfrm>
          <a:custGeom>
            <a:avLst/>
            <a:gdLst/>
            <a:ahLst/>
            <a:cxnLst/>
            <a:rect l="l" t="t" r="r" b="b"/>
            <a:pathLst>
              <a:path w="60333" h="801927">
                <a:moveTo>
                  <a:pt x="0" y="801927"/>
                </a:moveTo>
                <a:lnTo>
                  <a:pt x="14120" y="751813"/>
                </a:lnTo>
                <a:lnTo>
                  <a:pt x="26360" y="701698"/>
                </a:lnTo>
                <a:lnTo>
                  <a:pt x="36721" y="651583"/>
                </a:lnTo>
                <a:lnTo>
                  <a:pt x="45203" y="601466"/>
                </a:lnTo>
                <a:lnTo>
                  <a:pt x="51805" y="551349"/>
                </a:lnTo>
                <a:lnTo>
                  <a:pt x="56527" y="501231"/>
                </a:lnTo>
                <a:lnTo>
                  <a:pt x="59370" y="451112"/>
                </a:lnTo>
                <a:lnTo>
                  <a:pt x="60333" y="400992"/>
                </a:lnTo>
                <a:lnTo>
                  <a:pt x="59417" y="350871"/>
                </a:lnTo>
                <a:lnTo>
                  <a:pt x="56622" y="300749"/>
                </a:lnTo>
                <a:lnTo>
                  <a:pt x="51946" y="250627"/>
                </a:lnTo>
                <a:lnTo>
                  <a:pt x="45392" y="200503"/>
                </a:lnTo>
                <a:lnTo>
                  <a:pt x="36957" y="150379"/>
                </a:lnTo>
                <a:lnTo>
                  <a:pt x="26644" y="100254"/>
                </a:lnTo>
                <a:lnTo>
                  <a:pt x="14451" y="50127"/>
                </a:lnTo>
                <a:lnTo>
                  <a:pt x="37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71" y="2554934"/>
            <a:ext cx="906193" cy="67979"/>
          </a:xfrm>
          <a:custGeom>
            <a:avLst/>
            <a:gdLst/>
            <a:ahLst/>
            <a:cxnLst/>
            <a:rect l="l" t="t" r="r" b="b"/>
            <a:pathLst>
              <a:path w="906193" h="67979">
                <a:moveTo>
                  <a:pt x="0" y="29"/>
                </a:moveTo>
                <a:lnTo>
                  <a:pt x="56637" y="15957"/>
                </a:lnTo>
                <a:lnTo>
                  <a:pt x="113275" y="29760"/>
                </a:lnTo>
                <a:lnTo>
                  <a:pt x="169912" y="41440"/>
                </a:lnTo>
                <a:lnTo>
                  <a:pt x="226550" y="50995"/>
                </a:lnTo>
                <a:lnTo>
                  <a:pt x="283187" y="58427"/>
                </a:lnTo>
                <a:lnTo>
                  <a:pt x="339825" y="63735"/>
                </a:lnTo>
                <a:lnTo>
                  <a:pt x="396462" y="66919"/>
                </a:lnTo>
                <a:lnTo>
                  <a:pt x="453099" y="67979"/>
                </a:lnTo>
                <a:lnTo>
                  <a:pt x="509736" y="66915"/>
                </a:lnTo>
                <a:lnTo>
                  <a:pt x="566373" y="63728"/>
                </a:lnTo>
                <a:lnTo>
                  <a:pt x="623010" y="58416"/>
                </a:lnTo>
                <a:lnTo>
                  <a:pt x="679647" y="50981"/>
                </a:lnTo>
                <a:lnTo>
                  <a:pt x="736283" y="41421"/>
                </a:lnTo>
                <a:lnTo>
                  <a:pt x="792920" y="29738"/>
                </a:lnTo>
                <a:lnTo>
                  <a:pt x="849557" y="15931"/>
                </a:lnTo>
                <a:lnTo>
                  <a:pt x="90619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64" y="2554903"/>
            <a:ext cx="901794" cy="67650"/>
          </a:xfrm>
          <a:custGeom>
            <a:avLst/>
            <a:gdLst/>
            <a:ahLst/>
            <a:cxnLst/>
            <a:rect l="l" t="t" r="r" b="b"/>
            <a:pathLst>
              <a:path w="901794" h="67650">
                <a:moveTo>
                  <a:pt x="0" y="31"/>
                </a:moveTo>
                <a:lnTo>
                  <a:pt x="56363" y="15881"/>
                </a:lnTo>
                <a:lnTo>
                  <a:pt x="112726" y="29617"/>
                </a:lnTo>
                <a:lnTo>
                  <a:pt x="169088" y="41240"/>
                </a:lnTo>
                <a:lnTo>
                  <a:pt x="225450" y="50749"/>
                </a:lnTo>
                <a:lnTo>
                  <a:pt x="281813" y="58145"/>
                </a:lnTo>
                <a:lnTo>
                  <a:pt x="338175" y="63427"/>
                </a:lnTo>
                <a:lnTo>
                  <a:pt x="394537" y="66595"/>
                </a:lnTo>
                <a:lnTo>
                  <a:pt x="450899" y="67650"/>
                </a:lnTo>
                <a:lnTo>
                  <a:pt x="507261" y="66591"/>
                </a:lnTo>
                <a:lnTo>
                  <a:pt x="563623" y="63419"/>
                </a:lnTo>
                <a:lnTo>
                  <a:pt x="619985" y="58133"/>
                </a:lnTo>
                <a:lnTo>
                  <a:pt x="676347" y="50734"/>
                </a:lnTo>
                <a:lnTo>
                  <a:pt x="732709" y="41221"/>
                </a:lnTo>
                <a:lnTo>
                  <a:pt x="789071" y="29594"/>
                </a:lnTo>
                <a:lnTo>
                  <a:pt x="845432" y="15854"/>
                </a:lnTo>
                <a:lnTo>
                  <a:pt x="90179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31492" y="4106772"/>
            <a:ext cx="430617" cy="527791"/>
          </a:xfrm>
          <a:custGeom>
            <a:avLst/>
            <a:gdLst/>
            <a:ahLst/>
            <a:cxnLst/>
            <a:rect l="l" t="t" r="r" b="b"/>
            <a:pathLst>
              <a:path w="430617" h="527791">
                <a:moveTo>
                  <a:pt x="0" y="527791"/>
                </a:moveTo>
                <a:lnTo>
                  <a:pt x="39284" y="504897"/>
                </a:lnTo>
                <a:lnTo>
                  <a:pt x="76918" y="480656"/>
                </a:lnTo>
                <a:lnTo>
                  <a:pt x="112903" y="455071"/>
                </a:lnTo>
                <a:lnTo>
                  <a:pt x="147239" y="428139"/>
                </a:lnTo>
                <a:lnTo>
                  <a:pt x="179925" y="399862"/>
                </a:lnTo>
                <a:lnTo>
                  <a:pt x="210962" y="370239"/>
                </a:lnTo>
                <a:lnTo>
                  <a:pt x="240349" y="339271"/>
                </a:lnTo>
                <a:lnTo>
                  <a:pt x="268088" y="306957"/>
                </a:lnTo>
                <a:lnTo>
                  <a:pt x="294176" y="273297"/>
                </a:lnTo>
                <a:lnTo>
                  <a:pt x="318616" y="238292"/>
                </a:lnTo>
                <a:lnTo>
                  <a:pt x="341406" y="201940"/>
                </a:lnTo>
                <a:lnTo>
                  <a:pt x="362547" y="164244"/>
                </a:lnTo>
                <a:lnTo>
                  <a:pt x="382038" y="125201"/>
                </a:lnTo>
                <a:lnTo>
                  <a:pt x="399880" y="84813"/>
                </a:lnTo>
                <a:lnTo>
                  <a:pt x="416073" y="43079"/>
                </a:lnTo>
                <a:lnTo>
                  <a:pt x="430617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94" y="4031768"/>
            <a:ext cx="782285" cy="81513"/>
          </a:xfrm>
          <a:custGeom>
            <a:avLst/>
            <a:gdLst/>
            <a:ahLst/>
            <a:cxnLst/>
            <a:rect l="l" t="t" r="r" b="b"/>
            <a:pathLst>
              <a:path w="782285" h="81513">
                <a:moveTo>
                  <a:pt x="782285" y="81513"/>
                </a:moveTo>
                <a:lnTo>
                  <a:pt x="733546" y="62768"/>
                </a:lnTo>
                <a:lnTo>
                  <a:pt x="684787" y="46467"/>
                </a:lnTo>
                <a:lnTo>
                  <a:pt x="636007" y="32611"/>
                </a:lnTo>
                <a:lnTo>
                  <a:pt x="587206" y="21199"/>
                </a:lnTo>
                <a:lnTo>
                  <a:pt x="538385" y="12233"/>
                </a:lnTo>
                <a:lnTo>
                  <a:pt x="489544" y="5710"/>
                </a:lnTo>
                <a:lnTo>
                  <a:pt x="440682" y="1633"/>
                </a:lnTo>
                <a:lnTo>
                  <a:pt x="391799" y="0"/>
                </a:lnTo>
                <a:lnTo>
                  <a:pt x="342896" y="811"/>
                </a:lnTo>
                <a:lnTo>
                  <a:pt x="293973" y="4068"/>
                </a:lnTo>
                <a:lnTo>
                  <a:pt x="245029" y="9769"/>
                </a:lnTo>
                <a:lnTo>
                  <a:pt x="196064" y="17914"/>
                </a:lnTo>
                <a:lnTo>
                  <a:pt x="147079" y="28505"/>
                </a:lnTo>
                <a:lnTo>
                  <a:pt x="98073" y="41539"/>
                </a:lnTo>
                <a:lnTo>
                  <a:pt x="49047" y="57019"/>
                </a:lnTo>
                <a:lnTo>
                  <a:pt x="0" y="7494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2109" y="4106742"/>
            <a:ext cx="906192" cy="67979"/>
          </a:xfrm>
          <a:custGeom>
            <a:avLst/>
            <a:gdLst/>
            <a:ahLst/>
            <a:cxnLst/>
            <a:rect l="l" t="t" r="r" b="b"/>
            <a:pathLst>
              <a:path w="906192" h="67979">
                <a:moveTo>
                  <a:pt x="0" y="30"/>
                </a:moveTo>
                <a:lnTo>
                  <a:pt x="56637" y="15957"/>
                </a:lnTo>
                <a:lnTo>
                  <a:pt x="113275" y="29760"/>
                </a:lnTo>
                <a:lnTo>
                  <a:pt x="169912" y="41440"/>
                </a:lnTo>
                <a:lnTo>
                  <a:pt x="226549" y="50995"/>
                </a:lnTo>
                <a:lnTo>
                  <a:pt x="283187" y="58427"/>
                </a:lnTo>
                <a:lnTo>
                  <a:pt x="339824" y="63735"/>
                </a:lnTo>
                <a:lnTo>
                  <a:pt x="396461" y="66919"/>
                </a:lnTo>
                <a:lnTo>
                  <a:pt x="453098" y="67979"/>
                </a:lnTo>
                <a:lnTo>
                  <a:pt x="509735" y="66915"/>
                </a:lnTo>
                <a:lnTo>
                  <a:pt x="566372" y="63728"/>
                </a:lnTo>
                <a:lnTo>
                  <a:pt x="623009" y="58416"/>
                </a:lnTo>
                <a:lnTo>
                  <a:pt x="679645" y="50981"/>
                </a:lnTo>
                <a:lnTo>
                  <a:pt x="736282" y="41421"/>
                </a:lnTo>
                <a:lnTo>
                  <a:pt x="792919" y="29738"/>
                </a:lnTo>
                <a:lnTo>
                  <a:pt x="849555" y="15931"/>
                </a:lnTo>
                <a:lnTo>
                  <a:pt x="9061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301" y="4106711"/>
            <a:ext cx="901793" cy="67650"/>
          </a:xfrm>
          <a:custGeom>
            <a:avLst/>
            <a:gdLst/>
            <a:ahLst/>
            <a:cxnLst/>
            <a:rect l="l" t="t" r="r" b="b"/>
            <a:pathLst>
              <a:path w="901793" h="67650">
                <a:moveTo>
                  <a:pt x="0" y="31"/>
                </a:moveTo>
                <a:lnTo>
                  <a:pt x="56362" y="15881"/>
                </a:lnTo>
                <a:lnTo>
                  <a:pt x="112725" y="29617"/>
                </a:lnTo>
                <a:lnTo>
                  <a:pt x="169087" y="41240"/>
                </a:lnTo>
                <a:lnTo>
                  <a:pt x="225450" y="50749"/>
                </a:lnTo>
                <a:lnTo>
                  <a:pt x="281812" y="58145"/>
                </a:lnTo>
                <a:lnTo>
                  <a:pt x="338174" y="63427"/>
                </a:lnTo>
                <a:lnTo>
                  <a:pt x="394537" y="66595"/>
                </a:lnTo>
                <a:lnTo>
                  <a:pt x="450899" y="67650"/>
                </a:lnTo>
                <a:lnTo>
                  <a:pt x="507261" y="66591"/>
                </a:lnTo>
                <a:lnTo>
                  <a:pt x="563623" y="63419"/>
                </a:lnTo>
                <a:lnTo>
                  <a:pt x="619985" y="58133"/>
                </a:lnTo>
                <a:lnTo>
                  <a:pt x="676347" y="50734"/>
                </a:lnTo>
                <a:lnTo>
                  <a:pt x="732708" y="41221"/>
                </a:lnTo>
                <a:lnTo>
                  <a:pt x="789070" y="29594"/>
                </a:lnTo>
                <a:lnTo>
                  <a:pt x="845432" y="15854"/>
                </a:lnTo>
                <a:lnTo>
                  <a:pt x="90179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94" y="3342169"/>
            <a:ext cx="62653" cy="764542"/>
          </a:xfrm>
          <a:custGeom>
            <a:avLst/>
            <a:gdLst/>
            <a:ahLst/>
            <a:cxnLst/>
            <a:rect l="l" t="t" r="r" b="b"/>
            <a:pathLst>
              <a:path w="62653" h="764542">
                <a:moveTo>
                  <a:pt x="0" y="764542"/>
                </a:moveTo>
                <a:lnTo>
                  <a:pt x="14103" y="716945"/>
                </a:lnTo>
                <a:lnTo>
                  <a:pt x="26415" y="669323"/>
                </a:lnTo>
                <a:lnTo>
                  <a:pt x="36934" y="621676"/>
                </a:lnTo>
                <a:lnTo>
                  <a:pt x="45662" y="574004"/>
                </a:lnTo>
                <a:lnTo>
                  <a:pt x="52597" y="526308"/>
                </a:lnTo>
                <a:lnTo>
                  <a:pt x="57741" y="478586"/>
                </a:lnTo>
                <a:lnTo>
                  <a:pt x="61093" y="430839"/>
                </a:lnTo>
                <a:lnTo>
                  <a:pt x="62653" y="383068"/>
                </a:lnTo>
                <a:lnTo>
                  <a:pt x="62421" y="335272"/>
                </a:lnTo>
                <a:lnTo>
                  <a:pt x="60397" y="287450"/>
                </a:lnTo>
                <a:lnTo>
                  <a:pt x="56582" y="239604"/>
                </a:lnTo>
                <a:lnTo>
                  <a:pt x="50974" y="191733"/>
                </a:lnTo>
                <a:lnTo>
                  <a:pt x="43575" y="143837"/>
                </a:lnTo>
                <a:lnTo>
                  <a:pt x="34383" y="95916"/>
                </a:lnTo>
                <a:lnTo>
                  <a:pt x="23400" y="47971"/>
                </a:lnTo>
                <a:lnTo>
                  <a:pt x="106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352379" y="3130369"/>
            <a:ext cx="1271209" cy="982912"/>
          </a:xfrm>
          <a:custGeom>
            <a:avLst/>
            <a:gdLst/>
            <a:ahLst/>
            <a:cxnLst/>
            <a:rect l="l" t="t" r="r" b="b"/>
            <a:pathLst>
              <a:path w="1271209" h="982912">
                <a:moveTo>
                  <a:pt x="0" y="982912"/>
                </a:moveTo>
                <a:lnTo>
                  <a:pt x="102487" y="951274"/>
                </a:lnTo>
                <a:lnTo>
                  <a:pt x="201903" y="915664"/>
                </a:lnTo>
                <a:lnTo>
                  <a:pt x="298248" y="876081"/>
                </a:lnTo>
                <a:lnTo>
                  <a:pt x="391521" y="832525"/>
                </a:lnTo>
                <a:lnTo>
                  <a:pt x="481722" y="784997"/>
                </a:lnTo>
                <a:lnTo>
                  <a:pt x="568851" y="733496"/>
                </a:lnTo>
                <a:lnTo>
                  <a:pt x="652909" y="678023"/>
                </a:lnTo>
                <a:lnTo>
                  <a:pt x="733896" y="618577"/>
                </a:lnTo>
                <a:lnTo>
                  <a:pt x="811811" y="555159"/>
                </a:lnTo>
                <a:lnTo>
                  <a:pt x="886654" y="487768"/>
                </a:lnTo>
                <a:lnTo>
                  <a:pt x="958425" y="416405"/>
                </a:lnTo>
                <a:lnTo>
                  <a:pt x="1027125" y="341069"/>
                </a:lnTo>
                <a:lnTo>
                  <a:pt x="1092754" y="261761"/>
                </a:lnTo>
                <a:lnTo>
                  <a:pt x="1155311" y="178480"/>
                </a:lnTo>
                <a:lnTo>
                  <a:pt x="1214796" y="91226"/>
                </a:lnTo>
                <a:lnTo>
                  <a:pt x="127120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352379" y="3096255"/>
            <a:ext cx="359404" cy="1017026"/>
          </a:xfrm>
          <a:custGeom>
            <a:avLst/>
            <a:gdLst/>
            <a:ahLst/>
            <a:cxnLst/>
            <a:rect l="l" t="t" r="r" b="b"/>
            <a:pathLst>
              <a:path w="359404" h="1017026">
                <a:moveTo>
                  <a:pt x="0" y="1017026"/>
                </a:moveTo>
                <a:lnTo>
                  <a:pt x="46208" y="961851"/>
                </a:lnTo>
                <a:lnTo>
                  <a:pt x="89237" y="905558"/>
                </a:lnTo>
                <a:lnTo>
                  <a:pt x="129088" y="848146"/>
                </a:lnTo>
                <a:lnTo>
                  <a:pt x="165761" y="789615"/>
                </a:lnTo>
                <a:lnTo>
                  <a:pt x="199256" y="729966"/>
                </a:lnTo>
                <a:lnTo>
                  <a:pt x="229573" y="669198"/>
                </a:lnTo>
                <a:lnTo>
                  <a:pt x="256711" y="607312"/>
                </a:lnTo>
                <a:lnTo>
                  <a:pt x="280672" y="544307"/>
                </a:lnTo>
                <a:lnTo>
                  <a:pt x="301454" y="480183"/>
                </a:lnTo>
                <a:lnTo>
                  <a:pt x="319058" y="414941"/>
                </a:lnTo>
                <a:lnTo>
                  <a:pt x="333483" y="348581"/>
                </a:lnTo>
                <a:lnTo>
                  <a:pt x="344731" y="281102"/>
                </a:lnTo>
                <a:lnTo>
                  <a:pt x="352800" y="212504"/>
                </a:lnTo>
                <a:lnTo>
                  <a:pt x="357691" y="142788"/>
                </a:lnTo>
                <a:lnTo>
                  <a:pt x="359404" y="71953"/>
                </a:lnTo>
                <a:lnTo>
                  <a:pt x="357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352379" y="3801649"/>
            <a:ext cx="339642" cy="311632"/>
          </a:xfrm>
          <a:custGeom>
            <a:avLst/>
            <a:gdLst/>
            <a:ahLst/>
            <a:cxnLst/>
            <a:rect l="l" t="t" r="r" b="b"/>
            <a:pathLst>
              <a:path w="339642" h="311632">
                <a:moveTo>
                  <a:pt x="0" y="311632"/>
                </a:moveTo>
                <a:lnTo>
                  <a:pt x="28531" y="300116"/>
                </a:lnTo>
                <a:lnTo>
                  <a:pt x="56089" y="287538"/>
                </a:lnTo>
                <a:lnTo>
                  <a:pt x="82673" y="273898"/>
                </a:lnTo>
                <a:lnTo>
                  <a:pt x="108283" y="259198"/>
                </a:lnTo>
                <a:lnTo>
                  <a:pt x="132919" y="243435"/>
                </a:lnTo>
                <a:lnTo>
                  <a:pt x="156581" y="226612"/>
                </a:lnTo>
                <a:lnTo>
                  <a:pt x="179270" y="208727"/>
                </a:lnTo>
                <a:lnTo>
                  <a:pt x="200984" y="189781"/>
                </a:lnTo>
                <a:lnTo>
                  <a:pt x="221725" y="169773"/>
                </a:lnTo>
                <a:lnTo>
                  <a:pt x="241492" y="148704"/>
                </a:lnTo>
                <a:lnTo>
                  <a:pt x="260285" y="126573"/>
                </a:lnTo>
                <a:lnTo>
                  <a:pt x="278104" y="103382"/>
                </a:lnTo>
                <a:lnTo>
                  <a:pt x="294949" y="79128"/>
                </a:lnTo>
                <a:lnTo>
                  <a:pt x="310821" y="53814"/>
                </a:lnTo>
                <a:lnTo>
                  <a:pt x="325718" y="27438"/>
                </a:lnTo>
                <a:lnTo>
                  <a:pt x="33964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352379" y="4113281"/>
            <a:ext cx="110939" cy="256921"/>
          </a:xfrm>
          <a:custGeom>
            <a:avLst/>
            <a:gdLst/>
            <a:ahLst/>
            <a:cxnLst/>
            <a:rect l="l" t="t" r="r" b="b"/>
            <a:pathLst>
              <a:path w="110939" h="256921">
                <a:moveTo>
                  <a:pt x="0" y="0"/>
                </a:moveTo>
                <a:lnTo>
                  <a:pt x="912" y="18658"/>
                </a:lnTo>
                <a:lnTo>
                  <a:pt x="2627" y="36969"/>
                </a:lnTo>
                <a:lnTo>
                  <a:pt x="5145" y="54933"/>
                </a:lnTo>
                <a:lnTo>
                  <a:pt x="8465" y="72551"/>
                </a:lnTo>
                <a:lnTo>
                  <a:pt x="12589" y="89822"/>
                </a:lnTo>
                <a:lnTo>
                  <a:pt x="17516" y="106746"/>
                </a:lnTo>
                <a:lnTo>
                  <a:pt x="23245" y="123324"/>
                </a:lnTo>
                <a:lnTo>
                  <a:pt x="29777" y="139555"/>
                </a:lnTo>
                <a:lnTo>
                  <a:pt x="37112" y="155439"/>
                </a:lnTo>
                <a:lnTo>
                  <a:pt x="45250" y="170976"/>
                </a:lnTo>
                <a:lnTo>
                  <a:pt x="54191" y="186167"/>
                </a:lnTo>
                <a:lnTo>
                  <a:pt x="63935" y="201011"/>
                </a:lnTo>
                <a:lnTo>
                  <a:pt x="74481" y="215509"/>
                </a:lnTo>
                <a:lnTo>
                  <a:pt x="85831" y="229659"/>
                </a:lnTo>
                <a:lnTo>
                  <a:pt x="97983" y="243464"/>
                </a:lnTo>
                <a:lnTo>
                  <a:pt x="110939" y="25692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TextBox 563"/>
          <p:cNvSpPr txBox="1"/>
          <p:nvPr/>
        </p:nvSpPr>
        <p:spPr>
          <a:xfrm>
            <a:off x="8601956" y="-894817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← S11（另图）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7966599" y="3144886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见另图</a:t>
            </a:r>
          </a:p>
        </p:txBody>
      </p:sp>
      <p:sp>
        <p:nvSpPr>
          <p:cNvPr id="132" name="Freeform 131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68" name="Oval 567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2" name="Oval 571"/>
          <p:cNvSpPr/>
          <p:nvPr/>
        </p:nvSpPr>
        <p:spPr>
          <a:xfrm>
            <a:off x="3580682" y="32366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3" name="Connector 572"/>
          <p:cNvCxnSpPr/>
          <p:nvPr/>
        </p:nvCxnSpPr>
        <p:spPr>
          <a:xfrm>
            <a:off x="3609039" y="3264979"/>
            <a:ext cx="136850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3609039" y="3264979"/>
            <a:ext cx="136850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3774246" y="313984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6" name="Oval 575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3" name="Freeform 132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1" name="TextBox 580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2" name="Oval 581"/>
          <p:cNvSpPr/>
          <p:nvPr/>
        </p:nvSpPr>
        <p:spPr>
          <a:xfrm>
            <a:off x="4505573" y="404219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4549931" y="408654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4666876" y="391314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5" name="Oval 584"/>
          <p:cNvSpPr/>
          <p:nvPr/>
        </p:nvSpPr>
        <p:spPr>
          <a:xfrm>
            <a:off x="3603780" y="4042221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3648138" y="4086579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3765082" y="391317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8" name="Oval 587"/>
          <p:cNvSpPr/>
          <p:nvPr/>
        </p:nvSpPr>
        <p:spPr>
          <a:xfrm>
            <a:off x="2697587" y="4042251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2741946" y="4086609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2858890" y="391320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1" name="Oval 590"/>
          <p:cNvSpPr/>
          <p:nvPr/>
        </p:nvSpPr>
        <p:spPr>
          <a:xfrm>
            <a:off x="2707472" y="3292369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751830" y="3336727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2868774" y="3163327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4" name="Oval 593"/>
          <p:cNvSpPr/>
          <p:nvPr/>
        </p:nvSpPr>
        <p:spPr>
          <a:xfrm>
            <a:off x="3614043" y="249041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3658402" y="253477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extBox 595"/>
          <p:cNvSpPr txBox="1"/>
          <p:nvPr/>
        </p:nvSpPr>
        <p:spPr>
          <a:xfrm>
            <a:off x="3775346" y="236137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7" name="Oval 596"/>
          <p:cNvSpPr/>
          <p:nvPr/>
        </p:nvSpPr>
        <p:spPr>
          <a:xfrm>
            <a:off x="4515837" y="2490382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4560195" y="2534740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4677139" y="236134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0" name="Oval 599"/>
          <p:cNvSpPr/>
          <p:nvPr/>
        </p:nvSpPr>
        <p:spPr>
          <a:xfrm>
            <a:off x="4516198" y="327764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4560556" y="332200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4677500" y="31486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3" name="Oval 602"/>
          <p:cNvSpPr/>
          <p:nvPr/>
        </p:nvSpPr>
        <p:spPr>
          <a:xfrm>
            <a:off x="2707850" y="2490442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2752208" y="253480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2869152" y="236140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6" name="Oval 605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09" name="Oval 608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2" name="Oval 611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5" name="Oval 614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8" name="Oval 617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1" name="Oval 620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4" name="Oval 623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27" name="Oval 626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0" name="Oval 629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633" name="Oval 632"/>
          <p:cNvSpPr/>
          <p:nvPr/>
        </p:nvSpPr>
        <p:spPr>
          <a:xfrm>
            <a:off x="8432589" y="-999664"/>
            <a:ext cx="112911" cy="112911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8456784" y="-979501"/>
            <a:ext cx="64521" cy="60488"/>
          </a:xfrm>
          <a:custGeom>
            <a:avLst/>
            <a:gdLst/>
            <a:ahLst/>
            <a:cxnLst/>
            <a:rect l="l" t="t" r="r" b="b"/>
            <a:pathLst>
              <a:path w="64521" h="60488">
                <a:moveTo>
                  <a:pt x="32261" y="0"/>
                </a:moveTo>
                <a:lnTo>
                  <a:pt x="0" y="60488"/>
                </a:lnTo>
                <a:lnTo>
                  <a:pt x="64521" y="60488"/>
                </a:lnTo>
                <a:lnTo>
                  <a:pt x="32261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8585826" y="-113677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cxnSp>
        <p:nvCxnSpPr>
          <p:cNvPr id="635" name="Connector 634"/>
          <p:cNvCxnSpPr/>
          <p:nvPr/>
        </p:nvCxnSpPr>
        <p:spPr>
          <a:xfrm flipV="1">
            <a:off x="5655982" y="5126243"/>
            <a:ext cx="1936473" cy="388567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6" name="Oval 635"/>
          <p:cNvSpPr/>
          <p:nvPr/>
        </p:nvSpPr>
        <p:spPr>
          <a:xfrm>
            <a:off x="7495674" y="5029461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>
            <a:off x="7524031" y="5057818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7524031" y="5057818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TextBox 638"/>
          <p:cNvSpPr txBox="1"/>
          <p:nvPr/>
        </p:nvSpPr>
        <p:spPr>
          <a:xfrm>
            <a:off x="7713432" y="5051243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0" name="Oval 639"/>
          <p:cNvSpPr/>
          <p:nvPr/>
        </p:nvSpPr>
        <p:spPr>
          <a:xfrm>
            <a:off x="2302458" y="4605528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1" name="Connector 640"/>
          <p:cNvCxnSpPr/>
          <p:nvPr/>
        </p:nvCxnSpPr>
        <p:spPr>
          <a:xfrm flipV="1">
            <a:off x="2331492" y="4506055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2439323" y="450605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2420992" y="4527902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02660" y="4549748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384329" y="4571594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Rounded Rectangle 645"/>
          <p:cNvSpPr/>
          <p:nvPr/>
        </p:nvSpPr>
        <p:spPr>
          <a:xfrm>
            <a:off x="2455453" y="4368575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TextBox 646"/>
          <p:cNvSpPr txBox="1"/>
          <p:nvPr/>
        </p:nvSpPr>
        <p:spPr>
          <a:xfrm>
            <a:off x="2455453" y="4368575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48" name="Oval 647"/>
          <p:cNvSpPr/>
          <p:nvPr/>
        </p:nvSpPr>
        <p:spPr>
          <a:xfrm>
            <a:off x="3264536" y="4876860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3293570" y="4777387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401401" y="4777387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383069" y="479923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2" name="Rounded Rectangle 651"/>
          <p:cNvSpPr/>
          <p:nvPr/>
        </p:nvSpPr>
        <p:spPr>
          <a:xfrm>
            <a:off x="3417531" y="463990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TextBox 652"/>
          <p:cNvSpPr txBox="1"/>
          <p:nvPr/>
        </p:nvSpPr>
        <p:spPr>
          <a:xfrm>
            <a:off x="3417531" y="463990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4" name="Oval 653"/>
          <p:cNvSpPr/>
          <p:nvPr/>
        </p:nvSpPr>
        <p:spPr>
          <a:xfrm>
            <a:off x="5323344" y="408424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5" name="Connector 654"/>
          <p:cNvCxnSpPr/>
          <p:nvPr/>
        </p:nvCxnSpPr>
        <p:spPr>
          <a:xfrm flipV="1">
            <a:off x="5352379" y="3984774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5460209" y="3984774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5441878" y="4006620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423547" y="402846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405216" y="405031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Rounded Rectangle 659"/>
          <p:cNvSpPr/>
          <p:nvPr/>
        </p:nvSpPr>
        <p:spPr>
          <a:xfrm>
            <a:off x="5476340" y="384729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5476340" y="384729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62" name="Oval 661"/>
          <p:cNvSpPr/>
          <p:nvPr/>
        </p:nvSpPr>
        <p:spPr>
          <a:xfrm>
            <a:off x="5323344" y="408424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3" name="Connector 662"/>
          <p:cNvCxnSpPr/>
          <p:nvPr/>
        </p:nvCxnSpPr>
        <p:spPr>
          <a:xfrm flipV="1">
            <a:off x="5352379" y="3984774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5460209" y="3984774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41878" y="4006620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23547" y="402846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7" name="Rounded Rectangle 666"/>
          <p:cNvSpPr/>
          <p:nvPr/>
        </p:nvSpPr>
        <p:spPr>
          <a:xfrm>
            <a:off x="5476340" y="384729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5476340" y="384729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69" name="Oval 668"/>
          <p:cNvSpPr/>
          <p:nvPr/>
        </p:nvSpPr>
        <p:spPr>
          <a:xfrm>
            <a:off x="5626947" y="5485775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0" name="Connector 669"/>
          <p:cNvCxnSpPr/>
          <p:nvPr/>
        </p:nvCxnSpPr>
        <p:spPr>
          <a:xfrm flipV="1">
            <a:off x="5655982" y="5386302"/>
            <a:ext cx="107830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5763812" y="5386302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Rounded Rectangle 671"/>
          <p:cNvSpPr/>
          <p:nvPr/>
        </p:nvSpPr>
        <p:spPr>
          <a:xfrm>
            <a:off x="5779943" y="524882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TextBox 672"/>
          <p:cNvSpPr txBox="1"/>
          <p:nvPr/>
        </p:nvSpPr>
        <p:spPr>
          <a:xfrm>
            <a:off x="5779943" y="524882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74" name="Oval 673"/>
          <p:cNvSpPr/>
          <p:nvPr/>
        </p:nvSpPr>
        <p:spPr>
          <a:xfrm>
            <a:off x="7897238" y="305939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5" name="Connector 674"/>
          <p:cNvCxnSpPr/>
          <p:nvPr/>
        </p:nvCxnSpPr>
        <p:spPr>
          <a:xfrm flipV="1">
            <a:off x="7926273" y="295992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8034104" y="295992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Rounded Rectangle 676"/>
          <p:cNvSpPr/>
          <p:nvPr/>
        </p:nvSpPr>
        <p:spPr>
          <a:xfrm>
            <a:off x="8050234" y="282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TextBox 677"/>
          <p:cNvSpPr txBox="1"/>
          <p:nvPr/>
        </p:nvSpPr>
        <p:spPr>
          <a:xfrm>
            <a:off x="8050234" y="282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主客厅 · 门洞右侧墙垛正中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餐厅 · 拱门旁（与 S5 上下叠放，S4 在下）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86" name="TextBox 685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餐厅 · 拱门旁（叠在 S4 正上方，h1330）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楼梯第一级前约 300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1 联 · 法式门框东侧（后花园门旁）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键1=v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730000" y="2880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3070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730000" y="3240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3560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730000" y="3750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S11（E-GF-03）双控：v</a:t>
            </a:r>
          </a:p>
        </p:txBody>
      </p:sp>
      <p:sp>
        <p:nvSpPr>
          <p:cNvPr id="697" name="Rectangle 696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TextBox 698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O-B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931788" y="3342491"/>
            <a:ext cx="1986545" cy="182526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527079" y="3911335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527079" y="3911335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2"/>
          </a:xfrm>
          <a:custGeom>
            <a:avLst/>
            <a:gdLst/>
            <a:ahLst/>
            <a:cxnLst/>
            <a:rect l="l" t="t" r="r" b="b"/>
            <a:pathLst>
              <a:path w="466347" h="1144062">
                <a:moveTo>
                  <a:pt x="466347" y="1144062"/>
                </a:moveTo>
                <a:lnTo>
                  <a:pt x="464014" y="1061628"/>
                </a:lnTo>
                <a:lnTo>
                  <a:pt x="458106" y="980651"/>
                </a:lnTo>
                <a:lnTo>
                  <a:pt x="448623" y="901132"/>
                </a:lnTo>
                <a:lnTo>
                  <a:pt x="435565" y="823070"/>
                </a:lnTo>
                <a:lnTo>
                  <a:pt x="418931" y="746466"/>
                </a:lnTo>
                <a:lnTo>
                  <a:pt x="398723" y="671319"/>
                </a:lnTo>
                <a:lnTo>
                  <a:pt x="374939" y="597629"/>
                </a:lnTo>
                <a:lnTo>
                  <a:pt x="347580" y="525396"/>
                </a:lnTo>
                <a:lnTo>
                  <a:pt x="316645" y="454621"/>
                </a:lnTo>
                <a:lnTo>
                  <a:pt x="282136" y="385303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5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88" y="3342491"/>
            <a:ext cx="1520198" cy="681206"/>
          </a:xfrm>
          <a:custGeom>
            <a:avLst/>
            <a:gdLst/>
            <a:ahLst/>
            <a:cxnLst/>
            <a:rect l="l" t="t" r="r" b="b"/>
            <a:pathLst>
              <a:path w="1520198" h="681206">
                <a:moveTo>
                  <a:pt x="0" y="0"/>
                </a:moveTo>
                <a:lnTo>
                  <a:pt x="79047" y="78205"/>
                </a:lnTo>
                <a:lnTo>
                  <a:pt x="160222" y="151660"/>
                </a:lnTo>
                <a:lnTo>
                  <a:pt x="243526" y="220363"/>
                </a:lnTo>
                <a:lnTo>
                  <a:pt x="328959" y="284317"/>
                </a:lnTo>
                <a:lnTo>
                  <a:pt x="416521" y="343519"/>
                </a:lnTo>
                <a:lnTo>
                  <a:pt x="506211" y="397971"/>
                </a:lnTo>
                <a:lnTo>
                  <a:pt x="598031" y="447672"/>
                </a:lnTo>
                <a:lnTo>
                  <a:pt x="691979" y="492623"/>
                </a:lnTo>
                <a:lnTo>
                  <a:pt x="788055" y="532823"/>
                </a:lnTo>
                <a:lnTo>
                  <a:pt x="886261" y="568273"/>
                </a:lnTo>
                <a:lnTo>
                  <a:pt x="986595" y="598971"/>
                </a:lnTo>
                <a:lnTo>
                  <a:pt x="1089058" y="624920"/>
                </a:lnTo>
                <a:lnTo>
                  <a:pt x="1193650" y="646117"/>
                </a:lnTo>
                <a:lnTo>
                  <a:pt x="1300371" y="662564"/>
                </a:lnTo>
                <a:lnTo>
                  <a:pt x="1409220" y="674261"/>
                </a:lnTo>
                <a:lnTo>
                  <a:pt x="1520198" y="68120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4"/>
          </a:xfrm>
          <a:custGeom>
            <a:avLst/>
            <a:gdLst/>
            <a:ahLst/>
            <a:cxnLst/>
            <a:rect l="l" t="t" r="r" b="b"/>
            <a:pathLst>
              <a:path w="2022272" h="1655534">
                <a:moveTo>
                  <a:pt x="0" y="1655534"/>
                </a:moveTo>
                <a:lnTo>
                  <a:pt x="165193" y="1599460"/>
                </a:lnTo>
                <a:lnTo>
                  <a:pt x="325213" y="1537066"/>
                </a:lnTo>
                <a:lnTo>
                  <a:pt x="480060" y="1468353"/>
                </a:lnTo>
                <a:lnTo>
                  <a:pt x="629733" y="1393320"/>
                </a:lnTo>
                <a:lnTo>
                  <a:pt x="774232" y="1311968"/>
                </a:lnTo>
                <a:lnTo>
                  <a:pt x="913558" y="1224296"/>
                </a:lnTo>
                <a:lnTo>
                  <a:pt x="1047711" y="1130305"/>
                </a:lnTo>
                <a:lnTo>
                  <a:pt x="1176689" y="1029994"/>
                </a:lnTo>
                <a:lnTo>
                  <a:pt x="1300495" y="923363"/>
                </a:lnTo>
                <a:lnTo>
                  <a:pt x="1419126" y="810413"/>
                </a:lnTo>
                <a:lnTo>
                  <a:pt x="1532584" y="691143"/>
                </a:lnTo>
                <a:lnTo>
                  <a:pt x="1640869" y="565554"/>
                </a:lnTo>
                <a:lnTo>
                  <a:pt x="1743980" y="433644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3600400" y="4026503"/>
            <a:ext cx="1317933" cy="1141256"/>
          </a:xfrm>
          <a:custGeom>
            <a:avLst/>
            <a:gdLst/>
            <a:ahLst/>
            <a:cxnLst/>
            <a:rect l="l" t="t" r="r" b="b"/>
            <a:pathLst>
              <a:path w="1317933" h="1141256">
                <a:moveTo>
                  <a:pt x="1317933" y="1141256"/>
                </a:moveTo>
                <a:lnTo>
                  <a:pt x="1262310" y="1039038"/>
                </a:lnTo>
                <a:lnTo>
                  <a:pt x="1203121" y="940939"/>
                </a:lnTo>
                <a:lnTo>
                  <a:pt x="1140366" y="846959"/>
                </a:lnTo>
                <a:lnTo>
                  <a:pt x="1074044" y="757097"/>
                </a:lnTo>
                <a:lnTo>
                  <a:pt x="1004155" y="671353"/>
                </a:lnTo>
                <a:lnTo>
                  <a:pt x="930701" y="589729"/>
                </a:lnTo>
                <a:lnTo>
                  <a:pt x="853679" y="512222"/>
                </a:lnTo>
                <a:lnTo>
                  <a:pt x="773092" y="438835"/>
                </a:lnTo>
                <a:lnTo>
                  <a:pt x="688938" y="369565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931788" y="3182841"/>
            <a:ext cx="664102" cy="170184"/>
          </a:xfrm>
          <a:custGeom>
            <a:avLst/>
            <a:gdLst/>
            <a:ahLst/>
            <a:cxnLst/>
            <a:rect l="l" t="t" r="r" b="b"/>
            <a:pathLst>
              <a:path w="664102" h="170184">
                <a:moveTo>
                  <a:pt x="0" y="159650"/>
                </a:moveTo>
                <a:lnTo>
                  <a:pt x="45249" y="165237"/>
                </a:lnTo>
                <a:lnTo>
                  <a:pt x="89998" y="168748"/>
                </a:lnTo>
                <a:lnTo>
                  <a:pt x="134248" y="170184"/>
                </a:lnTo>
                <a:lnTo>
                  <a:pt x="177999" y="169545"/>
                </a:lnTo>
                <a:lnTo>
                  <a:pt x="221252" y="166831"/>
                </a:lnTo>
                <a:lnTo>
                  <a:pt x="264006" y="162041"/>
                </a:lnTo>
                <a:lnTo>
                  <a:pt x="306260" y="155176"/>
                </a:lnTo>
                <a:lnTo>
                  <a:pt x="348016" y="146235"/>
                </a:lnTo>
                <a:lnTo>
                  <a:pt x="389273" y="135220"/>
                </a:lnTo>
                <a:lnTo>
                  <a:pt x="430031" y="122128"/>
                </a:lnTo>
                <a:lnTo>
                  <a:pt x="470290" y="106962"/>
                </a:lnTo>
                <a:lnTo>
                  <a:pt x="510050" y="89720"/>
                </a:lnTo>
                <a:lnTo>
                  <a:pt x="549311" y="70403"/>
                </a:lnTo>
                <a:lnTo>
                  <a:pt x="588074" y="49011"/>
                </a:lnTo>
                <a:lnTo>
                  <a:pt x="626337" y="25543"/>
                </a:lnTo>
                <a:lnTo>
                  <a:pt x="66410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55541" y="4926790"/>
            <a:ext cx="462792" cy="240969"/>
          </a:xfrm>
          <a:custGeom>
            <a:avLst/>
            <a:gdLst/>
            <a:ahLst/>
            <a:cxnLst/>
            <a:rect l="l" t="t" r="r" b="b"/>
            <a:pathLst>
              <a:path w="462792" h="240969">
                <a:moveTo>
                  <a:pt x="462792" y="240969"/>
                </a:moveTo>
                <a:lnTo>
                  <a:pt x="439515" y="215061"/>
                </a:lnTo>
                <a:lnTo>
                  <a:pt x="415485" y="190600"/>
                </a:lnTo>
                <a:lnTo>
                  <a:pt x="390702" y="167586"/>
                </a:lnTo>
                <a:lnTo>
                  <a:pt x="365167" y="146017"/>
                </a:lnTo>
                <a:lnTo>
                  <a:pt x="338878" y="125895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5"/>
                </a:lnTo>
                <a:lnTo>
                  <a:pt x="226192" y="59868"/>
                </a:lnTo>
                <a:lnTo>
                  <a:pt x="196138" y="46976"/>
                </a:lnTo>
                <a:lnTo>
                  <a:pt x="165331" y="35531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2931788" y="3342491"/>
            <a:ext cx="653551" cy="1572047"/>
          </a:xfrm>
          <a:custGeom>
            <a:avLst/>
            <a:gdLst/>
            <a:ahLst/>
            <a:cxnLst/>
            <a:rect l="l" t="t" r="r" b="b"/>
            <a:pathLst>
              <a:path w="653551" h="1572047">
                <a:moveTo>
                  <a:pt x="0" y="0"/>
                </a:moveTo>
                <a:lnTo>
                  <a:pt x="4002" y="113571"/>
                </a:lnTo>
                <a:lnTo>
                  <a:pt x="12917" y="225099"/>
                </a:lnTo>
                <a:lnTo>
                  <a:pt x="26744" y="334585"/>
                </a:lnTo>
                <a:lnTo>
                  <a:pt x="45484" y="442028"/>
                </a:lnTo>
                <a:lnTo>
                  <a:pt x="69137" y="547429"/>
                </a:lnTo>
                <a:lnTo>
                  <a:pt x="97702" y="650788"/>
                </a:lnTo>
                <a:lnTo>
                  <a:pt x="131180" y="752104"/>
                </a:lnTo>
                <a:lnTo>
                  <a:pt x="169571" y="851379"/>
                </a:lnTo>
                <a:lnTo>
                  <a:pt x="212874" y="948610"/>
                </a:lnTo>
                <a:lnTo>
                  <a:pt x="261090" y="1043800"/>
                </a:lnTo>
                <a:lnTo>
                  <a:pt x="314218" y="1136947"/>
                </a:lnTo>
                <a:lnTo>
                  <a:pt x="372260" y="1228051"/>
                </a:lnTo>
                <a:lnTo>
                  <a:pt x="435213" y="1317114"/>
                </a:lnTo>
                <a:lnTo>
                  <a:pt x="503080" y="1404134"/>
                </a:lnTo>
                <a:lnTo>
                  <a:pt x="575859" y="1489112"/>
                </a:lnTo>
                <a:lnTo>
                  <a:pt x="653551" y="15720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7019314" y="4412174"/>
            <a:ext cx="196674" cy="650106"/>
          </a:xfrm>
          <a:custGeom>
            <a:avLst/>
            <a:gdLst/>
            <a:ahLst/>
            <a:cxnLst/>
            <a:rect l="l" t="t" r="r" b="b"/>
            <a:pathLst>
              <a:path w="196674" h="650106">
                <a:moveTo>
                  <a:pt x="4409" y="0"/>
                </a:moveTo>
                <a:lnTo>
                  <a:pt x="1189" y="45138"/>
                </a:lnTo>
                <a:lnTo>
                  <a:pt x="0" y="89675"/>
                </a:lnTo>
                <a:lnTo>
                  <a:pt x="843" y="133611"/>
                </a:lnTo>
                <a:lnTo>
                  <a:pt x="3717" y="176947"/>
                </a:lnTo>
                <a:lnTo>
                  <a:pt x="8623" y="219681"/>
                </a:lnTo>
                <a:lnTo>
                  <a:pt x="15561" y="261815"/>
                </a:lnTo>
                <a:lnTo>
                  <a:pt x="24530" y="303348"/>
                </a:lnTo>
                <a:lnTo>
                  <a:pt x="35531" y="344280"/>
                </a:lnTo>
                <a:lnTo>
                  <a:pt x="48563" y="384611"/>
                </a:lnTo>
                <a:lnTo>
                  <a:pt x="63627" y="424342"/>
                </a:lnTo>
                <a:lnTo>
                  <a:pt x="80722" y="463471"/>
                </a:lnTo>
                <a:lnTo>
                  <a:pt x="99850" y="502000"/>
                </a:lnTo>
                <a:lnTo>
                  <a:pt x="121008" y="539928"/>
                </a:lnTo>
                <a:lnTo>
                  <a:pt x="144198" y="577255"/>
                </a:lnTo>
                <a:lnTo>
                  <a:pt x="169420" y="613981"/>
                </a:lnTo>
                <a:lnTo>
                  <a:pt x="196674" y="65010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5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2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2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09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6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2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34" y="3311037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88" y="3203275"/>
            <a:ext cx="116817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605" y="3203275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46" y="3226941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87" y="3250608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2" name="Rounded Rectangle 611"/>
          <p:cNvSpPr/>
          <p:nvPr/>
        </p:nvSpPr>
        <p:spPr>
          <a:xfrm>
            <a:off x="3066079" y="306243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3066079" y="306243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4" name="Oval 613"/>
          <p:cNvSpPr/>
          <p:nvPr/>
        </p:nvSpPr>
        <p:spPr>
          <a:xfrm>
            <a:off x="6992269" y="4380720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5" name="Connector 614"/>
          <p:cNvCxnSpPr/>
          <p:nvPr/>
        </p:nvCxnSpPr>
        <p:spPr>
          <a:xfrm flipV="1">
            <a:off x="7023723" y="4272958"/>
            <a:ext cx="116817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7140540" y="4272958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" name="Rounded Rectangle 616"/>
          <p:cNvSpPr/>
          <p:nvPr/>
        </p:nvSpPr>
        <p:spPr>
          <a:xfrm>
            <a:off x="7158014" y="413211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7158014" y="413211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3 联 · G15 区 · 储物间门旁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键2=l  键3=m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W1：S9 ↔ S8  3C+E  回路 j l m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29" name="Rectangle 628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O-B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1668347" y="1392911"/>
            <a:ext cx="1515629" cy="30909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098817" y="2404733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098817" y="2404733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668347" y="1392911"/>
            <a:ext cx="2008804" cy="2925308"/>
          </a:xfrm>
          <a:custGeom>
            <a:avLst/>
            <a:gdLst/>
            <a:ahLst/>
            <a:cxnLst/>
            <a:rect l="l" t="t" r="r" b="b"/>
            <a:pathLst>
              <a:path w="2008804" h="2925308">
                <a:moveTo>
                  <a:pt x="0" y="0"/>
                </a:moveTo>
                <a:lnTo>
                  <a:pt x="56988" y="229913"/>
                </a:lnTo>
                <a:lnTo>
                  <a:pt x="123118" y="453549"/>
                </a:lnTo>
                <a:lnTo>
                  <a:pt x="198390" y="670907"/>
                </a:lnTo>
                <a:lnTo>
                  <a:pt x="282803" y="881987"/>
                </a:lnTo>
                <a:lnTo>
                  <a:pt x="376358" y="1086790"/>
                </a:lnTo>
                <a:lnTo>
                  <a:pt x="479054" y="1285316"/>
                </a:lnTo>
                <a:lnTo>
                  <a:pt x="590892" y="1477564"/>
                </a:lnTo>
                <a:lnTo>
                  <a:pt x="711871" y="1663534"/>
                </a:lnTo>
                <a:lnTo>
                  <a:pt x="841993" y="1843227"/>
                </a:lnTo>
                <a:lnTo>
                  <a:pt x="981255" y="2016643"/>
                </a:lnTo>
                <a:lnTo>
                  <a:pt x="1129659" y="2183781"/>
                </a:lnTo>
                <a:lnTo>
                  <a:pt x="1287205" y="2344641"/>
                </a:lnTo>
                <a:lnTo>
                  <a:pt x="1453893" y="2499224"/>
                </a:lnTo>
                <a:lnTo>
                  <a:pt x="1629722" y="2647529"/>
                </a:lnTo>
                <a:lnTo>
                  <a:pt x="1814692" y="2789557"/>
                </a:lnTo>
                <a:lnTo>
                  <a:pt x="2008804" y="292530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83976" y="4318219"/>
            <a:ext cx="493175" cy="166821"/>
          </a:xfrm>
          <a:custGeom>
            <a:avLst/>
            <a:gdLst/>
            <a:ahLst/>
            <a:cxnLst/>
            <a:rect l="l" t="t" r="r" b="b"/>
            <a:pathLst>
              <a:path w="493175" h="166821">
                <a:moveTo>
                  <a:pt x="0" y="165613"/>
                </a:moveTo>
                <a:lnTo>
                  <a:pt x="34705" y="166821"/>
                </a:lnTo>
                <a:lnTo>
                  <a:pt x="68893" y="166488"/>
                </a:lnTo>
                <a:lnTo>
                  <a:pt x="102563" y="164613"/>
                </a:lnTo>
                <a:lnTo>
                  <a:pt x="135715" y="161198"/>
                </a:lnTo>
                <a:lnTo>
                  <a:pt x="168350" y="156241"/>
                </a:lnTo>
                <a:lnTo>
                  <a:pt x="200467" y="149743"/>
                </a:lnTo>
                <a:lnTo>
                  <a:pt x="232067" y="141704"/>
                </a:lnTo>
                <a:lnTo>
                  <a:pt x="263149" y="132124"/>
                </a:lnTo>
                <a:lnTo>
                  <a:pt x="293714" y="121002"/>
                </a:lnTo>
                <a:lnTo>
                  <a:pt x="323761" y="108340"/>
                </a:lnTo>
                <a:lnTo>
                  <a:pt x="353291" y="94136"/>
                </a:lnTo>
                <a:lnTo>
                  <a:pt x="382303" y="78391"/>
                </a:lnTo>
                <a:lnTo>
                  <a:pt x="410797" y="61105"/>
                </a:lnTo>
                <a:lnTo>
                  <a:pt x="438774" y="42278"/>
                </a:lnTo>
                <a:lnTo>
                  <a:pt x="466234" y="21909"/>
                </a:lnTo>
                <a:lnTo>
                  <a:pt x="49317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TextBox 563"/>
          <p:cNvSpPr txBox="1"/>
          <p:nvPr/>
        </p:nvSpPr>
        <p:spPr>
          <a:xfrm>
            <a:off x="1699764" y="1436895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110" name="Freeform 109"/>
          <p:cNvSpPr/>
          <p:nvPr/>
        </p:nvSpPr>
        <p:spPr>
          <a:xfrm>
            <a:off x="1817959" y="5113780"/>
            <a:ext cx="1303002" cy="234943"/>
          </a:xfrm>
          <a:custGeom>
            <a:avLst/>
            <a:gdLst/>
            <a:ahLst/>
            <a:cxnLst/>
            <a:rect l="l" t="t" r="r" b="b"/>
            <a:pathLst>
              <a:path w="1303002" h="234943">
                <a:moveTo>
                  <a:pt x="0" y="0"/>
                </a:moveTo>
                <a:lnTo>
                  <a:pt x="77245" y="41718"/>
                </a:lnTo>
                <a:lnTo>
                  <a:pt x="155050" y="79364"/>
                </a:lnTo>
                <a:lnTo>
                  <a:pt x="233413" y="112938"/>
                </a:lnTo>
                <a:lnTo>
                  <a:pt x="312336" y="142440"/>
                </a:lnTo>
                <a:lnTo>
                  <a:pt x="391817" y="167871"/>
                </a:lnTo>
                <a:lnTo>
                  <a:pt x="471857" y="189229"/>
                </a:lnTo>
                <a:lnTo>
                  <a:pt x="552457" y="206516"/>
                </a:lnTo>
                <a:lnTo>
                  <a:pt x="633615" y="219730"/>
                </a:lnTo>
                <a:lnTo>
                  <a:pt x="715332" y="228873"/>
                </a:lnTo>
                <a:lnTo>
                  <a:pt x="797608" y="233944"/>
                </a:lnTo>
                <a:lnTo>
                  <a:pt x="880443" y="234943"/>
                </a:lnTo>
                <a:lnTo>
                  <a:pt x="963837" y="231871"/>
                </a:lnTo>
                <a:lnTo>
                  <a:pt x="1047790" y="224726"/>
                </a:lnTo>
                <a:lnTo>
                  <a:pt x="1132302" y="213509"/>
                </a:lnTo>
                <a:lnTo>
                  <a:pt x="1217372" y="198221"/>
                </a:lnTo>
                <a:lnTo>
                  <a:pt x="1303002" y="17886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817959" y="5113780"/>
            <a:ext cx="2849037" cy="362633"/>
          </a:xfrm>
          <a:custGeom>
            <a:avLst/>
            <a:gdLst/>
            <a:ahLst/>
            <a:cxnLst/>
            <a:rect l="l" t="t" r="r" b="b"/>
            <a:pathLst>
              <a:path w="2849037" h="362633">
                <a:moveTo>
                  <a:pt x="0" y="0"/>
                </a:moveTo>
                <a:lnTo>
                  <a:pt x="174640" y="75905"/>
                </a:lnTo>
                <a:lnTo>
                  <a:pt x="349738" y="142908"/>
                </a:lnTo>
                <a:lnTo>
                  <a:pt x="525291" y="201007"/>
                </a:lnTo>
                <a:lnTo>
                  <a:pt x="701301" y="250203"/>
                </a:lnTo>
                <a:lnTo>
                  <a:pt x="877768" y="290495"/>
                </a:lnTo>
                <a:lnTo>
                  <a:pt x="1054692" y="321885"/>
                </a:lnTo>
                <a:lnTo>
                  <a:pt x="1232072" y="344371"/>
                </a:lnTo>
                <a:lnTo>
                  <a:pt x="1409908" y="357954"/>
                </a:lnTo>
                <a:lnTo>
                  <a:pt x="1588201" y="362633"/>
                </a:lnTo>
                <a:lnTo>
                  <a:pt x="1766951" y="358410"/>
                </a:lnTo>
                <a:lnTo>
                  <a:pt x="1946157" y="345283"/>
                </a:lnTo>
                <a:lnTo>
                  <a:pt x="2125820" y="323253"/>
                </a:lnTo>
                <a:lnTo>
                  <a:pt x="2305939" y="292320"/>
                </a:lnTo>
                <a:lnTo>
                  <a:pt x="2486515" y="252483"/>
                </a:lnTo>
                <a:lnTo>
                  <a:pt x="2667548" y="203743"/>
                </a:lnTo>
                <a:lnTo>
                  <a:pt x="2849037" y="1461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5627653" y="5346070"/>
            <a:ext cx="342762" cy="103452"/>
          </a:xfrm>
          <a:custGeom>
            <a:avLst/>
            <a:gdLst/>
            <a:ahLst/>
            <a:cxnLst/>
            <a:rect l="l" t="t" r="r" b="b"/>
            <a:pathLst>
              <a:path w="342762" h="103452">
                <a:moveTo>
                  <a:pt x="0" y="101093"/>
                </a:moveTo>
                <a:lnTo>
                  <a:pt x="23792" y="102808"/>
                </a:lnTo>
                <a:lnTo>
                  <a:pt x="47268" y="103452"/>
                </a:lnTo>
                <a:lnTo>
                  <a:pt x="70428" y="103025"/>
                </a:lnTo>
                <a:lnTo>
                  <a:pt x="93273" y="101527"/>
                </a:lnTo>
                <a:lnTo>
                  <a:pt x="115801" y="98957"/>
                </a:lnTo>
                <a:lnTo>
                  <a:pt x="138013" y="95317"/>
                </a:lnTo>
                <a:lnTo>
                  <a:pt x="159910" y="90605"/>
                </a:lnTo>
                <a:lnTo>
                  <a:pt x="181490" y="84823"/>
                </a:lnTo>
                <a:lnTo>
                  <a:pt x="202755" y="77969"/>
                </a:lnTo>
                <a:lnTo>
                  <a:pt x="223704" y="70044"/>
                </a:lnTo>
                <a:lnTo>
                  <a:pt x="244337" y="61048"/>
                </a:lnTo>
                <a:lnTo>
                  <a:pt x="264654" y="50980"/>
                </a:lnTo>
                <a:lnTo>
                  <a:pt x="284655" y="39842"/>
                </a:lnTo>
                <a:lnTo>
                  <a:pt x="304340" y="27633"/>
                </a:lnTo>
                <a:lnTo>
                  <a:pt x="323709" y="14352"/>
                </a:lnTo>
                <a:lnTo>
                  <a:pt x="34276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6313202" y="4812085"/>
            <a:ext cx="384022" cy="381495"/>
          </a:xfrm>
          <a:custGeom>
            <a:avLst/>
            <a:gdLst/>
            <a:ahLst/>
            <a:cxnLst/>
            <a:rect l="l" t="t" r="r" b="b"/>
            <a:pathLst>
              <a:path w="384022" h="381495">
                <a:moveTo>
                  <a:pt x="0" y="381495"/>
                </a:moveTo>
                <a:lnTo>
                  <a:pt x="32943" y="366652"/>
                </a:lnTo>
                <a:lnTo>
                  <a:pt x="64693" y="350609"/>
                </a:lnTo>
                <a:lnTo>
                  <a:pt x="95252" y="333366"/>
                </a:lnTo>
                <a:lnTo>
                  <a:pt x="124618" y="314923"/>
                </a:lnTo>
                <a:lnTo>
                  <a:pt x="152792" y="295279"/>
                </a:lnTo>
                <a:lnTo>
                  <a:pt x="179773" y="274436"/>
                </a:lnTo>
                <a:lnTo>
                  <a:pt x="205563" y="252393"/>
                </a:lnTo>
                <a:lnTo>
                  <a:pt x="230161" y="229150"/>
                </a:lnTo>
                <a:lnTo>
                  <a:pt x="253566" y="204706"/>
                </a:lnTo>
                <a:lnTo>
                  <a:pt x="275779" y="179063"/>
                </a:lnTo>
                <a:lnTo>
                  <a:pt x="296800" y="152219"/>
                </a:lnTo>
                <a:lnTo>
                  <a:pt x="316629" y="124175"/>
                </a:lnTo>
                <a:lnTo>
                  <a:pt x="335265" y="94932"/>
                </a:lnTo>
                <a:lnTo>
                  <a:pt x="352710" y="64488"/>
                </a:lnTo>
                <a:lnTo>
                  <a:pt x="368962" y="32844"/>
                </a:lnTo>
                <a:lnTo>
                  <a:pt x="38402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545445" y="1392911"/>
            <a:ext cx="271657" cy="1905976"/>
          </a:xfrm>
          <a:custGeom>
            <a:avLst/>
            <a:gdLst/>
            <a:ahLst/>
            <a:cxnLst/>
            <a:rect l="l" t="t" r="r" b="b"/>
            <a:pathLst>
              <a:path w="271657" h="1905976">
                <a:moveTo>
                  <a:pt x="122902" y="0"/>
                </a:moveTo>
                <a:lnTo>
                  <a:pt x="87528" y="122610"/>
                </a:lnTo>
                <a:lnTo>
                  <a:pt x="58110" y="244755"/>
                </a:lnTo>
                <a:lnTo>
                  <a:pt x="34648" y="366435"/>
                </a:lnTo>
                <a:lnTo>
                  <a:pt x="17142" y="487651"/>
                </a:lnTo>
                <a:lnTo>
                  <a:pt x="5593" y="608401"/>
                </a:lnTo>
                <a:lnTo>
                  <a:pt x="0" y="728687"/>
                </a:lnTo>
                <a:lnTo>
                  <a:pt x="363" y="848508"/>
                </a:lnTo>
                <a:lnTo>
                  <a:pt x="6682" y="967864"/>
                </a:lnTo>
                <a:lnTo>
                  <a:pt x="18957" y="1086755"/>
                </a:lnTo>
                <a:lnTo>
                  <a:pt x="37188" y="1205181"/>
                </a:lnTo>
                <a:lnTo>
                  <a:pt x="61376" y="1323142"/>
                </a:lnTo>
                <a:lnTo>
                  <a:pt x="91520" y="1440639"/>
                </a:lnTo>
                <a:lnTo>
                  <a:pt x="127620" y="1557670"/>
                </a:lnTo>
                <a:lnTo>
                  <a:pt x="169676" y="1674237"/>
                </a:lnTo>
                <a:lnTo>
                  <a:pt x="217688" y="1790339"/>
                </a:lnTo>
                <a:lnTo>
                  <a:pt x="271657" y="190597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634390" y="4749251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6"/>
                </a:lnTo>
                <a:lnTo>
                  <a:pt x="120884" y="38789"/>
                </a:lnTo>
                <a:lnTo>
                  <a:pt x="115078" y="27926"/>
                </a:lnTo>
                <a:lnTo>
                  <a:pt x="107264" y="18404"/>
                </a:lnTo>
                <a:lnTo>
                  <a:pt x="97742" y="10590"/>
                </a:lnTo>
                <a:lnTo>
                  <a:pt x="86879" y="4783"/>
                </a:lnTo>
                <a:lnTo>
                  <a:pt x="75092" y="1208"/>
                </a:lnTo>
                <a:lnTo>
                  <a:pt x="62834" y="0"/>
                </a:lnTo>
                <a:lnTo>
                  <a:pt x="50576" y="1208"/>
                </a:lnTo>
                <a:lnTo>
                  <a:pt x="38789" y="4783"/>
                </a:lnTo>
                <a:lnTo>
                  <a:pt x="27925" y="10590"/>
                </a:lnTo>
                <a:lnTo>
                  <a:pt x="18404" y="18404"/>
                </a:lnTo>
                <a:lnTo>
                  <a:pt x="10590" y="27926"/>
                </a:lnTo>
                <a:lnTo>
                  <a:pt x="4783" y="38789"/>
                </a:lnTo>
                <a:lnTo>
                  <a:pt x="1208" y="50576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6615540" y="4812085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6" name="TextBox 565"/>
          <p:cNvSpPr txBox="1"/>
          <p:nvPr/>
        </p:nvSpPr>
        <p:spPr>
          <a:xfrm>
            <a:off x="6772624" y="4661284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7" name="Connector 566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8" name="TextBox 567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TextBox 569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1" name="Oval 570"/>
          <p:cNvSpPr/>
          <p:nvPr/>
        </p:nvSpPr>
        <p:spPr>
          <a:xfrm>
            <a:off x="4591595" y="518448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2" name="Connector 571"/>
          <p:cNvCxnSpPr/>
          <p:nvPr/>
        </p:nvCxnSpPr>
        <p:spPr>
          <a:xfrm>
            <a:off x="4613688" y="5206572"/>
            <a:ext cx="106615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4613688" y="5206572"/>
            <a:ext cx="106615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4" name="TextBox 573"/>
          <p:cNvSpPr txBox="1"/>
          <p:nvPr/>
        </p:nvSpPr>
        <p:spPr>
          <a:xfrm>
            <a:off x="4742396" y="510908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5" name="Oval 574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6" name="Connector 575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9" name="Oval 578"/>
          <p:cNvSpPr/>
          <p:nvPr/>
        </p:nvSpPr>
        <p:spPr>
          <a:xfrm>
            <a:off x="5920148" y="5295803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5954707" y="5330362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TextBox 580"/>
          <p:cNvSpPr txBox="1"/>
          <p:nvPr/>
        </p:nvSpPr>
        <p:spPr>
          <a:xfrm>
            <a:off x="6045815" y="519527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1754268" y="3236054"/>
            <a:ext cx="125667" cy="62833"/>
          </a:xfrm>
          <a:custGeom>
            <a:avLst/>
            <a:gdLst/>
            <a:ahLst/>
            <a:cxnLst/>
            <a:rect l="l" t="t" r="r" b="b"/>
            <a:pathLst>
              <a:path w="125667" h="62833">
                <a:moveTo>
                  <a:pt x="125667" y="62833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2"/>
                </a:lnTo>
                <a:lnTo>
                  <a:pt x="75092" y="1207"/>
                </a:lnTo>
                <a:lnTo>
                  <a:pt x="62834" y="0"/>
                </a:lnTo>
                <a:lnTo>
                  <a:pt x="50575" y="1207"/>
                </a:lnTo>
                <a:lnTo>
                  <a:pt x="38788" y="4782"/>
                </a:lnTo>
                <a:lnTo>
                  <a:pt x="27925" y="10589"/>
                </a:lnTo>
                <a:lnTo>
                  <a:pt x="18404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3"/>
                </a:lnTo>
                <a:lnTo>
                  <a:pt x="125667" y="62833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1735418" y="329888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1892502" y="3148087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584" name="Oval 583"/>
          <p:cNvSpPr/>
          <p:nvPr/>
        </p:nvSpPr>
        <p:spPr>
          <a:xfrm>
            <a:off x="1645727" y="1370291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5" name="Connector 584"/>
          <p:cNvCxnSpPr/>
          <p:nvPr/>
        </p:nvCxnSpPr>
        <p:spPr>
          <a:xfrm flipV="1">
            <a:off x="1668347" y="1292794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1752355" y="1292794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1738074" y="1309814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723792" y="1326834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9" name="Rounded Rectangle 588"/>
          <p:cNvSpPr/>
          <p:nvPr/>
        </p:nvSpPr>
        <p:spPr>
          <a:xfrm>
            <a:off x="1764922" y="1164222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1764922" y="1164222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1" name="Oval 590"/>
          <p:cNvSpPr/>
          <p:nvPr/>
        </p:nvSpPr>
        <p:spPr>
          <a:xfrm>
            <a:off x="3161356" y="4461212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3183976" y="4383715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267985" y="4383715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Rounded Rectangle 593"/>
          <p:cNvSpPr/>
          <p:nvPr/>
        </p:nvSpPr>
        <p:spPr>
          <a:xfrm>
            <a:off x="3280551" y="425514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3280551" y="425514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96" name="Oval 595"/>
          <p:cNvSpPr/>
          <p:nvPr/>
        </p:nvSpPr>
        <p:spPr>
          <a:xfrm>
            <a:off x="1795339" y="5091160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7" name="Connector 596"/>
          <p:cNvCxnSpPr/>
          <p:nvPr/>
        </p:nvCxnSpPr>
        <p:spPr>
          <a:xfrm flipV="1">
            <a:off x="1817959" y="5013662"/>
            <a:ext cx="84008" cy="10011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1901967" y="5013662"/>
            <a:ext cx="25029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1887686" y="5030682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0" name="Rounded Rectangle 599"/>
          <p:cNvSpPr/>
          <p:nvPr/>
        </p:nvSpPr>
        <p:spPr>
          <a:xfrm>
            <a:off x="1914534" y="488509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TextBox 600"/>
          <p:cNvSpPr txBox="1"/>
          <p:nvPr/>
        </p:nvSpPr>
        <p:spPr>
          <a:xfrm>
            <a:off x="1914534" y="488509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02" name="Oval 601"/>
          <p:cNvSpPr/>
          <p:nvPr/>
        </p:nvSpPr>
        <p:spPr>
          <a:xfrm>
            <a:off x="5605033" y="5424542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3" name="Connector 602"/>
          <p:cNvCxnSpPr/>
          <p:nvPr/>
        </p:nvCxnSpPr>
        <p:spPr>
          <a:xfrm flipV="1">
            <a:off x="5627653" y="5347045"/>
            <a:ext cx="84008" cy="10011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5711661" y="5347045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724228" y="5218474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724228" y="5218474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07" name="Oval 606"/>
          <p:cNvSpPr/>
          <p:nvPr/>
        </p:nvSpPr>
        <p:spPr>
          <a:xfrm>
            <a:off x="6290582" y="5170960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6313202" y="5093463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6397211" y="5093463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Rounded Rectangle 609"/>
          <p:cNvSpPr/>
          <p:nvPr/>
        </p:nvSpPr>
        <p:spPr>
          <a:xfrm>
            <a:off x="6409777" y="496489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6409777" y="496489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12" name="Rectangle 611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14" name="TextBox 613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15" name="Rectangle 614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17" name="TextBox 616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18" name="Rectangle 617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21" name="Rectangle 620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24" name="Rectangle 623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3 联 · G15 区 · 花园门组左侧 295 墙段正中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30" name="TextBox 629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厨房吧台区 · 法式门旁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厨房入口（KP762 门旁）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 · 通厨房洞口南侧（离洞边约 130）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洗衣房后门锁侧（离门洞边约 140）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W1：S11 ↔ S12  3C+E  回路 p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S7（E-GF-01）双控：v</a:t>
            </a:r>
          </a:p>
        </p:txBody>
      </p:sp>
      <p:sp>
        <p:nvSpPr>
          <p:cNvPr id="643" name="Rectangle 642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TextBox 644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O-B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28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主客厅 · 门洞右侧墙垛正中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餐厅 · 拱门旁（与 S5 上下叠放，S4 在下）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餐厅 · 拱门旁（叠在 S4 正上方，h1330）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楼梯第一级前约 300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法式门框东侧（后花园门旁）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m，双控：S11、S7）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花园门组左侧 295 墙段正中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G26_2、G26_3（双控：S11、S12）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围栏户外 LED 灯带（L40 出线；户外，单控：S11）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m，双控：S11、S7）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p↔S12，v↔S7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厨房吧台区 · 法式门旁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G26_2、G26_3（双控：S11、S12）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厨房入口（KP762 门旁）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 · 通厨房洞口南侧（离洞边约 130）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洗衣房后门锁侧（离门洞边约 140）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O-B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40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G26_2、G26_3（双控：S11、S12）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围栏户外 LED 灯带（L40 出线；户外，单控：S11）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m，双控：S11、S7）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