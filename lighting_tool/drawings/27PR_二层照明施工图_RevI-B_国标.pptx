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H="1">
            <a:off x="3637483" y="3921358"/>
            <a:ext cx="56197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3637483" y="3921358"/>
            <a:ext cx="0" cy="5119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H="1">
            <a:off x="3442974" y="4433258"/>
            <a:ext cx="19450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3442974" y="4402000"/>
            <a:ext cx="0" cy="312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3637483" y="4433258"/>
            <a:ext cx="67482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4312307" y="4433258"/>
            <a:ext cx="0" cy="5580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H="1">
            <a:off x="3251566" y="4402000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251566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055384" y="5630769"/>
            <a:ext cx="12388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3294269" y="5163720"/>
            <a:ext cx="0" cy="4670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H="1">
            <a:off x="2543258" y="4433258"/>
            <a:ext cx="1094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2543258" y="4433258"/>
            <a:ext cx="0" cy="518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 flipH="1">
            <a:off x="3294269" y="4433258"/>
            <a:ext cx="3432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055384" y="4433258"/>
            <a:ext cx="1582099" cy="11975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820895" y="5023785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31938" y="5015426"/>
            <a:ext cx="6904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V="1">
            <a:off x="2842982" y="5007067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 flipV="1">
            <a:off x="2854026" y="4998708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 flipV="1">
            <a:off x="2865069" y="4990349"/>
            <a:ext cx="6903" cy="49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Oval 300101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8" name="TextBox 300107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9" name="Oval 300108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0" name="Connector 300109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Oval 300138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0" name="TextBox 300139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1" name="Oval 300140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2" name="Oval 300141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44" name="Oval 300143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5" name="Connector 300144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6" name="Connector 300145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8" name="Oval 300147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9" name="Oval 300148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0" name="TextBox 300149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Oval 300151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54" name="Oval 300153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5" name="Connector 300154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6" name="Connector 300155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7" name="TextBox 300156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8" name="Oval 300157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9" name="Connector 300158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0" name="Connector 300159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1" name="TextBox 300160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62" name="Oval 300161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3" name="Connector 300162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4" name="Connector 300163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5" name="TextBox 300164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66" name="Oval 300165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7" name="Connector 300166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5" name="Connector 300174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6" name="Connector 300175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7" name="Connector 300176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8" name="TextBox 300177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9" name="Oval 300178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0" name="Connector 300179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3623237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3637483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3691209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>
            <a:off x="3681538" y="4389203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>
            <a:off x="3597189" y="443325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5" name="Connector 300194"/>
          <p:cNvCxnSpPr/>
          <p:nvPr/>
        </p:nvCxnSpPr>
        <p:spPr>
          <a:xfrm flipH="1" flipV="1">
            <a:off x="3583757" y="446012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6" name="TextBox 300195"/>
          <p:cNvSpPr txBox="1"/>
          <p:nvPr/>
        </p:nvSpPr>
        <p:spPr>
          <a:xfrm>
            <a:off x="3699124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7" name="Oval 300196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8" name="Connector 300197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9" name="Connector 300198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0" name="Connector 300199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1" name="Connector 300200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2" name="TextBox 300201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203" name="Oval 300202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4" name="Connector 300203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5" name="Connector 300204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6" name="TextBox 300205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7" name="Oval 300206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8" name="Connector 300207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6" name="Connector 300215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7" name="TextBox 300216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8" name="Oval 300217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9" name="Connector 300218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0" name="Connector 300219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1" name="Connector 300220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2" name="Connector 300221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3" name="TextBox 300222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24" name="Oval 300223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5" name="Connector 300224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6" name="Connector 300225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7" name="TextBox 300226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8" name="Oval 300227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9" name="Connector 300228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30" name="Connector 300229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31" name="TextBox 300230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32" name="TextBox 300231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33" name="Rectangle 300232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4" name="TextBox 300233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35" name="Rectangle 300234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6" name="TextBox 300235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7" name="Rectangle 300236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8" name="Rectangle 300237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9" name="Rectangle 300238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40" name="TextBox 300239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5028263" y="4641368"/>
            <a:ext cx="28413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5312396" y="4641368"/>
            <a:ext cx="0" cy="4566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5312396" y="6418000"/>
            <a:ext cx="219494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312396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4748661" y="4641368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748661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3001315" y="6436315"/>
            <a:ext cx="18097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4811039" y="5754065"/>
            <a:ext cx="0" cy="6822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3713986" y="4687029"/>
            <a:ext cx="15984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713986" y="4687029"/>
            <a:ext cx="0" cy="7577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5312396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H="1">
            <a:off x="4811039" y="5754065"/>
            <a:ext cx="5013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3001315" y="4687029"/>
            <a:ext cx="2311081" cy="174928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111259" y="5546982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130976" y="5532058"/>
            <a:ext cx="12325" cy="890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50693" y="5517133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 flipV="1">
            <a:off x="4170410" y="5502209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4190127" y="5487285"/>
            <a:ext cx="12325" cy="890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Oval 300072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TextBox 300074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6" name="Oval 300075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7" name="Connector 300076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TextBox 300078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TextBox 300082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4" name="Oval 300083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Oval 300084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TextBox 300085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7" name="Oval 300086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Oval 300087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Oval 300090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2" name="TextBox 300091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8" name="Oval 300097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9" name="TextBox 300098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1" name="Oval 300100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2" name="TextBox 300101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8" name="Oval 300127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9" name="Connector 300128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0" name="Connector 300129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5286961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 flipV="1">
            <a:off x="5312396" y="459110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7" name="Connector 300136"/>
          <p:cNvCxnSpPr/>
          <p:nvPr/>
        </p:nvCxnSpPr>
        <p:spPr>
          <a:xfrm>
            <a:off x="5408317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8" name="Connector 300137"/>
          <p:cNvCxnSpPr/>
          <p:nvPr/>
        </p:nvCxnSpPr>
        <p:spPr>
          <a:xfrm>
            <a:off x="5391051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 flipH="1">
            <a:off x="5240455" y="4687029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H="1" flipV="1">
            <a:off x="5216475" y="473499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5422447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床头侧（东墙）</a:t>
            </a:r>
          </a:p>
        </p:txBody>
      </p:sp>
      <p:sp>
        <p:nvSpPr>
          <p:cNvPr id="300154" name="TextBox 300153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5" name="TextBox 300154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门旁（新门西侧短墙，锁侧）</a:t>
            </a:r>
          </a:p>
        </p:txBody>
      </p:sp>
      <p:sp>
        <p:nvSpPr>
          <p:cNvPr id="300156" name="TextBox 300155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7" name="Rectangle 30015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8" name="Rectangle 30015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9" name="TextBox 30015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Oval 300063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6" name="TextBox 300065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7" name="Oval 300066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8" name="Connector 300067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0" name="TextBox 300069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4" name="TextBox 300073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Oval 300083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Oval 300086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TextBox 300087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9" name="Oval 300088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0" name="Connector 300089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8" name="TextBox 300097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9" name="Oval 300098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TextBox 300101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8" name="Connector 300117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9" name="TextBox 300118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20" name="Oval 300119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1" name="Connector 300120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3" name="Rectangle 30014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Rectangle 30014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a b c d e f g h i j k l m）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I-B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门旁（新门西侧短墙，锁侧）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