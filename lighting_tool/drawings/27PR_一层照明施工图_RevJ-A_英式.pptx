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67113" y="418112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80613" y="4134874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530751" y="413487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522227" y="414503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513704" y="4155189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230613" y="422462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951941" y="2943796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8059772" y="2943796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041440" y="296564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023109" y="298748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8075902" y="280631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8075902" y="280631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法式门框东侧（后花园门旁）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