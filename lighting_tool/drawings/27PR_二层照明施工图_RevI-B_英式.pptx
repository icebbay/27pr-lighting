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Oval 300053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Oval 300057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Oval 300059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1" name="Oval 300060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2" name="Oval 300061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Oval 300064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TextBox 300067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TextBox 300071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3" name="Oval 300072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6" name="TextBox 300075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5" name="TextBox 300084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TextBox 300089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1" name="Oval 300090"/>
          <p:cNvSpPr/>
          <p:nvPr/>
        </p:nvSpPr>
        <p:spPr>
          <a:xfrm>
            <a:off x="3603508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2" name="Connector 300091"/>
          <p:cNvCxnSpPr/>
          <p:nvPr/>
        </p:nvCxnSpPr>
        <p:spPr>
          <a:xfrm flipV="1">
            <a:off x="3617008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>
            <a:off x="3667145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3658622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5" name="TextBox 300094"/>
          <p:cNvSpPr txBox="1"/>
          <p:nvPr/>
        </p:nvSpPr>
        <p:spPr>
          <a:xfrm>
            <a:off x="3367008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6" name="Oval 300095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7" name="Connector 300096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TextBox 300098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1" name="Connector 300100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2" name="Connector 300101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3" name="TextBox 300102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4" name="Oval 300103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5" name="Connector 300104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6" name="Connector 300105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7" name="TextBox 300106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8" name="Oval 300107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9" name="Connector 300108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2" name="TextBox 300131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3" name="Oval 300132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Oval 300133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5" name="TextBox 300134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7" name="TextBox 300136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TextBox 300138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40" name="Oval 300139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1" name="Connector 300140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2" name="Connector 300141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3" name="Connector 300142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4" name="TextBox 300143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5" name="Rectangle 300144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8" name="TextBox 300147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9" name="Connector 300148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4" name="Rectangle 300153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5" name="Rectangle 300154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6" name="Rectangle 300155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7" name="TextBox 300156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710193" y="57540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710193" y="57540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13986" y="4687029"/>
            <a:ext cx="1598410" cy="757783"/>
          </a:xfrm>
          <a:custGeom>
            <a:avLst/>
            <a:gdLst/>
            <a:ahLst/>
            <a:cxnLst/>
            <a:rect l="l" t="t" r="r" b="b"/>
            <a:pathLst>
              <a:path w="1598410" h="757783">
                <a:moveTo>
                  <a:pt x="1598410" y="0"/>
                </a:moveTo>
                <a:lnTo>
                  <a:pt x="1480749" y="9899"/>
                </a:lnTo>
                <a:lnTo>
                  <a:pt x="1365456" y="24793"/>
                </a:lnTo>
                <a:lnTo>
                  <a:pt x="1252530" y="44681"/>
                </a:lnTo>
                <a:lnTo>
                  <a:pt x="1141974" y="69565"/>
                </a:lnTo>
                <a:lnTo>
                  <a:pt x="1033785" y="99444"/>
                </a:lnTo>
                <a:lnTo>
                  <a:pt x="927964" y="134318"/>
                </a:lnTo>
                <a:lnTo>
                  <a:pt x="824511" y="174187"/>
                </a:lnTo>
                <a:lnTo>
                  <a:pt x="723426" y="219050"/>
                </a:lnTo>
                <a:lnTo>
                  <a:pt x="624710" y="268909"/>
                </a:lnTo>
                <a:lnTo>
                  <a:pt x="528361" y="323763"/>
                </a:lnTo>
                <a:lnTo>
                  <a:pt x="434381" y="383612"/>
                </a:lnTo>
                <a:lnTo>
                  <a:pt x="342769" y="448456"/>
                </a:lnTo>
                <a:lnTo>
                  <a:pt x="253524" y="518295"/>
                </a:lnTo>
                <a:lnTo>
                  <a:pt x="166648" y="593129"/>
                </a:lnTo>
                <a:lnTo>
                  <a:pt x="82140" y="672959"/>
                </a:lnTo>
                <a:lnTo>
                  <a:pt x="0" y="7577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001315" y="5754065"/>
            <a:ext cx="1809724" cy="682250"/>
          </a:xfrm>
          <a:custGeom>
            <a:avLst/>
            <a:gdLst/>
            <a:ahLst/>
            <a:cxnLst/>
            <a:rect l="l" t="t" r="r" b="b"/>
            <a:pathLst>
              <a:path w="1809724" h="682250">
                <a:moveTo>
                  <a:pt x="0" y="682250"/>
                </a:moveTo>
                <a:lnTo>
                  <a:pt x="129098" y="682025"/>
                </a:lnTo>
                <a:lnTo>
                  <a:pt x="256064" y="676144"/>
                </a:lnTo>
                <a:lnTo>
                  <a:pt x="380898" y="664608"/>
                </a:lnTo>
                <a:lnTo>
                  <a:pt x="503600" y="647417"/>
                </a:lnTo>
                <a:lnTo>
                  <a:pt x="624170" y="624570"/>
                </a:lnTo>
                <a:lnTo>
                  <a:pt x="742608" y="596068"/>
                </a:lnTo>
                <a:lnTo>
                  <a:pt x="858913" y="561910"/>
                </a:lnTo>
                <a:lnTo>
                  <a:pt x="973087" y="522098"/>
                </a:lnTo>
                <a:lnTo>
                  <a:pt x="1085129" y="476629"/>
                </a:lnTo>
                <a:lnTo>
                  <a:pt x="1195039" y="425505"/>
                </a:lnTo>
                <a:lnTo>
                  <a:pt x="1302816" y="368726"/>
                </a:lnTo>
                <a:lnTo>
                  <a:pt x="1408462" y="306292"/>
                </a:lnTo>
                <a:lnTo>
                  <a:pt x="1511975" y="238202"/>
                </a:lnTo>
                <a:lnTo>
                  <a:pt x="1613357" y="164457"/>
                </a:lnTo>
                <a:lnTo>
                  <a:pt x="1712606" y="85056"/>
                </a:lnTo>
                <a:lnTo>
                  <a:pt x="180972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11039" y="4687029"/>
            <a:ext cx="501357" cy="1067036"/>
          </a:xfrm>
          <a:custGeom>
            <a:avLst/>
            <a:gdLst/>
            <a:ahLst/>
            <a:cxnLst/>
            <a:rect l="l" t="t" r="r" b="b"/>
            <a:pathLst>
              <a:path w="501357" h="1067036">
                <a:moveTo>
                  <a:pt x="501357" y="0"/>
                </a:moveTo>
                <a:lnTo>
                  <a:pt x="445013" y="54939"/>
                </a:lnTo>
                <a:lnTo>
                  <a:pt x="392004" y="111445"/>
                </a:lnTo>
                <a:lnTo>
                  <a:pt x="342330" y="169518"/>
                </a:lnTo>
                <a:lnTo>
                  <a:pt x="295990" y="229157"/>
                </a:lnTo>
                <a:lnTo>
                  <a:pt x="252984" y="290364"/>
                </a:lnTo>
                <a:lnTo>
                  <a:pt x="213313" y="353136"/>
                </a:lnTo>
                <a:lnTo>
                  <a:pt x="176977" y="417476"/>
                </a:lnTo>
                <a:lnTo>
                  <a:pt x="143975" y="483382"/>
                </a:lnTo>
                <a:lnTo>
                  <a:pt x="114307" y="550856"/>
                </a:lnTo>
                <a:lnTo>
                  <a:pt x="87974" y="619895"/>
                </a:lnTo>
                <a:lnTo>
                  <a:pt x="64976" y="690502"/>
                </a:lnTo>
                <a:lnTo>
                  <a:pt x="45311" y="762675"/>
                </a:lnTo>
                <a:lnTo>
                  <a:pt x="28982" y="836415"/>
                </a:lnTo>
                <a:lnTo>
                  <a:pt x="15987" y="911722"/>
                </a:lnTo>
                <a:lnTo>
                  <a:pt x="6326" y="988596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TextBox 300048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50" name="Oval 30004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1" name="Connector 30005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3" name="TextBox 30005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6" name="TextBox 30005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7" name="Oval 30005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TextBox 30005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60" name="Oval 30005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1" name="Connector 30006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Rounded Rectangle 30006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4" name="TextBox 30006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5" name="Oval 30006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Rounded Rectangle 30006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9" name="TextBox 30006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Rounded Rectangle 30007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4" name="TextBox 30007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Rounded Rectangle 30007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0" name="TextBox 30007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1" name="Oval 30008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2" name="Connector 30008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4" name="Rounded Rectangle 30008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Rounded Rectangle 30008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TextBox 30009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5312396" y="457445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5406858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5390800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Rounded Rectangle 300095"/>
          <p:cNvSpPr/>
          <p:nvPr/>
        </p:nvSpPr>
        <p:spPr>
          <a:xfrm>
            <a:off x="5420989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7" name="TextBox 300096"/>
          <p:cNvSpPr txBox="1"/>
          <p:nvPr/>
        </p:nvSpPr>
        <p:spPr>
          <a:xfrm>
            <a:off x="5420989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床头侧（东墙）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门旁（新门西侧短墙，锁侧）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4" name="TextBox 30011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5" name="TextBox 30011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6" name="TextBox 30011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7" name="Rectangle 30011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8" name="Rectangle 30011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9" name="TextBox 30011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