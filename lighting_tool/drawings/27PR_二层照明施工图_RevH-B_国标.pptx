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TextBox 100006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100008" name="Rectangle 100007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TextBox 100008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100010" name="TextBox 100009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100011" name="Connector 100010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2" name="TextBox 100011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3" name="TextBox 100012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100014" name="Connector 100013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5" name="TextBox 100014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16" name="TextBox 100015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100017" name="Connector 100016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8" name="TextBox 100017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00019" name="TextBox 100018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100020" name="Connector 100019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1" name="TextBox 100020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00022" name="TextBox 100021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100023" name="Connector 100022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4" name="TextBox 100023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100025" name="TextBox 100024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100026" name="Connector 100025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7" name="Connector 100026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8" name="Connector 100027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9" name="Connector 100028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0" name="Connector 100029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1" name="Connector 100030"/>
          <p:cNvCxnSpPr/>
          <p:nvPr/>
        </p:nvCxnSpPr>
        <p:spPr>
          <a:xfrm>
            <a:off x="3354134" y="4582164"/>
            <a:ext cx="0" cy="689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2" name="Connector 100031"/>
          <p:cNvCxnSpPr/>
          <p:nvPr/>
        </p:nvCxnSpPr>
        <p:spPr>
          <a:xfrm>
            <a:off x="3354134" y="5272091"/>
            <a:ext cx="2252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3" name="Connector 100032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4" name="Connector 100033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5" name="Connector 100034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6" name="Connector 100035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8" name="Connector 100037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9" name="Connector 100038"/>
          <p:cNvCxnSpPr/>
          <p:nvPr/>
        </p:nvCxnSpPr>
        <p:spPr>
          <a:xfrm>
            <a:off x="3597615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0" name="Connector 100039"/>
          <p:cNvCxnSpPr/>
          <p:nvPr/>
        </p:nvCxnSpPr>
        <p:spPr>
          <a:xfrm>
            <a:off x="3597615" y="3599538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2" name="Connector 100041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3" name="Connector 100042"/>
          <p:cNvCxnSpPr/>
          <p:nvPr/>
        </p:nvCxnSpPr>
        <p:spPr>
          <a:xfrm flipH="1">
            <a:off x="3442974" y="3921358"/>
            <a:ext cx="756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4" name="Connector 100043"/>
          <p:cNvCxnSpPr/>
          <p:nvPr/>
        </p:nvCxnSpPr>
        <p:spPr>
          <a:xfrm>
            <a:off x="3442974" y="3921358"/>
            <a:ext cx="0" cy="4806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5" name="Connector 100044"/>
          <p:cNvCxnSpPr/>
          <p:nvPr/>
        </p:nvCxnSpPr>
        <p:spPr>
          <a:xfrm>
            <a:off x="3442974" y="4402000"/>
            <a:ext cx="0" cy="5475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6" name="Connector 100045"/>
          <p:cNvCxnSpPr/>
          <p:nvPr/>
        </p:nvCxnSpPr>
        <p:spPr>
          <a:xfrm>
            <a:off x="3442974" y="4949512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7" name="Connector 100046"/>
          <p:cNvCxnSpPr/>
          <p:nvPr/>
        </p:nvCxnSpPr>
        <p:spPr>
          <a:xfrm>
            <a:off x="3589256" y="4949512"/>
            <a:ext cx="72305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8" name="Connector 100047"/>
          <p:cNvCxnSpPr/>
          <p:nvPr/>
        </p:nvCxnSpPr>
        <p:spPr>
          <a:xfrm>
            <a:off x="4312307" y="4949512"/>
            <a:ext cx="0" cy="417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9" name="Connector 100048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0" name="Connector 100049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1" name="Connector 100050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2" name="Connector 100051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3" name="Connector 100052"/>
          <p:cNvCxnSpPr/>
          <p:nvPr/>
        </p:nvCxnSpPr>
        <p:spPr>
          <a:xfrm>
            <a:off x="5323743" y="4870102"/>
            <a:ext cx="37382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4" name="Connector 100053"/>
          <p:cNvCxnSpPr/>
          <p:nvPr/>
        </p:nvCxnSpPr>
        <p:spPr>
          <a:xfrm>
            <a:off x="5697565" y="4870102"/>
            <a:ext cx="0" cy="3544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5" name="Connector 100054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6" name="Connector 100055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7" name="Connector 100056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8" name="Connector 100057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9" name="Connector 100058"/>
          <p:cNvCxnSpPr/>
          <p:nvPr/>
        </p:nvCxnSpPr>
        <p:spPr>
          <a:xfrm>
            <a:off x="5145358" y="5618230"/>
            <a:ext cx="5522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0" name="Connector 100059"/>
          <p:cNvCxnSpPr/>
          <p:nvPr/>
        </p:nvCxnSpPr>
        <p:spPr>
          <a:xfrm flipV="1">
            <a:off x="5697565" y="5224581"/>
            <a:ext cx="0" cy="3936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1" name="Connector 100060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2" name="Connector 100061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3" name="Connector 100062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4" name="Connector 100063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5" name="Connector 100064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6" name="Connector 100065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7" name="Connector 100066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8" name="Connector 100067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9" name="Connector 100068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0" name="Connector 100069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1" name="Connector 100070"/>
          <p:cNvCxnSpPr/>
          <p:nvPr/>
        </p:nvCxnSpPr>
        <p:spPr>
          <a:xfrm flipV="1">
            <a:off x="3442974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2" name="Connector 100071"/>
          <p:cNvCxnSpPr/>
          <p:nvPr/>
        </p:nvCxnSpPr>
        <p:spPr>
          <a:xfrm flipH="1">
            <a:off x="3251566" y="4012738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3" name="Connector 100072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4" name="Connector 100073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5" name="Connector 100074"/>
          <p:cNvCxnSpPr/>
          <p:nvPr/>
        </p:nvCxnSpPr>
        <p:spPr>
          <a:xfrm>
            <a:off x="2055384" y="5630769"/>
            <a:ext cx="13212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6" name="Connector 100075"/>
          <p:cNvCxnSpPr/>
          <p:nvPr/>
        </p:nvCxnSpPr>
        <p:spPr>
          <a:xfrm flipV="1">
            <a:off x="3376661" y="5272091"/>
            <a:ext cx="0" cy="3586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7" name="Connector 100076"/>
          <p:cNvCxnSpPr/>
          <p:nvPr/>
        </p:nvCxnSpPr>
        <p:spPr>
          <a:xfrm flipH="1">
            <a:off x="2543258" y="4949512"/>
            <a:ext cx="1045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8" name="Connector 100077"/>
          <p:cNvCxnSpPr/>
          <p:nvPr/>
        </p:nvCxnSpPr>
        <p:spPr>
          <a:xfrm>
            <a:off x="2543258" y="4949512"/>
            <a:ext cx="0" cy="25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9" name="Connector 100078"/>
          <p:cNvCxnSpPr/>
          <p:nvPr/>
        </p:nvCxnSpPr>
        <p:spPr>
          <a:xfrm>
            <a:off x="3589256" y="4949512"/>
            <a:ext cx="0" cy="3225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0" name="Connector 100079"/>
          <p:cNvCxnSpPr/>
          <p:nvPr/>
        </p:nvCxnSpPr>
        <p:spPr>
          <a:xfrm flipH="1">
            <a:off x="3376661" y="5272091"/>
            <a:ext cx="21259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1" name="Connector 100080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2" name="Connector 100081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3" name="Connector 100082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4" name="Connector 100083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5" name="Connector 100084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6" name="Connector 100085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7" name="Connector 100086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8" name="Connector 100087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9" name="Connector 100088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0" name="Connector 100089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1" name="Connector 100090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2" name="Connector 100091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3" name="Connector 100092"/>
          <p:cNvCxnSpPr/>
          <p:nvPr/>
        </p:nvCxnSpPr>
        <p:spPr>
          <a:xfrm flipV="1">
            <a:off x="5323743" y="4824328"/>
            <a:ext cx="0" cy="457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4" name="Connector 100093"/>
          <p:cNvCxnSpPr/>
          <p:nvPr/>
        </p:nvCxnSpPr>
        <p:spPr>
          <a:xfrm>
            <a:off x="5323743" y="4824328"/>
            <a:ext cx="829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5" name="Connector 100094"/>
          <p:cNvCxnSpPr/>
          <p:nvPr/>
        </p:nvCxnSpPr>
        <p:spPr>
          <a:xfrm>
            <a:off x="5697565" y="5224581"/>
            <a:ext cx="0" cy="2586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6" name="Connector 100095"/>
          <p:cNvCxnSpPr/>
          <p:nvPr/>
        </p:nvCxnSpPr>
        <p:spPr>
          <a:xfrm>
            <a:off x="5697565" y="5483199"/>
            <a:ext cx="6530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7" name="Connector 100096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8" name="Connector 100097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9" name="Connector 100098"/>
          <p:cNvCxnSpPr/>
          <p:nvPr/>
        </p:nvCxnSpPr>
        <p:spPr>
          <a:xfrm flipV="1">
            <a:off x="2055384" y="4949512"/>
            <a:ext cx="1533872" cy="6812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0" name="Connector 100099"/>
          <p:cNvCxnSpPr/>
          <p:nvPr/>
        </p:nvCxnSpPr>
        <p:spPr>
          <a:xfrm flipV="1">
            <a:off x="2787957" y="5277881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1" name="Connector 100100"/>
          <p:cNvCxnSpPr/>
          <p:nvPr/>
        </p:nvCxnSpPr>
        <p:spPr>
          <a:xfrm flipV="1">
            <a:off x="2800615" y="5272259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2" name="Connector 100101"/>
          <p:cNvCxnSpPr/>
          <p:nvPr/>
        </p:nvCxnSpPr>
        <p:spPr>
          <a:xfrm flipV="1">
            <a:off x="2813274" y="5266637"/>
            <a:ext cx="18092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3" name="Connector 100102"/>
          <p:cNvCxnSpPr/>
          <p:nvPr/>
        </p:nvCxnSpPr>
        <p:spPr>
          <a:xfrm flipV="1">
            <a:off x="2825932" y="5261015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4" name="Connector 100103"/>
          <p:cNvCxnSpPr/>
          <p:nvPr/>
        </p:nvCxnSpPr>
        <p:spPr>
          <a:xfrm flipV="1">
            <a:off x="2838590" y="5255393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5" name="Connector 100104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6" name="Oval 100105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7" name="Connector 100106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8" name="TextBox 100107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100109" name="Oval 100108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0" name="Connector 100109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1" name="Connector 100110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2" name="TextBox 100111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100113" name="Oval 100112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4" name="Connector 100113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5" name="Connector 100114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6" name="TextBox 100115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117" name="Oval 100116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8" name="Connector 100117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9" name="Connector 100118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0" name="TextBox 100119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00121" name="Oval 100120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2" name="Connector 100121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3" name="Connector 100122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4" name="TextBox 100123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100125" name="Oval 100124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6" name="Connector 100125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7" name="Connector 100126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8" name="TextBox 100127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100129" name="Oval 100128"/>
          <p:cNvSpPr/>
          <p:nvPr/>
        </p:nvSpPr>
        <p:spPr>
          <a:xfrm>
            <a:off x="6105306" y="477684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0" name="Connector 100129"/>
          <p:cNvCxnSpPr/>
          <p:nvPr/>
        </p:nvCxnSpPr>
        <p:spPr>
          <a:xfrm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1" name="Connector 100130"/>
          <p:cNvCxnSpPr/>
          <p:nvPr/>
        </p:nvCxnSpPr>
        <p:spPr>
          <a:xfrm flipV="1"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2" name="TextBox 100131"/>
          <p:cNvSpPr txBox="1"/>
          <p:nvPr/>
        </p:nvSpPr>
        <p:spPr>
          <a:xfrm>
            <a:off x="6196323" y="473331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100133" name="Oval 100132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4" name="Oval 100133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5" name="TextBox 100134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100136" name="Oval 100135"/>
          <p:cNvSpPr/>
          <p:nvPr/>
        </p:nvSpPr>
        <p:spPr>
          <a:xfrm>
            <a:off x="6318941" y="545154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7" name="Oval 100136"/>
          <p:cNvSpPr/>
          <p:nvPr/>
        </p:nvSpPr>
        <p:spPr>
          <a:xfrm>
            <a:off x="6340706" y="547330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8" name="TextBox 100137"/>
          <p:cNvSpPr txBox="1"/>
          <p:nvPr/>
        </p:nvSpPr>
        <p:spPr>
          <a:xfrm>
            <a:off x="6394129" y="539218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100139" name="Oval 100138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0" name="Oval 100139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1" name="TextBox 100140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100142" name="Oval 100141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3" name="Oval 100142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4" name="TextBox 100143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145" name="Oval 100144"/>
          <p:cNvSpPr/>
          <p:nvPr/>
        </p:nvSpPr>
        <p:spPr>
          <a:xfrm>
            <a:off x="3322476" y="455050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6" name="Oval 100145"/>
          <p:cNvSpPr/>
          <p:nvPr/>
        </p:nvSpPr>
        <p:spPr>
          <a:xfrm>
            <a:off x="3344241" y="457227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7" name="TextBox 100146"/>
          <p:cNvSpPr txBox="1"/>
          <p:nvPr/>
        </p:nvSpPr>
        <p:spPr>
          <a:xfrm>
            <a:off x="3397664" y="44911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148" name="Oval 100147"/>
          <p:cNvSpPr/>
          <p:nvPr/>
        </p:nvSpPr>
        <p:spPr>
          <a:xfrm>
            <a:off x="3345003" y="5240433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9" name="Oval 100148"/>
          <p:cNvSpPr/>
          <p:nvPr/>
        </p:nvSpPr>
        <p:spPr>
          <a:xfrm>
            <a:off x="3366768" y="5262198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0" name="TextBox 100149"/>
          <p:cNvSpPr txBox="1"/>
          <p:nvPr/>
        </p:nvSpPr>
        <p:spPr>
          <a:xfrm>
            <a:off x="3420191" y="518107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151" name="Oval 100150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52" name="Connector 100151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53" name="Connector 100152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54" name="TextBox 100153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100155" name="Oval 100154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6" name="Oval 100155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7" name="TextBox 100156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100158" name="Oval 100157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9" name="Oval 100158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0" name="TextBox 100159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161" name="Oval 100160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62" name="Connector 100161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63" name="Connector 100162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64" name="TextBox 100163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165" name="Oval 100164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66" name="Connector 100165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67" name="Connector 100166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68" name="TextBox 100167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100169" name="Oval 100168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70" name="Connector 100169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71" name="Connector 100170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72" name="TextBox 100171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100173" name="Oval 100172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74" name="Connector 100173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75" name="Connector 100174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76" name="Connector 100175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77" name="Connector 100176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78" name="TextBox 100177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100179" name="Oval 100178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80" name="Connector 100179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1" name="Connector 100180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2" name="Connector 100181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3" name="Connector 100182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4" name="Connector 100183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85" name="TextBox 100184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100186" name="Oval 100185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87" name="Connector 100186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8" name="Connector 100187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89" name="TextBox 100188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100190" name="Oval 100189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91" name="Connector 100190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2" name="Connector 100191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3" name="Connector 100192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4" name="Connector 100193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5" name="Connector 100194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96" name="TextBox 100195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100197" name="Oval 100196"/>
          <p:cNvSpPr/>
          <p:nvPr/>
        </p:nvSpPr>
        <p:spPr>
          <a:xfrm>
            <a:off x="3575010" y="49352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98" name="Connector 100197"/>
          <p:cNvCxnSpPr/>
          <p:nvPr/>
        </p:nvCxnSpPr>
        <p:spPr>
          <a:xfrm flipV="1">
            <a:off x="3589256" y="4895787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9" name="Connector 100198"/>
          <p:cNvCxnSpPr/>
          <p:nvPr/>
        </p:nvCxnSpPr>
        <p:spPr>
          <a:xfrm>
            <a:off x="3642982" y="4895787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0" name="Connector 100199"/>
          <p:cNvCxnSpPr/>
          <p:nvPr/>
        </p:nvCxnSpPr>
        <p:spPr>
          <a:xfrm>
            <a:off x="3633311" y="4905457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1" name="Connector 100200"/>
          <p:cNvCxnSpPr/>
          <p:nvPr/>
        </p:nvCxnSpPr>
        <p:spPr>
          <a:xfrm flipH="1">
            <a:off x="3548962" y="4949512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2" name="Connector 100201"/>
          <p:cNvCxnSpPr/>
          <p:nvPr/>
        </p:nvCxnSpPr>
        <p:spPr>
          <a:xfrm flipH="1" flipV="1">
            <a:off x="3535530" y="4976375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03" name="TextBox 100202"/>
          <p:cNvSpPr txBox="1"/>
          <p:nvPr/>
        </p:nvSpPr>
        <p:spPr>
          <a:xfrm>
            <a:off x="3650896" y="483247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100204" name="Oval 100203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05" name="Connector 100204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6" name="Connector 100205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7" name="Connector 100206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8" name="Connector 100207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09" name="TextBox 100208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100210" name="Oval 100209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11" name="Connector 100210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12" name="Connector 100211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13" name="TextBox 100212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100214" name="Oval 100213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15" name="Connector 100214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16" name="Connector 100215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17" name="TextBox 100216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100218" name="Oval 100217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19" name="Connector 100218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0" name="Connector 100219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1" name="Connector 100220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2" name="Connector 100221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3" name="Connector 100222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24" name="TextBox 100223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100225" name="Oval 100224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26" name="Connector 100225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7" name="Connector 100226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8" name="Connector 100227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9" name="Connector 100228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30" name="TextBox 100229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100231" name="Oval 100230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32" name="Connector 100231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33" name="Connector 100232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34" name="TextBox 100233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100235" name="Oval 100234"/>
          <p:cNvSpPr/>
          <p:nvPr/>
        </p:nvSpPr>
        <p:spPr>
          <a:xfrm>
            <a:off x="5683319" y="52103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36" name="Connector 100235"/>
          <p:cNvCxnSpPr/>
          <p:nvPr/>
        </p:nvCxnSpPr>
        <p:spPr>
          <a:xfrm flipV="1">
            <a:off x="5697565" y="517085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37" name="Connector 100236"/>
          <p:cNvCxnSpPr/>
          <p:nvPr/>
        </p:nvCxnSpPr>
        <p:spPr>
          <a:xfrm>
            <a:off x="5751291" y="517085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38" name="TextBox 100237"/>
          <p:cNvSpPr txBox="1"/>
          <p:nvPr/>
        </p:nvSpPr>
        <p:spPr>
          <a:xfrm>
            <a:off x="5759206" y="51075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100239" name="TextBox 100238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100240" name="Rectangle 100239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1" name="TextBox 100240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100242" name="Rectangle 100241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3" name="TextBox 100242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100244" name="Rectangle 100243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5" name="Rectangle 100244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6" name="Rectangle 100245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7" name="TextBox 100246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Rectangle 100006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8" name="Rectangle 100007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Rectangle 100008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Rectangle 100009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1" name="TextBox 100010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100012" name="Rectangle 100011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3" name="TextBox 100012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100014" name="TextBox 100013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100015" name="Connector 100014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6" name="TextBox 100015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7" name="TextBox 100016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100018" name="Connector 100017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9" name="TextBox 100018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20" name="TextBox 100019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100021" name="Connector 100020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2" name="TextBox 100021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00023" name="TextBox 100022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100024" name="Connector 100023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5" name="TextBox 100024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00026" name="TextBox 100025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100027" name="Connector 100026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8" name="TextBox 100027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100029" name="TextBox 100028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100030" name="Connector 100029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1" name="Connector 100030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2" name="Connector 100031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3" name="Connector 100032"/>
          <p:cNvCxnSpPr/>
          <p:nvPr/>
        </p:nvCxnSpPr>
        <p:spPr>
          <a:xfrm>
            <a:off x="4898489" y="4904547"/>
            <a:ext cx="0" cy="100782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4" name="Connector 100033"/>
          <p:cNvCxnSpPr/>
          <p:nvPr/>
        </p:nvCxnSpPr>
        <p:spPr>
          <a:xfrm>
            <a:off x="4898489" y="5912370"/>
            <a:ext cx="3290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5" name="Connector 100034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6" name="Connector 100035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8" name="Connector 100037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9" name="Connector 100038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0" name="Connector 100039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2" name="Connector 100041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3" name="Connector 100042"/>
          <p:cNvCxnSpPr/>
          <p:nvPr/>
        </p:nvCxnSpPr>
        <p:spPr>
          <a:xfrm>
            <a:off x="5028263" y="4641368"/>
            <a:ext cx="0" cy="799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4" name="Connector 100043"/>
          <p:cNvCxnSpPr/>
          <p:nvPr/>
        </p:nvCxnSpPr>
        <p:spPr>
          <a:xfrm>
            <a:off x="5028263" y="5441157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5" name="Connector 100044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6" name="Connector 100045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7" name="Connector 100046"/>
          <p:cNvCxnSpPr/>
          <p:nvPr/>
        </p:nvCxnSpPr>
        <p:spPr>
          <a:xfrm flipH="1">
            <a:off x="5241947" y="6418000"/>
            <a:ext cx="226539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8" name="Connector 100047"/>
          <p:cNvCxnSpPr/>
          <p:nvPr/>
        </p:nvCxnSpPr>
        <p:spPr>
          <a:xfrm flipV="1">
            <a:off x="5241947" y="5441157"/>
            <a:ext cx="0" cy="976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9" name="TextBox 100048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100050" name="Connector 100049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1" name="Connector 100050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2" name="Connector 100051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3" name="Connector 100052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4" name="Connector 100053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5" name="Connector 100054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6" name="Connector 100055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7" name="Connector 100056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8" name="Connector 100057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9" name="Connector 100058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0" name="Connector 100059"/>
          <p:cNvCxnSpPr/>
          <p:nvPr/>
        </p:nvCxnSpPr>
        <p:spPr>
          <a:xfrm flipV="1">
            <a:off x="5028263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1" name="Connector 100060"/>
          <p:cNvCxnSpPr/>
          <p:nvPr/>
        </p:nvCxnSpPr>
        <p:spPr>
          <a:xfrm flipH="1">
            <a:off x="4748661" y="4072747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2" name="Connector 100061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3" name="Connector 100062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4" name="Connector 100063"/>
          <p:cNvCxnSpPr/>
          <p:nvPr/>
        </p:nvCxnSpPr>
        <p:spPr>
          <a:xfrm>
            <a:off x="3001315" y="6436315"/>
            <a:ext cx="19300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5" name="Connector 100064"/>
          <p:cNvCxnSpPr/>
          <p:nvPr/>
        </p:nvCxnSpPr>
        <p:spPr>
          <a:xfrm flipV="1">
            <a:off x="4931395" y="5912370"/>
            <a:ext cx="0" cy="5239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6" name="Connector 100065"/>
          <p:cNvCxnSpPr/>
          <p:nvPr/>
        </p:nvCxnSpPr>
        <p:spPr>
          <a:xfrm flipH="1">
            <a:off x="3713986" y="5441157"/>
            <a:ext cx="15279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7" name="Connector 100066"/>
          <p:cNvCxnSpPr/>
          <p:nvPr/>
        </p:nvCxnSpPr>
        <p:spPr>
          <a:xfrm>
            <a:off x="3713986" y="5441157"/>
            <a:ext cx="0" cy="36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8" name="Connector 100067"/>
          <p:cNvCxnSpPr/>
          <p:nvPr/>
        </p:nvCxnSpPr>
        <p:spPr>
          <a:xfrm>
            <a:off x="5241947" y="5441157"/>
            <a:ext cx="0" cy="4712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9" name="Connector 100068"/>
          <p:cNvCxnSpPr/>
          <p:nvPr/>
        </p:nvCxnSpPr>
        <p:spPr>
          <a:xfrm flipH="1">
            <a:off x="4931395" y="5912370"/>
            <a:ext cx="3105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0" name="Connector 100069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1" name="Connector 100070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2" name="Connector 100071"/>
          <p:cNvCxnSpPr/>
          <p:nvPr/>
        </p:nvCxnSpPr>
        <p:spPr>
          <a:xfrm flipV="1">
            <a:off x="4060280" y="591684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3" name="Connector 100072"/>
          <p:cNvCxnSpPr/>
          <p:nvPr/>
        </p:nvCxnSpPr>
        <p:spPr>
          <a:xfrm flipV="1">
            <a:off x="4082880" y="5906812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4" name="Connector 100073"/>
          <p:cNvCxnSpPr/>
          <p:nvPr/>
        </p:nvCxnSpPr>
        <p:spPr>
          <a:xfrm flipV="1">
            <a:off x="4105480" y="5896774"/>
            <a:ext cx="32302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5" name="Connector 100074"/>
          <p:cNvCxnSpPr/>
          <p:nvPr/>
        </p:nvCxnSpPr>
        <p:spPr>
          <a:xfrm flipV="1">
            <a:off x="4128079" y="5886737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6" name="Connector 100075"/>
          <p:cNvCxnSpPr/>
          <p:nvPr/>
        </p:nvCxnSpPr>
        <p:spPr>
          <a:xfrm flipV="1">
            <a:off x="4150679" y="587669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7" name="Oval 100076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8" name="Connector 100077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9" name="TextBox 100078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100080" name="Oval 100079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1" name="Connector 100080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2" name="Connector 100081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3" name="TextBox 100082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00084" name="Oval 100083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5" name="Connector 100084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6" name="Connector 100085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7" name="TextBox 100086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100088" name="Oval 100087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9" name="Oval 100088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0" name="TextBox 100089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100091" name="Oval 100090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2" name="Oval 100091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3" name="TextBox 100092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094" name="Oval 100093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5" name="Oval 100094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6" name="TextBox 100095"/>
          <p:cNvSpPr txBox="1"/>
          <p:nvPr/>
        </p:nvSpPr>
        <p:spPr>
          <a:xfrm>
            <a:off x="4976207" y="47420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097" name="Oval 100096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8" name="Oval 100097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9" name="TextBox 100098"/>
          <p:cNvSpPr txBox="1"/>
          <p:nvPr/>
        </p:nvSpPr>
        <p:spPr>
          <a:xfrm>
            <a:off x="5009113" y="574986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100" name="Oval 10009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1" name="Connector 10010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2" name="Connector 10010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3" name="TextBox 100102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100104" name="Oval 10010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5" name="Oval 10010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6" name="TextBox 100105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100107" name="Oval 10010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8" name="Oval 10010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9" name="TextBox 100108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110" name="Oval 10010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1" name="Connector 100110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2" name="Connector 100111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3" name="TextBox 100112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100114" name="Oval 100113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5" name="Connector 100114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6" name="Connector 100115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7" name="TextBox 100116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100118" name="Oval 100117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9" name="Connector 100118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0" name="Connector 100119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1" name="Connector 100120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2" name="Connector 100121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3" name="TextBox 100122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100124" name="Oval 100123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5" name="Connector 100124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6" name="Connector 100125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7" name="Connector 100126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8" name="Connector 100127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9" name="Connector 100128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0" name="TextBox 100129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100131" name="Oval 10013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2" name="Connector 100131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3" name="Connector 100132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4" name="TextBox 100133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100135" name="Oval 100134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6" name="Connector 100135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7" name="Connector 100136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8" name="Connector 100137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9" name="Connector 100138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0" name="Connector 100139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41" name="TextBox 100140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100142" name="Oval 100141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43" name="Connector 100142"/>
          <p:cNvCxnSpPr/>
          <p:nvPr/>
        </p:nvCxnSpPr>
        <p:spPr>
          <a:xfrm flipV="1">
            <a:off x="5241947" y="5345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4" name="Connector 100143"/>
          <p:cNvCxnSpPr/>
          <p:nvPr/>
        </p:nvCxnSpPr>
        <p:spPr>
          <a:xfrm>
            <a:off x="5337868" y="5345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5" name="Connector 100144"/>
          <p:cNvCxnSpPr/>
          <p:nvPr/>
        </p:nvCxnSpPr>
        <p:spPr>
          <a:xfrm>
            <a:off x="5320602" y="536250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6" name="Connector 100145"/>
          <p:cNvCxnSpPr/>
          <p:nvPr/>
        </p:nvCxnSpPr>
        <p:spPr>
          <a:xfrm flipH="1">
            <a:off x="5170006" y="5441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7" name="Connector 100146"/>
          <p:cNvCxnSpPr/>
          <p:nvPr/>
        </p:nvCxnSpPr>
        <p:spPr>
          <a:xfrm flipH="1" flipV="1">
            <a:off x="5146026" y="5489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48" name="TextBox 100147"/>
          <p:cNvSpPr txBox="1"/>
          <p:nvPr/>
        </p:nvSpPr>
        <p:spPr>
          <a:xfrm>
            <a:off x="5351999" y="5232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100149" name="TextBox 100148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100150" name="TextBox 100149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100151" name="TextBox 100150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100152" name="TextBox 100151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100153" name="TextBox 100152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100154" name="TextBox 100153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100155" name="TextBox 100154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100156" name="TextBox 100155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100157" name="TextBox 100156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100158" name="TextBox 100157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100159" name="TextBox 100158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100160" name="TextBox 100159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门旁</a:t>
            </a:r>
          </a:p>
        </p:txBody>
      </p:sp>
      <p:sp>
        <p:nvSpPr>
          <p:cNvPr id="100161" name="TextBox 100160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100162" name="TextBox 100161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床头侧</a:t>
            </a:r>
          </a:p>
        </p:txBody>
      </p:sp>
      <p:sp>
        <p:nvSpPr>
          <p:cNvPr id="100163" name="TextBox 100162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100164" name="Rectangle 10016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5" name="Rectangle 10016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6" name="TextBox 10016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Rectangle 100006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8" name="Rectangle 100007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Rectangle 100008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Rectangle 100009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1" name="TextBox 100010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100012" name="Rectangle 100011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3" name="TextBox 100012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100014" name="TextBox 100013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100015" name="Connector 100014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6" name="TextBox 100015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7" name="TextBox 100016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100018" name="Connector 100017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9" name="TextBox 100018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20" name="TextBox 100019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100021" name="Connector 100020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2" name="TextBox 100021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00023" name="TextBox 100022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100024" name="Connector 100023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5" name="TextBox 100024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00026" name="TextBox 100025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100027" name="Connector 100026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8" name="TextBox 100027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100029" name="TextBox 100028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100030" name="Connector 100029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1" name="Connector 100030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2" name="Connector 100031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3" name="Connector 100032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4" name="Connector 100033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5" name="Connector 100034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6" name="Connector 100035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8" name="Connector 100037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9" name="Connector 100038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0" name="Connector 100039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>
            <a:off x="4387210" y="5325157"/>
            <a:ext cx="5460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2" name="Connector 100041"/>
          <p:cNvCxnSpPr/>
          <p:nvPr/>
        </p:nvCxnSpPr>
        <p:spPr>
          <a:xfrm>
            <a:off x="4933278" y="5325157"/>
            <a:ext cx="0" cy="5178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3" name="Connector 100042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4" name="Connector 100043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5" name="Connector 100044"/>
          <p:cNvCxnSpPr/>
          <p:nvPr/>
        </p:nvCxnSpPr>
        <p:spPr>
          <a:xfrm>
            <a:off x="4118924" y="6418000"/>
            <a:ext cx="8143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6" name="Connector 100045"/>
          <p:cNvCxnSpPr/>
          <p:nvPr/>
        </p:nvCxnSpPr>
        <p:spPr>
          <a:xfrm flipV="1">
            <a:off x="4933278" y="5842969"/>
            <a:ext cx="0" cy="57503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7" name="TextBox 100046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100048" name="Connector 100047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9" name="Connector 100048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0" name="Connector 100049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1" name="Connector 100050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2" name="Connector 100051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3" name="Connector 100052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4" name="Connector 100053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5" name="Connector 100054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6" name="Connector 100055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7" name="Connector 100056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8" name="Connector 100057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9" name="Connector 100058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0" name="Connector 100059"/>
          <p:cNvCxnSpPr/>
          <p:nvPr/>
        </p:nvCxnSpPr>
        <p:spPr>
          <a:xfrm flipV="1">
            <a:off x="4387210" y="5258293"/>
            <a:ext cx="0" cy="668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1" name="Connector 100060"/>
          <p:cNvCxnSpPr/>
          <p:nvPr/>
        </p:nvCxnSpPr>
        <p:spPr>
          <a:xfrm>
            <a:off x="4387210" y="5258293"/>
            <a:ext cx="1211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2" name="Connector 100061"/>
          <p:cNvCxnSpPr/>
          <p:nvPr/>
        </p:nvCxnSpPr>
        <p:spPr>
          <a:xfrm>
            <a:off x="4933278" y="5842969"/>
            <a:ext cx="0" cy="3777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3" name="Connector 100062"/>
          <p:cNvCxnSpPr/>
          <p:nvPr/>
        </p:nvCxnSpPr>
        <p:spPr>
          <a:xfrm>
            <a:off x="4933278" y="6220750"/>
            <a:ext cx="953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4" name="Connector 100063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5" name="Connector 100064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6" name="Oval 100065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7" name="Connector 100066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8" name="TextBox 100067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100069" name="Oval 100068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0" name="Connector 100069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1" name="Connector 100070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2" name="TextBox 100071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100073" name="Oval 100072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4" name="Connector 100073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5" name="Connector 100074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6" name="TextBox 100075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077" name="Oval 100076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8" name="Connector 100077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9" name="Connector 100078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0" name="TextBox 100079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100081" name="Oval 100080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2" name="Connector 100081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3" name="Connector 100082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4" name="TextBox 100083"/>
          <p:cNvSpPr txBox="1"/>
          <p:nvPr/>
        </p:nvSpPr>
        <p:spPr>
          <a:xfrm>
            <a:off x="5675978" y="50957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100085" name="Oval 100084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6" name="Oval 100085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7" name="TextBox 100086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100088" name="Oval 100087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9" name="Oval 100088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0" name="TextBox 100089"/>
          <p:cNvSpPr txBox="1"/>
          <p:nvPr/>
        </p:nvSpPr>
        <p:spPr>
          <a:xfrm>
            <a:off x="5964926" y="605824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100091" name="Oval 100090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2" name="Connector 100091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3" name="Connector 100092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4" name="TextBox 100093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095" name="Oval 100094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6" name="Connector 100095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7" name="Connector 100096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8" name="Connector 100097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9" name="Connector 100098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0" name="TextBox 100099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100101" name="Oval 100100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2" name="Connector 100101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3" name="Connector 100102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4" name="TextBox 100103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100105" name="Oval 100104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6" name="Connector 100105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7" name="Connector 100106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8" name="TextBox 100107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100109" name="Oval 100108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0" name="Connector 100109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1" name="Connector 100110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2" name="Connector 100111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3" name="Connector 100112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4" name="Connector 100113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5" name="TextBox 100114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100116" name="Oval 100115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7" name="Connector 100116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8" name="Connector 100117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9" name="Connector 100118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0" name="Connector 100119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1" name="TextBox 100120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100122" name="Oval 100121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3" name="Connector 100122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4" name="Connector 100123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5" name="TextBox 100124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100126" name="Oval 100125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7" name="Connector 100126"/>
          <p:cNvCxnSpPr/>
          <p:nvPr/>
        </p:nvCxnSpPr>
        <p:spPr>
          <a:xfrm flipV="1">
            <a:off x="4933278" y="574704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8" name="Connector 100127"/>
          <p:cNvCxnSpPr/>
          <p:nvPr/>
        </p:nvCxnSpPr>
        <p:spPr>
          <a:xfrm>
            <a:off x="5029199" y="574704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9" name="TextBox 100128"/>
          <p:cNvSpPr txBox="1"/>
          <p:nvPr/>
        </p:nvSpPr>
        <p:spPr>
          <a:xfrm>
            <a:off x="5043329" y="563400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100130" name="TextBox 10012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100131" name="TextBox 10013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100132" name="TextBox 10013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100133" name="TextBox 10013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100134" name="TextBox 10013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100135" name="TextBox 10013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100136" name="TextBox 10013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100137" name="TextBox 100136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100138" name="TextBox 100137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100139" name="TextBox 100138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100140" name="TextBox 100139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100141" name="TextBox 100140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100142" name="TextBox 100141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100143" name="TextBox 100142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卫生间门南侧（隔墙短墙）</a:t>
            </a:r>
          </a:p>
        </p:txBody>
      </p:sp>
      <p:sp>
        <p:nvSpPr>
          <p:cNvPr id="100144" name="TextBox 100143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100145" name="Rectangle 100144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6" name="Rectangle 100145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7" name="TextBox 100146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a b c d e f g h i j k l m）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