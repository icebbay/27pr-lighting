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一层照明由照明配电箱 AL1（暂定楼梯下，现场定）按区域引出 4 个回路：WL1 前厅（含门廊壁灯）、WL2 侧厅（G15 区、卫生间，含排气扇）、WL6 厨房（含吧台区、洗衣房）、WL3 后花园户外，均带 30 mA 漏电保护。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前储物间加门控开关 MK（门框锁侧，开门亮灯、关门灭灯），与 S2 第 2 键并联。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FCU1–5 为厨房 / 洗衣房电器带保险丝开关（13A），属插座回路，见插座平面图。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B）：38 号键控洗衣房筒灯；围栏地灯 4 盏；前储物间门控开关。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C：门廊壁灯 c 改由 WL1 供电；卫生间排气扇不设单独隔离开关，接卫生间灯回路（随灯开、延时关），开关编号重排。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Rev D：S7 改为双联中途开关，控后花园壁灯 p、围栏地灯 q（与 S11、S12 三控）；G15 区筒灯 l 改为 S8、S9 双控。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12. Rev E：一层照明按区域分 4 路（前厅 / 侧厅 / 厨房 / 户外），厨房、吧台区、洗衣房从 WL2 拆出为 WL6，每区一个断路器。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9500" y="3739500"/>
            <a:ext cx="121000" cy="12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4439500" y="3800000"/>
            <a:ext cx="121000" cy="60500"/>
          </a:xfrm>
          <a:custGeom>
            <a:avLst/>
            <a:gdLst/>
            <a:ahLst/>
            <a:cxnLst/>
            <a:rect l="l" t="t" r="r" b="b"/>
            <a:pathLst>
              <a:path w="121000" h="60500">
                <a:moveTo>
                  <a:pt x="121000" y="0"/>
                </a:moveTo>
                <a:lnTo>
                  <a:pt x="119837" y="11802"/>
                </a:lnTo>
                <a:lnTo>
                  <a:pt x="116394" y="23152"/>
                </a:lnTo>
                <a:lnTo>
                  <a:pt x="110803" y="33611"/>
                </a:lnTo>
                <a:lnTo>
                  <a:pt x="103279" y="42779"/>
                </a:lnTo>
                <a:lnTo>
                  <a:pt x="94111" y="50303"/>
                </a:lnTo>
                <a:lnTo>
                  <a:pt x="83652" y="55894"/>
                </a:lnTo>
                <a:lnTo>
                  <a:pt x="72302" y="59337"/>
                </a:lnTo>
                <a:lnTo>
                  <a:pt x="60500" y="60500"/>
                </a:lnTo>
                <a:lnTo>
                  <a:pt x="48697" y="59337"/>
                </a:lnTo>
                <a:lnTo>
                  <a:pt x="37347" y="55894"/>
                </a:lnTo>
                <a:lnTo>
                  <a:pt x="26888" y="50303"/>
                </a:lnTo>
                <a:lnTo>
                  <a:pt x="17720" y="42779"/>
                </a:lnTo>
                <a:lnTo>
                  <a:pt x="10196" y="33611"/>
                </a:lnTo>
                <a:lnTo>
                  <a:pt x="4605" y="23152"/>
                </a:lnTo>
                <a:lnTo>
                  <a:pt x="1162" y="11802"/>
                </a:lnTo>
                <a:lnTo>
                  <a:pt x="0" y="0"/>
                </a:lnTo>
                <a:lnTo>
                  <a:pt x="121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壁灯 / 户外墙灯　｜ 按产品　｜ 壁装 1.8–2.0 m</a:t>
            </a:r>
          </a:p>
        </p:txBody>
      </p:sp>
      <p:sp>
        <p:nvSpPr>
          <p:cNvPr id="39" name="Oval 38"/>
          <p:cNvSpPr/>
          <p:nvPr/>
        </p:nvSpPr>
        <p:spPr>
          <a:xfrm>
            <a:off x="361500" y="4061500"/>
            <a:ext cx="77000" cy="77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8000" y="4075250"/>
            <a:ext cx="44000" cy="41250"/>
          </a:xfrm>
          <a:custGeom>
            <a:avLst/>
            <a:gdLst/>
            <a:ahLst/>
            <a:cxnLst/>
            <a:rect l="l" t="t" r="r" b="b"/>
            <a:pathLst>
              <a:path w="44000" h="41250">
                <a:moveTo>
                  <a:pt x="22000" y="0"/>
                </a:moveTo>
                <a:lnTo>
                  <a:pt x="0" y="41250"/>
                </a:lnTo>
                <a:lnTo>
                  <a:pt x="44000" y="41250"/>
                </a:lnTo>
                <a:lnTo>
                  <a:pt x="2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庭院地埋 / 围栏灯　｜ LED IP65　｜ 地面</a:t>
            </a:r>
          </a:p>
        </p:txBody>
      </p:sp>
      <p:sp>
        <p:nvSpPr>
          <p:cNvPr id="42" name="Oval 41"/>
          <p:cNvSpPr/>
          <p:nvPr/>
        </p:nvSpPr>
        <p:spPr>
          <a:xfrm>
            <a:off x="4435250" y="41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460000" y="40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553338" y="40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36537" y="40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7" name="Oval 46"/>
          <p:cNvSpPr/>
          <p:nvPr/>
        </p:nvSpPr>
        <p:spPr>
          <a:xfrm>
            <a:off x="375250" y="43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400000" y="43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338" y="43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9996" y="44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06661" y="44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6500" y="4353250"/>
            <a:ext cx="187000" cy="93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0000" y="43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门控开关 MK　｜ 门框式　｜ 门框锁侧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000" y="46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01000" y="46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8000" y="47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000" y="46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8710000" y="560000"/>
          <a:ext cx="3480000" cy="36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F32 黑胡桃壁灯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G06 繁花吊灯 Φ80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G07 繁花吊灯 Φ60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G08 单头小吊灯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G15 法式吊灯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G16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G25 户外入户灯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G26 花园壁灯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IP65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88861" y="126398"/>
            <a:ext cx="3646893" cy="745269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9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9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sp>
        <p:nvSpPr>
          <p:cNvPr id="540" name="Rectangle 539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3" name="Connector 542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一层照明平面图</a:t>
            </a:r>
          </a:p>
        </p:txBody>
      </p:sp>
      <p:cxnSp>
        <p:nvCxnSpPr>
          <p:cNvPr id="546" name="Connector 545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电施-02</a:t>
            </a:r>
          </a:p>
        </p:txBody>
      </p:sp>
      <p:cxnSp>
        <p:nvCxnSpPr>
          <p:cNvPr id="549" name="Connector 548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0" name="TextBox 549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552" name="Connector 551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555" name="Connector 554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TextBox 555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1743974" y="3837501"/>
            <a:ext cx="0" cy="42799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0" name="Connector 559"/>
          <p:cNvCxnSpPr/>
          <p:nvPr/>
        </p:nvCxnSpPr>
        <p:spPr>
          <a:xfrm>
            <a:off x="1743974" y="3837501"/>
            <a:ext cx="48332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227295" y="3837501"/>
            <a:ext cx="4809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 flipV="1">
            <a:off x="2702740" y="4257675"/>
            <a:ext cx="0" cy="40759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02740" y="4257675"/>
            <a:ext cx="55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2221767" y="4665274"/>
            <a:ext cx="48097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H="1">
            <a:off x="1738445" y="4665274"/>
            <a:ext cx="48332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310887" y="3837501"/>
            <a:ext cx="0" cy="34748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H="1">
            <a:off x="3301129" y="3837501"/>
            <a:ext cx="975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3301129" y="3837501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3784449" y="3837501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4275182" y="4211119"/>
            <a:ext cx="0" cy="35008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4265425" y="4561200"/>
            <a:ext cx="975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H="1">
            <a:off x="3784449" y="4561200"/>
            <a:ext cx="4809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 flipH="1">
            <a:off x="3301129" y="4561200"/>
            <a:ext cx="4833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2384555" y="2405014"/>
            <a:ext cx="0" cy="4153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382335" y="2405014"/>
            <a:ext cx="22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82335" y="2405014"/>
            <a:ext cx="41439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2796730" y="2405014"/>
            <a:ext cx="4775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274277" y="2405014"/>
            <a:ext cx="0" cy="686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88011" y="2804493"/>
            <a:ext cx="0" cy="46712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H="1">
            <a:off x="2805548" y="3271622"/>
            <a:ext cx="482463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2805548" y="3263573"/>
            <a:ext cx="0" cy="80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2377141" y="3263573"/>
            <a:ext cx="42840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377141" y="3257541"/>
            <a:ext cx="0" cy="603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882529" y="4180781"/>
            <a:ext cx="1090991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5011131" y="2116500"/>
            <a:ext cx="78598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5797113" y="2116500"/>
            <a:ext cx="7234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6520530" y="2116500"/>
            <a:ext cx="41058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6931118" y="2116500"/>
            <a:ext cx="0" cy="197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507871" y="4924435"/>
            <a:ext cx="514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2021948" y="4924435"/>
            <a:ext cx="0" cy="22569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021948" y="5150128"/>
            <a:ext cx="99471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 flipV="1">
            <a:off x="3016666" y="4661128"/>
            <a:ext cx="0" cy="489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016666" y="4661128"/>
            <a:ext cx="18807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3204743" y="4661128"/>
            <a:ext cx="0" cy="1421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3204743" y="4803230"/>
            <a:ext cx="0" cy="200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>
            <a:off x="3137871" y="5003846"/>
            <a:ext cx="6687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137871" y="5409256"/>
            <a:ext cx="98614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V="1">
            <a:off x="3137871" y="5003846"/>
            <a:ext cx="0" cy="40541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3033384" y="3382205"/>
            <a:ext cx="103651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V="1">
            <a:off x="4069897" y="3010230"/>
            <a:ext cx="0" cy="3719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2055384" y="3382205"/>
            <a:ext cx="9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 flipV="1">
            <a:off x="2055384" y="2483615"/>
            <a:ext cx="0" cy="89859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 flipV="1">
            <a:off x="4145128" y="3382205"/>
            <a:ext cx="0" cy="2027051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H="1">
            <a:off x="3033384" y="3382205"/>
            <a:ext cx="1111744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4721897" y="4732179"/>
            <a:ext cx="25327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>
            <a:off x="7254666" y="4732179"/>
            <a:ext cx="0" cy="835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V="1">
            <a:off x="4166244" y="4732179"/>
            <a:ext cx="0" cy="677077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4166244" y="4732179"/>
            <a:ext cx="555653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4458589" y="4176307"/>
            <a:ext cx="101143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470025" y="4176307"/>
            <a:ext cx="0" cy="217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5470025" y="4393641"/>
            <a:ext cx="212318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7593205" y="4393641"/>
            <a:ext cx="0" cy="34689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4187360" y="4176307"/>
            <a:ext cx="0" cy="123294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4187360" y="4176307"/>
            <a:ext cx="27122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1461863" y="4924435"/>
            <a:ext cx="460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1461863" y="4924435"/>
            <a:ext cx="0" cy="35515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1507871" y="4252643"/>
            <a:ext cx="0" cy="67179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507871" y="4252643"/>
            <a:ext cx="71898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1507871" y="4265497"/>
            <a:ext cx="0" cy="658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1507871" y="4265497"/>
            <a:ext cx="23610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1507871" y="4924435"/>
            <a:ext cx="230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1738445" y="4665274"/>
            <a:ext cx="0" cy="259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H="1">
            <a:off x="1865138" y="5150128"/>
            <a:ext cx="1568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1865138" y="5150128"/>
            <a:ext cx="0" cy="13904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2021948" y="5150128"/>
            <a:ext cx="3133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>
            <a:off x="2335340" y="5150128"/>
            <a:ext cx="0" cy="125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V="1">
            <a:off x="3016666" y="4203184"/>
            <a:ext cx="0" cy="45794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>
            <a:off x="3016666" y="4203184"/>
            <a:ext cx="7812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016666" y="4184989"/>
            <a:ext cx="0" cy="47613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3016666" y="4184989"/>
            <a:ext cx="29422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016666" y="4561200"/>
            <a:ext cx="0" cy="9992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>
            <a:off x="3016666" y="4561200"/>
            <a:ext cx="28446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>
            <a:off x="3137871" y="5003846"/>
            <a:ext cx="4128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5" name="Connector 634"/>
          <p:cNvCxnSpPr/>
          <p:nvPr/>
        </p:nvCxnSpPr>
        <p:spPr>
          <a:xfrm flipV="1">
            <a:off x="3179154" y="4864428"/>
            <a:ext cx="0" cy="13941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2226858" y="5003846"/>
            <a:ext cx="9110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V="1">
            <a:off x="2226858" y="4252643"/>
            <a:ext cx="0" cy="7512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V="1">
            <a:off x="3137871" y="3837501"/>
            <a:ext cx="0" cy="11663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2708269" y="3837501"/>
            <a:ext cx="42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2702740" y="5003846"/>
            <a:ext cx="4351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V="1">
            <a:off x="2702740" y="4665274"/>
            <a:ext cx="0" cy="33857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 flipV="1">
            <a:off x="3204743" y="4203184"/>
            <a:ext cx="0" cy="60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3204743" y="4203184"/>
            <a:ext cx="59322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V="1">
            <a:off x="3204743" y="4184989"/>
            <a:ext cx="0" cy="6182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204743" y="4184989"/>
            <a:ext cx="1061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3204743" y="4803230"/>
            <a:ext cx="963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 flipV="1">
            <a:off x="3301129" y="4561200"/>
            <a:ext cx="0" cy="24203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8" name="Connector 647"/>
          <p:cNvCxnSpPr/>
          <p:nvPr/>
        </p:nvCxnSpPr>
        <p:spPr>
          <a:xfrm flipV="1">
            <a:off x="3204743" y="5332932"/>
            <a:ext cx="0" cy="10558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4458589" y="4176307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882529" y="4176307"/>
            <a:ext cx="0" cy="447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4458589" y="4176307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 flipV="1">
            <a:off x="5011131" y="2116500"/>
            <a:ext cx="0" cy="2059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3033384" y="2818974"/>
            <a:ext cx="0" cy="5632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>
            <a:off x="2803798" y="2818974"/>
            <a:ext cx="22958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 654"/>
          <p:cNvCxnSpPr/>
          <p:nvPr/>
        </p:nvCxnSpPr>
        <p:spPr>
          <a:xfrm flipV="1">
            <a:off x="3033384" y="2567172"/>
            <a:ext cx="0" cy="81503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 655"/>
          <p:cNvCxnSpPr/>
          <p:nvPr/>
        </p:nvCxnSpPr>
        <p:spPr>
          <a:xfrm>
            <a:off x="3033384" y="2567172"/>
            <a:ext cx="995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H="1">
            <a:off x="2384555" y="3382205"/>
            <a:ext cx="64882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 flipV="1">
            <a:off x="2384555" y="2820355"/>
            <a:ext cx="0" cy="5618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 flipH="1">
            <a:off x="2805548" y="3382205"/>
            <a:ext cx="22783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 flipV="1">
            <a:off x="2805548" y="3263573"/>
            <a:ext cx="0" cy="1186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>
            <a:off x="2055384" y="2483615"/>
            <a:ext cx="7484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2803798" y="2483615"/>
            <a:ext cx="0" cy="3353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2055384" y="2483615"/>
            <a:ext cx="0" cy="835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2055384" y="2567172"/>
            <a:ext cx="19735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 flipV="1">
            <a:off x="2055384" y="2405014"/>
            <a:ext cx="0" cy="786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2055384" y="2405014"/>
            <a:ext cx="3269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2055384" y="2483615"/>
            <a:ext cx="0" cy="77392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2055384" y="3257541"/>
            <a:ext cx="32175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4069897" y="3010230"/>
            <a:ext cx="946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4164537" y="3010230"/>
            <a:ext cx="0" cy="3200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4458589" y="2312256"/>
            <a:ext cx="142394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2" name="Connector 671"/>
          <p:cNvCxnSpPr/>
          <p:nvPr/>
        </p:nvCxnSpPr>
        <p:spPr>
          <a:xfrm>
            <a:off x="5882529" y="2312256"/>
            <a:ext cx="0" cy="18685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4458589" y="2312256"/>
            <a:ext cx="55254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 flipV="1">
            <a:off x="5011131" y="2116500"/>
            <a:ext cx="0" cy="19575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 flipV="1">
            <a:off x="5470025" y="4180781"/>
            <a:ext cx="0" cy="2128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5470025" y="4180781"/>
            <a:ext cx="412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 flipV="1">
            <a:off x="5470025" y="2116500"/>
            <a:ext cx="0" cy="227714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8" name="Connector 677"/>
          <p:cNvCxnSpPr/>
          <p:nvPr/>
        </p:nvCxnSpPr>
        <p:spPr>
          <a:xfrm>
            <a:off x="5470025" y="2116500"/>
            <a:ext cx="32708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Connector 678"/>
          <p:cNvCxnSpPr/>
          <p:nvPr/>
        </p:nvCxnSpPr>
        <p:spPr>
          <a:xfrm>
            <a:off x="4721897" y="4732179"/>
            <a:ext cx="7798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501777" y="4732179"/>
            <a:ext cx="0" cy="1156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4721897" y="4732179"/>
            <a:ext cx="19726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2" name="Connector 681"/>
          <p:cNvCxnSpPr/>
          <p:nvPr/>
        </p:nvCxnSpPr>
        <p:spPr>
          <a:xfrm>
            <a:off x="6694541" y="4732179"/>
            <a:ext cx="0" cy="934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3" name="Connector 682"/>
          <p:cNvCxnSpPr/>
          <p:nvPr/>
        </p:nvCxnSpPr>
        <p:spPr>
          <a:xfrm>
            <a:off x="7254666" y="4740538"/>
            <a:ext cx="0" cy="3380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4" name="Connector 683"/>
          <p:cNvCxnSpPr/>
          <p:nvPr/>
        </p:nvCxnSpPr>
        <p:spPr>
          <a:xfrm>
            <a:off x="7254666" y="5078600"/>
            <a:ext cx="1644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593205" y="4740538"/>
            <a:ext cx="35671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49918" y="4740538"/>
            <a:ext cx="0" cy="15564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1507871" y="4924435"/>
            <a:ext cx="1630000" cy="7941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8" name="Connector 687"/>
          <p:cNvCxnSpPr/>
          <p:nvPr/>
        </p:nvCxnSpPr>
        <p:spPr>
          <a:xfrm flipV="1">
            <a:off x="2281676" y="49478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9" name="Connector 688"/>
          <p:cNvCxnSpPr/>
          <p:nvPr/>
        </p:nvCxnSpPr>
        <p:spPr>
          <a:xfrm flipV="1">
            <a:off x="2293979" y="4948494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Connector 689"/>
          <p:cNvCxnSpPr/>
          <p:nvPr/>
        </p:nvCxnSpPr>
        <p:spPr>
          <a:xfrm flipV="1">
            <a:off x="2306282" y="4949093"/>
            <a:ext cx="33178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 flipV="1">
            <a:off x="2318586" y="49496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 flipV="1">
            <a:off x="2330889" y="4950292"/>
            <a:ext cx="33177" cy="3009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3" name="TextBox 692"/>
          <p:cNvSpPr txBox="1"/>
          <p:nvPr/>
        </p:nvSpPr>
        <p:spPr>
          <a:xfrm>
            <a:off x="2343987" y="4907831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94" name="Connector 693"/>
          <p:cNvCxnSpPr/>
          <p:nvPr/>
        </p:nvCxnSpPr>
        <p:spPr>
          <a:xfrm flipH="1" flipV="1">
            <a:off x="3016666" y="4661128"/>
            <a:ext cx="188077" cy="14210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5" name="Connector 694"/>
          <p:cNvCxnSpPr/>
          <p:nvPr/>
        </p:nvCxnSpPr>
        <p:spPr>
          <a:xfrm flipH="1">
            <a:off x="3108177" y="4743941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Connector 695"/>
          <p:cNvCxnSpPr/>
          <p:nvPr/>
        </p:nvCxnSpPr>
        <p:spPr>
          <a:xfrm flipH="1">
            <a:off x="3098350" y="4736516"/>
            <a:ext cx="44365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7" name="Connector 696"/>
          <p:cNvCxnSpPr/>
          <p:nvPr/>
        </p:nvCxnSpPr>
        <p:spPr>
          <a:xfrm flipH="1">
            <a:off x="3088522" y="4729090"/>
            <a:ext cx="44365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 flipH="1">
            <a:off x="3078694" y="4721665"/>
            <a:ext cx="44366" cy="617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 flipH="1">
            <a:off x="3068866" y="4714239"/>
            <a:ext cx="44366" cy="617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0" name="TextBox 699"/>
          <p:cNvSpPr txBox="1"/>
          <p:nvPr/>
        </p:nvSpPr>
        <p:spPr>
          <a:xfrm>
            <a:off x="3131821" y="467587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701" name="Connector 700"/>
          <p:cNvCxnSpPr/>
          <p:nvPr/>
        </p:nvCxnSpPr>
        <p:spPr>
          <a:xfrm flipH="1" flipV="1">
            <a:off x="2055384" y="2483615"/>
            <a:ext cx="978000" cy="89859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2" name="Connector 701"/>
          <p:cNvCxnSpPr/>
          <p:nvPr/>
        </p:nvCxnSpPr>
        <p:spPr>
          <a:xfrm flipH="1">
            <a:off x="2540148" y="2948631"/>
            <a:ext cx="44754" cy="189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Connector 702"/>
          <p:cNvCxnSpPr/>
          <p:nvPr/>
        </p:nvCxnSpPr>
        <p:spPr>
          <a:xfrm flipH="1">
            <a:off x="2531078" y="2940297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 703"/>
          <p:cNvCxnSpPr/>
          <p:nvPr/>
        </p:nvCxnSpPr>
        <p:spPr>
          <a:xfrm flipH="1">
            <a:off x="2522007" y="2931963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 flipH="1">
            <a:off x="2512937" y="2923629"/>
            <a:ext cx="44754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6" name="Connector 705"/>
          <p:cNvCxnSpPr/>
          <p:nvPr/>
        </p:nvCxnSpPr>
        <p:spPr>
          <a:xfrm flipH="1">
            <a:off x="2503867" y="2915295"/>
            <a:ext cx="44753" cy="189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/>
          <p:cNvSpPr txBox="1"/>
          <p:nvPr/>
        </p:nvSpPr>
        <p:spPr>
          <a:xfrm>
            <a:off x="2565500" y="2876600"/>
            <a:ext cx="105579" cy="492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58589" y="2312256"/>
            <a:ext cx="0" cy="186405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 flipH="1" flipV="1">
            <a:off x="4442752" y="3253080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 flipH="1" flipV="1">
            <a:off x="4442752" y="3240762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 flipH="1" flipV="1">
            <a:off x="4442752" y="3228445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2" name="Connector 711"/>
          <p:cNvCxnSpPr/>
          <p:nvPr/>
        </p:nvCxnSpPr>
        <p:spPr>
          <a:xfrm flipH="1" flipV="1">
            <a:off x="4442752" y="3216127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3" name="Connector 712"/>
          <p:cNvCxnSpPr/>
          <p:nvPr/>
        </p:nvCxnSpPr>
        <p:spPr>
          <a:xfrm flipH="1" flipV="1">
            <a:off x="4442752" y="3203809"/>
            <a:ext cx="31674" cy="3167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4" name="Connector 713"/>
          <p:cNvCxnSpPr/>
          <p:nvPr/>
        </p:nvCxnSpPr>
        <p:spPr>
          <a:xfrm flipH="1" flipV="1">
            <a:off x="4458589" y="2312256"/>
            <a:ext cx="1011436" cy="20813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 flipH="1" flipV="1">
            <a:off x="4953908" y="3367784"/>
            <a:ext cx="42333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 flipH="1" flipV="1">
            <a:off x="4948525" y="3356705"/>
            <a:ext cx="42332" cy="1464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 flipH="1" flipV="1">
            <a:off x="4943141" y="3345626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 flipH="1" flipV="1">
            <a:off x="4937757" y="3334547"/>
            <a:ext cx="42333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 flipH="1" flipV="1">
            <a:off x="4932374" y="3323468"/>
            <a:ext cx="42332" cy="1464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0" name="Rectangle 719"/>
          <p:cNvSpPr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2180684" y="5204418"/>
            <a:ext cx="83760" cy="41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722" name="Connector 721"/>
          <p:cNvCxnSpPr/>
          <p:nvPr/>
        </p:nvCxnSpPr>
        <p:spPr>
          <a:xfrm>
            <a:off x="2222564" y="5225358"/>
            <a:ext cx="11277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>
            <a:off x="2335340" y="5225358"/>
            <a:ext cx="0" cy="5002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Rectangle 723"/>
          <p:cNvSpPr/>
          <p:nvPr/>
        </p:nvSpPr>
        <p:spPr>
          <a:xfrm>
            <a:off x="4081780" y="5378286"/>
            <a:ext cx="126695" cy="619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081780" y="5378286"/>
            <a:ext cx="126696" cy="61940"/>
          </a:xfrm>
          <a:custGeom>
            <a:avLst/>
            <a:gdLst/>
            <a:ahLst/>
            <a:cxnLst/>
            <a:rect l="l" t="t" r="r" b="b"/>
            <a:pathLst>
              <a:path w="126696" h="61940">
                <a:moveTo>
                  <a:pt x="0" y="61940"/>
                </a:moveTo>
                <a:lnTo>
                  <a:pt x="126696" y="0"/>
                </a:lnTo>
                <a:lnTo>
                  <a:pt x="126696" y="6194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4060664" y="5445857"/>
            <a:ext cx="168927" cy="50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726" name="Oval 725"/>
          <p:cNvSpPr/>
          <p:nvPr/>
        </p:nvSpPr>
        <p:spPr>
          <a:xfrm>
            <a:off x="3140441" y="4825715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140441" y="4864428"/>
            <a:ext cx="77425" cy="38713"/>
          </a:xfrm>
          <a:custGeom>
            <a:avLst/>
            <a:gdLst/>
            <a:ahLst/>
            <a:cxnLst/>
            <a:rect l="l" t="t" r="r" b="b"/>
            <a:pathLst>
              <a:path w="77425" h="38713">
                <a:moveTo>
                  <a:pt x="77425" y="0"/>
                </a:moveTo>
                <a:lnTo>
                  <a:pt x="76682" y="7552"/>
                </a:lnTo>
                <a:lnTo>
                  <a:pt x="74479" y="14815"/>
                </a:lnTo>
                <a:lnTo>
                  <a:pt x="70901" y="21508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9"/>
                </a:lnTo>
                <a:lnTo>
                  <a:pt x="38713" y="38713"/>
                </a:lnTo>
                <a:lnTo>
                  <a:pt x="31160" y="37969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8"/>
                </a:lnTo>
                <a:lnTo>
                  <a:pt x="2947" y="14815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3217866" y="4783483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728" name="Oval 727"/>
          <p:cNvSpPr/>
          <p:nvPr/>
        </p:nvSpPr>
        <p:spPr>
          <a:xfrm>
            <a:off x="3755733" y="416095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 flipV="1">
            <a:off x="3768107" y="417332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3836677" y="4122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732" name="Oval 731"/>
          <p:cNvSpPr/>
          <p:nvPr/>
        </p:nvSpPr>
        <p:spPr>
          <a:xfrm>
            <a:off x="2184627" y="421041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3" name="Connector 732"/>
          <p:cNvCxnSpPr/>
          <p:nvPr/>
        </p:nvCxnSpPr>
        <p:spPr>
          <a:xfrm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 flipV="1">
            <a:off x="2197000" y="4222786"/>
            <a:ext cx="59716" cy="5971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5" name="TextBox 734"/>
          <p:cNvSpPr txBox="1"/>
          <p:nvPr/>
        </p:nvSpPr>
        <p:spPr>
          <a:xfrm>
            <a:off x="2265571" y="417169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736" name="Oval 735"/>
          <p:cNvSpPr/>
          <p:nvPr/>
        </p:nvSpPr>
        <p:spPr>
          <a:xfrm>
            <a:off x="1822906" y="5246944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Connector 736"/>
          <p:cNvCxnSpPr/>
          <p:nvPr/>
        </p:nvCxnSpPr>
        <p:spPr>
          <a:xfrm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8" name="Connector 737"/>
          <p:cNvCxnSpPr/>
          <p:nvPr/>
        </p:nvCxnSpPr>
        <p:spPr>
          <a:xfrm flipV="1">
            <a:off x="1835280" y="5259318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9" name="TextBox 738"/>
          <p:cNvSpPr txBox="1"/>
          <p:nvPr/>
        </p:nvSpPr>
        <p:spPr>
          <a:xfrm>
            <a:off x="1903851" y="52082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40" name="Oval 739"/>
          <p:cNvSpPr/>
          <p:nvPr/>
        </p:nvSpPr>
        <p:spPr>
          <a:xfrm>
            <a:off x="2761566" y="2776742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Connector 740"/>
          <p:cNvCxnSpPr/>
          <p:nvPr/>
        </p:nvCxnSpPr>
        <p:spPr>
          <a:xfrm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 flipV="1">
            <a:off x="2773940" y="2789116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3" name="TextBox 742"/>
          <p:cNvSpPr txBox="1"/>
          <p:nvPr/>
        </p:nvSpPr>
        <p:spPr>
          <a:xfrm>
            <a:off x="2842511" y="27380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744" name="Oval 743"/>
          <p:cNvSpPr/>
          <p:nvPr/>
        </p:nvSpPr>
        <p:spPr>
          <a:xfrm>
            <a:off x="3986732" y="252494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5" name="Connector 744"/>
          <p:cNvCxnSpPr/>
          <p:nvPr/>
        </p:nvCxnSpPr>
        <p:spPr>
          <a:xfrm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6" name="Connector 745"/>
          <p:cNvCxnSpPr/>
          <p:nvPr/>
        </p:nvCxnSpPr>
        <p:spPr>
          <a:xfrm flipV="1">
            <a:off x="3999106" y="253731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TextBox 746"/>
          <p:cNvSpPr txBox="1"/>
          <p:nvPr/>
        </p:nvSpPr>
        <p:spPr>
          <a:xfrm>
            <a:off x="4067677" y="248622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748" name="Oval 747"/>
          <p:cNvSpPr/>
          <p:nvPr/>
        </p:nvSpPr>
        <p:spPr>
          <a:xfrm>
            <a:off x="1423151" y="5240880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23151" y="5279593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TextBox 748"/>
          <p:cNvSpPr txBox="1"/>
          <p:nvPr/>
        </p:nvSpPr>
        <p:spPr>
          <a:xfrm>
            <a:off x="1500576" y="519864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750" name="Oval 749"/>
          <p:cNvSpPr/>
          <p:nvPr/>
        </p:nvSpPr>
        <p:spPr>
          <a:xfrm>
            <a:off x="7911205" y="4857471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911205" y="4896184"/>
            <a:ext cx="77426" cy="38712"/>
          </a:xfrm>
          <a:custGeom>
            <a:avLst/>
            <a:gdLst/>
            <a:ahLst/>
            <a:cxnLst/>
            <a:rect l="l" t="t" r="r" b="b"/>
            <a:pathLst>
              <a:path w="77426" h="38712">
                <a:moveTo>
                  <a:pt x="77426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1" y="32188"/>
                </a:lnTo>
                <a:lnTo>
                  <a:pt x="53528" y="35765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1" y="37968"/>
                </a:lnTo>
                <a:lnTo>
                  <a:pt x="23898" y="35765"/>
                </a:lnTo>
                <a:lnTo>
                  <a:pt x="17205" y="32188"/>
                </a:lnTo>
                <a:lnTo>
                  <a:pt x="11339" y="27374"/>
                </a:lnTo>
                <a:lnTo>
                  <a:pt x="6525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6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TextBox 750"/>
          <p:cNvSpPr txBox="1"/>
          <p:nvPr/>
        </p:nvSpPr>
        <p:spPr>
          <a:xfrm>
            <a:off x="7988631" y="481523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752" name="Oval 751"/>
          <p:cNvSpPr/>
          <p:nvPr/>
        </p:nvSpPr>
        <p:spPr>
          <a:xfrm>
            <a:off x="584381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84381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1" y="7552"/>
                </a:lnTo>
                <a:lnTo>
                  <a:pt x="74478" y="14814"/>
                </a:lnTo>
                <a:lnTo>
                  <a:pt x="70901" y="21507"/>
                </a:lnTo>
                <a:lnTo>
                  <a:pt x="66086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2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8" y="27374"/>
                </a:lnTo>
                <a:lnTo>
                  <a:pt x="6524" y="21507"/>
                </a:lnTo>
                <a:lnTo>
                  <a:pt x="2946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TextBox 752"/>
          <p:cNvSpPr txBox="1"/>
          <p:nvPr/>
        </p:nvSpPr>
        <p:spPr>
          <a:xfrm>
            <a:off x="592124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4" name="Oval 753"/>
          <p:cNvSpPr/>
          <p:nvPr/>
        </p:nvSpPr>
        <p:spPr>
          <a:xfrm>
            <a:off x="6934807" y="4142068"/>
            <a:ext cx="77425" cy="77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6934807" y="4180781"/>
            <a:ext cx="77425" cy="38712"/>
          </a:xfrm>
          <a:custGeom>
            <a:avLst/>
            <a:gdLst/>
            <a:ahLst/>
            <a:cxnLst/>
            <a:rect l="l" t="t" r="r" b="b"/>
            <a:pathLst>
              <a:path w="77425" h="38712">
                <a:moveTo>
                  <a:pt x="77425" y="0"/>
                </a:moveTo>
                <a:lnTo>
                  <a:pt x="76682" y="7552"/>
                </a:lnTo>
                <a:lnTo>
                  <a:pt x="74479" y="14814"/>
                </a:lnTo>
                <a:lnTo>
                  <a:pt x="70901" y="21507"/>
                </a:lnTo>
                <a:lnTo>
                  <a:pt x="66087" y="27374"/>
                </a:lnTo>
                <a:lnTo>
                  <a:pt x="60220" y="32188"/>
                </a:lnTo>
                <a:lnTo>
                  <a:pt x="53527" y="35766"/>
                </a:lnTo>
                <a:lnTo>
                  <a:pt x="46265" y="37968"/>
                </a:lnTo>
                <a:lnTo>
                  <a:pt x="38713" y="38712"/>
                </a:lnTo>
                <a:lnTo>
                  <a:pt x="31160" y="37968"/>
                </a:lnTo>
                <a:lnTo>
                  <a:pt x="23898" y="35766"/>
                </a:lnTo>
                <a:lnTo>
                  <a:pt x="17205" y="32188"/>
                </a:lnTo>
                <a:lnTo>
                  <a:pt x="11339" y="27374"/>
                </a:lnTo>
                <a:lnTo>
                  <a:pt x="6524" y="21507"/>
                </a:lnTo>
                <a:lnTo>
                  <a:pt x="2947" y="14814"/>
                </a:lnTo>
                <a:lnTo>
                  <a:pt x="744" y="7552"/>
                </a:lnTo>
                <a:lnTo>
                  <a:pt x="0" y="0"/>
                </a:lnTo>
                <a:lnTo>
                  <a:pt x="77425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TextBox 754"/>
          <p:cNvSpPr txBox="1"/>
          <p:nvPr/>
        </p:nvSpPr>
        <p:spPr>
          <a:xfrm>
            <a:off x="7012232" y="409983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756" name="Oval 755"/>
          <p:cNvSpPr/>
          <p:nvPr/>
        </p:nvSpPr>
        <p:spPr>
          <a:xfrm>
            <a:off x="2674586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2693942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2741453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59" name="Oval 758"/>
          <p:cNvSpPr/>
          <p:nvPr/>
        </p:nvSpPr>
        <p:spPr>
          <a:xfrm>
            <a:off x="2193612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2212968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2260479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2" name="Oval 761"/>
          <p:cNvSpPr/>
          <p:nvPr/>
        </p:nvSpPr>
        <p:spPr>
          <a:xfrm>
            <a:off x="1710290" y="46371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1729647" y="465647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TextBox 763"/>
          <p:cNvSpPr txBox="1"/>
          <p:nvPr/>
        </p:nvSpPr>
        <p:spPr>
          <a:xfrm>
            <a:off x="1777157" y="45843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65" name="Oval 764"/>
          <p:cNvSpPr/>
          <p:nvPr/>
        </p:nvSpPr>
        <p:spPr>
          <a:xfrm>
            <a:off x="1715819" y="423734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1735175" y="4256699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1782686" y="418455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68" name="Oval 767"/>
          <p:cNvSpPr/>
          <p:nvPr/>
        </p:nvSpPr>
        <p:spPr>
          <a:xfrm>
            <a:off x="2199141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2218497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2266008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1" name="Oval 770"/>
          <p:cNvSpPr/>
          <p:nvPr/>
        </p:nvSpPr>
        <p:spPr>
          <a:xfrm>
            <a:off x="268011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69947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TextBox 772"/>
          <p:cNvSpPr txBox="1"/>
          <p:nvPr/>
        </p:nvSpPr>
        <p:spPr>
          <a:xfrm>
            <a:off x="274698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74" name="Oval 773"/>
          <p:cNvSpPr/>
          <p:nvPr/>
        </p:nvSpPr>
        <p:spPr>
          <a:xfrm>
            <a:off x="2680114" y="422952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2699471" y="42488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TextBox 775"/>
          <p:cNvSpPr txBox="1"/>
          <p:nvPr/>
        </p:nvSpPr>
        <p:spPr>
          <a:xfrm>
            <a:off x="2746982" y="417673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777" name="Oval 776"/>
          <p:cNvSpPr/>
          <p:nvPr/>
        </p:nvSpPr>
        <p:spPr>
          <a:xfrm>
            <a:off x="1715819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1735175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782686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780" name="Oval 779"/>
          <p:cNvSpPr/>
          <p:nvPr/>
        </p:nvSpPr>
        <p:spPr>
          <a:xfrm>
            <a:off x="3756295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377565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TextBox 781"/>
          <p:cNvSpPr txBox="1"/>
          <p:nvPr/>
        </p:nvSpPr>
        <p:spPr>
          <a:xfrm>
            <a:off x="382316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3" name="Oval 782"/>
          <p:cNvSpPr/>
          <p:nvPr/>
        </p:nvSpPr>
        <p:spPr>
          <a:xfrm>
            <a:off x="3272974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292331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TextBox 784"/>
          <p:cNvSpPr txBox="1"/>
          <p:nvPr/>
        </p:nvSpPr>
        <p:spPr>
          <a:xfrm>
            <a:off x="3339842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86" name="Oval 785"/>
          <p:cNvSpPr/>
          <p:nvPr/>
        </p:nvSpPr>
        <p:spPr>
          <a:xfrm>
            <a:off x="3282732" y="415683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302089" y="417619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TextBox 787"/>
          <p:cNvSpPr txBox="1"/>
          <p:nvPr/>
        </p:nvSpPr>
        <p:spPr>
          <a:xfrm>
            <a:off x="3349600" y="410404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89" name="Oval 788"/>
          <p:cNvSpPr/>
          <p:nvPr/>
        </p:nvSpPr>
        <p:spPr>
          <a:xfrm>
            <a:off x="3272974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329233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TextBox 790"/>
          <p:cNvSpPr txBox="1"/>
          <p:nvPr/>
        </p:nvSpPr>
        <p:spPr>
          <a:xfrm>
            <a:off x="333984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2" name="Oval 791"/>
          <p:cNvSpPr/>
          <p:nvPr/>
        </p:nvSpPr>
        <p:spPr>
          <a:xfrm>
            <a:off x="3756295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775651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TextBox 793"/>
          <p:cNvSpPr txBox="1"/>
          <p:nvPr/>
        </p:nvSpPr>
        <p:spPr>
          <a:xfrm>
            <a:off x="3823162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5" name="Oval 794"/>
          <p:cNvSpPr/>
          <p:nvPr/>
        </p:nvSpPr>
        <p:spPr>
          <a:xfrm>
            <a:off x="4237270" y="38093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4256626" y="382870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4304137" y="37565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98" name="Oval 797"/>
          <p:cNvSpPr/>
          <p:nvPr/>
        </p:nvSpPr>
        <p:spPr>
          <a:xfrm>
            <a:off x="4247028" y="4182964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4266384" y="420232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TextBox 799"/>
          <p:cNvSpPr txBox="1"/>
          <p:nvPr/>
        </p:nvSpPr>
        <p:spPr>
          <a:xfrm>
            <a:off x="4313895" y="413017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1" name="Oval 800"/>
          <p:cNvSpPr/>
          <p:nvPr/>
        </p:nvSpPr>
        <p:spPr>
          <a:xfrm>
            <a:off x="4237270" y="453304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4256626" y="45524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TextBox 802"/>
          <p:cNvSpPr txBox="1"/>
          <p:nvPr/>
        </p:nvSpPr>
        <p:spPr>
          <a:xfrm>
            <a:off x="4304137" y="44802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804" name="Oval 803"/>
          <p:cNvSpPr/>
          <p:nvPr/>
        </p:nvSpPr>
        <p:spPr>
          <a:xfrm>
            <a:off x="6652309" y="478336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5" name="Connector 804"/>
          <p:cNvCxnSpPr/>
          <p:nvPr/>
        </p:nvCxnSpPr>
        <p:spPr>
          <a:xfrm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6" name="Connector 805"/>
          <p:cNvCxnSpPr/>
          <p:nvPr/>
        </p:nvCxnSpPr>
        <p:spPr>
          <a:xfrm flipV="1">
            <a:off x="6664683" y="4795742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7" name="TextBox 806"/>
          <p:cNvSpPr txBox="1"/>
          <p:nvPr/>
        </p:nvSpPr>
        <p:spPr>
          <a:xfrm>
            <a:off x="6733254" y="47446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808" name="Oval 807"/>
          <p:cNvSpPr/>
          <p:nvPr/>
        </p:nvSpPr>
        <p:spPr>
          <a:xfrm>
            <a:off x="5459545" y="4805610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9" name="Connector 808"/>
          <p:cNvCxnSpPr/>
          <p:nvPr/>
        </p:nvCxnSpPr>
        <p:spPr>
          <a:xfrm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Connector 809"/>
          <p:cNvCxnSpPr/>
          <p:nvPr/>
        </p:nvCxnSpPr>
        <p:spPr>
          <a:xfrm flipV="1">
            <a:off x="5471919" y="4817984"/>
            <a:ext cx="59716" cy="597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1" name="TextBox 810"/>
          <p:cNvSpPr txBox="1"/>
          <p:nvPr/>
        </p:nvSpPr>
        <p:spPr>
          <a:xfrm>
            <a:off x="5540490" y="4766898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812" name="Oval 811"/>
          <p:cNvSpPr/>
          <p:nvPr/>
        </p:nvSpPr>
        <p:spPr>
          <a:xfrm>
            <a:off x="2307186" y="5247225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2326542" y="5266581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TextBox 813"/>
          <p:cNvSpPr txBox="1"/>
          <p:nvPr/>
        </p:nvSpPr>
        <p:spPr>
          <a:xfrm>
            <a:off x="2374053" y="519443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815" name="Oval 814"/>
          <p:cNvSpPr/>
          <p:nvPr/>
        </p:nvSpPr>
        <p:spPr>
          <a:xfrm>
            <a:off x="2777394" y="323541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796750" y="325477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TextBox 816"/>
          <p:cNvSpPr txBox="1"/>
          <p:nvPr/>
        </p:nvSpPr>
        <p:spPr>
          <a:xfrm>
            <a:off x="2844261" y="318262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18" name="Oval 817"/>
          <p:cNvSpPr/>
          <p:nvPr/>
        </p:nvSpPr>
        <p:spPr>
          <a:xfrm>
            <a:off x="2348986" y="322938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Oval 818"/>
          <p:cNvSpPr/>
          <p:nvPr/>
        </p:nvSpPr>
        <p:spPr>
          <a:xfrm>
            <a:off x="2368342" y="324874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2415853" y="317659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21" name="Oval 820"/>
          <p:cNvSpPr/>
          <p:nvPr/>
        </p:nvSpPr>
        <p:spPr>
          <a:xfrm>
            <a:off x="2356401" y="2792201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2" name="Oval 821"/>
          <p:cNvSpPr/>
          <p:nvPr/>
        </p:nvSpPr>
        <p:spPr>
          <a:xfrm>
            <a:off x="2375757" y="281155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3" name="TextBox 822"/>
          <p:cNvSpPr txBox="1"/>
          <p:nvPr/>
        </p:nvSpPr>
        <p:spPr>
          <a:xfrm>
            <a:off x="2423268" y="2739411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4" name="Oval 823"/>
          <p:cNvSpPr/>
          <p:nvPr/>
        </p:nvSpPr>
        <p:spPr>
          <a:xfrm>
            <a:off x="2354180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5" name="Oval 824"/>
          <p:cNvSpPr/>
          <p:nvPr/>
        </p:nvSpPr>
        <p:spPr>
          <a:xfrm>
            <a:off x="2373537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421048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27" name="Oval 826"/>
          <p:cNvSpPr/>
          <p:nvPr/>
        </p:nvSpPr>
        <p:spPr>
          <a:xfrm>
            <a:off x="2768576" y="237685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Oval 827"/>
          <p:cNvSpPr/>
          <p:nvPr/>
        </p:nvSpPr>
        <p:spPr>
          <a:xfrm>
            <a:off x="2787932" y="2396216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9" name="TextBox 828"/>
          <p:cNvSpPr txBox="1"/>
          <p:nvPr/>
        </p:nvSpPr>
        <p:spPr>
          <a:xfrm>
            <a:off x="2835443" y="232406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0" name="Oval 829"/>
          <p:cNvSpPr/>
          <p:nvPr/>
        </p:nvSpPr>
        <p:spPr>
          <a:xfrm>
            <a:off x="3246123" y="2383720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1" name="Oval 830"/>
          <p:cNvSpPr/>
          <p:nvPr/>
        </p:nvSpPr>
        <p:spPr>
          <a:xfrm>
            <a:off x="3265479" y="2403077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2" name="TextBox 831"/>
          <p:cNvSpPr txBox="1"/>
          <p:nvPr/>
        </p:nvSpPr>
        <p:spPr>
          <a:xfrm>
            <a:off x="3312990" y="2330930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833" name="Oval 832"/>
          <p:cNvSpPr/>
          <p:nvPr/>
        </p:nvSpPr>
        <p:spPr>
          <a:xfrm>
            <a:off x="3259856" y="2776339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4" name="Oval 833"/>
          <p:cNvSpPr/>
          <p:nvPr/>
        </p:nvSpPr>
        <p:spPr>
          <a:xfrm>
            <a:off x="3279212" y="2795695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5" name="TextBox 834"/>
          <p:cNvSpPr txBox="1"/>
          <p:nvPr/>
        </p:nvSpPr>
        <p:spPr>
          <a:xfrm>
            <a:off x="3326723" y="2723549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6" name="Oval 835"/>
          <p:cNvSpPr/>
          <p:nvPr/>
        </p:nvSpPr>
        <p:spPr>
          <a:xfrm>
            <a:off x="3259856" y="3243467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Oval 836"/>
          <p:cNvSpPr/>
          <p:nvPr/>
        </p:nvSpPr>
        <p:spPr>
          <a:xfrm>
            <a:off x="3279212" y="3262823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8" name="TextBox 837"/>
          <p:cNvSpPr txBox="1"/>
          <p:nvPr/>
        </p:nvSpPr>
        <p:spPr>
          <a:xfrm>
            <a:off x="3326723" y="3190677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839" name="Oval 838"/>
          <p:cNvSpPr/>
          <p:nvPr/>
        </p:nvSpPr>
        <p:spPr>
          <a:xfrm>
            <a:off x="7390977" y="5050446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0" name="Oval 839"/>
          <p:cNvSpPr/>
          <p:nvPr/>
        </p:nvSpPr>
        <p:spPr>
          <a:xfrm>
            <a:off x="7410333" y="5069802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7457844" y="4997656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842" name="Oval 841"/>
          <p:cNvSpPr/>
          <p:nvPr/>
        </p:nvSpPr>
        <p:spPr>
          <a:xfrm>
            <a:off x="4136383" y="3302122"/>
            <a:ext cx="56309" cy="56309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3" name="Oval 842"/>
          <p:cNvSpPr/>
          <p:nvPr/>
        </p:nvSpPr>
        <p:spPr>
          <a:xfrm>
            <a:off x="4155739" y="3321478"/>
            <a:ext cx="17596" cy="175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4" name="TextBox 843"/>
          <p:cNvSpPr txBox="1"/>
          <p:nvPr/>
        </p:nvSpPr>
        <p:spPr>
          <a:xfrm>
            <a:off x="4203250" y="3249332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845" name="Oval 844"/>
          <p:cNvSpPr/>
          <p:nvPr/>
        </p:nvSpPr>
        <p:spPr>
          <a:xfrm>
            <a:off x="4986496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997054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6" name="TextBox 845"/>
          <p:cNvSpPr txBox="1"/>
          <p:nvPr/>
        </p:nvSpPr>
        <p:spPr>
          <a:xfrm>
            <a:off x="5049844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7" name="Oval 846"/>
          <p:cNvSpPr/>
          <p:nvPr/>
        </p:nvSpPr>
        <p:spPr>
          <a:xfrm>
            <a:off x="5772478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783036" y="2100663"/>
            <a:ext cx="28154" cy="26395"/>
          </a:xfrm>
          <a:custGeom>
            <a:avLst/>
            <a:gdLst/>
            <a:ahLst/>
            <a:cxnLst/>
            <a:rect l="l" t="t" r="r" b="b"/>
            <a:pathLst>
              <a:path w="28154" h="26395">
                <a:moveTo>
                  <a:pt x="14077" y="0"/>
                </a:moveTo>
                <a:lnTo>
                  <a:pt x="0" y="26395"/>
                </a:lnTo>
                <a:lnTo>
                  <a:pt x="28154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8" name="TextBox 847"/>
          <p:cNvSpPr txBox="1"/>
          <p:nvPr/>
        </p:nvSpPr>
        <p:spPr>
          <a:xfrm>
            <a:off x="5835826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49" name="Oval 848"/>
          <p:cNvSpPr/>
          <p:nvPr/>
        </p:nvSpPr>
        <p:spPr>
          <a:xfrm>
            <a:off x="6495894" y="2091865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506452" y="2100663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8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8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0" name="TextBox 849"/>
          <p:cNvSpPr txBox="1"/>
          <p:nvPr/>
        </p:nvSpPr>
        <p:spPr>
          <a:xfrm>
            <a:off x="6559242" y="2035555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1" name="Oval 850"/>
          <p:cNvSpPr/>
          <p:nvPr/>
        </p:nvSpPr>
        <p:spPr>
          <a:xfrm>
            <a:off x="6906483" y="2093844"/>
            <a:ext cx="49270" cy="4927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6917041" y="2102642"/>
            <a:ext cx="28155" cy="26395"/>
          </a:xfrm>
          <a:custGeom>
            <a:avLst/>
            <a:gdLst/>
            <a:ahLst/>
            <a:cxnLst/>
            <a:rect l="l" t="t" r="r" b="b"/>
            <a:pathLst>
              <a:path w="28155" h="26395">
                <a:moveTo>
                  <a:pt x="14077" y="0"/>
                </a:moveTo>
                <a:lnTo>
                  <a:pt x="0" y="26395"/>
                </a:lnTo>
                <a:lnTo>
                  <a:pt x="28155" y="26395"/>
                </a:lnTo>
                <a:lnTo>
                  <a:pt x="14077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2" name="TextBox 851"/>
          <p:cNvSpPr txBox="1"/>
          <p:nvPr/>
        </p:nvSpPr>
        <p:spPr>
          <a:xfrm>
            <a:off x="6969831" y="2037534"/>
            <a:ext cx="70386" cy="527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853" name="Oval 852"/>
          <p:cNvSpPr/>
          <p:nvPr/>
        </p:nvSpPr>
        <p:spPr>
          <a:xfrm>
            <a:off x="1495202" y="491176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4" name="Connector 853"/>
          <p:cNvCxnSpPr/>
          <p:nvPr/>
        </p:nvCxnSpPr>
        <p:spPr>
          <a:xfrm flipV="1">
            <a:off x="1507871" y="487665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5" name="Connector 854"/>
          <p:cNvCxnSpPr/>
          <p:nvPr/>
        </p:nvCxnSpPr>
        <p:spPr>
          <a:xfrm>
            <a:off x="1555651" y="487665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6" name="Connector 855"/>
          <p:cNvCxnSpPr/>
          <p:nvPr/>
        </p:nvCxnSpPr>
        <p:spPr>
          <a:xfrm>
            <a:off x="1547051" y="48852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7" name="Connector 856"/>
          <p:cNvCxnSpPr/>
          <p:nvPr/>
        </p:nvCxnSpPr>
        <p:spPr>
          <a:xfrm>
            <a:off x="1538450" y="489385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" name="Connector 857"/>
          <p:cNvCxnSpPr/>
          <p:nvPr/>
        </p:nvCxnSpPr>
        <p:spPr>
          <a:xfrm>
            <a:off x="1529850" y="490245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9" name="Connector 858"/>
          <p:cNvCxnSpPr/>
          <p:nvPr/>
        </p:nvCxnSpPr>
        <p:spPr>
          <a:xfrm flipH="1">
            <a:off x="1472036" y="492443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0" name="Connector 859"/>
          <p:cNvCxnSpPr/>
          <p:nvPr/>
        </p:nvCxnSpPr>
        <p:spPr>
          <a:xfrm flipH="1" flipV="1">
            <a:off x="1460091" y="49483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1" name="TextBox 860"/>
          <p:cNvSpPr txBox="1"/>
          <p:nvPr/>
        </p:nvSpPr>
        <p:spPr>
          <a:xfrm>
            <a:off x="1562690" y="482034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862" name="Oval 861"/>
          <p:cNvSpPr/>
          <p:nvPr/>
        </p:nvSpPr>
        <p:spPr>
          <a:xfrm>
            <a:off x="2009279" y="5137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3" name="Connector 862"/>
          <p:cNvCxnSpPr/>
          <p:nvPr/>
        </p:nvCxnSpPr>
        <p:spPr>
          <a:xfrm flipV="1">
            <a:off x="2021948" y="5102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4" name="Connector 863"/>
          <p:cNvCxnSpPr/>
          <p:nvPr/>
        </p:nvCxnSpPr>
        <p:spPr>
          <a:xfrm>
            <a:off x="2069728" y="5102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5" name="Connector 864"/>
          <p:cNvCxnSpPr/>
          <p:nvPr/>
        </p:nvCxnSpPr>
        <p:spPr>
          <a:xfrm>
            <a:off x="2061128" y="5110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6" name="TextBox 865"/>
          <p:cNvSpPr txBox="1"/>
          <p:nvPr/>
        </p:nvSpPr>
        <p:spPr>
          <a:xfrm>
            <a:off x="2076767" y="5046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867" name="Oval 866"/>
          <p:cNvSpPr/>
          <p:nvPr/>
        </p:nvSpPr>
        <p:spPr>
          <a:xfrm>
            <a:off x="3003997" y="464845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8" name="Connector 867"/>
          <p:cNvCxnSpPr/>
          <p:nvPr/>
        </p:nvCxnSpPr>
        <p:spPr>
          <a:xfrm flipV="1">
            <a:off x="3016666" y="461334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9" name="Connector 868"/>
          <p:cNvCxnSpPr/>
          <p:nvPr/>
        </p:nvCxnSpPr>
        <p:spPr>
          <a:xfrm>
            <a:off x="3064446" y="46133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0" name="Connector 869"/>
          <p:cNvCxnSpPr/>
          <p:nvPr/>
        </p:nvCxnSpPr>
        <p:spPr>
          <a:xfrm>
            <a:off x="3055846" y="462194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1" name="Connector 870"/>
          <p:cNvCxnSpPr/>
          <p:nvPr/>
        </p:nvCxnSpPr>
        <p:spPr>
          <a:xfrm>
            <a:off x="3047245" y="463054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2" name="Connector 871"/>
          <p:cNvCxnSpPr/>
          <p:nvPr/>
        </p:nvCxnSpPr>
        <p:spPr>
          <a:xfrm flipH="1">
            <a:off x="2980831" y="4661128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3" name="Connector 872"/>
          <p:cNvCxnSpPr/>
          <p:nvPr/>
        </p:nvCxnSpPr>
        <p:spPr>
          <a:xfrm flipH="1" flipV="1">
            <a:off x="2968886" y="468501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4" name="TextBox 873"/>
          <p:cNvSpPr txBox="1"/>
          <p:nvPr/>
        </p:nvSpPr>
        <p:spPr>
          <a:xfrm>
            <a:off x="3071485" y="45570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875" name="Oval 874"/>
          <p:cNvSpPr/>
          <p:nvPr/>
        </p:nvSpPr>
        <p:spPr>
          <a:xfrm>
            <a:off x="3125202" y="499117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6" name="Connector 875"/>
          <p:cNvCxnSpPr/>
          <p:nvPr/>
        </p:nvCxnSpPr>
        <p:spPr>
          <a:xfrm flipV="1">
            <a:off x="3137871" y="495606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7" name="Connector 876"/>
          <p:cNvCxnSpPr/>
          <p:nvPr/>
        </p:nvCxnSpPr>
        <p:spPr>
          <a:xfrm>
            <a:off x="3185651" y="49560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8" name="Connector 877"/>
          <p:cNvCxnSpPr/>
          <p:nvPr/>
        </p:nvCxnSpPr>
        <p:spPr>
          <a:xfrm>
            <a:off x="3177051" y="49646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9" name="Connector 878"/>
          <p:cNvCxnSpPr/>
          <p:nvPr/>
        </p:nvCxnSpPr>
        <p:spPr>
          <a:xfrm>
            <a:off x="3168450" y="497326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0" name="Connector 879"/>
          <p:cNvCxnSpPr/>
          <p:nvPr/>
        </p:nvCxnSpPr>
        <p:spPr>
          <a:xfrm>
            <a:off x="3159850" y="498186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1" name="Connector 880"/>
          <p:cNvCxnSpPr/>
          <p:nvPr/>
        </p:nvCxnSpPr>
        <p:spPr>
          <a:xfrm flipH="1">
            <a:off x="3102036" y="500384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2" name="Connector 881"/>
          <p:cNvCxnSpPr/>
          <p:nvPr/>
        </p:nvCxnSpPr>
        <p:spPr>
          <a:xfrm flipH="1" flipV="1">
            <a:off x="3090091" y="50277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3" name="TextBox 882"/>
          <p:cNvSpPr txBox="1"/>
          <p:nvPr/>
        </p:nvSpPr>
        <p:spPr>
          <a:xfrm>
            <a:off x="3192690" y="489975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884" name="Oval 883"/>
          <p:cNvSpPr/>
          <p:nvPr/>
        </p:nvSpPr>
        <p:spPr>
          <a:xfrm>
            <a:off x="3192074" y="4790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5" name="Connector 884"/>
          <p:cNvCxnSpPr/>
          <p:nvPr/>
        </p:nvCxnSpPr>
        <p:spPr>
          <a:xfrm flipV="1">
            <a:off x="3204743" y="4755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6" name="Connector 885"/>
          <p:cNvCxnSpPr/>
          <p:nvPr/>
        </p:nvCxnSpPr>
        <p:spPr>
          <a:xfrm>
            <a:off x="3252523" y="4755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7" name="Connector 886"/>
          <p:cNvCxnSpPr/>
          <p:nvPr/>
        </p:nvCxnSpPr>
        <p:spPr>
          <a:xfrm>
            <a:off x="3243923" y="47640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8" name="Connector 887"/>
          <p:cNvCxnSpPr/>
          <p:nvPr/>
        </p:nvCxnSpPr>
        <p:spPr>
          <a:xfrm>
            <a:off x="3235322" y="477265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9" name="Connector 888"/>
          <p:cNvCxnSpPr/>
          <p:nvPr/>
        </p:nvCxnSpPr>
        <p:spPr>
          <a:xfrm flipH="1">
            <a:off x="3168908" y="4803230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0" name="Connector 889"/>
          <p:cNvCxnSpPr/>
          <p:nvPr/>
        </p:nvCxnSpPr>
        <p:spPr>
          <a:xfrm flipH="1" flipV="1">
            <a:off x="3156963" y="482712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1" name="TextBox 890"/>
          <p:cNvSpPr txBox="1"/>
          <p:nvPr/>
        </p:nvSpPr>
        <p:spPr>
          <a:xfrm>
            <a:off x="3259562" y="4699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892" name="Oval 891"/>
          <p:cNvSpPr/>
          <p:nvPr/>
        </p:nvSpPr>
        <p:spPr>
          <a:xfrm>
            <a:off x="3192074" y="5425843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3" name="Connector 892"/>
          <p:cNvCxnSpPr/>
          <p:nvPr/>
        </p:nvCxnSpPr>
        <p:spPr>
          <a:xfrm flipV="1">
            <a:off x="3204743" y="5390732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4" name="Connector 893"/>
          <p:cNvCxnSpPr/>
          <p:nvPr/>
        </p:nvCxnSpPr>
        <p:spPr>
          <a:xfrm>
            <a:off x="3252523" y="5390732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5" name="TextBox 894"/>
          <p:cNvSpPr txBox="1"/>
          <p:nvPr/>
        </p:nvSpPr>
        <p:spPr>
          <a:xfrm>
            <a:off x="3259562" y="533442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896" name="Oval 895"/>
          <p:cNvSpPr/>
          <p:nvPr/>
        </p:nvSpPr>
        <p:spPr>
          <a:xfrm>
            <a:off x="4445920" y="416363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7" name="Connector 896"/>
          <p:cNvCxnSpPr/>
          <p:nvPr/>
        </p:nvCxnSpPr>
        <p:spPr>
          <a:xfrm flipV="1">
            <a:off x="4458589" y="4128527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8" name="Connector 897"/>
          <p:cNvCxnSpPr/>
          <p:nvPr/>
        </p:nvCxnSpPr>
        <p:spPr>
          <a:xfrm>
            <a:off x="4506369" y="412852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9" name="Connector 898"/>
          <p:cNvCxnSpPr/>
          <p:nvPr/>
        </p:nvCxnSpPr>
        <p:spPr>
          <a:xfrm>
            <a:off x="4497769" y="413712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0" name="Connector 899"/>
          <p:cNvCxnSpPr/>
          <p:nvPr/>
        </p:nvCxnSpPr>
        <p:spPr>
          <a:xfrm flipH="1">
            <a:off x="4422754" y="4176307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" name="Connector 900"/>
          <p:cNvCxnSpPr/>
          <p:nvPr/>
        </p:nvCxnSpPr>
        <p:spPr>
          <a:xfrm flipH="1" flipV="1">
            <a:off x="4410809" y="4200197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2" name="TextBox 901"/>
          <p:cNvSpPr txBox="1"/>
          <p:nvPr/>
        </p:nvSpPr>
        <p:spPr>
          <a:xfrm>
            <a:off x="4513408" y="40722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903" name="Oval 902"/>
          <p:cNvSpPr/>
          <p:nvPr/>
        </p:nvSpPr>
        <p:spPr>
          <a:xfrm>
            <a:off x="3020715" y="336953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4" name="Connector 903"/>
          <p:cNvCxnSpPr/>
          <p:nvPr/>
        </p:nvCxnSpPr>
        <p:spPr>
          <a:xfrm flipV="1">
            <a:off x="3033384" y="333442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5" name="Connector 904"/>
          <p:cNvCxnSpPr/>
          <p:nvPr/>
        </p:nvCxnSpPr>
        <p:spPr>
          <a:xfrm>
            <a:off x="3081164" y="33344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>
            <a:off x="3072564" y="33430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3063963" y="335162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" name="Connector 907"/>
          <p:cNvCxnSpPr/>
          <p:nvPr/>
        </p:nvCxnSpPr>
        <p:spPr>
          <a:xfrm>
            <a:off x="3055363" y="336022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" name="Connector 908"/>
          <p:cNvCxnSpPr/>
          <p:nvPr/>
        </p:nvCxnSpPr>
        <p:spPr>
          <a:xfrm flipH="1">
            <a:off x="2997549" y="338220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0" name="Connector 909"/>
          <p:cNvCxnSpPr/>
          <p:nvPr/>
        </p:nvCxnSpPr>
        <p:spPr>
          <a:xfrm flipH="1" flipV="1">
            <a:off x="2985604" y="340609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1" name="TextBox 910"/>
          <p:cNvSpPr txBox="1"/>
          <p:nvPr/>
        </p:nvSpPr>
        <p:spPr>
          <a:xfrm>
            <a:off x="3088203" y="327811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912" name="Oval 911"/>
          <p:cNvSpPr/>
          <p:nvPr/>
        </p:nvSpPr>
        <p:spPr>
          <a:xfrm>
            <a:off x="2042715" y="2470945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3" name="Connector 912"/>
          <p:cNvCxnSpPr/>
          <p:nvPr/>
        </p:nvCxnSpPr>
        <p:spPr>
          <a:xfrm flipV="1">
            <a:off x="2055384" y="2435835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4" name="Connector 913"/>
          <p:cNvCxnSpPr/>
          <p:nvPr/>
        </p:nvCxnSpPr>
        <p:spPr>
          <a:xfrm>
            <a:off x="2103164" y="24358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5" name="Connector 914"/>
          <p:cNvCxnSpPr/>
          <p:nvPr/>
        </p:nvCxnSpPr>
        <p:spPr>
          <a:xfrm>
            <a:off x="2094564" y="244443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Connector 915"/>
          <p:cNvCxnSpPr/>
          <p:nvPr/>
        </p:nvCxnSpPr>
        <p:spPr>
          <a:xfrm>
            <a:off x="2085963" y="24530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Connector 916"/>
          <p:cNvCxnSpPr/>
          <p:nvPr/>
        </p:nvCxnSpPr>
        <p:spPr>
          <a:xfrm>
            <a:off x="2077363" y="246163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8" name="Connector 917"/>
          <p:cNvCxnSpPr/>
          <p:nvPr/>
        </p:nvCxnSpPr>
        <p:spPr>
          <a:xfrm flipH="1">
            <a:off x="2019549" y="2483615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9" name="Connector 918"/>
          <p:cNvCxnSpPr/>
          <p:nvPr/>
        </p:nvCxnSpPr>
        <p:spPr>
          <a:xfrm flipH="1" flipV="1">
            <a:off x="2007604" y="2507505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0" name="TextBox 919"/>
          <p:cNvSpPr txBox="1"/>
          <p:nvPr/>
        </p:nvSpPr>
        <p:spPr>
          <a:xfrm>
            <a:off x="2110203" y="23795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921" name="Oval 920"/>
          <p:cNvSpPr/>
          <p:nvPr/>
        </p:nvSpPr>
        <p:spPr>
          <a:xfrm>
            <a:off x="4057227" y="299756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2" name="Connector 921"/>
          <p:cNvCxnSpPr/>
          <p:nvPr/>
        </p:nvCxnSpPr>
        <p:spPr>
          <a:xfrm flipV="1">
            <a:off x="4069897" y="2962450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3" name="Connector 922"/>
          <p:cNvCxnSpPr/>
          <p:nvPr/>
        </p:nvCxnSpPr>
        <p:spPr>
          <a:xfrm>
            <a:off x="4117677" y="2962450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4" name="TextBox 923"/>
          <p:cNvSpPr txBox="1"/>
          <p:nvPr/>
        </p:nvSpPr>
        <p:spPr>
          <a:xfrm>
            <a:off x="4124716" y="290614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925" name="Oval 924"/>
          <p:cNvSpPr/>
          <p:nvPr/>
        </p:nvSpPr>
        <p:spPr>
          <a:xfrm>
            <a:off x="4445920" y="2299586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6" name="Connector 925"/>
          <p:cNvCxnSpPr/>
          <p:nvPr/>
        </p:nvCxnSpPr>
        <p:spPr>
          <a:xfrm flipV="1">
            <a:off x="4458589" y="2264476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7" name="Connector 926"/>
          <p:cNvCxnSpPr/>
          <p:nvPr/>
        </p:nvCxnSpPr>
        <p:spPr>
          <a:xfrm>
            <a:off x="4506369" y="22644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8" name="Connector 927"/>
          <p:cNvCxnSpPr/>
          <p:nvPr/>
        </p:nvCxnSpPr>
        <p:spPr>
          <a:xfrm>
            <a:off x="4497769" y="227307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9" name="Connector 928"/>
          <p:cNvCxnSpPr/>
          <p:nvPr/>
        </p:nvCxnSpPr>
        <p:spPr>
          <a:xfrm flipH="1">
            <a:off x="4422754" y="2312256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 flipH="1" flipV="1">
            <a:off x="4410809" y="2336146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TextBox 930"/>
          <p:cNvSpPr txBox="1"/>
          <p:nvPr/>
        </p:nvSpPr>
        <p:spPr>
          <a:xfrm>
            <a:off x="4513408" y="220816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932" name="Oval 931"/>
          <p:cNvSpPr/>
          <p:nvPr/>
        </p:nvSpPr>
        <p:spPr>
          <a:xfrm>
            <a:off x="5457356" y="4380971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3" name="Connector 932"/>
          <p:cNvCxnSpPr/>
          <p:nvPr/>
        </p:nvCxnSpPr>
        <p:spPr>
          <a:xfrm flipV="1">
            <a:off x="5470025" y="4345861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Connector 933"/>
          <p:cNvCxnSpPr/>
          <p:nvPr/>
        </p:nvCxnSpPr>
        <p:spPr>
          <a:xfrm>
            <a:off x="5517805" y="43458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5" name="Connector 934"/>
          <p:cNvCxnSpPr/>
          <p:nvPr/>
        </p:nvCxnSpPr>
        <p:spPr>
          <a:xfrm>
            <a:off x="5509205" y="435446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6" name="Connector 935"/>
          <p:cNvCxnSpPr/>
          <p:nvPr/>
        </p:nvCxnSpPr>
        <p:spPr>
          <a:xfrm flipH="1">
            <a:off x="5434190" y="4393641"/>
            <a:ext cx="35835" cy="358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7" name="Connector 936"/>
          <p:cNvCxnSpPr/>
          <p:nvPr/>
        </p:nvCxnSpPr>
        <p:spPr>
          <a:xfrm flipH="1" flipV="1">
            <a:off x="5422245" y="4417531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8" name="TextBox 937"/>
          <p:cNvSpPr txBox="1"/>
          <p:nvPr/>
        </p:nvSpPr>
        <p:spPr>
          <a:xfrm>
            <a:off x="5524844" y="42895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939" name="Oval 938"/>
          <p:cNvSpPr/>
          <p:nvPr/>
        </p:nvSpPr>
        <p:spPr>
          <a:xfrm>
            <a:off x="4709227" y="4719509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0" name="Connector 939"/>
          <p:cNvCxnSpPr/>
          <p:nvPr/>
        </p:nvCxnSpPr>
        <p:spPr>
          <a:xfrm flipV="1">
            <a:off x="4721897" y="4684399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1" name="Connector 940"/>
          <p:cNvCxnSpPr/>
          <p:nvPr/>
        </p:nvCxnSpPr>
        <p:spPr>
          <a:xfrm>
            <a:off x="4769677" y="46843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Connector 941"/>
          <p:cNvCxnSpPr/>
          <p:nvPr/>
        </p:nvCxnSpPr>
        <p:spPr>
          <a:xfrm>
            <a:off x="4761077" y="4692999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TextBox 942"/>
          <p:cNvSpPr txBox="1"/>
          <p:nvPr/>
        </p:nvSpPr>
        <p:spPr>
          <a:xfrm>
            <a:off x="4776716" y="462809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944" name="Oval 943"/>
          <p:cNvSpPr/>
          <p:nvPr/>
        </p:nvSpPr>
        <p:spPr>
          <a:xfrm>
            <a:off x="7241997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5" name="Connector 944"/>
          <p:cNvCxnSpPr/>
          <p:nvPr/>
        </p:nvCxnSpPr>
        <p:spPr>
          <a:xfrm flipV="1">
            <a:off x="7254666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Connector 945"/>
          <p:cNvCxnSpPr/>
          <p:nvPr/>
        </p:nvCxnSpPr>
        <p:spPr>
          <a:xfrm>
            <a:off x="7302446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TextBox 946"/>
          <p:cNvSpPr txBox="1"/>
          <p:nvPr/>
        </p:nvSpPr>
        <p:spPr>
          <a:xfrm>
            <a:off x="7309485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948" name="Oval 947"/>
          <p:cNvSpPr/>
          <p:nvPr/>
        </p:nvSpPr>
        <p:spPr>
          <a:xfrm>
            <a:off x="7580535" y="4727868"/>
            <a:ext cx="25339" cy="2533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9" name="Connector 948"/>
          <p:cNvCxnSpPr/>
          <p:nvPr/>
        </p:nvCxnSpPr>
        <p:spPr>
          <a:xfrm flipV="1">
            <a:off x="7593205" y="4692758"/>
            <a:ext cx="47780" cy="477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>
            <a:off x="7640985" y="4692758"/>
            <a:ext cx="11945" cy="1194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1" name="TextBox 950"/>
          <p:cNvSpPr txBox="1"/>
          <p:nvPr/>
        </p:nvSpPr>
        <p:spPr>
          <a:xfrm>
            <a:off x="7648023" y="463644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952" name="Rectangle 951"/>
          <p:cNvSpPr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3" name="TextBox 952"/>
          <p:cNvSpPr txBox="1"/>
          <p:nvPr/>
        </p:nvSpPr>
        <p:spPr>
          <a:xfrm>
            <a:off x="5631137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4" name="Rectangle 953"/>
          <p:cNvSpPr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6521367" y="5473094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6" name="Rectangle 955"/>
          <p:cNvSpPr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7" name="TextBox 956"/>
          <p:cNvSpPr txBox="1"/>
          <p:nvPr/>
        </p:nvSpPr>
        <p:spPr>
          <a:xfrm>
            <a:off x="6755419" y="5431299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58" name="Rectangle 957"/>
          <p:cNvSpPr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9" name="TextBox 958"/>
          <p:cNvSpPr txBox="1"/>
          <p:nvPr/>
        </p:nvSpPr>
        <p:spPr>
          <a:xfrm>
            <a:off x="7261137" y="5397863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960" name="Rectangle 959"/>
          <p:cNvSpPr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7478470" y="5414581"/>
            <a:ext cx="95725" cy="478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cxnSp>
        <p:nvCxnSpPr>
          <p:cNvPr id="962" name="Connector 961"/>
          <p:cNvCxnSpPr/>
          <p:nvPr/>
        </p:nvCxnSpPr>
        <p:spPr>
          <a:xfrm flipV="1">
            <a:off x="3204743" y="5267450"/>
            <a:ext cx="793553" cy="171062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3" name="Oval 962"/>
          <p:cNvSpPr/>
          <p:nvPr/>
        </p:nvSpPr>
        <p:spPr>
          <a:xfrm>
            <a:off x="3956064" y="5225218"/>
            <a:ext cx="84463" cy="844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4" name="Connector 963"/>
          <p:cNvCxnSpPr/>
          <p:nvPr/>
        </p:nvCxnSpPr>
        <p:spPr>
          <a:xfrm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5" name="Connector 964"/>
          <p:cNvCxnSpPr/>
          <p:nvPr/>
        </p:nvCxnSpPr>
        <p:spPr>
          <a:xfrm flipV="1">
            <a:off x="3968438" y="5237592"/>
            <a:ext cx="59716" cy="59716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6" name="TextBox 965"/>
          <p:cNvSpPr txBox="1"/>
          <p:nvPr/>
        </p:nvSpPr>
        <p:spPr>
          <a:xfrm>
            <a:off x="4051086" y="519245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控制它的开关键，见电施-07。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WL1/WL2/WL6/WL3（先到开关盒）；细实线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分区放大见电施-03~电施-05。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968" name="Rectangle 967"/>
          <p:cNvSpPr/>
          <p:nvPr/>
        </p:nvSpPr>
        <p:spPr>
          <a:xfrm>
            <a:off x="425384" y="3352948"/>
            <a:ext cx="4346666" cy="2361410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9" name="TextBox 968"/>
          <p:cNvSpPr txBox="1"/>
          <p:nvPr/>
        </p:nvSpPr>
        <p:spPr>
          <a:xfrm>
            <a:off x="465384" y="338294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电施-03</a:t>
            </a:r>
          </a:p>
        </p:txBody>
      </p:sp>
      <p:sp>
        <p:nvSpPr>
          <p:cNvPr id="970" name="Rectangle 969"/>
          <p:cNvSpPr/>
          <p:nvPr/>
        </p:nvSpPr>
        <p:spPr>
          <a:xfrm>
            <a:off x="759743" y="1764743"/>
            <a:ext cx="4012307" cy="1838974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799743" y="1794743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电施-04</a:t>
            </a:r>
          </a:p>
        </p:txBody>
      </p:sp>
      <p:sp>
        <p:nvSpPr>
          <p:cNvPr id="972" name="Rectangle 971"/>
          <p:cNvSpPr/>
          <p:nvPr/>
        </p:nvSpPr>
        <p:spPr>
          <a:xfrm>
            <a:off x="4270512" y="1806538"/>
            <a:ext cx="4179487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4310512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电施-05</a:t>
            </a:r>
          </a:p>
        </p:txBody>
      </p:sp>
      <p:sp>
        <p:nvSpPr>
          <p:cNvPr id="974" name="Rectangle 973"/>
          <p:cNvSpPr/>
          <p:nvPr/>
        </p:nvSpPr>
        <p:spPr>
          <a:xfrm>
            <a:off x="400000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5" name="Rectangle 974"/>
          <p:cNvSpPr/>
          <p:nvPr/>
        </p:nvSpPr>
        <p:spPr>
          <a:xfrm>
            <a:off x="791036" y="6540000"/>
            <a:ext cx="39103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Rectangle 975"/>
          <p:cNvSpPr/>
          <p:nvPr/>
        </p:nvSpPr>
        <p:spPr>
          <a:xfrm>
            <a:off x="1182073" y="6540000"/>
            <a:ext cx="39103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1613109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一层照明平面放大图（起居室 · G07 区 · 门厅 · 楼梯）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电施-03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2772355" y="2444714"/>
            <a:ext cx="0" cy="80249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772355" y="2444714"/>
            <a:ext cx="9062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678583" y="2444714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570043" y="3232541"/>
            <a:ext cx="0" cy="7642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4570043" y="3232541"/>
            <a:ext cx="1036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H="1">
            <a:off x="3668217" y="3996789"/>
            <a:ext cx="9018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2761988" y="3996789"/>
            <a:ext cx="906229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5710317" y="2444714"/>
            <a:ext cx="0" cy="65154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5692021" y="2444714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5692021" y="2444714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6598247" y="2444714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7518371" y="3145247"/>
            <a:ext cx="0" cy="6564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7500075" y="3801649"/>
            <a:ext cx="1829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H="1">
            <a:off x="6598247" y="3801649"/>
            <a:ext cx="90182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 flipH="1">
            <a:off x="5692021" y="3801649"/>
            <a:ext cx="90622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2329663" y="4482716"/>
            <a:ext cx="96389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>
            <a:off x="3293557" y="4482716"/>
            <a:ext cx="0" cy="4231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3293557" y="4905889"/>
            <a:ext cx="186509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V="1">
            <a:off x="5158653" y="3989014"/>
            <a:ext cx="0" cy="9168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5158653" y="3989014"/>
            <a:ext cx="35264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>
            <a:off x="5511298" y="3989014"/>
            <a:ext cx="0" cy="2664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5511298" y="4255456"/>
            <a:ext cx="0" cy="37615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H="1">
            <a:off x="5385913" y="4631610"/>
            <a:ext cx="12538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H="1">
            <a:off x="5385913" y="5391754"/>
            <a:ext cx="1840215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 flipV="1">
            <a:off x="5385913" y="4631610"/>
            <a:ext cx="0" cy="76014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TextBox 587"/>
          <p:cNvSpPr txBox="1"/>
          <p:nvPr/>
        </p:nvSpPr>
        <p:spPr>
          <a:xfrm>
            <a:off x="5453542" y="5210289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WL1  BV-3×2.5 PC20 WC/CC</a:t>
            </a:r>
          </a:p>
        </p:txBody>
      </p:sp>
      <p:cxnSp>
        <p:nvCxnSpPr>
          <p:cNvPr id="589" name="Connector 588"/>
          <p:cNvCxnSpPr/>
          <p:nvPr/>
        </p:nvCxnSpPr>
        <p:spPr>
          <a:xfrm flipV="1">
            <a:off x="7371300" y="3079975"/>
            <a:ext cx="0" cy="23117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7371300" y="3079975"/>
            <a:ext cx="490959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TextBox 590"/>
          <p:cNvSpPr txBox="1"/>
          <p:nvPr/>
        </p:nvSpPr>
        <p:spPr>
          <a:xfrm>
            <a:off x="5453542" y="4847358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92" name="Connector 591"/>
          <p:cNvCxnSpPr/>
          <p:nvPr/>
        </p:nvCxnSpPr>
        <p:spPr>
          <a:xfrm flipH="1">
            <a:off x="2243398" y="4482716"/>
            <a:ext cx="8626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243398" y="4482716"/>
            <a:ext cx="0" cy="66592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329663" y="3223106"/>
            <a:ext cx="0" cy="12596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2329663" y="3223106"/>
            <a:ext cx="13481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329663" y="3247206"/>
            <a:ext cx="0" cy="123551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329663" y="3247206"/>
            <a:ext cx="4426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329663" y="4482716"/>
            <a:ext cx="4323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V="1">
            <a:off x="2761988" y="3996789"/>
            <a:ext cx="0" cy="4859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2999539" y="4905889"/>
            <a:ext cx="29401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2999539" y="4905889"/>
            <a:ext cx="0" cy="26071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293557" y="4905889"/>
            <a:ext cx="58761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3881167" y="4905889"/>
            <a:ext cx="0" cy="23484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 flipV="1">
            <a:off x="5158653" y="3130369"/>
            <a:ext cx="0" cy="8586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5158653" y="3130369"/>
            <a:ext cx="14649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V="1">
            <a:off x="5158653" y="3096255"/>
            <a:ext cx="0" cy="8927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5158653" y="3096255"/>
            <a:ext cx="5516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 flipV="1">
            <a:off x="5158653" y="3801649"/>
            <a:ext cx="0" cy="18736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5158653" y="3801649"/>
            <a:ext cx="53336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5385913" y="4631610"/>
            <a:ext cx="774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 flipV="1">
            <a:off x="5463318" y="4370202"/>
            <a:ext cx="0" cy="26140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3677764" y="4631610"/>
            <a:ext cx="17081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V="1">
            <a:off x="3677764" y="3223106"/>
            <a:ext cx="0" cy="14085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 flipV="1">
            <a:off x="5385913" y="2444714"/>
            <a:ext cx="0" cy="218689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 flipH="1">
            <a:off x="4580409" y="2444714"/>
            <a:ext cx="80550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H="1">
            <a:off x="4570043" y="4631610"/>
            <a:ext cx="81587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4570043" y="3996789"/>
            <a:ext cx="0" cy="6348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 flipV="1">
            <a:off x="5511298" y="3130369"/>
            <a:ext cx="0" cy="11250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5511298" y="3130369"/>
            <a:ext cx="111229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511298" y="3096255"/>
            <a:ext cx="0" cy="115920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5511298" y="3096255"/>
            <a:ext cx="19901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1"/>
          <p:cNvCxnSpPr/>
          <p:nvPr/>
        </p:nvCxnSpPr>
        <p:spPr>
          <a:xfrm>
            <a:off x="5511298" y="4255456"/>
            <a:ext cx="18072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2"/>
          <p:cNvCxnSpPr/>
          <p:nvPr/>
        </p:nvCxnSpPr>
        <p:spPr>
          <a:xfrm flipV="1">
            <a:off x="5692021" y="3801649"/>
            <a:ext cx="0" cy="4538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3"/>
          <p:cNvCxnSpPr/>
          <p:nvPr/>
        </p:nvCxnSpPr>
        <p:spPr>
          <a:xfrm flipV="1">
            <a:off x="5511298" y="5204656"/>
            <a:ext cx="0" cy="24195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5" name="TextBox 624"/>
          <p:cNvSpPr txBox="1"/>
          <p:nvPr/>
        </p:nvSpPr>
        <p:spPr>
          <a:xfrm>
            <a:off x="5543558" y="5156265"/>
            <a:ext cx="2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↑ 引至二层楼梯吊灯 F06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接线见另图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7910650" y="3144496"/>
            <a:ext cx="15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接线见另图</a:t>
            </a:r>
          </a:p>
        </p:txBody>
      </p:sp>
      <p:cxnSp>
        <p:nvCxnSpPr>
          <p:cNvPr id="628" name="Connector 627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8"/>
          <p:cNvCxnSpPr/>
          <p:nvPr/>
        </p:nvCxnSpPr>
        <p:spPr>
          <a:xfrm flipV="1">
            <a:off x="3763383" y="4519932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0" name="Connector 629"/>
          <p:cNvCxnSpPr/>
          <p:nvPr/>
        </p:nvCxnSpPr>
        <p:spPr>
          <a:xfrm flipV="1">
            <a:off x="3791577" y="4521305"/>
            <a:ext cx="76033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 flipV="1">
            <a:off x="3819772" y="4522679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 flipV="1">
            <a:off x="3847966" y="4524052"/>
            <a:ext cx="76033" cy="6896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V="1">
            <a:off x="3876161" y="4525426"/>
            <a:ext cx="76032" cy="6896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4" name="TextBox 633"/>
          <p:cNvSpPr txBox="1"/>
          <p:nvPr/>
        </p:nvSpPr>
        <p:spPr>
          <a:xfrm>
            <a:off x="3906179" y="4428121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cxnSp>
        <p:nvCxnSpPr>
          <p:cNvPr id="635" name="Connector 634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6" name="Connector 635"/>
          <p:cNvCxnSpPr/>
          <p:nvPr/>
        </p:nvCxnSpPr>
        <p:spPr>
          <a:xfrm flipH="1">
            <a:off x="5329184" y="4149190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7" name="Connector 636"/>
          <p:cNvCxnSpPr/>
          <p:nvPr/>
        </p:nvCxnSpPr>
        <p:spPr>
          <a:xfrm flipH="1">
            <a:off x="5306662" y="4132173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 flipH="1">
            <a:off x="5284140" y="4115157"/>
            <a:ext cx="101671" cy="1415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 flipH="1">
            <a:off x="5261618" y="4098140"/>
            <a:ext cx="101671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5239095" y="4081123"/>
            <a:ext cx="101672" cy="1415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5383366" y="3993193"/>
            <a:ext cx="241953" cy="1129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7</a:t>
            </a:r>
          </a:p>
        </p:txBody>
      </p:sp>
      <p:sp>
        <p:nvSpPr>
          <p:cNvPr id="642" name="Rectangle 641"/>
          <p:cNvSpPr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TextBox 642"/>
          <p:cNvSpPr txBox="1"/>
          <p:nvPr/>
        </p:nvSpPr>
        <p:spPr>
          <a:xfrm>
            <a:off x="3573736" y="4998959"/>
            <a:ext cx="191950" cy="95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MK</a:t>
            </a:r>
          </a:p>
        </p:txBody>
      </p:sp>
      <p:cxnSp>
        <p:nvCxnSpPr>
          <p:cNvPr id="644" name="Connector 643"/>
          <p:cNvCxnSpPr/>
          <p:nvPr/>
        </p:nvCxnSpPr>
        <p:spPr>
          <a:xfrm>
            <a:off x="3669711" y="5046947"/>
            <a:ext cx="21145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3881167" y="5046947"/>
            <a:ext cx="0" cy="9378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3069711" y="4837253"/>
            <a:ext cx="12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" b="0">
                <a:solidFill>
                  <a:srgbClr val="1A1A1A"/>
                </a:solidFill>
                <a:latin typeface="Microsoft YaHei"/>
              </a:rPr>
              <a:t>MK 门控（开门亮灯）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7129346" y="5320781"/>
            <a:ext cx="290344" cy="14194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7129346" y="5320781"/>
            <a:ext cx="290345" cy="141946"/>
          </a:xfrm>
          <a:custGeom>
            <a:avLst/>
            <a:gdLst/>
            <a:ahLst/>
            <a:cxnLst/>
            <a:rect l="l" t="t" r="r" b="b"/>
            <a:pathLst>
              <a:path w="290345" h="141946">
                <a:moveTo>
                  <a:pt x="0" y="141946"/>
                </a:moveTo>
                <a:lnTo>
                  <a:pt x="290345" y="0"/>
                </a:lnTo>
                <a:lnTo>
                  <a:pt x="290345" y="141946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7080956" y="5475632"/>
            <a:ext cx="387126" cy="1161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49" name="Oval 648"/>
          <p:cNvSpPr/>
          <p:nvPr/>
        </p:nvSpPr>
        <p:spPr>
          <a:xfrm>
            <a:off x="5374601" y="4281486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374601" y="4370202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80" y="33950"/>
                </a:lnTo>
                <a:lnTo>
                  <a:pt x="162482" y="49288"/>
                </a:lnTo>
                <a:lnTo>
                  <a:pt x="151449" y="62732"/>
                </a:lnTo>
                <a:lnTo>
                  <a:pt x="138005" y="73765"/>
                </a:lnTo>
                <a:lnTo>
                  <a:pt x="122667" y="81963"/>
                </a:lnTo>
                <a:lnTo>
                  <a:pt x="106024" y="87012"/>
                </a:lnTo>
                <a:lnTo>
                  <a:pt x="88717" y="88716"/>
                </a:lnTo>
                <a:lnTo>
                  <a:pt x="71409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5" y="62732"/>
                </a:lnTo>
                <a:lnTo>
                  <a:pt x="14952" y="49288"/>
                </a:lnTo>
                <a:lnTo>
                  <a:pt x="6753" y="33950"/>
                </a:lnTo>
                <a:lnTo>
                  <a:pt x="1705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TextBox 649"/>
          <p:cNvSpPr txBox="1"/>
          <p:nvPr/>
        </p:nvSpPr>
        <p:spPr>
          <a:xfrm>
            <a:off x="5552034" y="4184704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651" name="Oval 650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2" name="Connector 651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6712305" y="294487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655" name="Oval 654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8" name="TextBox 657"/>
          <p:cNvSpPr txBox="1"/>
          <p:nvPr/>
        </p:nvSpPr>
        <p:spPr>
          <a:xfrm>
            <a:off x="3766480" y="30376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659" name="Oval 658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0" name="Connector 659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1" name="Connector 660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TextBox 661"/>
          <p:cNvSpPr txBox="1"/>
          <p:nvPr/>
        </p:nvSpPr>
        <p:spPr>
          <a:xfrm>
            <a:off x="3088255" y="498110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663" name="Oval 662"/>
          <p:cNvSpPr/>
          <p:nvPr/>
        </p:nvSpPr>
        <p:spPr>
          <a:xfrm>
            <a:off x="2154682" y="5059919"/>
            <a:ext cx="177432" cy="1774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154682" y="5148636"/>
            <a:ext cx="177433" cy="88716"/>
          </a:xfrm>
          <a:custGeom>
            <a:avLst/>
            <a:gdLst/>
            <a:ahLst/>
            <a:cxnLst/>
            <a:rect l="l" t="t" r="r" b="b"/>
            <a:pathLst>
              <a:path w="177433" h="88716">
                <a:moveTo>
                  <a:pt x="177433" y="0"/>
                </a:moveTo>
                <a:lnTo>
                  <a:pt x="175728" y="17308"/>
                </a:lnTo>
                <a:lnTo>
                  <a:pt x="170679" y="33950"/>
                </a:lnTo>
                <a:lnTo>
                  <a:pt x="162481" y="49288"/>
                </a:lnTo>
                <a:lnTo>
                  <a:pt x="151448" y="62732"/>
                </a:lnTo>
                <a:lnTo>
                  <a:pt x="138004" y="73765"/>
                </a:lnTo>
                <a:lnTo>
                  <a:pt x="122666" y="81963"/>
                </a:lnTo>
                <a:lnTo>
                  <a:pt x="106024" y="87012"/>
                </a:lnTo>
                <a:lnTo>
                  <a:pt x="88716" y="88716"/>
                </a:lnTo>
                <a:lnTo>
                  <a:pt x="71408" y="87012"/>
                </a:lnTo>
                <a:lnTo>
                  <a:pt x="54766" y="81963"/>
                </a:lnTo>
                <a:lnTo>
                  <a:pt x="39428" y="73765"/>
                </a:lnTo>
                <a:lnTo>
                  <a:pt x="25984" y="62732"/>
                </a:lnTo>
                <a:lnTo>
                  <a:pt x="14951" y="49288"/>
                </a:lnTo>
                <a:lnTo>
                  <a:pt x="6753" y="33950"/>
                </a:lnTo>
                <a:lnTo>
                  <a:pt x="1704" y="17308"/>
                </a:lnTo>
                <a:lnTo>
                  <a:pt x="0" y="0"/>
                </a:lnTo>
                <a:lnTo>
                  <a:pt x="1774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TextBox 663"/>
          <p:cNvSpPr txBox="1"/>
          <p:nvPr/>
        </p:nvSpPr>
        <p:spPr>
          <a:xfrm>
            <a:off x="2332115" y="49631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665" name="Oval 664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TextBox 666"/>
          <p:cNvSpPr txBox="1"/>
          <p:nvPr/>
        </p:nvSpPr>
        <p:spPr>
          <a:xfrm>
            <a:off x="4658759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68" name="Oval 667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3756933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1" name="Oval 670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TextBox 672"/>
          <p:cNvSpPr txBox="1"/>
          <p:nvPr/>
        </p:nvSpPr>
        <p:spPr>
          <a:xfrm>
            <a:off x="2850705" y="381129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74" name="Oval 673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TextBox 675"/>
          <p:cNvSpPr txBox="1"/>
          <p:nvPr/>
        </p:nvSpPr>
        <p:spPr>
          <a:xfrm>
            <a:off x="2861071" y="306170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77" name="Oval 676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3767299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0" name="Oval 679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4669125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3" name="Oval 682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TextBox 684"/>
          <p:cNvSpPr txBox="1"/>
          <p:nvPr/>
        </p:nvSpPr>
        <p:spPr>
          <a:xfrm>
            <a:off x="4669125" y="3047043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86" name="Oval 685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TextBox 687"/>
          <p:cNvSpPr txBox="1"/>
          <p:nvPr/>
        </p:nvSpPr>
        <p:spPr>
          <a:xfrm>
            <a:off x="2861071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89" name="Oval 688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TextBox 690"/>
          <p:cNvSpPr txBox="1"/>
          <p:nvPr/>
        </p:nvSpPr>
        <p:spPr>
          <a:xfrm>
            <a:off x="6686963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2" name="Oval 691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TextBox 693"/>
          <p:cNvSpPr txBox="1"/>
          <p:nvPr/>
        </p:nvSpPr>
        <p:spPr>
          <a:xfrm>
            <a:off x="5780738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95" name="Oval 694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TextBox 696"/>
          <p:cNvSpPr txBox="1"/>
          <p:nvPr/>
        </p:nvSpPr>
        <p:spPr>
          <a:xfrm>
            <a:off x="5799034" y="2910757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98" name="Oval 697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TextBox 699"/>
          <p:cNvSpPr txBox="1"/>
          <p:nvPr/>
        </p:nvSpPr>
        <p:spPr>
          <a:xfrm>
            <a:off x="5780738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1" name="Oval 700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TextBox 702"/>
          <p:cNvSpPr txBox="1"/>
          <p:nvPr/>
        </p:nvSpPr>
        <p:spPr>
          <a:xfrm>
            <a:off x="6686963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4" name="Oval 703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7588792" y="2259216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707" name="Oval 706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TextBox 708"/>
          <p:cNvSpPr txBox="1"/>
          <p:nvPr/>
        </p:nvSpPr>
        <p:spPr>
          <a:xfrm>
            <a:off x="7607088" y="2959749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0" name="Oval 709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7588792" y="3616151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713" name="Oval 712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3969884" y="4955238"/>
            <a:ext cx="161302" cy="12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716" name="Oval 715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7" name="Connector 716"/>
          <p:cNvCxnSpPr/>
          <p:nvPr/>
        </p:nvCxnSpPr>
        <p:spPr>
          <a:xfrm flipV="1">
            <a:off x="2329663" y="4373220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" name="Connector 717"/>
          <p:cNvCxnSpPr/>
          <p:nvPr/>
        </p:nvCxnSpPr>
        <p:spPr>
          <a:xfrm>
            <a:off x="2439159" y="437322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9" name="Connector 718"/>
          <p:cNvCxnSpPr/>
          <p:nvPr/>
        </p:nvCxnSpPr>
        <p:spPr>
          <a:xfrm>
            <a:off x="2419450" y="4392929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0" name="Connector 719"/>
          <p:cNvCxnSpPr/>
          <p:nvPr/>
        </p:nvCxnSpPr>
        <p:spPr>
          <a:xfrm>
            <a:off x="2399740" y="4412639"/>
            <a:ext cx="27374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2380031" y="443234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 flipH="1">
            <a:off x="2247541" y="448271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3" name="Connector 722"/>
          <p:cNvCxnSpPr/>
          <p:nvPr/>
        </p:nvCxnSpPr>
        <p:spPr>
          <a:xfrm flipH="1" flipV="1">
            <a:off x="2220167" y="453746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4" name="TextBox 723"/>
          <p:cNvSpPr txBox="1"/>
          <p:nvPr/>
        </p:nvSpPr>
        <p:spPr>
          <a:xfrm>
            <a:off x="2455289" y="424417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725" name="Oval 724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6" name="Connector 725"/>
          <p:cNvCxnSpPr/>
          <p:nvPr/>
        </p:nvCxnSpPr>
        <p:spPr>
          <a:xfrm flipV="1">
            <a:off x="3293557" y="4796393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7" name="Connector 726"/>
          <p:cNvCxnSpPr/>
          <p:nvPr/>
        </p:nvCxnSpPr>
        <p:spPr>
          <a:xfrm>
            <a:off x="3403053" y="479639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8" name="Connector 727"/>
          <p:cNvCxnSpPr/>
          <p:nvPr/>
        </p:nvCxnSpPr>
        <p:spPr>
          <a:xfrm>
            <a:off x="3383344" y="481610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9" name="TextBox 728"/>
          <p:cNvSpPr txBox="1"/>
          <p:nvPr/>
        </p:nvSpPr>
        <p:spPr>
          <a:xfrm>
            <a:off x="3419183" y="466735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730" name="Oval 729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1" name="Connector 730"/>
          <p:cNvCxnSpPr/>
          <p:nvPr/>
        </p:nvCxnSpPr>
        <p:spPr>
          <a:xfrm flipV="1">
            <a:off x="5158653" y="3879518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2" name="Connector 731"/>
          <p:cNvCxnSpPr/>
          <p:nvPr/>
        </p:nvCxnSpPr>
        <p:spPr>
          <a:xfrm>
            <a:off x="5268149" y="387951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3" name="Connector 732"/>
          <p:cNvCxnSpPr/>
          <p:nvPr/>
        </p:nvCxnSpPr>
        <p:spPr>
          <a:xfrm>
            <a:off x="5248440" y="389922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4" name="Connector 733"/>
          <p:cNvCxnSpPr/>
          <p:nvPr/>
        </p:nvCxnSpPr>
        <p:spPr>
          <a:xfrm>
            <a:off x="5228731" y="3918937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H="1">
            <a:off x="5076531" y="3989014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6" name="Connector 735"/>
          <p:cNvCxnSpPr/>
          <p:nvPr/>
        </p:nvCxnSpPr>
        <p:spPr>
          <a:xfrm flipH="1" flipV="1">
            <a:off x="5049158" y="4043762"/>
            <a:ext cx="27373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TextBox 736"/>
          <p:cNvSpPr txBox="1"/>
          <p:nvPr/>
        </p:nvSpPr>
        <p:spPr>
          <a:xfrm>
            <a:off x="5284279" y="37504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738" name="Oval 737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Connector 738"/>
          <p:cNvCxnSpPr/>
          <p:nvPr/>
        </p:nvCxnSpPr>
        <p:spPr>
          <a:xfrm flipV="1">
            <a:off x="5385913" y="4522114"/>
            <a:ext cx="109496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Connector 739"/>
          <p:cNvCxnSpPr/>
          <p:nvPr/>
        </p:nvCxnSpPr>
        <p:spPr>
          <a:xfrm>
            <a:off x="5495409" y="4522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1" name="Connector 740"/>
          <p:cNvCxnSpPr/>
          <p:nvPr/>
        </p:nvCxnSpPr>
        <p:spPr>
          <a:xfrm>
            <a:off x="5475700" y="4541824"/>
            <a:ext cx="27373" cy="273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2" name="Connector 741"/>
          <p:cNvCxnSpPr/>
          <p:nvPr/>
        </p:nvCxnSpPr>
        <p:spPr>
          <a:xfrm>
            <a:off x="5455990" y="456153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3" name="Connector 742"/>
          <p:cNvCxnSpPr/>
          <p:nvPr/>
        </p:nvCxnSpPr>
        <p:spPr>
          <a:xfrm>
            <a:off x="5436281" y="4581242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Connector 743"/>
          <p:cNvCxnSpPr/>
          <p:nvPr/>
        </p:nvCxnSpPr>
        <p:spPr>
          <a:xfrm flipH="1">
            <a:off x="5303791" y="4631610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5" name="Connector 744"/>
          <p:cNvCxnSpPr/>
          <p:nvPr/>
        </p:nvCxnSpPr>
        <p:spPr>
          <a:xfrm flipH="1" flipV="1">
            <a:off x="5276417" y="4686358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6" name="TextBox 745"/>
          <p:cNvSpPr txBox="1"/>
          <p:nvPr/>
        </p:nvSpPr>
        <p:spPr>
          <a:xfrm>
            <a:off x="5511539" y="4393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747" name="Oval 746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 flipV="1">
            <a:off x="5511298" y="4145960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>
            <a:off x="5620793" y="414596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0" name="Connector 749"/>
          <p:cNvCxnSpPr/>
          <p:nvPr/>
        </p:nvCxnSpPr>
        <p:spPr>
          <a:xfrm>
            <a:off x="5601084" y="416567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1" name="Connector 750"/>
          <p:cNvCxnSpPr/>
          <p:nvPr/>
        </p:nvCxnSpPr>
        <p:spPr>
          <a:xfrm>
            <a:off x="5581375" y="418537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2" name="Connector 751"/>
          <p:cNvCxnSpPr/>
          <p:nvPr/>
        </p:nvCxnSpPr>
        <p:spPr>
          <a:xfrm flipH="1">
            <a:off x="5429176" y="4255456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H="1" flipV="1">
            <a:off x="5401802" y="431020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5636924" y="40169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755" name="Oval 754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6" name="Connector 755"/>
          <p:cNvCxnSpPr/>
          <p:nvPr/>
        </p:nvCxnSpPr>
        <p:spPr>
          <a:xfrm flipV="1">
            <a:off x="5511298" y="5337114"/>
            <a:ext cx="109495" cy="10949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Connector 756"/>
          <p:cNvCxnSpPr/>
          <p:nvPr/>
        </p:nvCxnSpPr>
        <p:spPr>
          <a:xfrm>
            <a:off x="5620793" y="5337114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TextBox 757"/>
          <p:cNvSpPr txBox="1"/>
          <p:nvPr/>
        </p:nvSpPr>
        <p:spPr>
          <a:xfrm>
            <a:off x="5636924" y="520807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759" name="Oval 758"/>
          <p:cNvSpPr/>
          <p:nvPr/>
        </p:nvSpPr>
        <p:spPr>
          <a:xfrm>
            <a:off x="7833225" y="305094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0" name="Connector 759"/>
          <p:cNvCxnSpPr/>
          <p:nvPr/>
        </p:nvCxnSpPr>
        <p:spPr>
          <a:xfrm flipV="1">
            <a:off x="7862259" y="2970480"/>
            <a:ext cx="109496" cy="1094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1" name="Connector 760"/>
          <p:cNvCxnSpPr/>
          <p:nvPr/>
        </p:nvCxnSpPr>
        <p:spPr>
          <a:xfrm>
            <a:off x="7971755" y="2970480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2" name="Connector 761"/>
          <p:cNvCxnSpPr/>
          <p:nvPr/>
        </p:nvCxnSpPr>
        <p:spPr>
          <a:xfrm>
            <a:off x="7952046" y="2990189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3" name="Connector 762"/>
          <p:cNvCxnSpPr/>
          <p:nvPr/>
        </p:nvCxnSpPr>
        <p:spPr>
          <a:xfrm flipH="1">
            <a:off x="7780137" y="3079975"/>
            <a:ext cx="82122" cy="821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 flipH="1" flipV="1">
            <a:off x="7752763" y="3134723"/>
            <a:ext cx="27374" cy="2737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5" name="TextBox 764"/>
          <p:cNvSpPr txBox="1"/>
          <p:nvPr/>
        </p:nvSpPr>
        <p:spPr>
          <a:xfrm>
            <a:off x="7987885" y="284143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cxnSp>
        <p:nvCxnSpPr>
          <p:cNvPr id="766" name="Connector 765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7" name="Oval 766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8" name="Connector 767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9" name="Connector 768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0" name="TextBox 769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门厅 · 前门内侧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门厅 · 前储物间旁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起居室侧 · 拱门旁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楼梯口 · 拱门旁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G07 区侧 · 拱门旁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楼梯底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G07 区东侧 · 卫生间走道口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8710000" y="29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MK  前储物间门控开关 → b（与 S2 键 2 并联）</a:t>
            </a:r>
          </a:p>
        </p:txBody>
      </p:sp>
      <p:sp>
        <p:nvSpPr>
          <p:cNvPr id="787" name="Rectangle 786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TextBox 788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一层照明平面放大图（G15 区 · 卫生间 · 储物间）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电施-04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 flipV="1">
            <a:off x="3600400" y="3182841"/>
            <a:ext cx="0" cy="84366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H="1">
            <a:off x="3595890" y="3182841"/>
            <a:ext cx="451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95890" y="3182841"/>
            <a:ext cx="8417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437630" y="3182841"/>
            <a:ext cx="97001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407647" y="3182841"/>
            <a:ext cx="0" cy="1393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5435543" y="3994283"/>
            <a:ext cx="0" cy="948855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H="1">
            <a:off x="4455541" y="4943138"/>
            <a:ext cx="9800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4455541" y="4926790"/>
            <a:ext cx="0" cy="163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 flipH="1">
            <a:off x="3585339" y="4926790"/>
            <a:ext cx="87020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3585339" y="4914538"/>
            <a:ext cx="0" cy="1225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4918333" y="5167760"/>
            <a:ext cx="210541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7023750" y="4412187"/>
            <a:ext cx="0" cy="75557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H="1">
            <a:off x="2931770" y="5167760"/>
            <a:ext cx="19865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2931770" y="3342500"/>
            <a:ext cx="0" cy="18252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5031917" y="5237658"/>
            <a:ext cx="18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WL2 引自 AL1</a:t>
            </a:r>
          </a:p>
        </p:txBody>
      </p:sp>
      <p:cxnSp>
        <p:nvCxnSpPr>
          <p:cNvPr id="578" name="Connector 577"/>
          <p:cNvCxnSpPr/>
          <p:nvPr/>
        </p:nvCxnSpPr>
        <p:spPr>
          <a:xfrm flipV="1">
            <a:off x="4918333" y="4023697"/>
            <a:ext cx="0" cy="11440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Connector 578"/>
          <p:cNvCxnSpPr/>
          <p:nvPr/>
        </p:nvCxnSpPr>
        <p:spPr>
          <a:xfrm flipH="1">
            <a:off x="4451986" y="4023697"/>
            <a:ext cx="46634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 flipV="1">
            <a:off x="4918333" y="3512225"/>
            <a:ext cx="0" cy="165553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918333" y="3512225"/>
            <a:ext cx="202227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>
            <a:off x="3600400" y="5167760"/>
            <a:ext cx="131793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3600400" y="4026503"/>
            <a:ext cx="0" cy="11412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H="1">
            <a:off x="4455541" y="5167760"/>
            <a:ext cx="46279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 flipV="1">
            <a:off x="4455541" y="4926790"/>
            <a:ext cx="0" cy="24097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2931770" y="3342500"/>
            <a:ext cx="152021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4451986" y="3342500"/>
            <a:ext cx="0" cy="68119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2931770" y="3342500"/>
            <a:ext cx="0" cy="169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2931770" y="3512225"/>
            <a:ext cx="40088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 flipV="1">
            <a:off x="2931770" y="3182841"/>
            <a:ext cx="0" cy="15965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2931770" y="3182841"/>
            <a:ext cx="66412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2931770" y="3342500"/>
            <a:ext cx="0" cy="15720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2931770" y="4914538"/>
            <a:ext cx="6535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7023750" y="4412187"/>
            <a:ext cx="1922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7215988" y="4412187"/>
            <a:ext cx="0" cy="6500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>
            <a:off x="3914535" y="4294159"/>
            <a:ext cx="111107" cy="470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>
            <a:off x="3892016" y="4273469"/>
            <a:ext cx="111108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3869498" y="425277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>
            <a:off x="3846980" y="423208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>
            <a:off x="3824461" y="4211399"/>
            <a:ext cx="111107" cy="4702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TextBox 601"/>
          <p:cNvSpPr txBox="1"/>
          <p:nvPr/>
        </p:nvSpPr>
        <p:spPr>
          <a:xfrm>
            <a:off x="3977475" y="4115334"/>
            <a:ext cx="262116" cy="122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9</a:t>
            </a:r>
          </a:p>
        </p:txBody>
      </p:sp>
      <p:sp>
        <p:nvSpPr>
          <p:cNvPr id="603" name="Oval 602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6" name="TextBox 605"/>
          <p:cNvSpPr txBox="1"/>
          <p:nvPr/>
        </p:nvSpPr>
        <p:spPr>
          <a:xfrm>
            <a:off x="4548096" y="3822741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607" name="Oval 606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TextBox 609"/>
          <p:cNvSpPr txBox="1"/>
          <p:nvPr/>
        </p:nvSpPr>
        <p:spPr>
          <a:xfrm>
            <a:off x="7036715" y="3311269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611" name="Oval 610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551651" y="472583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4" name="Oval 613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TextBox 615"/>
          <p:cNvSpPr txBox="1"/>
          <p:nvPr/>
        </p:nvSpPr>
        <p:spPr>
          <a:xfrm>
            <a:off x="3681448" y="47135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17" name="Oval 616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3696509" y="382554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0" name="Oval 619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69199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3" name="Oval 622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33739" y="2981885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6" name="Oval 625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503757" y="299582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629" name="Oval 628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531653" y="3793327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2" name="Oval 631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531653" y="4742182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635" name="Oval 634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TextBox 636"/>
          <p:cNvSpPr txBox="1"/>
          <p:nvPr/>
        </p:nvSpPr>
        <p:spPr>
          <a:xfrm>
            <a:off x="7312097" y="4861324"/>
            <a:ext cx="174744" cy="131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638" name="Oval 637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 flipV="1">
            <a:off x="4918333" y="5049139"/>
            <a:ext cx="118620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5036953" y="5049139"/>
            <a:ext cx="29655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5015602" y="507049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4994250" y="5091843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3" name="Connector 642"/>
          <p:cNvCxnSpPr/>
          <p:nvPr/>
        </p:nvCxnSpPr>
        <p:spPr>
          <a:xfrm>
            <a:off x="4972898" y="5113195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 flipH="1">
            <a:off x="4829367" y="5167760"/>
            <a:ext cx="88966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 flipH="1" flipV="1">
            <a:off x="4799712" y="522707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TextBox 645"/>
          <p:cNvSpPr txBox="1"/>
          <p:nvPr/>
        </p:nvSpPr>
        <p:spPr>
          <a:xfrm>
            <a:off x="5054428" y="49093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47" name="Oval 64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8" name="Connector 647"/>
          <p:cNvCxnSpPr/>
          <p:nvPr/>
        </p:nvCxnSpPr>
        <p:spPr>
          <a:xfrm flipV="1">
            <a:off x="2931770" y="3223879"/>
            <a:ext cx="118621" cy="1186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9" name="Connector 648"/>
          <p:cNvCxnSpPr/>
          <p:nvPr/>
        </p:nvCxnSpPr>
        <p:spPr>
          <a:xfrm>
            <a:off x="3050391" y="3223879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3029039" y="3245231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3007687" y="3266582"/>
            <a:ext cx="29656" cy="2965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2986336" y="3287934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 flipH="1">
            <a:off x="2842805" y="3342500"/>
            <a:ext cx="88965" cy="8896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 flipH="1" flipV="1">
            <a:off x="2813150" y="3401810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3067865" y="30840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56" name="Oval 655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7023750" y="4293567"/>
            <a:ext cx="118620" cy="1186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7142370" y="4293567"/>
            <a:ext cx="29655" cy="2965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7159844" y="415377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G15 区南门旁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G15 区 · 储物间门旁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卫生间门外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67" name="Rectangle 666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Rectangle 667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TextBox 668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TextBox 54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一层照明平面放大图（厨房 · 洗衣房 · 后花园）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电施-05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TextBox 55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559" name="Connector 55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TextBox 55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562" name="Connector 56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Connector 562"/>
          <p:cNvCxnSpPr/>
          <p:nvPr/>
        </p:nvCxnSpPr>
        <p:spPr>
          <a:xfrm>
            <a:off x="3677151" y="4318219"/>
            <a:ext cx="159368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>
            <a:off x="2404240" y="1302782"/>
            <a:ext cx="114813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3552378" y="1302782"/>
            <a:ext cx="105674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4609123" y="1302782"/>
            <a:ext cx="59977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5208897" y="1302782"/>
            <a:ext cx="0" cy="2891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981736" y="5123684"/>
            <a:ext cx="369979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5681526" y="5123684"/>
            <a:ext cx="0" cy="1221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1176910" y="5123684"/>
            <a:ext cx="0" cy="98905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76910" y="5123684"/>
            <a:ext cx="80482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TextBox 571"/>
          <p:cNvSpPr txBox="1"/>
          <p:nvPr/>
        </p:nvSpPr>
        <p:spPr>
          <a:xfrm>
            <a:off x="-655039" y="578286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WL6  BV-3×2.5 PC20 WC/CC</a:t>
            </a:r>
          </a:p>
        </p:txBody>
      </p:sp>
      <p:cxnSp>
        <p:nvCxnSpPr>
          <p:cNvPr id="573" name="Connector 572"/>
          <p:cNvCxnSpPr/>
          <p:nvPr/>
        </p:nvCxnSpPr>
        <p:spPr>
          <a:xfrm>
            <a:off x="1597105" y="1588736"/>
            <a:ext cx="0" cy="30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597105" y="4629157"/>
            <a:ext cx="147747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3074578" y="4629157"/>
            <a:ext cx="3101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6176052" y="4629157"/>
            <a:ext cx="0" cy="506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214610" y="6112736"/>
            <a:ext cx="185996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074578" y="4629157"/>
            <a:ext cx="0" cy="148357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-655039" y="5688610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WL3  BV-3×2.5 PC20 WC/CC</a:t>
            </a:r>
          </a:p>
        </p:txBody>
      </p:sp>
      <p:cxnSp>
        <p:nvCxnSpPr>
          <p:cNvPr id="580" name="Connector 579"/>
          <p:cNvCxnSpPr/>
          <p:nvPr/>
        </p:nvCxnSpPr>
        <p:spPr>
          <a:xfrm>
            <a:off x="1597105" y="1588736"/>
            <a:ext cx="0" cy="272948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1597105" y="4318219"/>
            <a:ext cx="208004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>
            <a:off x="1597105" y="1588736"/>
            <a:ext cx="80713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582"/>
          <p:cNvCxnSpPr/>
          <p:nvPr/>
        </p:nvCxnSpPr>
        <p:spPr>
          <a:xfrm flipV="1">
            <a:off x="2404240" y="1302782"/>
            <a:ext cx="0" cy="28595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 flipV="1">
            <a:off x="3074578" y="4318219"/>
            <a:ext cx="0" cy="31093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 584"/>
          <p:cNvCxnSpPr/>
          <p:nvPr/>
        </p:nvCxnSpPr>
        <p:spPr>
          <a:xfrm>
            <a:off x="3074578" y="4318219"/>
            <a:ext cx="602573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 flipV="1">
            <a:off x="3074578" y="1302782"/>
            <a:ext cx="0" cy="332637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074578" y="1302782"/>
            <a:ext cx="47780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>
            <a:off x="1981736" y="5123684"/>
            <a:ext cx="0" cy="16895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>
            <a:off x="1981736" y="5292641"/>
            <a:ext cx="113922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1981736" y="5123684"/>
            <a:ext cx="28815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Connector 590"/>
          <p:cNvCxnSpPr/>
          <p:nvPr/>
        </p:nvCxnSpPr>
        <p:spPr>
          <a:xfrm>
            <a:off x="4863313" y="5123684"/>
            <a:ext cx="0" cy="1364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5681526" y="5135894"/>
            <a:ext cx="0" cy="49383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5681526" y="5629725"/>
            <a:ext cx="24024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6176052" y="5135894"/>
            <a:ext cx="52107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6697128" y="5135894"/>
            <a:ext cx="0" cy="22736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H="1" flipV="1">
            <a:off x="1597105" y="1588736"/>
            <a:ext cx="1477473" cy="3040421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 flipH="1" flipV="1">
            <a:off x="2317276" y="313543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 flipH="1" flipV="1">
            <a:off x="2307664" y="311565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 flipV="1">
            <a:off x="2298052" y="309587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288440" y="307609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 flipH="1" flipV="1">
            <a:off x="2278828" y="3056314"/>
            <a:ext cx="75579" cy="2614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Rectangle 601"/>
          <p:cNvSpPr/>
          <p:nvPr/>
        </p:nvSpPr>
        <p:spPr>
          <a:xfrm>
            <a:off x="1026110" y="6057443"/>
            <a:ext cx="226200" cy="11058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1026110" y="6057443"/>
            <a:ext cx="226200" cy="110587"/>
          </a:xfrm>
          <a:custGeom>
            <a:avLst/>
            <a:gdLst/>
            <a:ahLst/>
            <a:cxnLst/>
            <a:rect l="l" t="t" r="r" b="b"/>
            <a:pathLst>
              <a:path w="226200" h="110587">
                <a:moveTo>
                  <a:pt x="0" y="110587"/>
                </a:moveTo>
                <a:lnTo>
                  <a:pt x="226200" y="0"/>
                </a:lnTo>
                <a:lnTo>
                  <a:pt x="226200" y="110587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988410" y="6178083"/>
            <a:ext cx="301600" cy="9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>AL1</a:t>
            </a:r>
          </a:p>
        </p:txBody>
      </p:sp>
      <p:sp>
        <p:nvSpPr>
          <p:cNvPr id="604" name="Oval 603"/>
          <p:cNvSpPr/>
          <p:nvPr/>
        </p:nvSpPr>
        <p:spPr>
          <a:xfrm>
            <a:off x="6628011" y="5294140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6628011" y="5363257"/>
            <a:ext cx="138234" cy="69117"/>
          </a:xfrm>
          <a:custGeom>
            <a:avLst/>
            <a:gdLst/>
            <a:ahLst/>
            <a:cxnLst/>
            <a:rect l="l" t="t" r="r" b="b"/>
            <a:pathLst>
              <a:path w="138234" h="69117">
                <a:moveTo>
                  <a:pt x="138234" y="0"/>
                </a:moveTo>
                <a:lnTo>
                  <a:pt x="136906" y="13484"/>
                </a:lnTo>
                <a:lnTo>
                  <a:pt x="132972" y="26450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7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50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TextBox 604"/>
          <p:cNvSpPr txBox="1"/>
          <p:nvPr/>
        </p:nvSpPr>
        <p:spPr>
          <a:xfrm>
            <a:off x="6766245" y="5218740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606" name="Oval 605"/>
          <p:cNvSpPr/>
          <p:nvPr/>
        </p:nvSpPr>
        <p:spPr>
          <a:xfrm>
            <a:off x="3608035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08035" y="4318219"/>
            <a:ext cx="138233" cy="69116"/>
          </a:xfrm>
          <a:custGeom>
            <a:avLst/>
            <a:gdLst/>
            <a:ahLst/>
            <a:cxnLst/>
            <a:rect l="l" t="t" r="r" b="b"/>
            <a:pathLst>
              <a:path w="138233" h="69116">
                <a:moveTo>
                  <a:pt x="138233" y="0"/>
                </a:moveTo>
                <a:lnTo>
                  <a:pt x="136905" y="13484"/>
                </a:lnTo>
                <a:lnTo>
                  <a:pt x="132972" y="26449"/>
                </a:lnTo>
                <a:lnTo>
                  <a:pt x="126585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6" y="63855"/>
                </a:lnTo>
                <a:lnTo>
                  <a:pt x="82601" y="67788"/>
                </a:lnTo>
                <a:lnTo>
                  <a:pt x="69116" y="69116"/>
                </a:lnTo>
                <a:lnTo>
                  <a:pt x="55632" y="67788"/>
                </a:lnTo>
                <a:lnTo>
                  <a:pt x="42667" y="63855"/>
                </a:lnTo>
                <a:lnTo>
                  <a:pt x="30717" y="57468"/>
                </a:lnTo>
                <a:lnTo>
                  <a:pt x="20243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746268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08" name="Oval 607"/>
          <p:cNvSpPr/>
          <p:nvPr/>
        </p:nvSpPr>
        <p:spPr>
          <a:xfrm>
            <a:off x="5201719" y="4249102"/>
            <a:ext cx="138233" cy="1382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5201719" y="4318219"/>
            <a:ext cx="138234" cy="69116"/>
          </a:xfrm>
          <a:custGeom>
            <a:avLst/>
            <a:gdLst/>
            <a:ahLst/>
            <a:cxnLst/>
            <a:rect l="l" t="t" r="r" b="b"/>
            <a:pathLst>
              <a:path w="138234" h="69116">
                <a:moveTo>
                  <a:pt x="138234" y="0"/>
                </a:moveTo>
                <a:lnTo>
                  <a:pt x="136906" y="13484"/>
                </a:lnTo>
                <a:lnTo>
                  <a:pt x="132973" y="26449"/>
                </a:lnTo>
                <a:lnTo>
                  <a:pt x="126586" y="38399"/>
                </a:lnTo>
                <a:lnTo>
                  <a:pt x="117990" y="48873"/>
                </a:lnTo>
                <a:lnTo>
                  <a:pt x="107516" y="57468"/>
                </a:lnTo>
                <a:lnTo>
                  <a:pt x="95567" y="63855"/>
                </a:lnTo>
                <a:lnTo>
                  <a:pt x="82601" y="67788"/>
                </a:lnTo>
                <a:lnTo>
                  <a:pt x="69117" y="69116"/>
                </a:lnTo>
                <a:lnTo>
                  <a:pt x="55633" y="67788"/>
                </a:lnTo>
                <a:lnTo>
                  <a:pt x="42667" y="63855"/>
                </a:lnTo>
                <a:lnTo>
                  <a:pt x="30718" y="57468"/>
                </a:lnTo>
                <a:lnTo>
                  <a:pt x="20244" y="48873"/>
                </a:lnTo>
                <a:lnTo>
                  <a:pt x="11648" y="38399"/>
                </a:lnTo>
                <a:lnTo>
                  <a:pt x="5261" y="26449"/>
                </a:lnTo>
                <a:lnTo>
                  <a:pt x="1328" y="13484"/>
                </a:lnTo>
                <a:lnTo>
                  <a:pt x="0" y="0"/>
                </a:lnTo>
                <a:lnTo>
                  <a:pt x="1382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5339953" y="4173701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610" name="Oval 60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1" name="Connector 61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TextBox 612"/>
          <p:cNvSpPr txBox="1"/>
          <p:nvPr/>
        </p:nvSpPr>
        <p:spPr>
          <a:xfrm>
            <a:off x="4932430" y="5115633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614" name="Oval 61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5" name="Connector 61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6" name="Connector 61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TextBox 616"/>
          <p:cNvSpPr txBox="1"/>
          <p:nvPr/>
        </p:nvSpPr>
        <p:spPr>
          <a:xfrm>
            <a:off x="3190078" y="5148124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618" name="Oval 61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5990888" y="5485208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621" name="Oval 62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2473357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3" name="Oval 62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3621495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5" name="Oval 62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TextBox 625"/>
          <p:cNvSpPr txBox="1"/>
          <p:nvPr/>
        </p:nvSpPr>
        <p:spPr>
          <a:xfrm>
            <a:off x="4678239" y="1158265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7" name="Oval 62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5278014" y="1161156"/>
            <a:ext cx="125667" cy="94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629" name="Oval 628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0" name="Connector 629"/>
          <p:cNvCxnSpPr/>
          <p:nvPr/>
        </p:nvCxnSpPr>
        <p:spPr>
          <a:xfrm flipV="1">
            <a:off x="1597105" y="1503431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1" name="Connector 630"/>
          <p:cNvCxnSpPr/>
          <p:nvPr/>
        </p:nvCxnSpPr>
        <p:spPr>
          <a:xfrm>
            <a:off x="1682410" y="1503431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1667055" y="1518786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1533126" y="1588736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1511799" y="1631389"/>
            <a:ext cx="21327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1694977" y="14028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6" name="Oval 635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3074578" y="4543852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3159884" y="4543852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9" name="Connector 638"/>
          <p:cNvCxnSpPr/>
          <p:nvPr/>
        </p:nvCxnSpPr>
        <p:spPr>
          <a:xfrm>
            <a:off x="3144529" y="4559207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H="1">
            <a:off x="3010599" y="4629157"/>
            <a:ext cx="63979" cy="6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 flipH="1" flipV="1">
            <a:off x="2989273" y="4671810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TextBox 641"/>
          <p:cNvSpPr txBox="1"/>
          <p:nvPr/>
        </p:nvSpPr>
        <p:spPr>
          <a:xfrm>
            <a:off x="3172451" y="444331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43" name="Oval 642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4" name="Connector 643"/>
          <p:cNvCxnSpPr/>
          <p:nvPr/>
        </p:nvCxnSpPr>
        <p:spPr>
          <a:xfrm flipV="1">
            <a:off x="1981736" y="5038378"/>
            <a:ext cx="85306" cy="853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067042" y="5038378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051687" y="5053733"/>
            <a:ext cx="21326" cy="2132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TextBox 646"/>
          <p:cNvSpPr txBox="1"/>
          <p:nvPr/>
        </p:nvSpPr>
        <p:spPr>
          <a:xfrm>
            <a:off x="2079609" y="493784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8" name="Oval 647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5681526" y="5050589"/>
            <a:ext cx="85305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5766831" y="5050589"/>
            <a:ext cx="21327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1" name="TextBox 650"/>
          <p:cNvSpPr txBox="1"/>
          <p:nvPr/>
        </p:nvSpPr>
        <p:spPr>
          <a:xfrm>
            <a:off x="5779398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52" name="Oval 651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3" name="Connector 652"/>
          <p:cNvCxnSpPr/>
          <p:nvPr/>
        </p:nvCxnSpPr>
        <p:spPr>
          <a:xfrm flipV="1">
            <a:off x="6176052" y="5050589"/>
            <a:ext cx="85306" cy="853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Connector 653"/>
          <p:cNvCxnSpPr/>
          <p:nvPr/>
        </p:nvCxnSpPr>
        <p:spPr>
          <a:xfrm>
            <a:off x="6261358" y="5050589"/>
            <a:ext cx="21326" cy="213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5" name="TextBox 654"/>
          <p:cNvSpPr txBox="1"/>
          <p:nvPr/>
        </p:nvSpPr>
        <p:spPr>
          <a:xfrm>
            <a:off x="6273924" y="495005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56" name="Rectangle 655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TextBox 656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58" name="Rectangle 657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TextBox 658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0" name="Rectangle 659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TextBox 660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2" name="Rectangle 661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TextBox 662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4" name="Rectangle 663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TextBox 664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G15 区 · 通后花园门旁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厨房后门旁（吧台区）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厨房入口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洗衣房门旁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洗衣房后门旁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77" name="Rectangle 676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TextBox 678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621426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一层前厅照明（门廊 / 门厅 / 起居室 / G07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a b c d e f g h i n）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278571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168571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278571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1948571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088571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128571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一层侧厅照明（G15 区 / 卫生间）+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11 盏（一层，字母 j k l m o）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2807142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2697142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2807142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477142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617142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2657142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WL6  一层厨房照明（厨房 / 吧台区 / 洗衣房）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 盏（一层，字母 r s t）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335713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225713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335713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005713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145713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185713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p q u）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3864284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00000" y="3754284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00000" y="3864284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0000" y="3534284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000" y="3674284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000" y="3714284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二层西区照明（主卧 / 盥洗室 / 西卫 / 衣帽间 / 卧室2）+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9 盏（二层，字母 见二层图）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000000" y="4392855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900000" y="4282855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00000" y="4392855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900000" y="4062855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50000" y="4202855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000" y="4242855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WL5  二层东区照明（走廊 / 北卫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盏（二层，字母 见二层图）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000000" y="4921426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000000" y="4771426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回路划分按区域，每区一个断路器（一层前厅 / 侧厅 / 厨房 / 户外，二层西区 / 东区），单回路灯具数量与功率均在 C16 允许范围内（灯具多为 LED）。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WL5，一层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WL4、WL5 沿楼梯井暗管引上至二层。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住宅改造（一层）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电施-07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E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三位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四位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前储物间门框锁侧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门控开关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前储物间筒灯（与 S2 键 2 并联）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451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S2-2，MK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S1-2，S4-2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S1-3，S4-3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S1-4，S4-4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S5-1，S3-1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S5-2，S3-2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S5-3，S3-3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S8-2，S9-2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S8-3，S9-3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S8-4，S9-4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S7-1，S11-1，S12-1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S7-2，S11-2，S12-2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