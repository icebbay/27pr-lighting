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603508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617008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67145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58622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67008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710193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710193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98410" cy="757783"/>
          </a:xfrm>
          <a:custGeom>
            <a:avLst/>
            <a:gdLst/>
            <a:ahLst/>
            <a:cxnLst/>
            <a:rect l="l" t="t" r="r" b="b"/>
            <a:pathLst>
              <a:path w="1598410" h="757783">
                <a:moveTo>
                  <a:pt x="1598410" y="0"/>
                </a:moveTo>
                <a:lnTo>
                  <a:pt x="1480749" y="9899"/>
                </a:lnTo>
                <a:lnTo>
                  <a:pt x="1365456" y="24793"/>
                </a:lnTo>
                <a:lnTo>
                  <a:pt x="1252530" y="44681"/>
                </a:lnTo>
                <a:lnTo>
                  <a:pt x="1141974" y="69565"/>
                </a:lnTo>
                <a:lnTo>
                  <a:pt x="1033785" y="99444"/>
                </a:lnTo>
                <a:lnTo>
                  <a:pt x="927964" y="134318"/>
                </a:lnTo>
                <a:lnTo>
                  <a:pt x="824511" y="174187"/>
                </a:lnTo>
                <a:lnTo>
                  <a:pt x="723426" y="219050"/>
                </a:lnTo>
                <a:lnTo>
                  <a:pt x="624710" y="268909"/>
                </a:lnTo>
                <a:lnTo>
                  <a:pt x="528361" y="323763"/>
                </a:lnTo>
                <a:lnTo>
                  <a:pt x="434381" y="383612"/>
                </a:lnTo>
                <a:lnTo>
                  <a:pt x="342769" y="448456"/>
                </a:lnTo>
                <a:lnTo>
                  <a:pt x="253524" y="518295"/>
                </a:lnTo>
                <a:lnTo>
                  <a:pt x="166648" y="593129"/>
                </a:lnTo>
                <a:lnTo>
                  <a:pt x="82140" y="672959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501357" cy="1067036"/>
          </a:xfrm>
          <a:custGeom>
            <a:avLst/>
            <a:gdLst/>
            <a:ahLst/>
            <a:cxnLst/>
            <a:rect l="l" t="t" r="r" b="b"/>
            <a:pathLst>
              <a:path w="501357" h="1067036">
                <a:moveTo>
                  <a:pt x="501357" y="0"/>
                </a:moveTo>
                <a:lnTo>
                  <a:pt x="445013" y="54939"/>
                </a:lnTo>
                <a:lnTo>
                  <a:pt x="392004" y="111445"/>
                </a:lnTo>
                <a:lnTo>
                  <a:pt x="342330" y="169518"/>
                </a:lnTo>
                <a:lnTo>
                  <a:pt x="295990" y="229157"/>
                </a:lnTo>
                <a:lnTo>
                  <a:pt x="252984" y="290364"/>
                </a:lnTo>
                <a:lnTo>
                  <a:pt x="213313" y="353136"/>
                </a:lnTo>
                <a:lnTo>
                  <a:pt x="176977" y="417476"/>
                </a:lnTo>
                <a:lnTo>
                  <a:pt x="143975" y="483382"/>
                </a:lnTo>
                <a:lnTo>
                  <a:pt x="114307" y="550856"/>
                </a:lnTo>
                <a:lnTo>
                  <a:pt x="87974" y="619895"/>
                </a:lnTo>
                <a:lnTo>
                  <a:pt x="64976" y="690502"/>
                </a:lnTo>
                <a:lnTo>
                  <a:pt x="45311" y="762675"/>
                </a:lnTo>
                <a:lnTo>
                  <a:pt x="28982" y="836415"/>
                </a:lnTo>
                <a:lnTo>
                  <a:pt x="15987" y="911722"/>
                </a:lnTo>
                <a:lnTo>
                  <a:pt x="6326" y="988596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312396" y="457445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406858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90800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420989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420989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门旁（新门西侧短墙，锁侧）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