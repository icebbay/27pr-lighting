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一层前区照明（B6）、WL2 一层后区照明（B6）、WL3 户外照明（B6），均为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2026-10-07：键 28 的灯为后花园投光灯（SOLLA 三头 LED 150 W、6000 K、IP66），装在两扇后花园法式门中间的后墙上、离地约 3.5 m，照向院子；仍为回路 v、户外 WL3，S11 / S12 两路 + S7 中途三控。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J：S7 挪到法式门框东侧（后花园门旁），按键不变。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069897" y="3010230"/>
            <a:ext cx="0" cy="1721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069897" y="4732179"/>
            <a:ext cx="652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506420" y="4172215"/>
            <a:ext cx="96360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2215"/>
            <a:ext cx="0" cy="2214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506420" y="2312256"/>
            <a:ext cx="0" cy="18599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458589" y="2312256"/>
            <a:ext cx="478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66244" y="4172215"/>
            <a:ext cx="0" cy="123704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66244" y="4172215"/>
            <a:ext cx="34017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506420" y="4172215"/>
            <a:ext cx="137610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882529" y="4172215"/>
            <a:ext cx="0" cy="85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506420" y="4172215"/>
            <a:ext cx="50471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5011131" y="2116500"/>
            <a:ext cx="0" cy="2055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506420" y="4172215"/>
            <a:ext cx="1027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6892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H="1" flipV="1">
            <a:off x="4458589" y="2312256"/>
            <a:ext cx="47831" cy="185995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66899" y="3251438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66582" y="3239125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66266" y="3226811"/>
            <a:ext cx="32477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65949" y="3214497"/>
            <a:ext cx="32478" cy="30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65632" y="3202184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503620" y="318592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6" name="Oval 855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TextBox 858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0" name="Oval 859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2" name="Oval 861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4" name="Oval 863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3" name="Oval 872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4" name="Connector 873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8" name="Oval 877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6" name="Oval 885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5" name="Oval 894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3" name="Oval 902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7" name="Oval 906"/>
          <p:cNvSpPr/>
          <p:nvPr/>
        </p:nvSpPr>
        <p:spPr>
          <a:xfrm>
            <a:off x="4493750" y="415954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8" name="Connector 907"/>
          <p:cNvCxnSpPr/>
          <p:nvPr/>
        </p:nvCxnSpPr>
        <p:spPr>
          <a:xfrm flipV="1">
            <a:off x="4506420" y="41244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54200" y="412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545599" y="413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4536999" y="414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>
            <a:off x="4470585" y="41722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 flipV="1">
            <a:off x="4458640" y="41961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561238" y="40681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5" name="Oval 914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4" name="Oval 923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5" name="Connector 924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3" name="Oval 932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4" name="Connector 933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7" name="Oval 936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5" name="Oval 94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Connector 94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3" name="Oval 952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4" name="Connector 953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956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8" name="Oval 957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Connector 958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1" name="TextBox 960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2" name="Oval 961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3" name="Connector 962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6" name="Connector 975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8" name="Connector 977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6" name="Rectangle 985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TextBox 990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22909" y="3072303"/>
            <a:ext cx="0" cy="231945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22909" y="3072303"/>
            <a:ext cx="62903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968335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6" name="Connector 635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0" name="Oval 649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2" name="Oval 65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6" name="Oval 65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0" name="Oval 65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4" name="Oval 663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6" name="Oval 66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9" name="Oval 66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2" name="Oval 67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5" name="Oval 67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8" name="Oval 67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1" name="Oval 68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4" name="Oval 68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7" name="Oval 68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0" name="Oval 68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3" name="Oval 69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6" name="Oval 69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9" name="Oval 69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2" name="Oval 70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5" name="Oval 70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8" name="Oval 70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1" name="Oval 71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4" name="Oval 71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TextBox 715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7" name="Oval 716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8" name="Connector 717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6" name="Oval 725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1" name="Oval 730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9" name="Oval 738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8" name="Oval 747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6" name="Oval 755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0" name="Oval 759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7951941" y="2962808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8061437" y="296280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8041728" y="2982517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022018" y="300222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7869819" y="3072303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H="1" flipV="1">
            <a:off x="7842445" y="3127051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TextBox 766"/>
          <p:cNvSpPr txBox="1"/>
          <p:nvPr/>
        </p:nvSpPr>
        <p:spPr>
          <a:xfrm>
            <a:off x="8077567" y="28337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8" name="Connector 767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法式门框东侧（后花园门旁）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9" name="Rectangle 78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