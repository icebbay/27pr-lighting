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17" name="Connector 416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Rectangle 429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书房 · 后卫</a:t>
            </a:r>
          </a:p>
        </p:txBody>
      </p:sp>
      <p:sp>
        <p:nvSpPr>
          <p:cNvPr id="434" name="Oval 433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Oval 436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Oval 442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4" name="Connector 443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Oval 445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7" name="Connector 446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Oval 448"/>
          <p:cNvSpPr/>
          <p:nvPr/>
        </p:nvSpPr>
        <p:spPr>
          <a:xfrm>
            <a:off x="5828767" y="490399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0" name="Connector 449"/>
          <p:cNvCxnSpPr/>
          <p:nvPr/>
        </p:nvCxnSpPr>
        <p:spPr>
          <a:xfrm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Oval 451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6517008" y="498329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6533508" y="499979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311397" y="4578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327897" y="4594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333786" y="526375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350286" y="528025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5" name="Connector 464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Oval 466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Oval 473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8" name="Oval 477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2" name="Oval 481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6" name="Oval 485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TextBox 489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TextBox 493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5" name="Oval 494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6" name="Connector 495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0" name="Oval 499"/>
          <p:cNvSpPr/>
          <p:nvPr/>
        </p:nvSpPr>
        <p:spPr>
          <a:xfrm>
            <a:off x="3555576" y="4953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3569076" y="4907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3619214" y="4907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3610690" y="4917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TextBox 503"/>
          <p:cNvSpPr txBox="1"/>
          <p:nvPr/>
        </p:nvSpPr>
        <p:spPr>
          <a:xfrm>
            <a:off x="3319076" y="4997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5" name="Oval 504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9" name="Oval 508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0" name="Connector 509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TextBox 511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3" name="Oval 512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4" name="Connector 513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7" name="Oval 516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2" name="Oval 521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6" name="Oval 525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0" name="Oval 529"/>
          <p:cNvSpPr/>
          <p:nvPr/>
        </p:nvSpPr>
        <p:spPr>
          <a:xfrm>
            <a:off x="6126807" y="448011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 flipV="1">
            <a:off x="6140307" y="443386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6190445" y="4433863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5890307" y="452361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4" name="Oval 533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538" name="Oval 537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9" name="Connector 538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TextBox 540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542" name="Oval 541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5" name="Connector 544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547" name="Oval 546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549" name="Oval 548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563" name="Rectangle 562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685536" y="6018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685536" y="6018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713986" y="5290188"/>
            <a:ext cx="1527961" cy="154624"/>
          </a:xfrm>
          <a:custGeom>
            <a:avLst/>
            <a:gdLst/>
            <a:ahLst/>
            <a:cxnLst/>
            <a:rect l="l" t="t" r="r" b="b"/>
            <a:pathLst>
              <a:path w="1527961" h="154624">
                <a:moveTo>
                  <a:pt x="1527961" y="150969"/>
                </a:moveTo>
                <a:lnTo>
                  <a:pt x="1432378" y="115386"/>
                </a:lnTo>
                <a:lnTo>
                  <a:pt x="1336806" y="84578"/>
                </a:lnTo>
                <a:lnTo>
                  <a:pt x="1241245" y="58544"/>
                </a:lnTo>
                <a:lnTo>
                  <a:pt x="1145696" y="37286"/>
                </a:lnTo>
                <a:lnTo>
                  <a:pt x="1050159" y="20802"/>
                </a:lnTo>
                <a:lnTo>
                  <a:pt x="954633" y="9093"/>
                </a:lnTo>
                <a:lnTo>
                  <a:pt x="859118" y="2159"/>
                </a:lnTo>
                <a:lnTo>
                  <a:pt x="763615" y="0"/>
                </a:lnTo>
                <a:lnTo>
                  <a:pt x="668123" y="2616"/>
                </a:lnTo>
                <a:lnTo>
                  <a:pt x="572643" y="10007"/>
                </a:lnTo>
                <a:lnTo>
                  <a:pt x="477174" y="22173"/>
                </a:lnTo>
                <a:lnTo>
                  <a:pt x="381716" y="39113"/>
                </a:lnTo>
                <a:lnTo>
                  <a:pt x="286270" y="60828"/>
                </a:lnTo>
                <a:lnTo>
                  <a:pt x="190835" y="87319"/>
                </a:lnTo>
                <a:lnTo>
                  <a:pt x="95412" y="118584"/>
                </a:lnTo>
                <a:lnTo>
                  <a:pt x="0" y="15462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001315" y="5912370"/>
            <a:ext cx="1930080" cy="543320"/>
          </a:xfrm>
          <a:custGeom>
            <a:avLst/>
            <a:gdLst/>
            <a:ahLst/>
            <a:cxnLst/>
            <a:rect l="l" t="t" r="r" b="b"/>
            <a:pathLst>
              <a:path w="1930080" h="543320">
                <a:moveTo>
                  <a:pt x="0" y="523945"/>
                </a:moveTo>
                <a:lnTo>
                  <a:pt x="132910" y="536435"/>
                </a:lnTo>
                <a:lnTo>
                  <a:pt x="264183" y="542893"/>
                </a:lnTo>
                <a:lnTo>
                  <a:pt x="393818" y="543320"/>
                </a:lnTo>
                <a:lnTo>
                  <a:pt x="521816" y="537715"/>
                </a:lnTo>
                <a:lnTo>
                  <a:pt x="648177" y="526079"/>
                </a:lnTo>
                <a:lnTo>
                  <a:pt x="772900" y="508411"/>
                </a:lnTo>
                <a:lnTo>
                  <a:pt x="895986" y="484711"/>
                </a:lnTo>
                <a:lnTo>
                  <a:pt x="1017435" y="454981"/>
                </a:lnTo>
                <a:lnTo>
                  <a:pt x="1137246" y="419218"/>
                </a:lnTo>
                <a:lnTo>
                  <a:pt x="1255420" y="377424"/>
                </a:lnTo>
                <a:lnTo>
                  <a:pt x="1371956" y="329599"/>
                </a:lnTo>
                <a:lnTo>
                  <a:pt x="1486856" y="275742"/>
                </a:lnTo>
                <a:lnTo>
                  <a:pt x="1600118" y="215854"/>
                </a:lnTo>
                <a:lnTo>
                  <a:pt x="1711742" y="149934"/>
                </a:lnTo>
                <a:lnTo>
                  <a:pt x="1821730" y="77983"/>
                </a:lnTo>
                <a:lnTo>
                  <a:pt x="193008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931395" y="5441157"/>
            <a:ext cx="310552" cy="471213"/>
          </a:xfrm>
          <a:custGeom>
            <a:avLst/>
            <a:gdLst/>
            <a:ahLst/>
            <a:cxnLst/>
            <a:rect l="l" t="t" r="r" b="b"/>
            <a:pathLst>
              <a:path w="310552" h="471213">
                <a:moveTo>
                  <a:pt x="310552" y="0"/>
                </a:moveTo>
                <a:lnTo>
                  <a:pt x="280098" y="22173"/>
                </a:lnTo>
                <a:lnTo>
                  <a:pt x="251117" y="45315"/>
                </a:lnTo>
                <a:lnTo>
                  <a:pt x="223609" y="69428"/>
                </a:lnTo>
                <a:lnTo>
                  <a:pt x="197573" y="94512"/>
                </a:lnTo>
                <a:lnTo>
                  <a:pt x="173009" y="120566"/>
                </a:lnTo>
                <a:lnTo>
                  <a:pt x="149919" y="147591"/>
                </a:lnTo>
                <a:lnTo>
                  <a:pt x="128300" y="175586"/>
                </a:lnTo>
                <a:lnTo>
                  <a:pt x="108155" y="204552"/>
                </a:lnTo>
                <a:lnTo>
                  <a:pt x="89481" y="234488"/>
                </a:lnTo>
                <a:lnTo>
                  <a:pt x="72281" y="265394"/>
                </a:lnTo>
                <a:lnTo>
                  <a:pt x="56552" y="297271"/>
                </a:lnTo>
                <a:lnTo>
                  <a:pt x="42297" y="330118"/>
                </a:lnTo>
                <a:lnTo>
                  <a:pt x="29514" y="363936"/>
                </a:lnTo>
                <a:lnTo>
                  <a:pt x="18203" y="398725"/>
                </a:lnTo>
                <a:lnTo>
                  <a:pt x="8365" y="434484"/>
                </a:lnTo>
                <a:lnTo>
                  <a:pt x="0" y="47121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98489" y="4904547"/>
            <a:ext cx="92915" cy="1007823"/>
          </a:xfrm>
          <a:custGeom>
            <a:avLst/>
            <a:gdLst/>
            <a:ahLst/>
            <a:cxnLst/>
            <a:rect l="l" t="t" r="r" b="b"/>
            <a:pathLst>
              <a:path w="92915" h="1007823">
                <a:moveTo>
                  <a:pt x="32906" y="1007823"/>
                </a:moveTo>
                <a:lnTo>
                  <a:pt x="48565" y="944256"/>
                </a:lnTo>
                <a:lnTo>
                  <a:pt x="61862" y="880765"/>
                </a:lnTo>
                <a:lnTo>
                  <a:pt x="72797" y="817352"/>
                </a:lnTo>
                <a:lnTo>
                  <a:pt x="81369" y="754016"/>
                </a:lnTo>
                <a:lnTo>
                  <a:pt x="87580" y="690757"/>
                </a:lnTo>
                <a:lnTo>
                  <a:pt x="91429" y="627576"/>
                </a:lnTo>
                <a:lnTo>
                  <a:pt x="92915" y="564471"/>
                </a:lnTo>
                <a:lnTo>
                  <a:pt x="92039" y="501443"/>
                </a:lnTo>
                <a:lnTo>
                  <a:pt x="88802" y="438493"/>
                </a:lnTo>
                <a:lnTo>
                  <a:pt x="83202" y="375620"/>
                </a:lnTo>
                <a:lnTo>
                  <a:pt x="75240" y="312824"/>
                </a:lnTo>
                <a:lnTo>
                  <a:pt x="64916" y="250105"/>
                </a:lnTo>
                <a:lnTo>
                  <a:pt x="52230" y="187463"/>
                </a:lnTo>
                <a:lnTo>
                  <a:pt x="37182" y="124898"/>
                </a:lnTo>
                <a:lnTo>
                  <a:pt x="19772" y="624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44" name="Oval 443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48" name="Oval 447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51" name="Oval 450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54" name="Oval 453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4983272" y="473498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57" name="Oval 456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5016178" y="574280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60" name="Oval 45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1" name="Connector 46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464" name="Oval 46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467" name="Oval 46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70" name="Oval 46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1" name="Connector 47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Rounded Rectangle 47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5" name="Oval 47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Connector 47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ounded Rectangle 47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0" name="Oval 479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1" name="Connector 480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Rounded Rectangle 482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5" name="Oval 48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Rounded Rectangle 48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Rounded Rectangle 49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6" name="Oval 49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2" name="Oval 501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 flipV="1">
            <a:off x="5241947" y="5328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336409" y="5328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320351" y="5347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Rounded Rectangle 505"/>
          <p:cNvSpPr/>
          <p:nvPr/>
        </p:nvSpPr>
        <p:spPr>
          <a:xfrm>
            <a:off x="5350540" y="5196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5350540" y="5196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门旁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床头侧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387210" y="5325157"/>
            <a:ext cx="840489" cy="126350"/>
          </a:xfrm>
          <a:custGeom>
            <a:avLst/>
            <a:gdLst/>
            <a:ahLst/>
            <a:cxnLst/>
            <a:rect l="l" t="t" r="r" b="b"/>
            <a:pathLst>
              <a:path w="840489" h="126350">
                <a:moveTo>
                  <a:pt x="0" y="0"/>
                </a:moveTo>
                <a:lnTo>
                  <a:pt x="50747" y="24455"/>
                </a:lnTo>
                <a:lnTo>
                  <a:pt x="101732" y="46283"/>
                </a:lnTo>
                <a:lnTo>
                  <a:pt x="152955" y="65484"/>
                </a:lnTo>
                <a:lnTo>
                  <a:pt x="204416" y="82059"/>
                </a:lnTo>
                <a:lnTo>
                  <a:pt x="256114" y="96007"/>
                </a:lnTo>
                <a:lnTo>
                  <a:pt x="308050" y="107328"/>
                </a:lnTo>
                <a:lnTo>
                  <a:pt x="360224" y="116024"/>
                </a:lnTo>
                <a:lnTo>
                  <a:pt x="412636" y="122092"/>
                </a:lnTo>
                <a:lnTo>
                  <a:pt x="465285" y="125534"/>
                </a:lnTo>
                <a:lnTo>
                  <a:pt x="518172" y="126350"/>
                </a:lnTo>
                <a:lnTo>
                  <a:pt x="571297" y="124539"/>
                </a:lnTo>
                <a:lnTo>
                  <a:pt x="624660" y="120102"/>
                </a:lnTo>
                <a:lnTo>
                  <a:pt x="678260" y="113038"/>
                </a:lnTo>
                <a:lnTo>
                  <a:pt x="732099" y="103347"/>
                </a:lnTo>
                <a:lnTo>
                  <a:pt x="786175" y="91030"/>
                </a:lnTo>
                <a:lnTo>
                  <a:pt x="840489" y="7608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632684" y="4745157"/>
            <a:ext cx="588944" cy="755004"/>
          </a:xfrm>
          <a:custGeom>
            <a:avLst/>
            <a:gdLst/>
            <a:ahLst/>
            <a:cxnLst/>
            <a:rect l="l" t="t" r="r" b="b"/>
            <a:pathLst>
              <a:path w="588944" h="755004">
                <a:moveTo>
                  <a:pt x="0" y="0"/>
                </a:moveTo>
                <a:lnTo>
                  <a:pt x="19113" y="60992"/>
                </a:lnTo>
                <a:lnTo>
                  <a:pt x="40586" y="120142"/>
                </a:lnTo>
                <a:lnTo>
                  <a:pt x="64419" y="177452"/>
                </a:lnTo>
                <a:lnTo>
                  <a:pt x="90611" y="232922"/>
                </a:lnTo>
                <a:lnTo>
                  <a:pt x="119162" y="286551"/>
                </a:lnTo>
                <a:lnTo>
                  <a:pt x="150072" y="338340"/>
                </a:lnTo>
                <a:lnTo>
                  <a:pt x="183342" y="388289"/>
                </a:lnTo>
                <a:lnTo>
                  <a:pt x="218972" y="436397"/>
                </a:lnTo>
                <a:lnTo>
                  <a:pt x="256960" y="482664"/>
                </a:lnTo>
                <a:lnTo>
                  <a:pt x="297309" y="527091"/>
                </a:lnTo>
                <a:lnTo>
                  <a:pt x="340016" y="569678"/>
                </a:lnTo>
                <a:lnTo>
                  <a:pt x="385083" y="610424"/>
                </a:lnTo>
                <a:lnTo>
                  <a:pt x="432509" y="649330"/>
                </a:lnTo>
                <a:lnTo>
                  <a:pt x="482295" y="686395"/>
                </a:lnTo>
                <a:lnTo>
                  <a:pt x="534440" y="721620"/>
                </a:lnTo>
                <a:lnTo>
                  <a:pt x="588944" y="75500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44" name="Oval 443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48" name="Oval 447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52" name="Oval 451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/>
          <p:cNvSpPr txBox="1"/>
          <p:nvPr/>
        </p:nvSpPr>
        <p:spPr>
          <a:xfrm>
            <a:off x="5312482" y="523167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56" name="Oval 455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59" name="Oval 458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6306411" y="533059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62" name="Oval 461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TextBox 464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66" name="Oval 465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7" name="Connector 466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Rounded Rectangle 468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471" name="Oval 470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Rounded Rectangle 473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476" name="Oval 475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Rounded Rectangle 478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481" name="Oval 480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Rounded Rectangle 484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487" name="Oval 486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Rounded Rectangle 489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492" name="Oval 491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3" name="Connector 492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Rounded Rectangle 494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497" name="Oval 496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 flipV="1">
            <a:off x="5632684" y="463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727146" y="463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5741277" y="450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5741277" y="450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书房门旁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后卫生间门外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