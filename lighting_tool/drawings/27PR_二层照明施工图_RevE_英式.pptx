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E · 2026-10-03（一层照明按区域分 4 路：前厅 / 侧厅 / 厨房 / 户外）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