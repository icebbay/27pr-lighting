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  <p:sldId id="28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二层照明由照明配电箱 AL1沿楼梯井引上引出 1 个回路：WL4 二层照明（B6），均为 30 mA RCBO。本图为方案 A · 专业 18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楼梯吊灯 F06 三控：一层 S6（楼梯底）、二层 S12（楼梯顶）为两路开关，二层 S11 第 2 键为中途开关。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卫生间排气扇不设单独隔离开关，接所在卫生间灯回路（随灯开、带延时关）。Rev C 起开关编号重排。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B）：原图“6+”作为西卫筒灯独立单联开关 S2；主卧主灯位 b 预留（产品待选）。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F：二层照明曾按区域分 3 路；Rev G 起按全屋 18 路方案合为 1 路 WL4（约 320 W）。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H：后房间由书房改为卧室 4，后卫生间改为东侧套内卫生间（0.91 × 2.44 m，淋浴 / 台盆 / 马桶由北往南）；F23 移到卧室中部，后卫筒灯移入新卫生间，S14 移到卧室内卫生间门南侧。卫生间排气扇仍接卫生间灯回路（不设 FI）。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本套图：方案 A · 专业 18 路，全屋照明 4 路（WL1 一层前区照明 / WL2 一层后区照明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5250" y="38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460000" y="37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53338" y="37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36537" y="37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1" name="Oval 40"/>
          <p:cNvSpPr/>
          <p:nvPr/>
        </p:nvSpPr>
        <p:spPr>
          <a:xfrm>
            <a:off x="375250" y="40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00000" y="40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3338" y="40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29996" y="41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06661" y="41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1000" y="40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401000" y="40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8000" y="41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8710000" y="560000"/>
          <a:ext cx="3480000" cy="3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F06 贝壳吊灯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 玄关吸顶灯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F11#2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F19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F20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F22 云朵吸顶灯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F23 海派吸顶灯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43008" y="1211026"/>
            <a:ext cx="3938598" cy="519636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sp>
        <p:nvSpPr>
          <p:cNvPr id="300006" name="Rectangle 300005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TextBox 300006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08" name="TextBox 300007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09" name="Connector 300008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0" name="TextBox 300009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1" name="TextBox 300010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cxnSp>
        <p:nvCxnSpPr>
          <p:cNvPr id="300012" name="Connector 300011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3" name="TextBox 300012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4" name="TextBox 300013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电施-12</a:t>
            </a:r>
          </a:p>
        </p:txBody>
      </p:sp>
      <p:cxnSp>
        <p:nvCxnSpPr>
          <p:cNvPr id="300015" name="Connector 300014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6" name="TextBox 300015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17" name="TextBox 300016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300018" name="Connector 300017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9" name="TextBox 300018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0" name="TextBox 300019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300021" name="Connector 300020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2" name="TextBox 300021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3" name="TextBox 300022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4" name="Connector 300023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5" name="Connector 300024"/>
          <p:cNvCxnSpPr/>
          <p:nvPr/>
        </p:nvCxnSpPr>
        <p:spPr>
          <a:xfrm flipV="1">
            <a:off x="3897302" y="3462513"/>
            <a:ext cx="0" cy="102633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6" name="Connector 300025"/>
          <p:cNvCxnSpPr/>
          <p:nvPr/>
        </p:nvCxnSpPr>
        <p:spPr>
          <a:xfrm flipH="1">
            <a:off x="3884155" y="3462513"/>
            <a:ext cx="131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3250174" y="3696131"/>
            <a:ext cx="0" cy="31660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8" name="Connector 300027"/>
          <p:cNvCxnSpPr/>
          <p:nvPr/>
        </p:nvCxnSpPr>
        <p:spPr>
          <a:xfrm>
            <a:off x="3250174" y="4012738"/>
            <a:ext cx="139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1950897" y="3896282"/>
            <a:ext cx="0" cy="45974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1950897" y="3896282"/>
            <a:ext cx="30092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251820" y="3896282"/>
            <a:ext cx="58094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2832769" y="3428179"/>
            <a:ext cx="0" cy="468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832769" y="3428179"/>
            <a:ext cx="76484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3597615" y="3123076"/>
            <a:ext cx="0" cy="305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3597615" y="3123076"/>
            <a:ext cx="0" cy="47646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>
            <a:off x="3597615" y="3599538"/>
            <a:ext cx="45556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053179" y="3599538"/>
            <a:ext cx="0" cy="3218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053179" y="3921358"/>
            <a:ext cx="14628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H="1">
            <a:off x="3637483" y="3921358"/>
            <a:ext cx="56197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3637483" y="3921358"/>
            <a:ext cx="0" cy="5119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H="1">
            <a:off x="3442974" y="4433258"/>
            <a:ext cx="19450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 flipV="1">
            <a:off x="3442974" y="4402000"/>
            <a:ext cx="0" cy="312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3637483" y="4433258"/>
            <a:ext cx="67482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>
            <a:off x="4312307" y="4433258"/>
            <a:ext cx="0" cy="55804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5" name="Connector 300044"/>
          <p:cNvCxnSpPr/>
          <p:nvPr/>
        </p:nvCxnSpPr>
        <p:spPr>
          <a:xfrm>
            <a:off x="4312307" y="4991307"/>
            <a:ext cx="58512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6" name="Connector 300045"/>
          <p:cNvCxnSpPr/>
          <p:nvPr/>
        </p:nvCxnSpPr>
        <p:spPr>
          <a:xfrm flipV="1">
            <a:off x="4897435" y="4966230"/>
            <a:ext cx="0" cy="2507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4897435" y="4966230"/>
            <a:ext cx="42630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 flipV="1">
            <a:off x="5323743" y="4870102"/>
            <a:ext cx="0" cy="9612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5323743" y="4870102"/>
            <a:ext cx="37382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5697565" y="4870102"/>
            <a:ext cx="0" cy="3544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597615" y="3123076"/>
            <a:ext cx="94874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4546358" y="2496153"/>
            <a:ext cx="0" cy="626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>
            <a:off x="1950897" y="4356025"/>
            <a:ext cx="0" cy="127474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1950897" y="5630769"/>
            <a:ext cx="10448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5145358" y="5618230"/>
            <a:ext cx="552207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V="1">
            <a:off x="5697565" y="5224581"/>
            <a:ext cx="0" cy="39364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1950897" y="3916838"/>
            <a:ext cx="0" cy="4391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>
            <a:off x="1950897" y="3916838"/>
            <a:ext cx="105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2251820" y="3896282"/>
            <a:ext cx="357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2609202" y="3896282"/>
            <a:ext cx="0" cy="2129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2832769" y="2807454"/>
            <a:ext cx="0" cy="620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832769" y="2807454"/>
            <a:ext cx="18593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3018708" y="3123076"/>
            <a:ext cx="57890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018708" y="2807454"/>
            <a:ext cx="0" cy="31562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V="1">
            <a:off x="3597615" y="2290825"/>
            <a:ext cx="0" cy="832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597615" y="2290825"/>
            <a:ext cx="575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H="1">
            <a:off x="3251566" y="4402000"/>
            <a:ext cx="1914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3251566" y="4012738"/>
            <a:ext cx="0" cy="3892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2055384" y="4952014"/>
            <a:ext cx="0" cy="67875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>
            <a:off x="2055384" y="4952014"/>
            <a:ext cx="4878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055384" y="5630769"/>
            <a:ext cx="123888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3294269" y="5163720"/>
            <a:ext cx="0" cy="46704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H="1">
            <a:off x="2543258" y="4433258"/>
            <a:ext cx="10942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4" name="Connector 300073"/>
          <p:cNvCxnSpPr/>
          <p:nvPr/>
        </p:nvCxnSpPr>
        <p:spPr>
          <a:xfrm>
            <a:off x="2543258" y="4433258"/>
            <a:ext cx="0" cy="518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 flipH="1">
            <a:off x="3294269" y="4433258"/>
            <a:ext cx="3432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294269" y="4433258"/>
            <a:ext cx="0" cy="7304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4053179" y="3462513"/>
            <a:ext cx="0" cy="1370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H="1">
            <a:off x="3884155" y="3462513"/>
            <a:ext cx="1690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4546358" y="2496153"/>
            <a:ext cx="2794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4825789" y="2496153"/>
            <a:ext cx="0" cy="4810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>
            <a:off x="4199461" y="3921358"/>
            <a:ext cx="4913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4690825" y="3921358"/>
            <a:ext cx="0" cy="27670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 flipH="1">
            <a:off x="3897302" y="4991307"/>
            <a:ext cx="4150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 flipV="1">
            <a:off x="3897302" y="4488847"/>
            <a:ext cx="0" cy="5024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5" name="Connector 300084"/>
          <p:cNvCxnSpPr/>
          <p:nvPr/>
        </p:nvCxnSpPr>
        <p:spPr>
          <a:xfrm>
            <a:off x="4312307" y="4991307"/>
            <a:ext cx="312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6" name="Connector 300085"/>
          <p:cNvCxnSpPr/>
          <p:nvPr/>
        </p:nvCxnSpPr>
        <p:spPr>
          <a:xfrm>
            <a:off x="4624881" y="4991307"/>
            <a:ext cx="0" cy="44869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897435" y="4966230"/>
            <a:ext cx="0" cy="47376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 flipH="1">
            <a:off x="4624881" y="5439997"/>
            <a:ext cx="27255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 flipV="1">
            <a:off x="5323743" y="4824328"/>
            <a:ext cx="0" cy="4577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0" name="Connector 300089"/>
          <p:cNvCxnSpPr/>
          <p:nvPr/>
        </p:nvCxnSpPr>
        <p:spPr>
          <a:xfrm>
            <a:off x="5323743" y="4824328"/>
            <a:ext cx="829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>
            <a:off x="5697565" y="5224581"/>
            <a:ext cx="0" cy="2586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697565" y="5483199"/>
            <a:ext cx="65303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 flipV="1">
            <a:off x="2832769" y="3123076"/>
            <a:ext cx="764846" cy="30510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4053179" y="3599538"/>
            <a:ext cx="259128" cy="1391769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2055384" y="4433258"/>
            <a:ext cx="1582099" cy="11975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V="1">
            <a:off x="2820895" y="5023785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V="1">
            <a:off x="2831938" y="5015426"/>
            <a:ext cx="6904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 flipV="1">
            <a:off x="2842982" y="5007067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9" name="Connector 300098"/>
          <p:cNvCxnSpPr/>
          <p:nvPr/>
        </p:nvCxnSpPr>
        <p:spPr>
          <a:xfrm flipV="1">
            <a:off x="2854026" y="4998708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0" name="Connector 300099"/>
          <p:cNvCxnSpPr/>
          <p:nvPr/>
        </p:nvCxnSpPr>
        <p:spPr>
          <a:xfrm flipV="1">
            <a:off x="2865069" y="4990349"/>
            <a:ext cx="6903" cy="49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 flipH="1">
            <a:off x="4312307" y="4966230"/>
            <a:ext cx="585128" cy="25077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Oval 300101"/>
          <p:cNvSpPr/>
          <p:nvPr/>
        </p:nvSpPr>
        <p:spPr>
          <a:xfrm>
            <a:off x="5137444" y="5586572"/>
            <a:ext cx="63316" cy="633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3" name="Connector 300102"/>
          <p:cNvCxnSpPr/>
          <p:nvPr/>
        </p:nvCxnSpPr>
        <p:spPr>
          <a:xfrm flipV="1">
            <a:off x="5147337" y="5596465"/>
            <a:ext cx="43530" cy="4353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4" name="TextBox 300103"/>
          <p:cNvSpPr txBox="1"/>
          <p:nvPr/>
        </p:nvSpPr>
        <p:spPr>
          <a:xfrm>
            <a:off x="2729529" y="5657803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105" name="Oval 300104"/>
          <p:cNvSpPr/>
          <p:nvPr/>
        </p:nvSpPr>
        <p:spPr>
          <a:xfrm>
            <a:off x="4577394" y="539251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6" name="Connector 300105"/>
          <p:cNvCxnSpPr/>
          <p:nvPr/>
        </p:nvCxnSpPr>
        <p:spPr>
          <a:xfrm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7" name="Connector 300106"/>
          <p:cNvCxnSpPr/>
          <p:nvPr/>
        </p:nvCxnSpPr>
        <p:spPr>
          <a:xfrm flipV="1"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8" name="TextBox 300107"/>
          <p:cNvSpPr txBox="1"/>
          <p:nvPr/>
        </p:nvSpPr>
        <p:spPr>
          <a:xfrm>
            <a:off x="4668411" y="534898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109" name="Oval 300108"/>
          <p:cNvSpPr/>
          <p:nvPr/>
        </p:nvSpPr>
        <p:spPr>
          <a:xfrm>
            <a:off x="3849815" y="444136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0" name="Connector 300109"/>
          <p:cNvCxnSpPr/>
          <p:nvPr/>
        </p:nvCxnSpPr>
        <p:spPr>
          <a:xfrm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V="1"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3940832" y="439783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2971220" y="275996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V="1"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3062238" y="271643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2495770" y="490452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 flipV="1"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2586788" y="486099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4643338" y="415057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 flipV="1"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4734355" y="410704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6105306" y="4776841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6196323" y="473331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4794131" y="294556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0" name="Oval 300129"/>
          <p:cNvSpPr/>
          <p:nvPr/>
        </p:nvSpPr>
        <p:spPr>
          <a:xfrm>
            <a:off x="4815896" y="296732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1" name="TextBox 300130"/>
          <p:cNvSpPr txBox="1"/>
          <p:nvPr/>
        </p:nvSpPr>
        <p:spPr>
          <a:xfrm>
            <a:off x="4869319" y="288620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132" name="Oval 300131"/>
          <p:cNvSpPr/>
          <p:nvPr/>
        </p:nvSpPr>
        <p:spPr>
          <a:xfrm>
            <a:off x="6318941" y="545154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3" name="Oval 300132"/>
          <p:cNvSpPr/>
          <p:nvPr/>
        </p:nvSpPr>
        <p:spPr>
          <a:xfrm>
            <a:off x="6340706" y="547330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TextBox 300133"/>
          <p:cNvSpPr txBox="1"/>
          <p:nvPr/>
        </p:nvSpPr>
        <p:spPr>
          <a:xfrm>
            <a:off x="6394129" y="539218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2024620" y="38851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6" name="Oval 300135"/>
          <p:cNvSpPr/>
          <p:nvPr/>
        </p:nvSpPr>
        <p:spPr>
          <a:xfrm>
            <a:off x="2046386" y="39069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7" name="TextBox 300136"/>
          <p:cNvSpPr txBox="1"/>
          <p:nvPr/>
        </p:nvSpPr>
        <p:spPr>
          <a:xfrm>
            <a:off x="2099809" y="382582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3218516" y="366447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Oval 300138"/>
          <p:cNvSpPr/>
          <p:nvPr/>
        </p:nvSpPr>
        <p:spPr>
          <a:xfrm>
            <a:off x="3240281" y="368623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0" name="TextBox 300139"/>
          <p:cNvSpPr txBox="1"/>
          <p:nvPr/>
        </p:nvSpPr>
        <p:spPr>
          <a:xfrm>
            <a:off x="3293704" y="3605113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41" name="Oval 300140"/>
          <p:cNvSpPr/>
          <p:nvPr/>
        </p:nvSpPr>
        <p:spPr>
          <a:xfrm>
            <a:off x="3262610" y="513206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2" name="Oval 300141"/>
          <p:cNvSpPr/>
          <p:nvPr/>
        </p:nvSpPr>
        <p:spPr>
          <a:xfrm>
            <a:off x="3284376" y="515382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3" name="TextBox 300142"/>
          <p:cNvSpPr txBox="1"/>
          <p:nvPr/>
        </p:nvSpPr>
        <p:spPr>
          <a:xfrm>
            <a:off x="3337799" y="5072702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144" name="Oval 300143"/>
          <p:cNvSpPr/>
          <p:nvPr/>
        </p:nvSpPr>
        <p:spPr>
          <a:xfrm>
            <a:off x="4126058" y="224333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5" name="Connector 300144"/>
          <p:cNvCxnSpPr/>
          <p:nvPr/>
        </p:nvCxnSpPr>
        <p:spPr>
          <a:xfrm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6" name="Connector 300145"/>
          <p:cNvCxnSpPr/>
          <p:nvPr/>
        </p:nvCxnSpPr>
        <p:spPr>
          <a:xfrm flipV="1"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7" name="TextBox 300146"/>
          <p:cNvSpPr txBox="1"/>
          <p:nvPr/>
        </p:nvSpPr>
        <p:spPr>
          <a:xfrm>
            <a:off x="4217075" y="219980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148" name="Oval 300147"/>
          <p:cNvSpPr/>
          <p:nvPr/>
        </p:nvSpPr>
        <p:spPr>
          <a:xfrm>
            <a:off x="2577543" y="3885918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9" name="Oval 300148"/>
          <p:cNvSpPr/>
          <p:nvPr/>
        </p:nvSpPr>
        <p:spPr>
          <a:xfrm>
            <a:off x="2599308" y="3907683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0" name="TextBox 300149"/>
          <p:cNvSpPr txBox="1"/>
          <p:nvPr/>
        </p:nvSpPr>
        <p:spPr>
          <a:xfrm>
            <a:off x="2652732" y="3826559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51" name="Oval 300150"/>
          <p:cNvSpPr/>
          <p:nvPr/>
        </p:nvSpPr>
        <p:spPr>
          <a:xfrm>
            <a:off x="3219908" y="39810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2" name="Oval 300151"/>
          <p:cNvSpPr/>
          <p:nvPr/>
        </p:nvSpPr>
        <p:spPr>
          <a:xfrm>
            <a:off x="3241673" y="40028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3" name="TextBox 300152"/>
          <p:cNvSpPr txBox="1"/>
          <p:nvPr/>
        </p:nvSpPr>
        <p:spPr>
          <a:xfrm>
            <a:off x="3295096" y="392172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54" name="Oval 300153"/>
          <p:cNvSpPr/>
          <p:nvPr/>
        </p:nvSpPr>
        <p:spPr>
          <a:xfrm>
            <a:off x="3836667" y="341502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5" name="Connector 300154"/>
          <p:cNvCxnSpPr/>
          <p:nvPr/>
        </p:nvCxnSpPr>
        <p:spPr>
          <a:xfrm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56" name="Connector 300155"/>
          <p:cNvCxnSpPr/>
          <p:nvPr/>
        </p:nvCxnSpPr>
        <p:spPr>
          <a:xfrm flipV="1"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7" name="TextBox 300156"/>
          <p:cNvSpPr txBox="1"/>
          <p:nvPr/>
        </p:nvSpPr>
        <p:spPr>
          <a:xfrm>
            <a:off x="3927685" y="337149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58" name="Oval 300157"/>
          <p:cNvSpPr/>
          <p:nvPr/>
        </p:nvSpPr>
        <p:spPr>
          <a:xfrm>
            <a:off x="1936651" y="4341779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9" name="Connector 300158"/>
          <p:cNvCxnSpPr/>
          <p:nvPr/>
        </p:nvCxnSpPr>
        <p:spPr>
          <a:xfrm flipV="1">
            <a:off x="1950897" y="4302299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0" name="Connector 300159"/>
          <p:cNvCxnSpPr/>
          <p:nvPr/>
        </p:nvCxnSpPr>
        <p:spPr>
          <a:xfrm>
            <a:off x="2004623" y="4302299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1" name="TextBox 300160"/>
          <p:cNvSpPr txBox="1"/>
          <p:nvPr/>
        </p:nvSpPr>
        <p:spPr>
          <a:xfrm>
            <a:off x="2012537" y="42389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62" name="Oval 300161"/>
          <p:cNvSpPr/>
          <p:nvPr/>
        </p:nvSpPr>
        <p:spPr>
          <a:xfrm>
            <a:off x="2237574" y="38820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3" name="Connector 300162"/>
          <p:cNvCxnSpPr/>
          <p:nvPr/>
        </p:nvCxnSpPr>
        <p:spPr>
          <a:xfrm flipV="1">
            <a:off x="2251820" y="384255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4" name="Connector 300163"/>
          <p:cNvCxnSpPr/>
          <p:nvPr/>
        </p:nvCxnSpPr>
        <p:spPr>
          <a:xfrm>
            <a:off x="2305546" y="384255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5" name="TextBox 300164"/>
          <p:cNvSpPr txBox="1"/>
          <p:nvPr/>
        </p:nvSpPr>
        <p:spPr>
          <a:xfrm>
            <a:off x="2313460" y="37792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66" name="Oval 300165"/>
          <p:cNvSpPr/>
          <p:nvPr/>
        </p:nvSpPr>
        <p:spPr>
          <a:xfrm>
            <a:off x="2818523" y="341393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7" name="Connector 300166"/>
          <p:cNvCxnSpPr/>
          <p:nvPr/>
        </p:nvCxnSpPr>
        <p:spPr>
          <a:xfrm flipV="1">
            <a:off x="2832769" y="337445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8" name="Connector 300167"/>
          <p:cNvCxnSpPr/>
          <p:nvPr/>
        </p:nvCxnSpPr>
        <p:spPr>
          <a:xfrm>
            <a:off x="2886495" y="337445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9" name="Connector 300168"/>
          <p:cNvCxnSpPr/>
          <p:nvPr/>
        </p:nvCxnSpPr>
        <p:spPr>
          <a:xfrm flipH="1">
            <a:off x="2792474" y="3428179"/>
            <a:ext cx="40295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0" name="Connector 300169"/>
          <p:cNvCxnSpPr/>
          <p:nvPr/>
        </p:nvCxnSpPr>
        <p:spPr>
          <a:xfrm flipH="1" flipV="1">
            <a:off x="2779043" y="3455042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1" name="TextBox 300170"/>
          <p:cNvSpPr txBox="1"/>
          <p:nvPr/>
        </p:nvSpPr>
        <p:spPr>
          <a:xfrm>
            <a:off x="2894409" y="331113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72" name="Oval 300171"/>
          <p:cNvSpPr/>
          <p:nvPr/>
        </p:nvSpPr>
        <p:spPr>
          <a:xfrm>
            <a:off x="3583369" y="3108830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73" name="Connector 300172"/>
          <p:cNvCxnSpPr/>
          <p:nvPr/>
        </p:nvCxnSpPr>
        <p:spPr>
          <a:xfrm flipV="1">
            <a:off x="3597615" y="3069351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4" name="Connector 300173"/>
          <p:cNvCxnSpPr/>
          <p:nvPr/>
        </p:nvCxnSpPr>
        <p:spPr>
          <a:xfrm>
            <a:off x="3651341" y="306935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5" name="Connector 300174"/>
          <p:cNvCxnSpPr/>
          <p:nvPr/>
        </p:nvCxnSpPr>
        <p:spPr>
          <a:xfrm>
            <a:off x="3641670" y="307902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6" name="Connector 300175"/>
          <p:cNvCxnSpPr/>
          <p:nvPr/>
        </p:nvCxnSpPr>
        <p:spPr>
          <a:xfrm flipH="1">
            <a:off x="3557321" y="3123076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7" name="Connector 300176"/>
          <p:cNvCxnSpPr/>
          <p:nvPr/>
        </p:nvCxnSpPr>
        <p:spPr>
          <a:xfrm flipH="1" flipV="1">
            <a:off x="3543889" y="3149939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8" name="TextBox 300177"/>
          <p:cNvSpPr txBox="1"/>
          <p:nvPr/>
        </p:nvSpPr>
        <p:spPr>
          <a:xfrm>
            <a:off x="3659255" y="300603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79" name="Oval 300178"/>
          <p:cNvSpPr/>
          <p:nvPr/>
        </p:nvSpPr>
        <p:spPr>
          <a:xfrm>
            <a:off x="3428728" y="438775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0" name="Connector 300179"/>
          <p:cNvCxnSpPr/>
          <p:nvPr/>
        </p:nvCxnSpPr>
        <p:spPr>
          <a:xfrm flipV="1">
            <a:off x="3442974" y="434827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1" name="Connector 300180"/>
          <p:cNvCxnSpPr/>
          <p:nvPr/>
        </p:nvCxnSpPr>
        <p:spPr>
          <a:xfrm>
            <a:off x="3496700" y="4348274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2" name="TextBox 300181"/>
          <p:cNvSpPr txBox="1"/>
          <p:nvPr/>
        </p:nvSpPr>
        <p:spPr>
          <a:xfrm>
            <a:off x="3504614" y="428495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83" name="Oval 300182"/>
          <p:cNvSpPr/>
          <p:nvPr/>
        </p:nvSpPr>
        <p:spPr>
          <a:xfrm>
            <a:off x="2041138" y="561652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4" name="Connector 300183"/>
          <p:cNvCxnSpPr/>
          <p:nvPr/>
        </p:nvCxnSpPr>
        <p:spPr>
          <a:xfrm flipV="1">
            <a:off x="2055384" y="557704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5" name="Connector 300184"/>
          <p:cNvCxnSpPr/>
          <p:nvPr/>
        </p:nvCxnSpPr>
        <p:spPr>
          <a:xfrm>
            <a:off x="2109110" y="557704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6" name="Connector 300185"/>
          <p:cNvCxnSpPr/>
          <p:nvPr/>
        </p:nvCxnSpPr>
        <p:spPr>
          <a:xfrm>
            <a:off x="2099439" y="5586714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7" name="Connector 300186"/>
          <p:cNvCxnSpPr/>
          <p:nvPr/>
        </p:nvCxnSpPr>
        <p:spPr>
          <a:xfrm flipH="1">
            <a:off x="2015090" y="5630769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8" name="Connector 300187"/>
          <p:cNvCxnSpPr/>
          <p:nvPr/>
        </p:nvCxnSpPr>
        <p:spPr>
          <a:xfrm flipH="1" flipV="1">
            <a:off x="2001658" y="565763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9" name="TextBox 300188"/>
          <p:cNvSpPr txBox="1"/>
          <p:nvPr/>
        </p:nvSpPr>
        <p:spPr>
          <a:xfrm>
            <a:off x="2117024" y="55137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90" name="Oval 300189"/>
          <p:cNvSpPr/>
          <p:nvPr/>
        </p:nvSpPr>
        <p:spPr>
          <a:xfrm>
            <a:off x="3623237" y="44190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1" name="Connector 300190"/>
          <p:cNvCxnSpPr/>
          <p:nvPr/>
        </p:nvCxnSpPr>
        <p:spPr>
          <a:xfrm flipV="1">
            <a:off x="3637483" y="437953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2" name="Connector 300191"/>
          <p:cNvCxnSpPr/>
          <p:nvPr/>
        </p:nvCxnSpPr>
        <p:spPr>
          <a:xfrm>
            <a:off x="3691209" y="437953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3" name="Connector 300192"/>
          <p:cNvCxnSpPr/>
          <p:nvPr/>
        </p:nvCxnSpPr>
        <p:spPr>
          <a:xfrm>
            <a:off x="3681538" y="4389203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4" name="Connector 300193"/>
          <p:cNvCxnSpPr/>
          <p:nvPr/>
        </p:nvCxnSpPr>
        <p:spPr>
          <a:xfrm flipH="1">
            <a:off x="3597189" y="443325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5" name="Connector 300194"/>
          <p:cNvCxnSpPr/>
          <p:nvPr/>
        </p:nvCxnSpPr>
        <p:spPr>
          <a:xfrm flipH="1" flipV="1">
            <a:off x="3583757" y="446012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96" name="TextBox 300195"/>
          <p:cNvSpPr txBox="1"/>
          <p:nvPr/>
        </p:nvSpPr>
        <p:spPr>
          <a:xfrm>
            <a:off x="3699124" y="43162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97" name="Oval 300196"/>
          <p:cNvSpPr/>
          <p:nvPr/>
        </p:nvSpPr>
        <p:spPr>
          <a:xfrm>
            <a:off x="4038933" y="358529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8" name="Connector 300197"/>
          <p:cNvCxnSpPr/>
          <p:nvPr/>
        </p:nvCxnSpPr>
        <p:spPr>
          <a:xfrm flipV="1">
            <a:off x="4053179" y="354581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9" name="Connector 300198"/>
          <p:cNvCxnSpPr/>
          <p:nvPr/>
        </p:nvCxnSpPr>
        <p:spPr>
          <a:xfrm>
            <a:off x="4106905" y="354581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0" name="Connector 300199"/>
          <p:cNvCxnSpPr/>
          <p:nvPr/>
        </p:nvCxnSpPr>
        <p:spPr>
          <a:xfrm flipH="1">
            <a:off x="4012885" y="359953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1" name="Connector 300200"/>
          <p:cNvCxnSpPr/>
          <p:nvPr/>
        </p:nvCxnSpPr>
        <p:spPr>
          <a:xfrm flipH="1" flipV="1">
            <a:off x="3999453" y="362640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2" name="TextBox 300201"/>
          <p:cNvSpPr txBox="1"/>
          <p:nvPr/>
        </p:nvSpPr>
        <p:spPr>
          <a:xfrm>
            <a:off x="4114819" y="348249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203" name="Oval 300202"/>
          <p:cNvSpPr/>
          <p:nvPr/>
        </p:nvSpPr>
        <p:spPr>
          <a:xfrm>
            <a:off x="4532112" y="2481907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4" name="Connector 300203"/>
          <p:cNvCxnSpPr/>
          <p:nvPr/>
        </p:nvCxnSpPr>
        <p:spPr>
          <a:xfrm flipV="1">
            <a:off x="4546358" y="2442428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5" name="Connector 300204"/>
          <p:cNvCxnSpPr/>
          <p:nvPr/>
        </p:nvCxnSpPr>
        <p:spPr>
          <a:xfrm>
            <a:off x="4600084" y="2442428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6" name="TextBox 300205"/>
          <p:cNvSpPr txBox="1"/>
          <p:nvPr/>
        </p:nvSpPr>
        <p:spPr>
          <a:xfrm>
            <a:off x="4607999" y="237911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207" name="Oval 300206"/>
          <p:cNvSpPr/>
          <p:nvPr/>
        </p:nvSpPr>
        <p:spPr>
          <a:xfrm>
            <a:off x="4185215" y="39071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8" name="Connector 300207"/>
          <p:cNvCxnSpPr/>
          <p:nvPr/>
        </p:nvCxnSpPr>
        <p:spPr>
          <a:xfrm flipV="1">
            <a:off x="4199461" y="3867633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9" name="Connector 300208"/>
          <p:cNvCxnSpPr/>
          <p:nvPr/>
        </p:nvCxnSpPr>
        <p:spPr>
          <a:xfrm>
            <a:off x="4253187" y="386763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0" name="TextBox 300209"/>
          <p:cNvSpPr txBox="1"/>
          <p:nvPr/>
        </p:nvSpPr>
        <p:spPr>
          <a:xfrm>
            <a:off x="4261101" y="38043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211" name="Oval 300210"/>
          <p:cNvSpPr/>
          <p:nvPr/>
        </p:nvSpPr>
        <p:spPr>
          <a:xfrm>
            <a:off x="4298061" y="4977061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2" name="Connector 300211"/>
          <p:cNvCxnSpPr/>
          <p:nvPr/>
        </p:nvCxnSpPr>
        <p:spPr>
          <a:xfrm flipV="1">
            <a:off x="4312307" y="4937581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3" name="Connector 300212"/>
          <p:cNvCxnSpPr/>
          <p:nvPr/>
        </p:nvCxnSpPr>
        <p:spPr>
          <a:xfrm>
            <a:off x="4366033" y="493758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4" name="Connector 300213"/>
          <p:cNvCxnSpPr/>
          <p:nvPr/>
        </p:nvCxnSpPr>
        <p:spPr>
          <a:xfrm>
            <a:off x="4356362" y="494725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5" name="Connector 300214"/>
          <p:cNvCxnSpPr/>
          <p:nvPr/>
        </p:nvCxnSpPr>
        <p:spPr>
          <a:xfrm flipH="1">
            <a:off x="4272013" y="4991307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6" name="Connector 300215"/>
          <p:cNvCxnSpPr/>
          <p:nvPr/>
        </p:nvCxnSpPr>
        <p:spPr>
          <a:xfrm flipH="1" flipV="1">
            <a:off x="4258581" y="5018170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7" name="TextBox 300216"/>
          <p:cNvSpPr txBox="1"/>
          <p:nvPr/>
        </p:nvSpPr>
        <p:spPr>
          <a:xfrm>
            <a:off x="4373948" y="487426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218" name="Oval 300217"/>
          <p:cNvSpPr/>
          <p:nvPr/>
        </p:nvSpPr>
        <p:spPr>
          <a:xfrm>
            <a:off x="4883189" y="4951984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9" name="Connector 300218"/>
          <p:cNvCxnSpPr/>
          <p:nvPr/>
        </p:nvCxnSpPr>
        <p:spPr>
          <a:xfrm flipV="1">
            <a:off x="4897435" y="491250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0" name="Connector 300219"/>
          <p:cNvCxnSpPr/>
          <p:nvPr/>
        </p:nvCxnSpPr>
        <p:spPr>
          <a:xfrm>
            <a:off x="4951161" y="491250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1" name="Connector 300220"/>
          <p:cNvCxnSpPr/>
          <p:nvPr/>
        </p:nvCxnSpPr>
        <p:spPr>
          <a:xfrm flipH="1">
            <a:off x="4857141" y="4966230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2" name="Connector 300221"/>
          <p:cNvCxnSpPr/>
          <p:nvPr/>
        </p:nvCxnSpPr>
        <p:spPr>
          <a:xfrm flipH="1" flipV="1">
            <a:off x="4843710" y="499309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3" name="TextBox 300222"/>
          <p:cNvSpPr txBox="1"/>
          <p:nvPr/>
        </p:nvSpPr>
        <p:spPr>
          <a:xfrm>
            <a:off x="4959076" y="484918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224" name="Oval 300223"/>
          <p:cNvSpPr/>
          <p:nvPr/>
        </p:nvSpPr>
        <p:spPr>
          <a:xfrm>
            <a:off x="5309497" y="4855856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5" name="Connector 300224"/>
          <p:cNvCxnSpPr/>
          <p:nvPr/>
        </p:nvCxnSpPr>
        <p:spPr>
          <a:xfrm flipV="1">
            <a:off x="5323743" y="481637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6" name="Connector 300225"/>
          <p:cNvCxnSpPr/>
          <p:nvPr/>
        </p:nvCxnSpPr>
        <p:spPr>
          <a:xfrm>
            <a:off x="5377469" y="4816376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7" name="TextBox 300226"/>
          <p:cNvSpPr txBox="1"/>
          <p:nvPr/>
        </p:nvSpPr>
        <p:spPr>
          <a:xfrm>
            <a:off x="5385383" y="475306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228" name="Oval 300227"/>
          <p:cNvSpPr/>
          <p:nvPr/>
        </p:nvSpPr>
        <p:spPr>
          <a:xfrm>
            <a:off x="5683319" y="52103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9" name="Connector 300228"/>
          <p:cNvCxnSpPr/>
          <p:nvPr/>
        </p:nvCxnSpPr>
        <p:spPr>
          <a:xfrm flipV="1">
            <a:off x="5697565" y="5170855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30" name="Connector 300229"/>
          <p:cNvCxnSpPr/>
          <p:nvPr/>
        </p:nvCxnSpPr>
        <p:spPr>
          <a:xfrm>
            <a:off x="5751291" y="5170855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31" name="TextBox 300230"/>
          <p:cNvSpPr txBox="1"/>
          <p:nvPr/>
        </p:nvSpPr>
        <p:spPr>
          <a:xfrm>
            <a:off x="5759206" y="51075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232" name="TextBox 300231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控制它的开关键，见电施-16。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WL4（先到开关盒）；细实线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分区放大见电施-13~电施-14。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300233" name="Rectangle 300232"/>
          <p:cNvSpPr/>
          <p:nvPr/>
        </p:nvSpPr>
        <p:spPr>
          <a:xfrm>
            <a:off x="1637435" y="1806538"/>
            <a:ext cx="2716666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4" name="TextBox 300233"/>
          <p:cNvSpPr txBox="1"/>
          <p:nvPr/>
        </p:nvSpPr>
        <p:spPr>
          <a:xfrm>
            <a:off x="1677435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电施-13</a:t>
            </a:r>
          </a:p>
        </p:txBody>
      </p:sp>
      <p:sp>
        <p:nvSpPr>
          <p:cNvPr id="300235" name="Rectangle 300234"/>
          <p:cNvSpPr/>
          <p:nvPr/>
        </p:nvSpPr>
        <p:spPr>
          <a:xfrm>
            <a:off x="3643589" y="1806538"/>
            <a:ext cx="3343589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6" name="TextBox 300235"/>
          <p:cNvSpPr txBox="1"/>
          <p:nvPr/>
        </p:nvSpPr>
        <p:spPr>
          <a:xfrm>
            <a:off x="3683589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电施-14</a:t>
            </a:r>
          </a:p>
        </p:txBody>
      </p:sp>
      <p:sp>
        <p:nvSpPr>
          <p:cNvPr id="300237" name="Rectangle 300236"/>
          <p:cNvSpPr/>
          <p:nvPr/>
        </p:nvSpPr>
        <p:spPr>
          <a:xfrm>
            <a:off x="400000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8" name="Rectangle 300237"/>
          <p:cNvSpPr/>
          <p:nvPr/>
        </p:nvSpPr>
        <p:spPr>
          <a:xfrm>
            <a:off x="839697" y="6540000"/>
            <a:ext cx="43969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9" name="Rectangle 300238"/>
          <p:cNvSpPr/>
          <p:nvPr/>
        </p:nvSpPr>
        <p:spPr>
          <a:xfrm>
            <a:off x="1279395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40" name="TextBox 300239"/>
          <p:cNvSpPr txBox="1"/>
          <p:nvPr/>
        </p:nvSpPr>
        <p:spPr>
          <a:xfrm>
            <a:off x="17590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电施-13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>
            <a:off x="4746627" y="3610257"/>
            <a:ext cx="0" cy="46249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4746627" y="4072747"/>
            <a:ext cx="203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 flipV="1">
            <a:off x="2848684" y="3902631"/>
            <a:ext cx="0" cy="6715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848684" y="3902631"/>
            <a:ext cx="43957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3288263" y="3902631"/>
            <a:ext cx="848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4136894" y="3218842"/>
            <a:ext cx="0" cy="683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4136894" y="3218842"/>
            <a:ext cx="111726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5254157" y="2773157"/>
            <a:ext cx="0" cy="44568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136894" y="3218842"/>
            <a:ext cx="0" cy="14225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136894" y="4641368"/>
            <a:ext cx="89136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5028263" y="4641368"/>
            <a:ext cx="28413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5312396" y="4641368"/>
            <a:ext cx="0" cy="4566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>
            <a:off x="2848684" y="4574210"/>
            <a:ext cx="0" cy="18621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848684" y="6436315"/>
            <a:ext cx="152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H="1">
            <a:off x="5312396" y="6418000"/>
            <a:ext cx="2194949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5312396" y="4687029"/>
            <a:ext cx="0" cy="173097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5743757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V="1">
            <a:off x="2848684" y="3932660"/>
            <a:ext cx="0" cy="6415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2848684" y="3932660"/>
            <a:ext cx="1539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88263" y="3902631"/>
            <a:ext cx="5220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810314" y="3902631"/>
            <a:ext cx="0" cy="311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 flipV="1">
            <a:off x="4136894" y="2312106"/>
            <a:ext cx="0" cy="9067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4136894" y="2312106"/>
            <a:ext cx="2716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5254157" y="2312106"/>
            <a:ext cx="0" cy="4610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H="1">
            <a:off x="4408508" y="2312106"/>
            <a:ext cx="8456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5254157" y="2773157"/>
            <a:ext cx="8413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 flipV="1">
            <a:off x="6095458" y="1557430"/>
            <a:ext cx="0" cy="12157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H="1">
            <a:off x="4748661" y="4641368"/>
            <a:ext cx="27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748661" y="4072747"/>
            <a:ext cx="0" cy="5686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3001315" y="5444812"/>
            <a:ext cx="0" cy="9915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3001315" y="5444812"/>
            <a:ext cx="71267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3001315" y="6436315"/>
            <a:ext cx="18097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4811039" y="5754065"/>
            <a:ext cx="0" cy="6822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H="1">
            <a:off x="3713986" y="4687029"/>
            <a:ext cx="15984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>
            <a:off x="3713986" y="4687029"/>
            <a:ext cx="0" cy="7577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>
            <a:off x="5312396" y="4687029"/>
            <a:ext cx="0" cy="10670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H="1">
            <a:off x="4811039" y="5754065"/>
            <a:ext cx="50135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 flipV="1">
            <a:off x="4136894" y="2773157"/>
            <a:ext cx="1117263" cy="44568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V="1">
            <a:off x="3001315" y="4687029"/>
            <a:ext cx="2311081" cy="1749286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4111259" y="5546982"/>
            <a:ext cx="12325" cy="890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4130976" y="5532058"/>
            <a:ext cx="12325" cy="890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 flipV="1">
            <a:off x="4150693" y="5517133"/>
            <a:ext cx="12325" cy="890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 flipV="1">
            <a:off x="4170410" y="5502209"/>
            <a:ext cx="12325" cy="890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4190127" y="5487285"/>
            <a:ext cx="12325" cy="890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Oval 300072"/>
          <p:cNvSpPr/>
          <p:nvPr/>
        </p:nvSpPr>
        <p:spPr>
          <a:xfrm>
            <a:off x="7493214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7510877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5" name="TextBox 300074"/>
          <p:cNvSpPr txBox="1"/>
          <p:nvPr/>
        </p:nvSpPr>
        <p:spPr>
          <a:xfrm>
            <a:off x="5079084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76" name="Oval 300075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7" name="Connector 300076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TextBox 300078"/>
          <p:cNvSpPr txBox="1"/>
          <p:nvPr/>
        </p:nvSpPr>
        <p:spPr>
          <a:xfrm>
            <a:off x="4486226" y="214960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TextBox 300082"/>
          <p:cNvSpPr txBox="1"/>
          <p:nvPr/>
        </p:nvSpPr>
        <p:spPr>
          <a:xfrm>
            <a:off x="3791704" y="528231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84" name="Oval 300083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Oval 300084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6" name="TextBox 300085"/>
          <p:cNvSpPr txBox="1"/>
          <p:nvPr/>
        </p:nvSpPr>
        <p:spPr>
          <a:xfrm>
            <a:off x="3080340" y="377015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87" name="Oval 300086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Oval 300087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824345" y="344775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Oval 300090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2" name="TextBox 300091"/>
          <p:cNvSpPr txBox="1"/>
          <p:nvPr/>
        </p:nvSpPr>
        <p:spPr>
          <a:xfrm>
            <a:off x="4888757" y="5591564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TextBox 300095"/>
          <p:cNvSpPr txBox="1"/>
          <p:nvPr/>
        </p:nvSpPr>
        <p:spPr>
          <a:xfrm>
            <a:off x="6173176" y="139492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97" name="Oval 300096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8" name="Oval 300097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9" name="TextBox 300098"/>
          <p:cNvSpPr txBox="1"/>
          <p:nvPr/>
        </p:nvSpPr>
        <p:spPr>
          <a:xfrm>
            <a:off x="3888032" y="3771237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1" name="Oval 300100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2" name="TextBox 300101"/>
          <p:cNvSpPr txBox="1"/>
          <p:nvPr/>
        </p:nvSpPr>
        <p:spPr>
          <a:xfrm>
            <a:off x="4826379" y="391024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848684" y="447828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944605" y="4478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958735" y="4365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3288263" y="3806710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384184" y="380671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0" name="TextBox 300109"/>
          <p:cNvSpPr txBox="1"/>
          <p:nvPr/>
        </p:nvSpPr>
        <p:spPr>
          <a:xfrm>
            <a:off x="3398314" y="369366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11" name="Oval 300110"/>
          <p:cNvSpPr/>
          <p:nvPr/>
        </p:nvSpPr>
        <p:spPr>
          <a:xfrm>
            <a:off x="4111459" y="3193407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2" name="Connector 300111"/>
          <p:cNvCxnSpPr/>
          <p:nvPr/>
        </p:nvCxnSpPr>
        <p:spPr>
          <a:xfrm flipV="1">
            <a:off x="4136894" y="3122920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3" name="Connector 300112"/>
          <p:cNvCxnSpPr/>
          <p:nvPr/>
        </p:nvCxnSpPr>
        <p:spPr>
          <a:xfrm>
            <a:off x="4232815" y="3122920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4" name="Connector 300113"/>
          <p:cNvCxnSpPr/>
          <p:nvPr/>
        </p:nvCxnSpPr>
        <p:spPr>
          <a:xfrm flipH="1">
            <a:off x="4064953" y="3218842"/>
            <a:ext cx="71941" cy="7194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H="1" flipV="1">
            <a:off x="4040973" y="32668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246946" y="300987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54157" y="2677236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50079" y="2677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0" name="Connector 300119"/>
          <p:cNvCxnSpPr/>
          <p:nvPr/>
        </p:nvCxnSpPr>
        <p:spPr>
          <a:xfrm>
            <a:off x="5332813" y="26945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1" name="Connector 300120"/>
          <p:cNvCxnSpPr/>
          <p:nvPr/>
        </p:nvCxnSpPr>
        <p:spPr>
          <a:xfrm flipH="1">
            <a:off x="5182217" y="2773157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 flipH="1" flipV="1">
            <a:off x="5158236" y="2821118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5364209" y="2564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5028263" y="4545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124184" y="4545447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138314" y="4432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28" name="Oval 300127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9" name="Connector 300128"/>
          <p:cNvCxnSpPr/>
          <p:nvPr/>
        </p:nvCxnSpPr>
        <p:spPr>
          <a:xfrm flipV="1">
            <a:off x="3001315" y="6340394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0" name="Connector 300129"/>
          <p:cNvCxnSpPr/>
          <p:nvPr/>
        </p:nvCxnSpPr>
        <p:spPr>
          <a:xfrm>
            <a:off x="3097236" y="6340394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>
            <a:off x="3079971" y="635766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2" name="Connector 300131"/>
          <p:cNvCxnSpPr/>
          <p:nvPr/>
        </p:nvCxnSpPr>
        <p:spPr>
          <a:xfrm flipH="1">
            <a:off x="2929374" y="6436315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3" name="Connector 300132"/>
          <p:cNvCxnSpPr/>
          <p:nvPr/>
        </p:nvCxnSpPr>
        <p:spPr>
          <a:xfrm flipH="1" flipV="1">
            <a:off x="2905394" y="6484276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4" name="TextBox 300133"/>
          <p:cNvSpPr txBox="1"/>
          <p:nvPr/>
        </p:nvSpPr>
        <p:spPr>
          <a:xfrm>
            <a:off x="3111367" y="622735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5286961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 flipV="1">
            <a:off x="5312396" y="459110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7" name="Connector 300136"/>
          <p:cNvCxnSpPr/>
          <p:nvPr/>
        </p:nvCxnSpPr>
        <p:spPr>
          <a:xfrm>
            <a:off x="5408317" y="459110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8" name="Connector 300137"/>
          <p:cNvCxnSpPr/>
          <p:nvPr/>
        </p:nvCxnSpPr>
        <p:spPr>
          <a:xfrm>
            <a:off x="5391051" y="4608374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9" name="Connector 300138"/>
          <p:cNvCxnSpPr/>
          <p:nvPr/>
        </p:nvCxnSpPr>
        <p:spPr>
          <a:xfrm flipH="1">
            <a:off x="5240455" y="4687029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0" name="Connector 300139"/>
          <p:cNvCxnSpPr/>
          <p:nvPr/>
        </p:nvCxnSpPr>
        <p:spPr>
          <a:xfrm flipH="1" flipV="1">
            <a:off x="5216475" y="473499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1" name="TextBox 300140"/>
          <p:cNvSpPr txBox="1"/>
          <p:nvPr/>
        </p:nvSpPr>
        <p:spPr>
          <a:xfrm>
            <a:off x="5422447" y="447806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43" name="TextBox 300142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盥洗室门旁</a:t>
            </a:r>
          </a:p>
        </p:txBody>
      </p:sp>
      <p:sp>
        <p:nvSpPr>
          <p:cNvPr id="300144" name="TextBox 300143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45" name="TextBox 300144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西卫生间门外</a:t>
            </a:r>
          </a:p>
        </p:txBody>
      </p:sp>
      <p:sp>
        <p:nvSpPr>
          <p:cNvPr id="300146" name="TextBox 300145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主卧门旁</a:t>
            </a:r>
          </a:p>
        </p:txBody>
      </p:sp>
      <p:sp>
        <p:nvSpPr>
          <p:cNvPr id="300148" name="TextBox 300147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49" name="TextBox 300148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主卧东墙 · 床头侧</a:t>
            </a:r>
          </a:p>
        </p:txBody>
      </p:sp>
      <p:sp>
        <p:nvSpPr>
          <p:cNvPr id="300150" name="TextBox 300149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衣帽间门旁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卧室2 床头侧（东墙）</a:t>
            </a:r>
          </a:p>
        </p:txBody>
      </p:sp>
      <p:sp>
        <p:nvSpPr>
          <p:cNvPr id="300154" name="TextBox 300153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5" name="TextBox 300154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卧室2 门旁（新门西侧短墙，锁侧）</a:t>
            </a:r>
          </a:p>
        </p:txBody>
      </p:sp>
      <p:sp>
        <p:nvSpPr>
          <p:cNvPr id="300156" name="TextBox 300155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7" name="Rectangle 30015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8" name="Rectangle 30015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9" name="TextBox 30015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电施-14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2303510" y="3268996"/>
            <a:ext cx="0" cy="149923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 flipH="1">
            <a:off x="2284305" y="3268996"/>
            <a:ext cx="1920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531210" y="3469157"/>
            <a:ext cx="0" cy="4701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531210" y="3939263"/>
            <a:ext cx="21368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744894" y="3939263"/>
            <a:ext cx="0" cy="156294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>
            <a:off x="2744894" y="5502210"/>
            <a:ext cx="16484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2909736" y="5502210"/>
            <a:ext cx="854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3764473" y="5465578"/>
            <a:ext cx="0" cy="366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3764473" y="5465578"/>
            <a:ext cx="622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4387210" y="5325157"/>
            <a:ext cx="0" cy="1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4387210" y="5325157"/>
            <a:ext cx="5460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4933278" y="5325157"/>
            <a:ext cx="0" cy="51781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2531210" y="1857368"/>
            <a:ext cx="0" cy="1611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531210" y="1857368"/>
            <a:ext cx="72042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4118924" y="6418000"/>
            <a:ext cx="814354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4933278" y="5842969"/>
            <a:ext cx="0" cy="57503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2355336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H="1">
            <a:off x="2284305" y="3469157"/>
            <a:ext cx="2469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2284305" y="3268996"/>
            <a:ext cx="0" cy="200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51631" y="1857368"/>
            <a:ext cx="40818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659815" y="1857368"/>
            <a:ext cx="0" cy="702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2744894" y="3939263"/>
            <a:ext cx="7177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462663" y="3939263"/>
            <a:ext cx="0" cy="4041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H="1">
            <a:off x="2303510" y="5502210"/>
            <a:ext cx="60622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V="1">
            <a:off x="2303510" y="4768232"/>
            <a:ext cx="0" cy="73397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2909736" y="5502210"/>
            <a:ext cx="4565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3366335" y="5502210"/>
            <a:ext cx="0" cy="6554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>
            <a:off x="3764473" y="5465578"/>
            <a:ext cx="0" cy="6920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H="1">
            <a:off x="3366335" y="6157642"/>
            <a:ext cx="3981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4387210" y="5258293"/>
            <a:ext cx="0" cy="668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4387210" y="5258293"/>
            <a:ext cx="1211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4933278" y="5842969"/>
            <a:ext cx="0" cy="37778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4933278" y="6220750"/>
            <a:ext cx="953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4" name="Oval 300063"/>
          <p:cNvSpPr/>
          <p:nvPr/>
        </p:nvSpPr>
        <p:spPr>
          <a:xfrm>
            <a:off x="4104793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4122456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6" name="TextBox 300065"/>
          <p:cNvSpPr txBox="1"/>
          <p:nvPr/>
        </p:nvSpPr>
        <p:spPr>
          <a:xfrm>
            <a:off x="1690663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67" name="Oval 300066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8" name="Connector 300067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0" name="TextBox 300069"/>
          <p:cNvSpPr txBox="1"/>
          <p:nvPr/>
        </p:nvSpPr>
        <p:spPr>
          <a:xfrm>
            <a:off x="3444053" y="599514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71" name="Oval 300070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2" name="Connector 300071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4" name="TextBox 300073"/>
          <p:cNvSpPr txBox="1"/>
          <p:nvPr/>
        </p:nvSpPr>
        <p:spPr>
          <a:xfrm>
            <a:off x="2381228" y="460573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TextBox 300077"/>
          <p:cNvSpPr txBox="1"/>
          <p:nvPr/>
        </p:nvSpPr>
        <p:spPr>
          <a:xfrm>
            <a:off x="3540381" y="418095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79" name="Oval 300078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0" name="Connector 300079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2" name="TextBox 300081"/>
          <p:cNvSpPr txBox="1"/>
          <p:nvPr/>
        </p:nvSpPr>
        <p:spPr>
          <a:xfrm>
            <a:off x="5675978" y="50957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83" name="Oval 300082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Oval 300083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3737533" y="23975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7" name="Oval 300086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TextBox 300087"/>
          <p:cNvSpPr txBox="1"/>
          <p:nvPr/>
        </p:nvSpPr>
        <p:spPr>
          <a:xfrm>
            <a:off x="5964926" y="605824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89" name="Oval 300088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0" name="Connector 300089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2" name="TextBox 300091"/>
          <p:cNvSpPr txBox="1"/>
          <p:nvPr/>
        </p:nvSpPr>
        <p:spPr>
          <a:xfrm>
            <a:off x="2362023" y="310649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 flipV="1">
            <a:off x="2531210" y="3373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2627131" y="3373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H="1">
            <a:off x="2459269" y="3469157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H="1" flipV="1">
            <a:off x="2435289" y="351711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8" name="TextBox 300097"/>
          <p:cNvSpPr txBox="1"/>
          <p:nvPr/>
        </p:nvSpPr>
        <p:spPr>
          <a:xfrm>
            <a:off x="2641262" y="3260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99" name="Oval 300098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0" name="Connector 300099"/>
          <p:cNvCxnSpPr/>
          <p:nvPr/>
        </p:nvCxnSpPr>
        <p:spPr>
          <a:xfrm flipV="1">
            <a:off x="3251631" y="1761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>
            <a:off x="3347552" y="1761447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TextBox 300101"/>
          <p:cNvSpPr txBox="1"/>
          <p:nvPr/>
        </p:nvSpPr>
        <p:spPr>
          <a:xfrm>
            <a:off x="3361683" y="1648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744894" y="3843341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840815" y="3843341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854946" y="37302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2909736" y="5406289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005658" y="5406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2988392" y="5423555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H="1">
            <a:off x="2837795" y="550221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2" name="Connector 300111"/>
          <p:cNvCxnSpPr/>
          <p:nvPr/>
        </p:nvCxnSpPr>
        <p:spPr>
          <a:xfrm flipH="1" flipV="1">
            <a:off x="2813815" y="555017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3" name="TextBox 300112"/>
          <p:cNvSpPr txBox="1"/>
          <p:nvPr/>
        </p:nvSpPr>
        <p:spPr>
          <a:xfrm>
            <a:off x="3019788" y="5293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4" name="Oval 300113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5" name="Connector 300114"/>
          <p:cNvCxnSpPr/>
          <p:nvPr/>
        </p:nvCxnSpPr>
        <p:spPr>
          <a:xfrm flipV="1">
            <a:off x="3764473" y="536965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6" name="Connector 300115"/>
          <p:cNvCxnSpPr/>
          <p:nvPr/>
        </p:nvCxnSpPr>
        <p:spPr>
          <a:xfrm>
            <a:off x="3860394" y="5369657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7" name="Connector 300116"/>
          <p:cNvCxnSpPr/>
          <p:nvPr/>
        </p:nvCxnSpPr>
        <p:spPr>
          <a:xfrm flipH="1">
            <a:off x="3692532" y="5465578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8" name="Connector 300117"/>
          <p:cNvCxnSpPr/>
          <p:nvPr/>
        </p:nvCxnSpPr>
        <p:spPr>
          <a:xfrm flipH="1" flipV="1">
            <a:off x="3668552" y="551353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9" name="TextBox 300118"/>
          <p:cNvSpPr txBox="1"/>
          <p:nvPr/>
        </p:nvSpPr>
        <p:spPr>
          <a:xfrm>
            <a:off x="3874525" y="525661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20" name="Oval 300119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1" name="Connector 300120"/>
          <p:cNvCxnSpPr/>
          <p:nvPr/>
        </p:nvCxnSpPr>
        <p:spPr>
          <a:xfrm flipV="1">
            <a:off x="4387210" y="5229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>
            <a:off x="4483131" y="5229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4497262" y="5116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4933278" y="574704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029199" y="574704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043329" y="563400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8" name="TextBox 300127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29" name="TextBox 300128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走廊北端</a:t>
            </a:r>
          </a:p>
        </p:txBody>
      </p:sp>
      <p:sp>
        <p:nvSpPr>
          <p:cNvPr id="300130" name="TextBox 300129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131" name="TextBox 300130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北卫生间门外</a:t>
            </a:r>
          </a:p>
        </p:txBody>
      </p:sp>
      <p:sp>
        <p:nvSpPr>
          <p:cNvPr id="300132" name="TextBox 300131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33" name="TextBox 300132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卧室3 门旁</a:t>
            </a:r>
          </a:p>
        </p:txBody>
      </p:sp>
      <p:sp>
        <p:nvSpPr>
          <p:cNvPr id="300134" name="TextBox 300133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35" name="TextBox 300134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走廊南端 · 楼梯口</a:t>
            </a:r>
          </a:p>
        </p:txBody>
      </p:sp>
      <p:sp>
        <p:nvSpPr>
          <p:cNvPr id="300136" name="TextBox 300135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37" name="TextBox 300136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楼梯顶</a:t>
            </a:r>
          </a:p>
        </p:txBody>
      </p:sp>
      <p:sp>
        <p:nvSpPr>
          <p:cNvPr id="300138" name="TextBox 300137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39" name="TextBox 300138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卧室 4 门旁</a:t>
            </a:r>
          </a:p>
        </p:txBody>
      </p:sp>
      <p:sp>
        <p:nvSpPr>
          <p:cNvPr id="300140" name="TextBox 300139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41" name="TextBox 300140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卧室 4 内 · 卫生间门南侧（隔墙短墙）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43" name="Rectangle 300142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4" name="Rectangle 300143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5" name="TextBox 300144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32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一层前区照明（门廊 / 门厅 / 起居室 / 餐厅 / 楼梯）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22 盏（一层，字母 见一层图）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WL2  一层后区照明（客厅 / 卫生间 / 厨房 / 吧台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14 盏（一层，字母 见一层图）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见一层图）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900000" y="37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3300000" y="38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0000" y="35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0000" y="36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000" y="37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a b c d e f g h i j k l m）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000000" y="45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000000" y="44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I-A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门旁（新门西侧短墙，锁侧）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28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S3-1，S4-1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S8-1，S11-1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S6-1，S7-1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S6-2，S7-2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S11-2，S12-1，一层 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