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J：S7 挪到法式门框东侧（后花园门旁），按键不变。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3016666" y="3382205"/>
            <a:ext cx="0" cy="1278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016666" y="3382205"/>
            <a:ext cx="16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204743" y="4803230"/>
            <a:ext cx="1517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4721897" y="4732179"/>
            <a:ext cx="0" cy="71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24012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24012" y="4732179"/>
            <a:ext cx="59788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506420" y="4172215"/>
            <a:ext cx="9636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2215"/>
            <a:ext cx="0" cy="2214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506420" y="2312256"/>
            <a:ext cx="0" cy="18599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78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45128" y="4172215"/>
            <a:ext cx="0" cy="123704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45128" y="4172215"/>
            <a:ext cx="36129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506420" y="4172215"/>
            <a:ext cx="137610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172215"/>
            <a:ext cx="0" cy="85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506420" y="4172215"/>
            <a:ext cx="50471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2055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506420" y="4172215"/>
            <a:ext cx="1027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6892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7831" cy="185995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66899" y="3251438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66582" y="3239125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66266" y="3226811"/>
            <a:ext cx="32477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65949" y="3214497"/>
            <a:ext cx="32478" cy="30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65632" y="3202184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503620" y="318592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93750" y="415954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506420" y="41244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54200" y="412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545599" y="413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536999" y="414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70585" y="41722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58640" y="41961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61238" y="40681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274519" y="3072303"/>
            <a:ext cx="0" cy="231945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274519" y="3072303"/>
            <a:ext cx="67742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951941" y="2962808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8061437" y="296280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8041728" y="2982517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022018" y="300222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869819" y="3072303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842445" y="3127051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8077567" y="28337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法式门框东侧（后花园门旁）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015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01510" y="5123684"/>
            <a:ext cx="8802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39210" y="6112736"/>
            <a:ext cx="19353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