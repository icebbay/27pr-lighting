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19622" y="408960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33122" y="4043358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83260" y="4043358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474736" y="4053515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466213" y="406367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183122" y="413310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862345" y="2771144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70176" y="277114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51845" y="279299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7933513" y="2814837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7986306" y="263366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7986306" y="263366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G07 区东侧 · 卫生间走道口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H-A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v7（用户 2026-10-06 标注）；Blender v39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G26_4（卫生间后墙，三控：S11、S12、S7）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