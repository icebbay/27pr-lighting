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AL1（暂定楼梯下，现场定）按区域引出 4 个回路：WL1 前厅（含门廊壁灯）、WL2 侧厅（G15 区、卫生间，含排气扇）、WL6 厨房（含吧台区、洗衣房）、WL3 后花园户外，均带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E：一层照明按区域分 4 路（前厅 / 侧厅 / 厨房 / 户外），厨房、吧台区、洗衣房从 WL2 拆出为 WL6，每区一个断路器。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4145128" y="3382205"/>
            <a:ext cx="0" cy="202705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H="1">
            <a:off x="3033384" y="3382205"/>
            <a:ext cx="111174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66244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66244" y="4732179"/>
            <a:ext cx="555653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589" y="4176307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6307"/>
            <a:ext cx="0" cy="217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87360" y="4176307"/>
            <a:ext cx="0" cy="12329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87360" y="4176307"/>
            <a:ext cx="27122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458589" y="4176307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6307"/>
            <a:ext cx="0" cy="44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458589" y="4176307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9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4" name="Connector 693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442752" y="3253080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442752" y="3240762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442752" y="3228445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442752" y="3216127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442752" y="3203809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Rectangle 719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Rectangle 723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6" name="Oval 725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8" name="Oval 727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32" name="Oval 731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6" name="Oval 735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0" name="Oval 739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44" name="Oval 743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8" name="Oval 747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0" name="Oval 749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52" name="Oval 751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4" name="Oval 753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6" name="Oval 755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2" name="Oval 761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5" name="Oval 764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1" name="Oval 770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7" name="Oval 776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6" name="Oval 785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1" name="Oval 800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4" name="Oval 803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5" name="Connector 804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8" name="Oval 807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9" name="Connector 808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12" name="Oval 811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15" name="Oval 814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8" name="Oval 817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1" name="Oval 820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0" name="Oval 829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6" name="Oval 835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9" name="Oval 838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42" name="Oval 841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45" name="Oval 844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9" name="Oval 848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1" name="Oval 850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3" name="Oval 85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4" name="Connector 85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TextBox 86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2" name="Oval 86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3" name="Connector 86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7" name="Oval 86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75" name="Oval 874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6" name="Connector 875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TextBox 882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4" name="Oval 883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5" name="Connector 884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" name="TextBox 890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2" name="Oval 89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3" name="Connector 89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6" name="Oval 895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497769" y="413712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3" name="Oval 902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2" name="Oval 911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1" name="Oval 920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2" name="Connector 921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25" name="Oval 924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2" name="Oval 931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9" name="Oval 938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44" name="Oval 943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TextBox 946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8" name="Oval 947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9" name="Connector 948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62" name="Connector 961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Oval 962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6" name="TextBox 965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WL1/WL2/WL6/WL3（先到开关盒）；细实线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71300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71300" y="3079975"/>
            <a:ext cx="49095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847358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52046" y="299018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6" name="Connector 76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Oval 76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7" name="Rectangle 78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769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76910" y="5123684"/>
            <a:ext cx="8048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WL6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214610" y="6112736"/>
            <a:ext cx="18599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68861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6875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一层前厅照明（门廊 / 门厅 / 起居室 / G07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2125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1025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2125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18825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0225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0625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一层侧厅照明（G15 区 / 卫生间）+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11 盏（一层，字母 j k l m o）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2675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2565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2675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345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485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2525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WL6  一层厨房照明（厨房 / 吧台区 / 洗衣房）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 盏（一层，字母 r s t）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1375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0275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1375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28075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29475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29875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360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349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360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327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341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345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二层西区照明（衣帽间 / 盥洗室 / 西卫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见二层图）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40625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900000" y="39525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00000" y="40625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900000" y="37325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0000" y="38725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000" y="39125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6 盏（二层，字母 见二层图）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000000" y="4525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900000" y="4415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300000" y="4525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900000" y="4195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50000" y="4335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000" y="4375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WL7  二层主卧区照明（主卧 / 北卫）+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 盏（二层，字母 见二层图）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000000" y="49875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000000" y="48375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回路划分按区域，每区一个断路器（一层前厅 / 侧厅 / 厨房 / 户外，二层主卧区 / 西区 / 东区），单回路灯具数量与功率均在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WL4、WL5、WL7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