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251820" y="3896282"/>
            <a:ext cx="1191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3442974" y="3896282"/>
            <a:ext cx="0" cy="5057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442974" y="4402000"/>
            <a:ext cx="19450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637483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637483" y="4433258"/>
            <a:ext cx="5619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199461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4199461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 flipH="1">
            <a:off x="4053179" y="359953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053179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H="1">
            <a:off x="3597615" y="3123076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597615" y="3074820"/>
            <a:ext cx="0" cy="482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3597615" y="3074820"/>
            <a:ext cx="398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3637483" y="4433258"/>
            <a:ext cx="67482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3637483" y="3074820"/>
            <a:ext cx="90887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4546358" y="2496153"/>
            <a:ext cx="0" cy="57866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H="1">
            <a:off x="3018708" y="3074820"/>
            <a:ext cx="6187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V="1">
            <a:off x="3018708" y="2807454"/>
            <a:ext cx="0" cy="2673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94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3432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H="1">
            <a:off x="3597615" y="3074820"/>
            <a:ext cx="39868" cy="4825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82099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20895" y="5023785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31938" y="5015426"/>
            <a:ext cx="6904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42982" y="5007067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54026" y="4998708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65069" y="4990349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3623237" y="306057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3637483" y="302109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691209" y="302109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597189" y="3074820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583757" y="310168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699124" y="295777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623237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637483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91209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81538" y="438920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97189" y="443325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83757" y="446012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99124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288263" y="3902631"/>
            <a:ext cx="1740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5028263" y="3902631"/>
            <a:ext cx="0" cy="738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5028263" y="4641368"/>
            <a:ext cx="28413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5312396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5028263" y="2773157"/>
            <a:ext cx="0" cy="186821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028263" y="2773157"/>
            <a:ext cx="225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5254157" y="2702665"/>
            <a:ext cx="0" cy="7049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5254157" y="2702665"/>
            <a:ext cx="5823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312396" y="6418000"/>
            <a:ext cx="21949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312396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5312396" y="2312106"/>
            <a:ext cx="0" cy="3905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H="1">
            <a:off x="4408508" y="2312106"/>
            <a:ext cx="9038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984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312396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5013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H="1">
            <a:off x="5254157" y="2702665"/>
            <a:ext cx="58239" cy="7049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111259" y="5546982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130976" y="5532058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50693" y="5517133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70410" y="5502209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90127" y="5487285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5286961" y="26772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5312396" y="260674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5408317" y="2606744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5240455" y="270266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5216475" y="275062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5422447" y="249370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312396" y="459110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408317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91051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240455" y="468702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216475" y="473499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422447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主卧门旁（S4 西侧）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门旁（新门西侧短墙，锁侧）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J-B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主卧门旁（S4 西侧）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