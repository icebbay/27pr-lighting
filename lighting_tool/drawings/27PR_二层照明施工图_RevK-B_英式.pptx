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Oval 300053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Oval 300057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Oval 300059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1" name="Oval 300060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2" name="Oval 300061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Oval 300064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TextBox 300067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TextBox 300071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3" name="Oval 300072"/>
          <p:cNvSpPr/>
          <p:nvPr/>
        </p:nvSpPr>
        <p:spPr>
          <a:xfrm>
            <a:off x="3387665" y="344874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3401165" y="3402491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3451303" y="3402491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6" name="TextBox 300075"/>
          <p:cNvSpPr txBox="1"/>
          <p:nvPr/>
        </p:nvSpPr>
        <p:spPr>
          <a:xfrm>
            <a:off x="3151165" y="349224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5" name="TextBox 300084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TextBox 300089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1" name="Oval 300090"/>
          <p:cNvSpPr/>
          <p:nvPr/>
        </p:nvSpPr>
        <p:spPr>
          <a:xfrm>
            <a:off x="3558067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2" name="Connector 300091"/>
          <p:cNvCxnSpPr/>
          <p:nvPr/>
        </p:nvCxnSpPr>
        <p:spPr>
          <a:xfrm flipV="1">
            <a:off x="3571567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>
            <a:off x="3621704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3613181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5" name="TextBox 300094"/>
          <p:cNvSpPr txBox="1"/>
          <p:nvPr/>
        </p:nvSpPr>
        <p:spPr>
          <a:xfrm>
            <a:off x="3321567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6" name="Oval 300095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7" name="Connector 300096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TextBox 300098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1" name="Connector 300100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2" name="Connector 300101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3" name="TextBox 300102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4" name="Oval 300103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5" name="Connector 300104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6" name="Connector 300105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7" name="TextBox 300106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8" name="Oval 300107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9" name="Connector 300108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2" name="TextBox 300131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3" name="Oval 300132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Oval 300133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5" name="TextBox 300134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7" name="TextBox 300136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TextBox 300138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40" name="Oval 300139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1" name="Connector 300140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2" name="Connector 300141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3" name="Connector 300142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4" name="TextBox 300143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5" name="Rectangle 300144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8" name="TextBox 300147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9" name="Connector 300148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4" name="Rectangle 300153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5" name="Rectangle 300154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6" name="Rectangle 300155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7" name="TextBox 300156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4995153" y="2773157"/>
            <a:ext cx="259004" cy="45610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4985805" y="299962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4985805" y="299962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3001315" y="4687029"/>
            <a:ext cx="2244292" cy="174928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686818" y="575406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686818" y="575406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408508" y="2312106"/>
            <a:ext cx="586645" cy="917154"/>
          </a:xfrm>
          <a:custGeom>
            <a:avLst/>
            <a:gdLst/>
            <a:ahLst/>
            <a:cxnLst/>
            <a:rect l="l" t="t" r="r" b="b"/>
            <a:pathLst>
              <a:path w="586645" h="917154">
                <a:moveTo>
                  <a:pt x="586645" y="917154"/>
                </a:moveTo>
                <a:lnTo>
                  <a:pt x="571476" y="846083"/>
                </a:lnTo>
                <a:lnTo>
                  <a:pt x="553440" y="776844"/>
                </a:lnTo>
                <a:lnTo>
                  <a:pt x="532538" y="709439"/>
                </a:lnTo>
                <a:lnTo>
                  <a:pt x="508771" y="643867"/>
                </a:lnTo>
                <a:lnTo>
                  <a:pt x="482137" y="580129"/>
                </a:lnTo>
                <a:lnTo>
                  <a:pt x="452637" y="518223"/>
                </a:lnTo>
                <a:lnTo>
                  <a:pt x="420270" y="458151"/>
                </a:lnTo>
                <a:lnTo>
                  <a:pt x="385038" y="399913"/>
                </a:lnTo>
                <a:lnTo>
                  <a:pt x="346940" y="343507"/>
                </a:lnTo>
                <a:lnTo>
                  <a:pt x="305975" y="288935"/>
                </a:lnTo>
                <a:lnTo>
                  <a:pt x="262145" y="236196"/>
                </a:lnTo>
                <a:lnTo>
                  <a:pt x="215448" y="185290"/>
                </a:lnTo>
                <a:lnTo>
                  <a:pt x="165885" y="136218"/>
                </a:lnTo>
                <a:lnTo>
                  <a:pt x="113456" y="88978"/>
                </a:lnTo>
                <a:lnTo>
                  <a:pt x="58161" y="4357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713986" y="4687029"/>
            <a:ext cx="1531621" cy="757783"/>
          </a:xfrm>
          <a:custGeom>
            <a:avLst/>
            <a:gdLst/>
            <a:ahLst/>
            <a:cxnLst/>
            <a:rect l="l" t="t" r="r" b="b"/>
            <a:pathLst>
              <a:path w="1531621" h="757783">
                <a:moveTo>
                  <a:pt x="1531621" y="0"/>
                </a:moveTo>
                <a:lnTo>
                  <a:pt x="1418135" y="11464"/>
                </a:lnTo>
                <a:lnTo>
                  <a:pt x="1307016" y="27715"/>
                </a:lnTo>
                <a:lnTo>
                  <a:pt x="1198265" y="48751"/>
                </a:lnTo>
                <a:lnTo>
                  <a:pt x="1091882" y="74574"/>
                </a:lnTo>
                <a:lnTo>
                  <a:pt x="987868" y="105183"/>
                </a:lnTo>
                <a:lnTo>
                  <a:pt x="886221" y="140579"/>
                </a:lnTo>
                <a:lnTo>
                  <a:pt x="786943" y="180761"/>
                </a:lnTo>
                <a:lnTo>
                  <a:pt x="690032" y="225729"/>
                </a:lnTo>
                <a:lnTo>
                  <a:pt x="595490" y="275484"/>
                </a:lnTo>
                <a:lnTo>
                  <a:pt x="503316" y="330025"/>
                </a:lnTo>
                <a:lnTo>
                  <a:pt x="413510" y="389352"/>
                </a:lnTo>
                <a:lnTo>
                  <a:pt x="326071" y="453465"/>
                </a:lnTo>
                <a:lnTo>
                  <a:pt x="241001" y="522365"/>
                </a:lnTo>
                <a:lnTo>
                  <a:pt x="158299" y="596051"/>
                </a:lnTo>
                <a:lnTo>
                  <a:pt x="77966" y="674524"/>
                </a:lnTo>
                <a:lnTo>
                  <a:pt x="0" y="7577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001315" y="5754065"/>
            <a:ext cx="1809724" cy="682250"/>
          </a:xfrm>
          <a:custGeom>
            <a:avLst/>
            <a:gdLst/>
            <a:ahLst/>
            <a:cxnLst/>
            <a:rect l="l" t="t" r="r" b="b"/>
            <a:pathLst>
              <a:path w="1809724" h="682250">
                <a:moveTo>
                  <a:pt x="0" y="682250"/>
                </a:moveTo>
                <a:lnTo>
                  <a:pt x="129098" y="682025"/>
                </a:lnTo>
                <a:lnTo>
                  <a:pt x="256064" y="676144"/>
                </a:lnTo>
                <a:lnTo>
                  <a:pt x="380898" y="664608"/>
                </a:lnTo>
                <a:lnTo>
                  <a:pt x="503600" y="647417"/>
                </a:lnTo>
                <a:lnTo>
                  <a:pt x="624170" y="624570"/>
                </a:lnTo>
                <a:lnTo>
                  <a:pt x="742608" y="596068"/>
                </a:lnTo>
                <a:lnTo>
                  <a:pt x="858913" y="561910"/>
                </a:lnTo>
                <a:lnTo>
                  <a:pt x="973087" y="522098"/>
                </a:lnTo>
                <a:lnTo>
                  <a:pt x="1085129" y="476629"/>
                </a:lnTo>
                <a:lnTo>
                  <a:pt x="1195039" y="425505"/>
                </a:lnTo>
                <a:lnTo>
                  <a:pt x="1302816" y="368726"/>
                </a:lnTo>
                <a:lnTo>
                  <a:pt x="1408462" y="306292"/>
                </a:lnTo>
                <a:lnTo>
                  <a:pt x="1511975" y="238202"/>
                </a:lnTo>
                <a:lnTo>
                  <a:pt x="1613357" y="164457"/>
                </a:lnTo>
                <a:lnTo>
                  <a:pt x="1712606" y="85056"/>
                </a:lnTo>
                <a:lnTo>
                  <a:pt x="180972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811039" y="4687029"/>
            <a:ext cx="434568" cy="1067036"/>
          </a:xfrm>
          <a:custGeom>
            <a:avLst/>
            <a:gdLst/>
            <a:ahLst/>
            <a:cxnLst/>
            <a:rect l="l" t="t" r="r" b="b"/>
            <a:pathLst>
              <a:path w="434568" h="1067036">
                <a:moveTo>
                  <a:pt x="434568" y="0"/>
                </a:moveTo>
                <a:lnTo>
                  <a:pt x="382399" y="56505"/>
                </a:lnTo>
                <a:lnTo>
                  <a:pt x="333565" y="114367"/>
                </a:lnTo>
                <a:lnTo>
                  <a:pt x="288064" y="173588"/>
                </a:lnTo>
                <a:lnTo>
                  <a:pt x="245899" y="234167"/>
                </a:lnTo>
                <a:lnTo>
                  <a:pt x="207067" y="296103"/>
                </a:lnTo>
                <a:lnTo>
                  <a:pt x="171571" y="359398"/>
                </a:lnTo>
                <a:lnTo>
                  <a:pt x="139408" y="424051"/>
                </a:lnTo>
                <a:lnTo>
                  <a:pt x="110581" y="490061"/>
                </a:lnTo>
                <a:lnTo>
                  <a:pt x="85087" y="557430"/>
                </a:lnTo>
                <a:lnTo>
                  <a:pt x="62928" y="626157"/>
                </a:lnTo>
                <a:lnTo>
                  <a:pt x="44104" y="696242"/>
                </a:lnTo>
                <a:lnTo>
                  <a:pt x="28614" y="767684"/>
                </a:lnTo>
                <a:lnTo>
                  <a:pt x="16459" y="840485"/>
                </a:lnTo>
                <a:lnTo>
                  <a:pt x="7638" y="914644"/>
                </a:lnTo>
                <a:lnTo>
                  <a:pt x="2152" y="990161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TextBox 300048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50" name="Oval 30004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1" name="Connector 30005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3" name="TextBox 30005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6" name="TextBox 30005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7" name="Oval 30005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TextBox 30005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60" name="Oval 30005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1" name="Connector 30006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Rounded Rectangle 30006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4" name="TextBox 30006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5" name="Oval 30006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Rounded Rectangle 30006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9" name="TextBox 30006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4969718" y="320382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4995153" y="311668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5089616" y="311668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Rounded Rectangle 300072"/>
          <p:cNvSpPr/>
          <p:nvPr/>
        </p:nvSpPr>
        <p:spPr>
          <a:xfrm>
            <a:off x="5103746" y="298420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4" name="TextBox 300073"/>
          <p:cNvSpPr txBox="1"/>
          <p:nvPr/>
        </p:nvSpPr>
        <p:spPr>
          <a:xfrm>
            <a:off x="5103746" y="298420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Rounded Rectangle 30007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0" name="TextBox 30007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1" name="Oval 30008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2" name="Connector 30008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4" name="Rounded Rectangle 30008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Rounded Rectangle 30008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TextBox 30009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5245607" y="4574453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5340070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5324011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Rounded Rectangle 300095"/>
          <p:cNvSpPr/>
          <p:nvPr/>
        </p:nvSpPr>
        <p:spPr>
          <a:xfrm>
            <a:off x="5354200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7" name="TextBox 300096"/>
          <p:cNvSpPr txBox="1"/>
          <p:nvPr/>
        </p:nvSpPr>
        <p:spPr>
          <a:xfrm>
            <a:off x="5354200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主卧床头柜上方（C19 一侧，离地 700，与门口 S4 双控）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床头侧（东墙）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门旁（门西侧短墙，卧室2 一侧，锁侧）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4" name="TextBox 30011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5" name="TextBox 30011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6" name="TextBox 30011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7" name="Rectangle 30011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8" name="Rectangle 30011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9" name="TextBox 30011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主卧床头柜上方（C19 一侧，离地 700，与门口 S4 双控）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