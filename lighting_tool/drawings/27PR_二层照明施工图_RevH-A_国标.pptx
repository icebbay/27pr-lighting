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84" r:id="rId17"/>
    <p:sldId id="285" r:id="rId18"/>
    <p:sldId id="286" r:id="rId19"/>
    <p:sldId id="287" r:id="rId20"/>
    <p:sldId id="288" r:id="rId21"/>
    <p:sldId id="289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ED4"/>
    <a:srgbClr val="469990"/>
    <a:srgbClr val="E6194B"/>
    <a:srgbClr val="AAFFC3"/>
    <a:srgbClr val="BFEF45"/>
    <a:srgbClr val="F032E6"/>
    <a:srgbClr val="4363D8"/>
    <a:srgbClr val="808000"/>
    <a:srgbClr val="800000"/>
    <a:srgbClr val="FFFA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>
        <p:scale>
          <a:sx n="125" d="100"/>
          <a:sy n="125" d="100"/>
        </p:scale>
        <p:origin x="-1152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 设计说明 · 图例 · 灯具表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 设计说明 · 图例 · 灯具表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H-A 2026-10-06）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0000" y="620000"/>
            <a:ext cx="81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设计说明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依据：GB 50034-2013《建筑照明设计标准》、GB/T 50786-2012《建筑电气制图标准》、09DX001《建筑电气工程设计常用图形和文字符号》。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   本工程位于英国，实际施工、器材与验收以 BS 7671 及 Part P 为准；本套图为国标表达方式，供沟通与核对。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二层照明由照明配电箱 AL1沿楼梯井引上引出 1 个回路：WL4 二层照明（B6），均为 30 mA RCBO。本图为方案 A · 专业 18 路；楼梯壁灯在一层、楼梯吊灯在二层，任一路跳闸楼梯仍有照明。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导线 BV-3×2.5（L、N、PE），穿 PC20 管沿墙 / 顶板暗敷（WC/CC）。线上短斜线为导线根数，未标注者为 3 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开关：古铜色 86 型（NAB 系列）暗装，中心距地 1.2 m（国内常用 1.3 m，本工程按英国 1.2 m），距门框 0.15–0.20 m，设在门开启（锁）侧，开门即可开灯。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双控 / 三控：同一字母的灯可在多处开关控制；两处为单极双控开关，三处时中间一处为中途开关（三控），开关间敷设联络线（长虚线）。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楼梯吊灯 F06 三控：一层 S6（楼梯底）、二层 S12（楼梯顶）为两路开关，二层 S11 第 2 键为中途开关。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7. 卫生间灯具防护等级 ≥ IP44，户外灯具 ≥ IP65。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8. 卫生间排气扇不设单独隔离开关，接所在卫生间灯回路（随灯开、带延时关）。Rev C 起开关编号重排。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9. 按常理补全（Rev B）：原图“6+”作为西卫筒灯独立单联开关 S2；主卧主灯位 b 预留（产品待选）。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10. Rev F：二层照明曾按区域分 3 路；Rev G 起按全屋 18 路方案合为 1 路 WL4（约 320 W）。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11. Rev H：后房间由书房改为卧室 4，后卫生间改为东侧套内卫生间（0.91 × 2.44 m，淋浴 / 台盆 / 马桶由北往南）；F23 移到卧室中部，后卫筒灯移入新卫生间，S14 移到卧室内卫生间门南侧。卫生间排气扇仍接卫生间灯回路（不设 FI）。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12. 本套图：方案 A · 专业 18 路，全屋照明 4 路（WL1 一层前区照明 / WL2 一层后区照明 / WL3 户外照明 / WL4 二层照明）。两个方案的灯、开关和联动完全相同，只是照明回路分组不同；插座与专线见网页「配电箱」页。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000" y="3250000"/>
            <a:ext cx="3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图例</a:t>
            </a:r>
          </a:p>
        </p:txBody>
      </p:sp>
      <p:sp>
        <p:nvSpPr>
          <p:cNvPr id="25" name="Oval 24"/>
          <p:cNvSpPr/>
          <p:nvPr/>
        </p:nvSpPr>
        <p:spPr>
          <a:xfrm>
            <a:off x="3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吊灯 / 吸顶灯　｜ 按产品　｜ 吊装 / 吸顶</a:t>
            </a:r>
          </a:p>
        </p:txBody>
      </p:sp>
      <p:sp>
        <p:nvSpPr>
          <p:cNvPr id="29" name="Oval 28"/>
          <p:cNvSpPr/>
          <p:nvPr/>
        </p:nvSpPr>
        <p:spPr>
          <a:xfrm>
            <a:off x="44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主灯位（产品待选）　｜ 待选　｜ 吊装</a:t>
            </a:r>
          </a:p>
        </p:txBody>
      </p:sp>
      <p:sp>
        <p:nvSpPr>
          <p:cNvPr id="33" name="Oval 32"/>
          <p:cNvSpPr/>
          <p:nvPr/>
        </p:nvSpPr>
        <p:spPr>
          <a:xfrm>
            <a:off x="356000" y="3756000"/>
            <a:ext cx="88000" cy="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6250" y="3786250"/>
            <a:ext cx="27500" cy="27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筒灯 GU10　｜ LED 5W 3000K　｜ 嵌入式</a:t>
            </a:r>
          </a:p>
        </p:txBody>
      </p:sp>
      <p:sp>
        <p:nvSpPr>
          <p:cNvPr id="36" name="Oval 35"/>
          <p:cNvSpPr/>
          <p:nvPr/>
        </p:nvSpPr>
        <p:spPr>
          <a:xfrm>
            <a:off x="4435250" y="381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4460000" y="374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553338" y="374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36537" y="3763462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7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单极开关（短线数 = 联数）　｜ 86 型 10A　｜ 暗装 1.2 m</a:t>
            </a:r>
          </a:p>
        </p:txBody>
      </p:sp>
      <p:sp>
        <p:nvSpPr>
          <p:cNvPr id="41" name="Oval 40"/>
          <p:cNvSpPr/>
          <p:nvPr/>
        </p:nvSpPr>
        <p:spPr>
          <a:xfrm>
            <a:off x="375250" y="409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400000" y="402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93338" y="402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329996" y="4120000"/>
            <a:ext cx="70004" cy="70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306661" y="4166669"/>
            <a:ext cx="23335" cy="233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单极双控开关　｜ 86 型 10A　｜ 暗装 1.2 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01000" y="4051600"/>
            <a:ext cx="198000" cy="9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4401000" y="4051600"/>
            <a:ext cx="198000" cy="96800"/>
          </a:xfrm>
          <a:custGeom>
            <a:avLst/>
            <a:gdLst/>
            <a:ahLst/>
            <a:cxnLst/>
            <a:rect l="l" t="t" r="r" b="b"/>
            <a:pathLst>
              <a:path w="198000" h="96800">
                <a:moveTo>
                  <a:pt x="0" y="96800"/>
                </a:moveTo>
                <a:lnTo>
                  <a:pt x="198000" y="0"/>
                </a:lnTo>
                <a:lnTo>
                  <a:pt x="198000" y="9680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68000" y="4157200"/>
            <a:ext cx="264000" cy="7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照明配电箱 AL1　｜ 见系统图　｜ 暗装 1.5 m（底边）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10000" y="300000"/>
            <a:ext cx="33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灯具表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8710000" y="560000"/>
          <a:ext cx="3480000" cy="300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300000"/>
                <a:gridCol w="850000"/>
                <a:gridCol w="650000"/>
                <a:gridCol w="300000"/>
              </a:tblGrid>
              <a:tr h="300000"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名称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光源 / 功率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防护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数量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F06 贝壳吊灯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F11 玄关吸顶灯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F11#2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F19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F20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F22 云朵吸顶灯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F23 海派吸顶灯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GU10 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5W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IP44（卫生间）/IP20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2343008" y="1211026"/>
            <a:ext cx="3938598" cy="5196365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700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7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100006" name="Rectangle 100005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07" name="TextBox 100006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二层照明平面图</a:t>
            </a:r>
          </a:p>
        </p:txBody>
      </p:sp>
      <p:sp>
        <p:nvSpPr>
          <p:cNvPr id="100008" name="Rectangle 100007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09" name="TextBox 100008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100010" name="TextBox 100009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100011" name="Connector 100010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12" name="TextBox 100011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0013" name="TextBox 100012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二层照明平面图</a:t>
            </a:r>
          </a:p>
        </p:txBody>
      </p:sp>
      <p:cxnSp>
        <p:nvCxnSpPr>
          <p:cNvPr id="100014" name="Connector 100013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15" name="TextBox 100014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00016" name="TextBox 100015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电施-12</a:t>
            </a:r>
          </a:p>
        </p:txBody>
      </p:sp>
      <p:cxnSp>
        <p:nvCxnSpPr>
          <p:cNvPr id="100017" name="Connector 100016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18" name="TextBox 100017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00019" name="TextBox 100018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1:100（A3）</a:t>
            </a:r>
          </a:p>
        </p:txBody>
      </p:sp>
      <p:cxnSp>
        <p:nvCxnSpPr>
          <p:cNvPr id="100020" name="Connector 100019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21" name="TextBox 100020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00022" name="TextBox 100021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H-A 2026-10-06）</a:t>
            </a:r>
          </a:p>
        </p:txBody>
      </p:sp>
      <p:cxnSp>
        <p:nvCxnSpPr>
          <p:cNvPr id="100023" name="Connector 100022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24" name="TextBox 100023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100025" name="TextBox 100024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100026" name="Connector 100025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27" name="Connector 100026"/>
          <p:cNvCxnSpPr/>
          <p:nvPr/>
        </p:nvCxnSpPr>
        <p:spPr>
          <a:xfrm flipV="1">
            <a:off x="3897302" y="3462513"/>
            <a:ext cx="0" cy="102633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28" name="Connector 100027"/>
          <p:cNvCxnSpPr/>
          <p:nvPr/>
        </p:nvCxnSpPr>
        <p:spPr>
          <a:xfrm flipH="1">
            <a:off x="3884155" y="3462513"/>
            <a:ext cx="1314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29" name="Connector 100028"/>
          <p:cNvCxnSpPr/>
          <p:nvPr/>
        </p:nvCxnSpPr>
        <p:spPr>
          <a:xfrm>
            <a:off x="3250174" y="3696131"/>
            <a:ext cx="0" cy="3166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0" name="Connector 100029"/>
          <p:cNvCxnSpPr/>
          <p:nvPr/>
        </p:nvCxnSpPr>
        <p:spPr>
          <a:xfrm>
            <a:off x="3250174" y="4012738"/>
            <a:ext cx="139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1" name="Connector 100030"/>
          <p:cNvCxnSpPr/>
          <p:nvPr/>
        </p:nvCxnSpPr>
        <p:spPr>
          <a:xfrm>
            <a:off x="3354134" y="4582164"/>
            <a:ext cx="0" cy="68992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2" name="Connector 100031"/>
          <p:cNvCxnSpPr/>
          <p:nvPr/>
        </p:nvCxnSpPr>
        <p:spPr>
          <a:xfrm>
            <a:off x="3354134" y="5272091"/>
            <a:ext cx="2252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3" name="Connector 100032"/>
          <p:cNvCxnSpPr/>
          <p:nvPr/>
        </p:nvCxnSpPr>
        <p:spPr>
          <a:xfrm flipV="1">
            <a:off x="1950897" y="3896282"/>
            <a:ext cx="0" cy="45974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4" name="Connector 100033"/>
          <p:cNvCxnSpPr/>
          <p:nvPr/>
        </p:nvCxnSpPr>
        <p:spPr>
          <a:xfrm>
            <a:off x="1950897" y="3896282"/>
            <a:ext cx="30092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5" name="Connector 100034"/>
          <p:cNvCxnSpPr/>
          <p:nvPr/>
        </p:nvCxnSpPr>
        <p:spPr>
          <a:xfrm>
            <a:off x="2251820" y="3896282"/>
            <a:ext cx="58094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6" name="Connector 100035"/>
          <p:cNvCxnSpPr/>
          <p:nvPr/>
        </p:nvCxnSpPr>
        <p:spPr>
          <a:xfrm flipV="1">
            <a:off x="2832769" y="3428179"/>
            <a:ext cx="0" cy="4681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7" name="Connector 100036"/>
          <p:cNvCxnSpPr/>
          <p:nvPr/>
        </p:nvCxnSpPr>
        <p:spPr>
          <a:xfrm>
            <a:off x="2832769" y="3428179"/>
            <a:ext cx="76484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8" name="Connector 100037"/>
          <p:cNvCxnSpPr/>
          <p:nvPr/>
        </p:nvCxnSpPr>
        <p:spPr>
          <a:xfrm flipV="1">
            <a:off x="3597615" y="3123076"/>
            <a:ext cx="0" cy="3051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9" name="Connector 100038"/>
          <p:cNvCxnSpPr/>
          <p:nvPr/>
        </p:nvCxnSpPr>
        <p:spPr>
          <a:xfrm>
            <a:off x="3597615" y="3123076"/>
            <a:ext cx="0" cy="47646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0" name="Connector 100039"/>
          <p:cNvCxnSpPr/>
          <p:nvPr/>
        </p:nvCxnSpPr>
        <p:spPr>
          <a:xfrm>
            <a:off x="3597615" y="3599538"/>
            <a:ext cx="45556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1" name="Connector 100040"/>
          <p:cNvCxnSpPr/>
          <p:nvPr/>
        </p:nvCxnSpPr>
        <p:spPr>
          <a:xfrm>
            <a:off x="4053179" y="3599538"/>
            <a:ext cx="0" cy="32182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2" name="Connector 100041"/>
          <p:cNvCxnSpPr/>
          <p:nvPr/>
        </p:nvCxnSpPr>
        <p:spPr>
          <a:xfrm>
            <a:off x="4053179" y="3921358"/>
            <a:ext cx="14628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3" name="Connector 100042"/>
          <p:cNvCxnSpPr/>
          <p:nvPr/>
        </p:nvCxnSpPr>
        <p:spPr>
          <a:xfrm flipH="1">
            <a:off x="3442974" y="3921358"/>
            <a:ext cx="75648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4" name="Connector 100043"/>
          <p:cNvCxnSpPr/>
          <p:nvPr/>
        </p:nvCxnSpPr>
        <p:spPr>
          <a:xfrm>
            <a:off x="3442974" y="3921358"/>
            <a:ext cx="0" cy="48064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5" name="Connector 100044"/>
          <p:cNvCxnSpPr/>
          <p:nvPr/>
        </p:nvCxnSpPr>
        <p:spPr>
          <a:xfrm>
            <a:off x="3442974" y="4402000"/>
            <a:ext cx="0" cy="54751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6" name="Connector 100045"/>
          <p:cNvCxnSpPr/>
          <p:nvPr/>
        </p:nvCxnSpPr>
        <p:spPr>
          <a:xfrm>
            <a:off x="3442974" y="4949512"/>
            <a:ext cx="14628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7" name="Connector 100046"/>
          <p:cNvCxnSpPr/>
          <p:nvPr/>
        </p:nvCxnSpPr>
        <p:spPr>
          <a:xfrm>
            <a:off x="3589256" y="4949512"/>
            <a:ext cx="72305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8" name="Connector 100047"/>
          <p:cNvCxnSpPr/>
          <p:nvPr/>
        </p:nvCxnSpPr>
        <p:spPr>
          <a:xfrm>
            <a:off x="4312307" y="4949512"/>
            <a:ext cx="0" cy="417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9" name="Connector 100048"/>
          <p:cNvCxnSpPr/>
          <p:nvPr/>
        </p:nvCxnSpPr>
        <p:spPr>
          <a:xfrm>
            <a:off x="4312307" y="4991307"/>
            <a:ext cx="58512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0" name="Connector 100049"/>
          <p:cNvCxnSpPr/>
          <p:nvPr/>
        </p:nvCxnSpPr>
        <p:spPr>
          <a:xfrm flipV="1">
            <a:off x="4897435" y="4966230"/>
            <a:ext cx="0" cy="2507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1" name="Connector 100050"/>
          <p:cNvCxnSpPr/>
          <p:nvPr/>
        </p:nvCxnSpPr>
        <p:spPr>
          <a:xfrm>
            <a:off x="4897435" y="4966230"/>
            <a:ext cx="42630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2" name="Connector 100051"/>
          <p:cNvCxnSpPr/>
          <p:nvPr/>
        </p:nvCxnSpPr>
        <p:spPr>
          <a:xfrm flipV="1">
            <a:off x="5323743" y="4870102"/>
            <a:ext cx="0" cy="9612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3" name="Connector 100052"/>
          <p:cNvCxnSpPr/>
          <p:nvPr/>
        </p:nvCxnSpPr>
        <p:spPr>
          <a:xfrm>
            <a:off x="5323743" y="4870102"/>
            <a:ext cx="37382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4" name="Connector 100053"/>
          <p:cNvCxnSpPr/>
          <p:nvPr/>
        </p:nvCxnSpPr>
        <p:spPr>
          <a:xfrm>
            <a:off x="5697565" y="4870102"/>
            <a:ext cx="0" cy="35447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5" name="Connector 100054"/>
          <p:cNvCxnSpPr/>
          <p:nvPr/>
        </p:nvCxnSpPr>
        <p:spPr>
          <a:xfrm>
            <a:off x="3597615" y="3123076"/>
            <a:ext cx="94874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6" name="Connector 100055"/>
          <p:cNvCxnSpPr/>
          <p:nvPr/>
        </p:nvCxnSpPr>
        <p:spPr>
          <a:xfrm flipV="1">
            <a:off x="4546358" y="2496153"/>
            <a:ext cx="0" cy="62692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7" name="Connector 100056"/>
          <p:cNvCxnSpPr/>
          <p:nvPr/>
        </p:nvCxnSpPr>
        <p:spPr>
          <a:xfrm>
            <a:off x="1950897" y="4356025"/>
            <a:ext cx="0" cy="127474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8" name="Connector 100057"/>
          <p:cNvCxnSpPr/>
          <p:nvPr/>
        </p:nvCxnSpPr>
        <p:spPr>
          <a:xfrm>
            <a:off x="1950897" y="5630769"/>
            <a:ext cx="10448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9" name="Connector 100058"/>
          <p:cNvCxnSpPr/>
          <p:nvPr/>
        </p:nvCxnSpPr>
        <p:spPr>
          <a:xfrm>
            <a:off x="5145358" y="5618230"/>
            <a:ext cx="552207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0" name="Connector 100059"/>
          <p:cNvCxnSpPr/>
          <p:nvPr/>
        </p:nvCxnSpPr>
        <p:spPr>
          <a:xfrm flipV="1">
            <a:off x="5697565" y="5224581"/>
            <a:ext cx="0" cy="393649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1" name="Connector 100060"/>
          <p:cNvCxnSpPr/>
          <p:nvPr/>
        </p:nvCxnSpPr>
        <p:spPr>
          <a:xfrm flipV="1">
            <a:off x="1950897" y="3916838"/>
            <a:ext cx="0" cy="43918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2" name="Connector 100061"/>
          <p:cNvCxnSpPr/>
          <p:nvPr/>
        </p:nvCxnSpPr>
        <p:spPr>
          <a:xfrm>
            <a:off x="1950897" y="3916838"/>
            <a:ext cx="10538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3" name="Connector 100062"/>
          <p:cNvCxnSpPr/>
          <p:nvPr/>
        </p:nvCxnSpPr>
        <p:spPr>
          <a:xfrm>
            <a:off x="2251820" y="3896282"/>
            <a:ext cx="35738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4" name="Connector 100063"/>
          <p:cNvCxnSpPr/>
          <p:nvPr/>
        </p:nvCxnSpPr>
        <p:spPr>
          <a:xfrm>
            <a:off x="2609202" y="3896282"/>
            <a:ext cx="0" cy="2129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5" name="Connector 100064"/>
          <p:cNvCxnSpPr/>
          <p:nvPr/>
        </p:nvCxnSpPr>
        <p:spPr>
          <a:xfrm flipV="1">
            <a:off x="2832769" y="2807454"/>
            <a:ext cx="0" cy="6207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6" name="Connector 100065"/>
          <p:cNvCxnSpPr/>
          <p:nvPr/>
        </p:nvCxnSpPr>
        <p:spPr>
          <a:xfrm>
            <a:off x="2832769" y="2807454"/>
            <a:ext cx="18593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7" name="Connector 100066"/>
          <p:cNvCxnSpPr/>
          <p:nvPr/>
        </p:nvCxnSpPr>
        <p:spPr>
          <a:xfrm flipH="1">
            <a:off x="3018708" y="3123076"/>
            <a:ext cx="57890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8" name="Connector 100067"/>
          <p:cNvCxnSpPr/>
          <p:nvPr/>
        </p:nvCxnSpPr>
        <p:spPr>
          <a:xfrm flipV="1">
            <a:off x="3018708" y="2807454"/>
            <a:ext cx="0" cy="31562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9" name="Connector 100068"/>
          <p:cNvCxnSpPr/>
          <p:nvPr/>
        </p:nvCxnSpPr>
        <p:spPr>
          <a:xfrm flipV="1">
            <a:off x="3597615" y="2290825"/>
            <a:ext cx="0" cy="8322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0" name="Connector 100069"/>
          <p:cNvCxnSpPr/>
          <p:nvPr/>
        </p:nvCxnSpPr>
        <p:spPr>
          <a:xfrm>
            <a:off x="3597615" y="2290825"/>
            <a:ext cx="57593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1" name="Connector 100070"/>
          <p:cNvCxnSpPr/>
          <p:nvPr/>
        </p:nvCxnSpPr>
        <p:spPr>
          <a:xfrm flipV="1">
            <a:off x="3442974" y="4012738"/>
            <a:ext cx="0" cy="38926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2" name="Connector 100071"/>
          <p:cNvCxnSpPr/>
          <p:nvPr/>
        </p:nvCxnSpPr>
        <p:spPr>
          <a:xfrm flipH="1">
            <a:off x="3251566" y="4012738"/>
            <a:ext cx="19140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3" name="Connector 100072"/>
          <p:cNvCxnSpPr/>
          <p:nvPr/>
        </p:nvCxnSpPr>
        <p:spPr>
          <a:xfrm flipV="1">
            <a:off x="2055384" y="4952014"/>
            <a:ext cx="0" cy="67875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4" name="Connector 100073"/>
          <p:cNvCxnSpPr/>
          <p:nvPr/>
        </p:nvCxnSpPr>
        <p:spPr>
          <a:xfrm>
            <a:off x="2055384" y="4952014"/>
            <a:ext cx="4878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5" name="Connector 100074"/>
          <p:cNvCxnSpPr/>
          <p:nvPr/>
        </p:nvCxnSpPr>
        <p:spPr>
          <a:xfrm>
            <a:off x="2055384" y="5630769"/>
            <a:ext cx="132127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6" name="Connector 100075"/>
          <p:cNvCxnSpPr/>
          <p:nvPr/>
        </p:nvCxnSpPr>
        <p:spPr>
          <a:xfrm flipV="1">
            <a:off x="3376661" y="5272091"/>
            <a:ext cx="0" cy="35867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7" name="Connector 100076"/>
          <p:cNvCxnSpPr/>
          <p:nvPr/>
        </p:nvCxnSpPr>
        <p:spPr>
          <a:xfrm flipH="1">
            <a:off x="2543258" y="4949512"/>
            <a:ext cx="104599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8" name="Connector 100077"/>
          <p:cNvCxnSpPr/>
          <p:nvPr/>
        </p:nvCxnSpPr>
        <p:spPr>
          <a:xfrm>
            <a:off x="2543258" y="4949512"/>
            <a:ext cx="0" cy="250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9" name="Connector 100078"/>
          <p:cNvCxnSpPr/>
          <p:nvPr/>
        </p:nvCxnSpPr>
        <p:spPr>
          <a:xfrm>
            <a:off x="3589256" y="4949512"/>
            <a:ext cx="0" cy="32257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80" name="Connector 100079"/>
          <p:cNvCxnSpPr/>
          <p:nvPr/>
        </p:nvCxnSpPr>
        <p:spPr>
          <a:xfrm flipH="1">
            <a:off x="3376661" y="5272091"/>
            <a:ext cx="21259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81" name="Connector 100080"/>
          <p:cNvCxnSpPr/>
          <p:nvPr/>
        </p:nvCxnSpPr>
        <p:spPr>
          <a:xfrm flipV="1">
            <a:off x="4053179" y="3462513"/>
            <a:ext cx="0" cy="1370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82" name="Connector 100081"/>
          <p:cNvCxnSpPr/>
          <p:nvPr/>
        </p:nvCxnSpPr>
        <p:spPr>
          <a:xfrm flipH="1">
            <a:off x="3884155" y="3462513"/>
            <a:ext cx="16902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83" name="Connector 100082"/>
          <p:cNvCxnSpPr/>
          <p:nvPr/>
        </p:nvCxnSpPr>
        <p:spPr>
          <a:xfrm>
            <a:off x="4546358" y="2496153"/>
            <a:ext cx="27943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84" name="Connector 100083"/>
          <p:cNvCxnSpPr/>
          <p:nvPr/>
        </p:nvCxnSpPr>
        <p:spPr>
          <a:xfrm>
            <a:off x="4825789" y="2496153"/>
            <a:ext cx="0" cy="48106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85" name="Connector 100084"/>
          <p:cNvCxnSpPr/>
          <p:nvPr/>
        </p:nvCxnSpPr>
        <p:spPr>
          <a:xfrm>
            <a:off x="4199461" y="3921358"/>
            <a:ext cx="49136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86" name="Connector 100085"/>
          <p:cNvCxnSpPr/>
          <p:nvPr/>
        </p:nvCxnSpPr>
        <p:spPr>
          <a:xfrm>
            <a:off x="4690825" y="3921358"/>
            <a:ext cx="0" cy="27670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87" name="Connector 100086"/>
          <p:cNvCxnSpPr/>
          <p:nvPr/>
        </p:nvCxnSpPr>
        <p:spPr>
          <a:xfrm flipH="1">
            <a:off x="3897302" y="4991307"/>
            <a:ext cx="41500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88" name="Connector 100087"/>
          <p:cNvCxnSpPr/>
          <p:nvPr/>
        </p:nvCxnSpPr>
        <p:spPr>
          <a:xfrm flipV="1">
            <a:off x="3897302" y="4488847"/>
            <a:ext cx="0" cy="50246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89" name="Connector 100088"/>
          <p:cNvCxnSpPr/>
          <p:nvPr/>
        </p:nvCxnSpPr>
        <p:spPr>
          <a:xfrm>
            <a:off x="4312307" y="4991307"/>
            <a:ext cx="3125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90" name="Connector 100089"/>
          <p:cNvCxnSpPr/>
          <p:nvPr/>
        </p:nvCxnSpPr>
        <p:spPr>
          <a:xfrm>
            <a:off x="4624881" y="4991307"/>
            <a:ext cx="0" cy="44869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91" name="Connector 100090"/>
          <p:cNvCxnSpPr/>
          <p:nvPr/>
        </p:nvCxnSpPr>
        <p:spPr>
          <a:xfrm>
            <a:off x="4897435" y="4966230"/>
            <a:ext cx="0" cy="47376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92" name="Connector 100091"/>
          <p:cNvCxnSpPr/>
          <p:nvPr/>
        </p:nvCxnSpPr>
        <p:spPr>
          <a:xfrm flipH="1">
            <a:off x="4624881" y="5439997"/>
            <a:ext cx="27255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93" name="Connector 100092"/>
          <p:cNvCxnSpPr/>
          <p:nvPr/>
        </p:nvCxnSpPr>
        <p:spPr>
          <a:xfrm flipV="1">
            <a:off x="5323743" y="4824328"/>
            <a:ext cx="0" cy="4577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94" name="Connector 100093"/>
          <p:cNvCxnSpPr/>
          <p:nvPr/>
        </p:nvCxnSpPr>
        <p:spPr>
          <a:xfrm>
            <a:off x="5323743" y="4824328"/>
            <a:ext cx="82905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95" name="Connector 100094"/>
          <p:cNvCxnSpPr/>
          <p:nvPr/>
        </p:nvCxnSpPr>
        <p:spPr>
          <a:xfrm>
            <a:off x="5697565" y="5224581"/>
            <a:ext cx="0" cy="25861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96" name="Connector 100095"/>
          <p:cNvCxnSpPr/>
          <p:nvPr/>
        </p:nvCxnSpPr>
        <p:spPr>
          <a:xfrm>
            <a:off x="5697565" y="5483199"/>
            <a:ext cx="65303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97" name="Connector 100096"/>
          <p:cNvCxnSpPr/>
          <p:nvPr/>
        </p:nvCxnSpPr>
        <p:spPr>
          <a:xfrm flipV="1">
            <a:off x="2832769" y="3123076"/>
            <a:ext cx="764846" cy="305103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98" name="Connector 100097"/>
          <p:cNvCxnSpPr/>
          <p:nvPr/>
        </p:nvCxnSpPr>
        <p:spPr>
          <a:xfrm>
            <a:off x="4053179" y="3599538"/>
            <a:ext cx="259128" cy="1391769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99" name="Connector 100098"/>
          <p:cNvCxnSpPr/>
          <p:nvPr/>
        </p:nvCxnSpPr>
        <p:spPr>
          <a:xfrm flipV="1">
            <a:off x="2055384" y="4949512"/>
            <a:ext cx="1533872" cy="681257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00" name="Connector 100099"/>
          <p:cNvCxnSpPr/>
          <p:nvPr/>
        </p:nvCxnSpPr>
        <p:spPr>
          <a:xfrm flipV="1">
            <a:off x="2787957" y="5277881"/>
            <a:ext cx="18093" cy="470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01" name="Connector 100100"/>
          <p:cNvCxnSpPr/>
          <p:nvPr/>
        </p:nvCxnSpPr>
        <p:spPr>
          <a:xfrm flipV="1">
            <a:off x="2800615" y="5272259"/>
            <a:ext cx="18093" cy="470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02" name="Connector 100101"/>
          <p:cNvCxnSpPr/>
          <p:nvPr/>
        </p:nvCxnSpPr>
        <p:spPr>
          <a:xfrm flipV="1">
            <a:off x="2813274" y="5266637"/>
            <a:ext cx="18092" cy="470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03" name="Connector 100102"/>
          <p:cNvCxnSpPr/>
          <p:nvPr/>
        </p:nvCxnSpPr>
        <p:spPr>
          <a:xfrm flipV="1">
            <a:off x="2825932" y="5261015"/>
            <a:ext cx="18093" cy="470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04" name="Connector 100103"/>
          <p:cNvCxnSpPr/>
          <p:nvPr/>
        </p:nvCxnSpPr>
        <p:spPr>
          <a:xfrm flipV="1">
            <a:off x="2838590" y="5255393"/>
            <a:ext cx="18093" cy="470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05" name="Connector 100104"/>
          <p:cNvCxnSpPr/>
          <p:nvPr/>
        </p:nvCxnSpPr>
        <p:spPr>
          <a:xfrm flipH="1">
            <a:off x="4312307" y="4966230"/>
            <a:ext cx="585128" cy="25077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06" name="Oval 100105"/>
          <p:cNvSpPr/>
          <p:nvPr/>
        </p:nvSpPr>
        <p:spPr>
          <a:xfrm>
            <a:off x="5137444" y="5586572"/>
            <a:ext cx="63316" cy="633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07" name="Connector 100106"/>
          <p:cNvCxnSpPr/>
          <p:nvPr/>
        </p:nvCxnSpPr>
        <p:spPr>
          <a:xfrm flipV="1">
            <a:off x="5147337" y="5596465"/>
            <a:ext cx="43530" cy="4353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08" name="TextBox 100107"/>
          <p:cNvSpPr txBox="1"/>
          <p:nvPr/>
        </p:nvSpPr>
        <p:spPr>
          <a:xfrm>
            <a:off x="2729529" y="5657803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由一层 AL1 沿楼梯井引上</a:t>
            </a:r>
          </a:p>
        </p:txBody>
      </p:sp>
      <p:sp>
        <p:nvSpPr>
          <p:cNvPr id="100109" name="Oval 100108"/>
          <p:cNvSpPr/>
          <p:nvPr/>
        </p:nvSpPr>
        <p:spPr>
          <a:xfrm>
            <a:off x="4577394" y="539251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10" name="Connector 100109"/>
          <p:cNvCxnSpPr/>
          <p:nvPr/>
        </p:nvCxnSpPr>
        <p:spPr>
          <a:xfrm>
            <a:off x="4591308" y="540642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11" name="Connector 100110"/>
          <p:cNvCxnSpPr/>
          <p:nvPr/>
        </p:nvCxnSpPr>
        <p:spPr>
          <a:xfrm flipV="1">
            <a:off x="4591308" y="540642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12" name="TextBox 100111"/>
          <p:cNvSpPr txBox="1"/>
          <p:nvPr/>
        </p:nvSpPr>
        <p:spPr>
          <a:xfrm>
            <a:off x="4668411" y="534898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100113" name="Oval 100112"/>
          <p:cNvSpPr/>
          <p:nvPr/>
        </p:nvSpPr>
        <p:spPr>
          <a:xfrm>
            <a:off x="3849815" y="444136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14" name="Connector 100113"/>
          <p:cNvCxnSpPr/>
          <p:nvPr/>
        </p:nvCxnSpPr>
        <p:spPr>
          <a:xfrm>
            <a:off x="3863729" y="445527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15" name="Connector 100114"/>
          <p:cNvCxnSpPr/>
          <p:nvPr/>
        </p:nvCxnSpPr>
        <p:spPr>
          <a:xfrm flipV="1">
            <a:off x="3863729" y="445527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16" name="TextBox 100115"/>
          <p:cNvSpPr txBox="1"/>
          <p:nvPr/>
        </p:nvSpPr>
        <p:spPr>
          <a:xfrm>
            <a:off x="3940832" y="439783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100117" name="Oval 100116"/>
          <p:cNvSpPr/>
          <p:nvPr/>
        </p:nvSpPr>
        <p:spPr>
          <a:xfrm>
            <a:off x="2971220" y="2759966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18" name="Connector 100117"/>
          <p:cNvCxnSpPr/>
          <p:nvPr/>
        </p:nvCxnSpPr>
        <p:spPr>
          <a:xfrm>
            <a:off x="2985134" y="277388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19" name="Connector 100118"/>
          <p:cNvCxnSpPr/>
          <p:nvPr/>
        </p:nvCxnSpPr>
        <p:spPr>
          <a:xfrm flipV="1">
            <a:off x="2985134" y="277388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20" name="TextBox 100119"/>
          <p:cNvSpPr txBox="1"/>
          <p:nvPr/>
        </p:nvSpPr>
        <p:spPr>
          <a:xfrm>
            <a:off x="3062238" y="2716436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100121" name="Oval 100120"/>
          <p:cNvSpPr/>
          <p:nvPr/>
        </p:nvSpPr>
        <p:spPr>
          <a:xfrm>
            <a:off x="2495770" y="4904527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22" name="Connector 100121"/>
          <p:cNvCxnSpPr/>
          <p:nvPr/>
        </p:nvCxnSpPr>
        <p:spPr>
          <a:xfrm>
            <a:off x="2509684" y="4918440"/>
            <a:ext cx="67147" cy="671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23" name="Connector 100122"/>
          <p:cNvCxnSpPr/>
          <p:nvPr/>
        </p:nvCxnSpPr>
        <p:spPr>
          <a:xfrm flipV="1">
            <a:off x="2509684" y="4918440"/>
            <a:ext cx="67147" cy="671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24" name="TextBox 100123"/>
          <p:cNvSpPr txBox="1"/>
          <p:nvPr/>
        </p:nvSpPr>
        <p:spPr>
          <a:xfrm>
            <a:off x="2586788" y="486099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100125" name="Oval 100124"/>
          <p:cNvSpPr/>
          <p:nvPr/>
        </p:nvSpPr>
        <p:spPr>
          <a:xfrm>
            <a:off x="4643338" y="415057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26" name="Connector 100125"/>
          <p:cNvCxnSpPr/>
          <p:nvPr/>
        </p:nvCxnSpPr>
        <p:spPr>
          <a:xfrm>
            <a:off x="4657252" y="416448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27" name="Connector 100126"/>
          <p:cNvCxnSpPr/>
          <p:nvPr/>
        </p:nvCxnSpPr>
        <p:spPr>
          <a:xfrm flipV="1">
            <a:off x="4657252" y="416448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28" name="TextBox 100127"/>
          <p:cNvSpPr txBox="1"/>
          <p:nvPr/>
        </p:nvSpPr>
        <p:spPr>
          <a:xfrm>
            <a:off x="4734355" y="410704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100129" name="Oval 100128"/>
          <p:cNvSpPr/>
          <p:nvPr/>
        </p:nvSpPr>
        <p:spPr>
          <a:xfrm>
            <a:off x="6105306" y="4776841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30" name="Connector 100129"/>
          <p:cNvCxnSpPr/>
          <p:nvPr/>
        </p:nvCxnSpPr>
        <p:spPr>
          <a:xfrm>
            <a:off x="6119220" y="4790755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31" name="Connector 100130"/>
          <p:cNvCxnSpPr/>
          <p:nvPr/>
        </p:nvCxnSpPr>
        <p:spPr>
          <a:xfrm flipV="1">
            <a:off x="6119220" y="4790755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32" name="TextBox 100131"/>
          <p:cNvSpPr txBox="1"/>
          <p:nvPr/>
        </p:nvSpPr>
        <p:spPr>
          <a:xfrm>
            <a:off x="6196323" y="473331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100133" name="Oval 100132"/>
          <p:cNvSpPr/>
          <p:nvPr/>
        </p:nvSpPr>
        <p:spPr>
          <a:xfrm>
            <a:off x="4794131" y="2945561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34" name="Oval 100133"/>
          <p:cNvSpPr/>
          <p:nvPr/>
        </p:nvSpPr>
        <p:spPr>
          <a:xfrm>
            <a:off x="4815896" y="2967326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35" name="TextBox 100134"/>
          <p:cNvSpPr txBox="1"/>
          <p:nvPr/>
        </p:nvSpPr>
        <p:spPr>
          <a:xfrm>
            <a:off x="4869319" y="288620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100136" name="Oval 100135"/>
          <p:cNvSpPr/>
          <p:nvPr/>
        </p:nvSpPr>
        <p:spPr>
          <a:xfrm>
            <a:off x="6318941" y="5451541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37" name="Oval 100136"/>
          <p:cNvSpPr/>
          <p:nvPr/>
        </p:nvSpPr>
        <p:spPr>
          <a:xfrm>
            <a:off x="6340706" y="5473306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38" name="TextBox 100137"/>
          <p:cNvSpPr txBox="1"/>
          <p:nvPr/>
        </p:nvSpPr>
        <p:spPr>
          <a:xfrm>
            <a:off x="6394129" y="539218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100139" name="Oval 100138"/>
          <p:cNvSpPr/>
          <p:nvPr/>
        </p:nvSpPr>
        <p:spPr>
          <a:xfrm>
            <a:off x="2024620" y="3885180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40" name="Oval 100139"/>
          <p:cNvSpPr/>
          <p:nvPr/>
        </p:nvSpPr>
        <p:spPr>
          <a:xfrm>
            <a:off x="2046386" y="3906945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41" name="TextBox 100140"/>
          <p:cNvSpPr txBox="1"/>
          <p:nvPr/>
        </p:nvSpPr>
        <p:spPr>
          <a:xfrm>
            <a:off x="2099809" y="382582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100142" name="Oval 100141"/>
          <p:cNvSpPr/>
          <p:nvPr/>
        </p:nvSpPr>
        <p:spPr>
          <a:xfrm>
            <a:off x="3218516" y="3664472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43" name="Oval 100142"/>
          <p:cNvSpPr/>
          <p:nvPr/>
        </p:nvSpPr>
        <p:spPr>
          <a:xfrm>
            <a:off x="3240281" y="3686237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44" name="TextBox 100143"/>
          <p:cNvSpPr txBox="1"/>
          <p:nvPr/>
        </p:nvSpPr>
        <p:spPr>
          <a:xfrm>
            <a:off x="3293704" y="3605113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100145" name="Oval 100144"/>
          <p:cNvSpPr/>
          <p:nvPr/>
        </p:nvSpPr>
        <p:spPr>
          <a:xfrm>
            <a:off x="3322476" y="4550506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46" name="Oval 100145"/>
          <p:cNvSpPr/>
          <p:nvPr/>
        </p:nvSpPr>
        <p:spPr>
          <a:xfrm>
            <a:off x="3344241" y="4572271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47" name="TextBox 100146"/>
          <p:cNvSpPr txBox="1"/>
          <p:nvPr/>
        </p:nvSpPr>
        <p:spPr>
          <a:xfrm>
            <a:off x="3397664" y="449114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100148" name="Oval 100147"/>
          <p:cNvSpPr/>
          <p:nvPr/>
        </p:nvSpPr>
        <p:spPr>
          <a:xfrm>
            <a:off x="3345003" y="5240433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49" name="Oval 100148"/>
          <p:cNvSpPr/>
          <p:nvPr/>
        </p:nvSpPr>
        <p:spPr>
          <a:xfrm>
            <a:off x="3366768" y="5262198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50" name="TextBox 100149"/>
          <p:cNvSpPr txBox="1"/>
          <p:nvPr/>
        </p:nvSpPr>
        <p:spPr>
          <a:xfrm>
            <a:off x="3420191" y="5181073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100151" name="Oval 100150"/>
          <p:cNvSpPr/>
          <p:nvPr/>
        </p:nvSpPr>
        <p:spPr>
          <a:xfrm>
            <a:off x="4126058" y="2243337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52" name="Connector 100151"/>
          <p:cNvCxnSpPr/>
          <p:nvPr/>
        </p:nvCxnSpPr>
        <p:spPr>
          <a:xfrm>
            <a:off x="4139971" y="2257251"/>
            <a:ext cx="67148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53" name="Connector 100152"/>
          <p:cNvCxnSpPr/>
          <p:nvPr/>
        </p:nvCxnSpPr>
        <p:spPr>
          <a:xfrm flipV="1">
            <a:off x="4139971" y="2257251"/>
            <a:ext cx="67148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54" name="TextBox 100153"/>
          <p:cNvSpPr txBox="1"/>
          <p:nvPr/>
        </p:nvSpPr>
        <p:spPr>
          <a:xfrm>
            <a:off x="4217075" y="219980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100155" name="Oval 100154"/>
          <p:cNvSpPr/>
          <p:nvPr/>
        </p:nvSpPr>
        <p:spPr>
          <a:xfrm>
            <a:off x="2577543" y="3885918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56" name="Oval 100155"/>
          <p:cNvSpPr/>
          <p:nvPr/>
        </p:nvSpPr>
        <p:spPr>
          <a:xfrm>
            <a:off x="2599308" y="3907683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57" name="TextBox 100156"/>
          <p:cNvSpPr txBox="1"/>
          <p:nvPr/>
        </p:nvSpPr>
        <p:spPr>
          <a:xfrm>
            <a:off x="2652732" y="3826559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100158" name="Oval 100157"/>
          <p:cNvSpPr/>
          <p:nvPr/>
        </p:nvSpPr>
        <p:spPr>
          <a:xfrm>
            <a:off x="3219908" y="3981080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59" name="Oval 100158"/>
          <p:cNvSpPr/>
          <p:nvPr/>
        </p:nvSpPr>
        <p:spPr>
          <a:xfrm>
            <a:off x="3241673" y="4002845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60" name="TextBox 100159"/>
          <p:cNvSpPr txBox="1"/>
          <p:nvPr/>
        </p:nvSpPr>
        <p:spPr>
          <a:xfrm>
            <a:off x="3295096" y="392172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100161" name="Oval 100160"/>
          <p:cNvSpPr/>
          <p:nvPr/>
        </p:nvSpPr>
        <p:spPr>
          <a:xfrm>
            <a:off x="3836667" y="3415026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62" name="Connector 100161"/>
          <p:cNvCxnSpPr/>
          <p:nvPr/>
        </p:nvCxnSpPr>
        <p:spPr>
          <a:xfrm>
            <a:off x="3850581" y="342894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63" name="Connector 100162"/>
          <p:cNvCxnSpPr/>
          <p:nvPr/>
        </p:nvCxnSpPr>
        <p:spPr>
          <a:xfrm flipV="1">
            <a:off x="3850581" y="342894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64" name="TextBox 100163"/>
          <p:cNvSpPr txBox="1"/>
          <p:nvPr/>
        </p:nvSpPr>
        <p:spPr>
          <a:xfrm>
            <a:off x="3927685" y="3371496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100165" name="Oval 100164"/>
          <p:cNvSpPr/>
          <p:nvPr/>
        </p:nvSpPr>
        <p:spPr>
          <a:xfrm>
            <a:off x="1936651" y="4341779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66" name="Connector 100165"/>
          <p:cNvCxnSpPr/>
          <p:nvPr/>
        </p:nvCxnSpPr>
        <p:spPr>
          <a:xfrm flipV="1">
            <a:off x="1950897" y="4302299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67" name="Connector 100166"/>
          <p:cNvCxnSpPr/>
          <p:nvPr/>
        </p:nvCxnSpPr>
        <p:spPr>
          <a:xfrm>
            <a:off x="2004623" y="4302299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68" name="TextBox 100167"/>
          <p:cNvSpPr txBox="1"/>
          <p:nvPr/>
        </p:nvSpPr>
        <p:spPr>
          <a:xfrm>
            <a:off x="2012537" y="423898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100169" name="Oval 100168"/>
          <p:cNvSpPr/>
          <p:nvPr/>
        </p:nvSpPr>
        <p:spPr>
          <a:xfrm>
            <a:off x="2237574" y="3882035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70" name="Connector 100169"/>
          <p:cNvCxnSpPr/>
          <p:nvPr/>
        </p:nvCxnSpPr>
        <p:spPr>
          <a:xfrm flipV="1">
            <a:off x="2251820" y="3842556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71" name="Connector 100170"/>
          <p:cNvCxnSpPr/>
          <p:nvPr/>
        </p:nvCxnSpPr>
        <p:spPr>
          <a:xfrm>
            <a:off x="2305546" y="3842556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72" name="TextBox 100171"/>
          <p:cNvSpPr txBox="1"/>
          <p:nvPr/>
        </p:nvSpPr>
        <p:spPr>
          <a:xfrm>
            <a:off x="2313460" y="377923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100173" name="Oval 100172"/>
          <p:cNvSpPr/>
          <p:nvPr/>
        </p:nvSpPr>
        <p:spPr>
          <a:xfrm>
            <a:off x="2818523" y="3413933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74" name="Connector 100173"/>
          <p:cNvCxnSpPr/>
          <p:nvPr/>
        </p:nvCxnSpPr>
        <p:spPr>
          <a:xfrm flipV="1">
            <a:off x="2832769" y="3374453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75" name="Connector 100174"/>
          <p:cNvCxnSpPr/>
          <p:nvPr/>
        </p:nvCxnSpPr>
        <p:spPr>
          <a:xfrm>
            <a:off x="2886495" y="3374453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76" name="Connector 100175"/>
          <p:cNvCxnSpPr/>
          <p:nvPr/>
        </p:nvCxnSpPr>
        <p:spPr>
          <a:xfrm flipH="1">
            <a:off x="2792474" y="3428179"/>
            <a:ext cx="40295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77" name="Connector 100176"/>
          <p:cNvCxnSpPr/>
          <p:nvPr/>
        </p:nvCxnSpPr>
        <p:spPr>
          <a:xfrm flipH="1" flipV="1">
            <a:off x="2779043" y="3455042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78" name="TextBox 100177"/>
          <p:cNvSpPr txBox="1"/>
          <p:nvPr/>
        </p:nvSpPr>
        <p:spPr>
          <a:xfrm>
            <a:off x="2894409" y="331113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100179" name="Oval 100178"/>
          <p:cNvSpPr/>
          <p:nvPr/>
        </p:nvSpPr>
        <p:spPr>
          <a:xfrm>
            <a:off x="3583369" y="3108830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80" name="Connector 100179"/>
          <p:cNvCxnSpPr/>
          <p:nvPr/>
        </p:nvCxnSpPr>
        <p:spPr>
          <a:xfrm flipV="1">
            <a:off x="3597615" y="3069351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81" name="Connector 100180"/>
          <p:cNvCxnSpPr/>
          <p:nvPr/>
        </p:nvCxnSpPr>
        <p:spPr>
          <a:xfrm>
            <a:off x="3651341" y="3069351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82" name="Connector 100181"/>
          <p:cNvCxnSpPr/>
          <p:nvPr/>
        </p:nvCxnSpPr>
        <p:spPr>
          <a:xfrm>
            <a:off x="3641670" y="3079021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83" name="Connector 100182"/>
          <p:cNvCxnSpPr/>
          <p:nvPr/>
        </p:nvCxnSpPr>
        <p:spPr>
          <a:xfrm flipH="1">
            <a:off x="3557321" y="3123076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84" name="Connector 100183"/>
          <p:cNvCxnSpPr/>
          <p:nvPr/>
        </p:nvCxnSpPr>
        <p:spPr>
          <a:xfrm flipH="1" flipV="1">
            <a:off x="3543889" y="3149939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85" name="TextBox 100184"/>
          <p:cNvSpPr txBox="1"/>
          <p:nvPr/>
        </p:nvSpPr>
        <p:spPr>
          <a:xfrm>
            <a:off x="3659255" y="300603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100186" name="Oval 100185"/>
          <p:cNvSpPr/>
          <p:nvPr/>
        </p:nvSpPr>
        <p:spPr>
          <a:xfrm>
            <a:off x="3428728" y="4387753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87" name="Connector 100186"/>
          <p:cNvCxnSpPr/>
          <p:nvPr/>
        </p:nvCxnSpPr>
        <p:spPr>
          <a:xfrm flipV="1">
            <a:off x="3442974" y="4348274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88" name="Connector 100187"/>
          <p:cNvCxnSpPr/>
          <p:nvPr/>
        </p:nvCxnSpPr>
        <p:spPr>
          <a:xfrm>
            <a:off x="3496700" y="4348274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89" name="TextBox 100188"/>
          <p:cNvSpPr txBox="1"/>
          <p:nvPr/>
        </p:nvSpPr>
        <p:spPr>
          <a:xfrm>
            <a:off x="3504614" y="428495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100190" name="Oval 100189"/>
          <p:cNvSpPr/>
          <p:nvPr/>
        </p:nvSpPr>
        <p:spPr>
          <a:xfrm>
            <a:off x="2041138" y="5616523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91" name="Connector 100190"/>
          <p:cNvCxnSpPr/>
          <p:nvPr/>
        </p:nvCxnSpPr>
        <p:spPr>
          <a:xfrm flipV="1">
            <a:off x="2055384" y="5577043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92" name="Connector 100191"/>
          <p:cNvCxnSpPr/>
          <p:nvPr/>
        </p:nvCxnSpPr>
        <p:spPr>
          <a:xfrm>
            <a:off x="2109110" y="5577043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93" name="Connector 100192"/>
          <p:cNvCxnSpPr/>
          <p:nvPr/>
        </p:nvCxnSpPr>
        <p:spPr>
          <a:xfrm>
            <a:off x="2099439" y="5586714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94" name="Connector 100193"/>
          <p:cNvCxnSpPr/>
          <p:nvPr/>
        </p:nvCxnSpPr>
        <p:spPr>
          <a:xfrm flipH="1">
            <a:off x="2015090" y="5630769"/>
            <a:ext cx="40294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95" name="Connector 100194"/>
          <p:cNvCxnSpPr/>
          <p:nvPr/>
        </p:nvCxnSpPr>
        <p:spPr>
          <a:xfrm flipH="1" flipV="1">
            <a:off x="2001658" y="5657632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96" name="TextBox 100195"/>
          <p:cNvSpPr txBox="1"/>
          <p:nvPr/>
        </p:nvSpPr>
        <p:spPr>
          <a:xfrm>
            <a:off x="2117024" y="551372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100197" name="Oval 100196"/>
          <p:cNvSpPr/>
          <p:nvPr/>
        </p:nvSpPr>
        <p:spPr>
          <a:xfrm>
            <a:off x="3575010" y="4935266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98" name="Connector 100197"/>
          <p:cNvCxnSpPr/>
          <p:nvPr/>
        </p:nvCxnSpPr>
        <p:spPr>
          <a:xfrm flipV="1">
            <a:off x="3589256" y="4895787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99" name="Connector 100198"/>
          <p:cNvCxnSpPr/>
          <p:nvPr/>
        </p:nvCxnSpPr>
        <p:spPr>
          <a:xfrm>
            <a:off x="3642982" y="4895787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00" name="Connector 100199"/>
          <p:cNvCxnSpPr/>
          <p:nvPr/>
        </p:nvCxnSpPr>
        <p:spPr>
          <a:xfrm>
            <a:off x="3633311" y="4905457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01" name="Connector 100200"/>
          <p:cNvCxnSpPr/>
          <p:nvPr/>
        </p:nvCxnSpPr>
        <p:spPr>
          <a:xfrm flipH="1">
            <a:off x="3548962" y="4949512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02" name="Connector 100201"/>
          <p:cNvCxnSpPr/>
          <p:nvPr/>
        </p:nvCxnSpPr>
        <p:spPr>
          <a:xfrm flipH="1" flipV="1">
            <a:off x="3535530" y="4976375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203" name="TextBox 100202"/>
          <p:cNvSpPr txBox="1"/>
          <p:nvPr/>
        </p:nvSpPr>
        <p:spPr>
          <a:xfrm>
            <a:off x="3650896" y="483247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100204" name="Oval 100203"/>
          <p:cNvSpPr/>
          <p:nvPr/>
        </p:nvSpPr>
        <p:spPr>
          <a:xfrm>
            <a:off x="4038933" y="3585292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205" name="Connector 100204"/>
          <p:cNvCxnSpPr/>
          <p:nvPr/>
        </p:nvCxnSpPr>
        <p:spPr>
          <a:xfrm flipV="1">
            <a:off x="4053179" y="3545812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06" name="Connector 100205"/>
          <p:cNvCxnSpPr/>
          <p:nvPr/>
        </p:nvCxnSpPr>
        <p:spPr>
          <a:xfrm>
            <a:off x="4106905" y="3545812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07" name="Connector 100206"/>
          <p:cNvCxnSpPr/>
          <p:nvPr/>
        </p:nvCxnSpPr>
        <p:spPr>
          <a:xfrm flipH="1">
            <a:off x="4012885" y="3599538"/>
            <a:ext cx="40294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08" name="Connector 100207"/>
          <p:cNvCxnSpPr/>
          <p:nvPr/>
        </p:nvCxnSpPr>
        <p:spPr>
          <a:xfrm flipH="1" flipV="1">
            <a:off x="3999453" y="3626401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209" name="TextBox 100208"/>
          <p:cNvSpPr txBox="1"/>
          <p:nvPr/>
        </p:nvSpPr>
        <p:spPr>
          <a:xfrm>
            <a:off x="4114819" y="348249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100210" name="Oval 100209"/>
          <p:cNvSpPr/>
          <p:nvPr/>
        </p:nvSpPr>
        <p:spPr>
          <a:xfrm>
            <a:off x="4532112" y="2481907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211" name="Connector 100210"/>
          <p:cNvCxnSpPr/>
          <p:nvPr/>
        </p:nvCxnSpPr>
        <p:spPr>
          <a:xfrm flipV="1">
            <a:off x="4546358" y="2442428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12" name="Connector 100211"/>
          <p:cNvCxnSpPr/>
          <p:nvPr/>
        </p:nvCxnSpPr>
        <p:spPr>
          <a:xfrm>
            <a:off x="4600084" y="2442428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213" name="TextBox 100212"/>
          <p:cNvSpPr txBox="1"/>
          <p:nvPr/>
        </p:nvSpPr>
        <p:spPr>
          <a:xfrm>
            <a:off x="4607999" y="237911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100214" name="Oval 100213"/>
          <p:cNvSpPr/>
          <p:nvPr/>
        </p:nvSpPr>
        <p:spPr>
          <a:xfrm>
            <a:off x="4185215" y="3907112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215" name="Connector 100214"/>
          <p:cNvCxnSpPr/>
          <p:nvPr/>
        </p:nvCxnSpPr>
        <p:spPr>
          <a:xfrm flipV="1">
            <a:off x="4199461" y="3867633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16" name="Connector 100215"/>
          <p:cNvCxnSpPr/>
          <p:nvPr/>
        </p:nvCxnSpPr>
        <p:spPr>
          <a:xfrm>
            <a:off x="4253187" y="3867633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217" name="TextBox 100216"/>
          <p:cNvSpPr txBox="1"/>
          <p:nvPr/>
        </p:nvSpPr>
        <p:spPr>
          <a:xfrm>
            <a:off x="4261101" y="380431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100218" name="Oval 100217"/>
          <p:cNvSpPr/>
          <p:nvPr/>
        </p:nvSpPr>
        <p:spPr>
          <a:xfrm>
            <a:off x="4298061" y="4977061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219" name="Connector 100218"/>
          <p:cNvCxnSpPr/>
          <p:nvPr/>
        </p:nvCxnSpPr>
        <p:spPr>
          <a:xfrm flipV="1">
            <a:off x="4312307" y="4937581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20" name="Connector 100219"/>
          <p:cNvCxnSpPr/>
          <p:nvPr/>
        </p:nvCxnSpPr>
        <p:spPr>
          <a:xfrm>
            <a:off x="4366033" y="4937581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21" name="Connector 100220"/>
          <p:cNvCxnSpPr/>
          <p:nvPr/>
        </p:nvCxnSpPr>
        <p:spPr>
          <a:xfrm>
            <a:off x="4356362" y="4947252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22" name="Connector 100221"/>
          <p:cNvCxnSpPr/>
          <p:nvPr/>
        </p:nvCxnSpPr>
        <p:spPr>
          <a:xfrm flipH="1">
            <a:off x="4272013" y="4991307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23" name="Connector 100222"/>
          <p:cNvCxnSpPr/>
          <p:nvPr/>
        </p:nvCxnSpPr>
        <p:spPr>
          <a:xfrm flipH="1" flipV="1">
            <a:off x="4258581" y="5018170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224" name="TextBox 100223"/>
          <p:cNvSpPr txBox="1"/>
          <p:nvPr/>
        </p:nvSpPr>
        <p:spPr>
          <a:xfrm>
            <a:off x="4373948" y="487426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100225" name="Oval 100224"/>
          <p:cNvSpPr/>
          <p:nvPr/>
        </p:nvSpPr>
        <p:spPr>
          <a:xfrm>
            <a:off x="4883189" y="4951984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226" name="Connector 100225"/>
          <p:cNvCxnSpPr/>
          <p:nvPr/>
        </p:nvCxnSpPr>
        <p:spPr>
          <a:xfrm flipV="1">
            <a:off x="4897435" y="4912504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27" name="Connector 100226"/>
          <p:cNvCxnSpPr/>
          <p:nvPr/>
        </p:nvCxnSpPr>
        <p:spPr>
          <a:xfrm>
            <a:off x="4951161" y="4912504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28" name="Connector 100227"/>
          <p:cNvCxnSpPr/>
          <p:nvPr/>
        </p:nvCxnSpPr>
        <p:spPr>
          <a:xfrm flipH="1">
            <a:off x="4857141" y="4966230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29" name="Connector 100228"/>
          <p:cNvCxnSpPr/>
          <p:nvPr/>
        </p:nvCxnSpPr>
        <p:spPr>
          <a:xfrm flipH="1" flipV="1">
            <a:off x="4843710" y="4993093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230" name="TextBox 100229"/>
          <p:cNvSpPr txBox="1"/>
          <p:nvPr/>
        </p:nvSpPr>
        <p:spPr>
          <a:xfrm>
            <a:off x="4959076" y="484918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100231" name="Oval 100230"/>
          <p:cNvSpPr/>
          <p:nvPr/>
        </p:nvSpPr>
        <p:spPr>
          <a:xfrm>
            <a:off x="5309497" y="4855856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232" name="Connector 100231"/>
          <p:cNvCxnSpPr/>
          <p:nvPr/>
        </p:nvCxnSpPr>
        <p:spPr>
          <a:xfrm flipV="1">
            <a:off x="5323743" y="4816376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33" name="Connector 100232"/>
          <p:cNvCxnSpPr/>
          <p:nvPr/>
        </p:nvCxnSpPr>
        <p:spPr>
          <a:xfrm>
            <a:off x="5377469" y="4816376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234" name="TextBox 100233"/>
          <p:cNvSpPr txBox="1"/>
          <p:nvPr/>
        </p:nvSpPr>
        <p:spPr>
          <a:xfrm>
            <a:off x="5385383" y="475306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100235" name="Oval 100234"/>
          <p:cNvSpPr/>
          <p:nvPr/>
        </p:nvSpPr>
        <p:spPr>
          <a:xfrm>
            <a:off x="5683319" y="5210335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236" name="Connector 100235"/>
          <p:cNvCxnSpPr/>
          <p:nvPr/>
        </p:nvCxnSpPr>
        <p:spPr>
          <a:xfrm flipV="1">
            <a:off x="5697565" y="5170855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37" name="Connector 100236"/>
          <p:cNvCxnSpPr/>
          <p:nvPr/>
        </p:nvCxnSpPr>
        <p:spPr>
          <a:xfrm>
            <a:off x="5751291" y="5170855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238" name="TextBox 100237"/>
          <p:cNvSpPr txBox="1"/>
          <p:nvPr/>
        </p:nvSpPr>
        <p:spPr>
          <a:xfrm>
            <a:off x="5759206" y="510753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100239" name="TextBox 100238"/>
          <p:cNvSpPr txBox="1"/>
          <p:nvPr/>
        </p:nvSpPr>
        <p:spPr>
          <a:xfrm>
            <a:off x="8710000" y="300000"/>
            <a:ext cx="3300000" cy="2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灯旁字母 = 控制它的开关键，见电施-16。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粗实线 = AL1 引出回路 WL4（先到开关盒）；细实线 = 同一字母灯具之间；点线 = 开关到所控灯；长虚线 = 双控联络线。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线上短斜线 = 导线根数，未标注为 3 根。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分区放大见电施-13~电施-14。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5. S# = 开关编号；MK = 门控开关。</a:t>
            </a:r>
          </a:p>
        </p:txBody>
      </p:sp>
      <p:sp>
        <p:nvSpPr>
          <p:cNvPr id="100240" name="Rectangle 100239"/>
          <p:cNvSpPr/>
          <p:nvPr/>
        </p:nvSpPr>
        <p:spPr>
          <a:xfrm>
            <a:off x="1637435" y="1806538"/>
            <a:ext cx="2716666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41" name="TextBox 100240"/>
          <p:cNvSpPr txBox="1"/>
          <p:nvPr/>
        </p:nvSpPr>
        <p:spPr>
          <a:xfrm>
            <a:off x="1677435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电施-13</a:t>
            </a:r>
          </a:p>
        </p:txBody>
      </p:sp>
      <p:sp>
        <p:nvSpPr>
          <p:cNvPr id="100242" name="Rectangle 100241"/>
          <p:cNvSpPr/>
          <p:nvPr/>
        </p:nvSpPr>
        <p:spPr>
          <a:xfrm>
            <a:off x="3643589" y="1806538"/>
            <a:ext cx="3343589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43" name="TextBox 100242"/>
          <p:cNvSpPr txBox="1"/>
          <p:nvPr/>
        </p:nvSpPr>
        <p:spPr>
          <a:xfrm>
            <a:off x="3683589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电施-14</a:t>
            </a:r>
          </a:p>
        </p:txBody>
      </p:sp>
      <p:sp>
        <p:nvSpPr>
          <p:cNvPr id="100244" name="Rectangle 100243"/>
          <p:cNvSpPr/>
          <p:nvPr/>
        </p:nvSpPr>
        <p:spPr>
          <a:xfrm>
            <a:off x="400000" y="6540000"/>
            <a:ext cx="43969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45" name="Rectangle 100244"/>
          <p:cNvSpPr/>
          <p:nvPr/>
        </p:nvSpPr>
        <p:spPr>
          <a:xfrm>
            <a:off x="839697" y="6540000"/>
            <a:ext cx="439697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46" name="Rectangle 100245"/>
          <p:cNvSpPr/>
          <p:nvPr/>
        </p:nvSpPr>
        <p:spPr>
          <a:xfrm>
            <a:off x="1279395" y="6540000"/>
            <a:ext cx="43969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47" name="TextBox 100246"/>
          <p:cNvSpPr txBox="1"/>
          <p:nvPr/>
        </p:nvSpPr>
        <p:spPr>
          <a:xfrm>
            <a:off x="17590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421468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100006" name="Rectangle 100005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07" name="Rectangle 100006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08" name="Rectangle 100007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09" name="Rectangle 100008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10" name="Rectangle 100009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11" name="TextBox 100010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二层照明平面放大图（主卧 · 盥洗室 · 西卫 · 衣帽间 · 卧室2）</a:t>
            </a:r>
          </a:p>
        </p:txBody>
      </p:sp>
      <p:sp>
        <p:nvSpPr>
          <p:cNvPr id="100012" name="Rectangle 100011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13" name="TextBox 100012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100014" name="TextBox 100013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100015" name="Connector 100014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16" name="TextBox 100015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0017" name="TextBox 100016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二层照明平面放大图（主卧 · 盥洗室 · 西卫 · 衣帽间 · 卧室2）</a:t>
            </a:r>
          </a:p>
        </p:txBody>
      </p:sp>
      <p:cxnSp>
        <p:nvCxnSpPr>
          <p:cNvPr id="100018" name="Connector 100017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19" name="TextBox 100018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00020" name="TextBox 100019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电施-13</a:t>
            </a:r>
          </a:p>
        </p:txBody>
      </p:sp>
      <p:cxnSp>
        <p:nvCxnSpPr>
          <p:cNvPr id="100021" name="Connector 100020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22" name="TextBox 100021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00023" name="TextBox 100022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100024" name="Connector 100023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25" name="TextBox 100024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00026" name="TextBox 100025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H-A 2026-10-06）</a:t>
            </a:r>
          </a:p>
        </p:txBody>
      </p:sp>
      <p:cxnSp>
        <p:nvCxnSpPr>
          <p:cNvPr id="100027" name="Connector 100026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28" name="TextBox 100027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100029" name="TextBox 100028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100030" name="Connector 100029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1" name="Connector 100030"/>
          <p:cNvCxnSpPr/>
          <p:nvPr/>
        </p:nvCxnSpPr>
        <p:spPr>
          <a:xfrm>
            <a:off x="4746627" y="3610257"/>
            <a:ext cx="0" cy="46249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2" name="Connector 100031"/>
          <p:cNvCxnSpPr/>
          <p:nvPr/>
        </p:nvCxnSpPr>
        <p:spPr>
          <a:xfrm>
            <a:off x="4746627" y="4072747"/>
            <a:ext cx="2034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3" name="Connector 100032"/>
          <p:cNvCxnSpPr/>
          <p:nvPr/>
        </p:nvCxnSpPr>
        <p:spPr>
          <a:xfrm>
            <a:off x="4898489" y="4904547"/>
            <a:ext cx="0" cy="100782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4" name="Connector 100033"/>
          <p:cNvCxnSpPr/>
          <p:nvPr/>
        </p:nvCxnSpPr>
        <p:spPr>
          <a:xfrm>
            <a:off x="4898489" y="5912370"/>
            <a:ext cx="3290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5" name="Connector 100034"/>
          <p:cNvCxnSpPr/>
          <p:nvPr/>
        </p:nvCxnSpPr>
        <p:spPr>
          <a:xfrm flipV="1">
            <a:off x="2848684" y="3902631"/>
            <a:ext cx="0" cy="67157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6" name="Connector 100035"/>
          <p:cNvCxnSpPr/>
          <p:nvPr/>
        </p:nvCxnSpPr>
        <p:spPr>
          <a:xfrm>
            <a:off x="2848684" y="3902631"/>
            <a:ext cx="43957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7" name="Connector 100036"/>
          <p:cNvCxnSpPr/>
          <p:nvPr/>
        </p:nvCxnSpPr>
        <p:spPr>
          <a:xfrm>
            <a:off x="3288263" y="3902631"/>
            <a:ext cx="84863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8" name="Connector 100037"/>
          <p:cNvCxnSpPr/>
          <p:nvPr/>
        </p:nvCxnSpPr>
        <p:spPr>
          <a:xfrm flipV="1">
            <a:off x="4136894" y="3218842"/>
            <a:ext cx="0" cy="68378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9" name="Connector 100038"/>
          <p:cNvCxnSpPr/>
          <p:nvPr/>
        </p:nvCxnSpPr>
        <p:spPr>
          <a:xfrm>
            <a:off x="4136894" y="3218842"/>
            <a:ext cx="111726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0" name="Connector 100039"/>
          <p:cNvCxnSpPr/>
          <p:nvPr/>
        </p:nvCxnSpPr>
        <p:spPr>
          <a:xfrm flipV="1">
            <a:off x="5254157" y="2773157"/>
            <a:ext cx="0" cy="44568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1" name="Connector 100040"/>
          <p:cNvCxnSpPr/>
          <p:nvPr/>
        </p:nvCxnSpPr>
        <p:spPr>
          <a:xfrm>
            <a:off x="4136894" y="3218842"/>
            <a:ext cx="0" cy="14225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2" name="Connector 100041"/>
          <p:cNvCxnSpPr/>
          <p:nvPr/>
        </p:nvCxnSpPr>
        <p:spPr>
          <a:xfrm>
            <a:off x="4136894" y="4641368"/>
            <a:ext cx="89136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3" name="Connector 100042"/>
          <p:cNvCxnSpPr/>
          <p:nvPr/>
        </p:nvCxnSpPr>
        <p:spPr>
          <a:xfrm>
            <a:off x="5028263" y="4641368"/>
            <a:ext cx="0" cy="79978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4" name="Connector 100043"/>
          <p:cNvCxnSpPr/>
          <p:nvPr/>
        </p:nvCxnSpPr>
        <p:spPr>
          <a:xfrm>
            <a:off x="5028263" y="5441157"/>
            <a:ext cx="21368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5" name="Connector 100044"/>
          <p:cNvCxnSpPr/>
          <p:nvPr/>
        </p:nvCxnSpPr>
        <p:spPr>
          <a:xfrm>
            <a:off x="2848684" y="4574210"/>
            <a:ext cx="0" cy="18621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6" name="Connector 100045"/>
          <p:cNvCxnSpPr/>
          <p:nvPr/>
        </p:nvCxnSpPr>
        <p:spPr>
          <a:xfrm>
            <a:off x="2848684" y="6436315"/>
            <a:ext cx="15263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7" name="Connector 100046"/>
          <p:cNvCxnSpPr/>
          <p:nvPr/>
        </p:nvCxnSpPr>
        <p:spPr>
          <a:xfrm flipH="1">
            <a:off x="5241947" y="6418000"/>
            <a:ext cx="2265398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8" name="Connector 100047"/>
          <p:cNvCxnSpPr/>
          <p:nvPr/>
        </p:nvCxnSpPr>
        <p:spPr>
          <a:xfrm flipV="1">
            <a:off x="5241947" y="5441157"/>
            <a:ext cx="0" cy="976843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49" name="TextBox 100048"/>
          <p:cNvSpPr txBox="1"/>
          <p:nvPr/>
        </p:nvSpPr>
        <p:spPr>
          <a:xfrm>
            <a:off x="5743757" y="625903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 BV-3×2.5 PC20 WC/CC</a:t>
            </a:r>
          </a:p>
        </p:txBody>
      </p:sp>
      <p:cxnSp>
        <p:nvCxnSpPr>
          <p:cNvPr id="100050" name="Connector 100049"/>
          <p:cNvCxnSpPr/>
          <p:nvPr/>
        </p:nvCxnSpPr>
        <p:spPr>
          <a:xfrm flipV="1">
            <a:off x="2848684" y="3932660"/>
            <a:ext cx="0" cy="64155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1" name="Connector 100050"/>
          <p:cNvCxnSpPr/>
          <p:nvPr/>
        </p:nvCxnSpPr>
        <p:spPr>
          <a:xfrm>
            <a:off x="2848684" y="3932660"/>
            <a:ext cx="15393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2" name="Connector 100051"/>
          <p:cNvCxnSpPr/>
          <p:nvPr/>
        </p:nvCxnSpPr>
        <p:spPr>
          <a:xfrm>
            <a:off x="3288263" y="3902631"/>
            <a:ext cx="52205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3" name="Connector 100052"/>
          <p:cNvCxnSpPr/>
          <p:nvPr/>
        </p:nvCxnSpPr>
        <p:spPr>
          <a:xfrm>
            <a:off x="3810314" y="3902631"/>
            <a:ext cx="0" cy="3110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4" name="Connector 100053"/>
          <p:cNvCxnSpPr/>
          <p:nvPr/>
        </p:nvCxnSpPr>
        <p:spPr>
          <a:xfrm flipV="1">
            <a:off x="4136894" y="2312106"/>
            <a:ext cx="0" cy="90673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5" name="Connector 100054"/>
          <p:cNvCxnSpPr/>
          <p:nvPr/>
        </p:nvCxnSpPr>
        <p:spPr>
          <a:xfrm>
            <a:off x="4136894" y="2312106"/>
            <a:ext cx="27161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6" name="Connector 100055"/>
          <p:cNvCxnSpPr/>
          <p:nvPr/>
        </p:nvCxnSpPr>
        <p:spPr>
          <a:xfrm flipV="1">
            <a:off x="5254157" y="2312106"/>
            <a:ext cx="0" cy="4610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7" name="Connector 100056"/>
          <p:cNvCxnSpPr/>
          <p:nvPr/>
        </p:nvCxnSpPr>
        <p:spPr>
          <a:xfrm flipH="1">
            <a:off x="4408508" y="2312106"/>
            <a:ext cx="84564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8" name="Connector 100057"/>
          <p:cNvCxnSpPr/>
          <p:nvPr/>
        </p:nvCxnSpPr>
        <p:spPr>
          <a:xfrm>
            <a:off x="5254157" y="2773157"/>
            <a:ext cx="84130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9" name="Connector 100058"/>
          <p:cNvCxnSpPr/>
          <p:nvPr/>
        </p:nvCxnSpPr>
        <p:spPr>
          <a:xfrm flipV="1">
            <a:off x="6095458" y="1557430"/>
            <a:ext cx="0" cy="121572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0" name="Connector 100059"/>
          <p:cNvCxnSpPr/>
          <p:nvPr/>
        </p:nvCxnSpPr>
        <p:spPr>
          <a:xfrm flipV="1">
            <a:off x="5028263" y="4072747"/>
            <a:ext cx="0" cy="56862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1" name="Connector 100060"/>
          <p:cNvCxnSpPr/>
          <p:nvPr/>
        </p:nvCxnSpPr>
        <p:spPr>
          <a:xfrm flipH="1">
            <a:off x="4748661" y="4072747"/>
            <a:ext cx="27960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2" name="Connector 100061"/>
          <p:cNvCxnSpPr/>
          <p:nvPr/>
        </p:nvCxnSpPr>
        <p:spPr>
          <a:xfrm flipV="1">
            <a:off x="3001315" y="5444812"/>
            <a:ext cx="0" cy="99150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3" name="Connector 100062"/>
          <p:cNvCxnSpPr/>
          <p:nvPr/>
        </p:nvCxnSpPr>
        <p:spPr>
          <a:xfrm>
            <a:off x="3001315" y="5444812"/>
            <a:ext cx="71267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4" name="Connector 100063"/>
          <p:cNvCxnSpPr/>
          <p:nvPr/>
        </p:nvCxnSpPr>
        <p:spPr>
          <a:xfrm>
            <a:off x="3001315" y="6436315"/>
            <a:ext cx="19300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5" name="Connector 100064"/>
          <p:cNvCxnSpPr/>
          <p:nvPr/>
        </p:nvCxnSpPr>
        <p:spPr>
          <a:xfrm flipV="1">
            <a:off x="4931395" y="5912370"/>
            <a:ext cx="0" cy="52394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6" name="Connector 100065"/>
          <p:cNvCxnSpPr/>
          <p:nvPr/>
        </p:nvCxnSpPr>
        <p:spPr>
          <a:xfrm flipH="1">
            <a:off x="3713986" y="5441157"/>
            <a:ext cx="152796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7" name="Connector 100066"/>
          <p:cNvCxnSpPr/>
          <p:nvPr/>
        </p:nvCxnSpPr>
        <p:spPr>
          <a:xfrm>
            <a:off x="3713986" y="5441157"/>
            <a:ext cx="0" cy="365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8" name="Connector 100067"/>
          <p:cNvCxnSpPr/>
          <p:nvPr/>
        </p:nvCxnSpPr>
        <p:spPr>
          <a:xfrm>
            <a:off x="5241947" y="5441157"/>
            <a:ext cx="0" cy="47121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9" name="Connector 100068"/>
          <p:cNvCxnSpPr/>
          <p:nvPr/>
        </p:nvCxnSpPr>
        <p:spPr>
          <a:xfrm flipH="1">
            <a:off x="4931395" y="5912370"/>
            <a:ext cx="31055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0" name="Connector 100069"/>
          <p:cNvCxnSpPr/>
          <p:nvPr/>
        </p:nvCxnSpPr>
        <p:spPr>
          <a:xfrm flipV="1">
            <a:off x="4136894" y="2773157"/>
            <a:ext cx="1117263" cy="445685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1" name="Connector 100070"/>
          <p:cNvCxnSpPr/>
          <p:nvPr/>
        </p:nvCxnSpPr>
        <p:spPr>
          <a:xfrm flipV="1">
            <a:off x="3001315" y="5441157"/>
            <a:ext cx="2240632" cy="995158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2" name="Connector 100071"/>
          <p:cNvCxnSpPr/>
          <p:nvPr/>
        </p:nvCxnSpPr>
        <p:spPr>
          <a:xfrm flipV="1">
            <a:off x="4060280" y="5916849"/>
            <a:ext cx="32303" cy="839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3" name="Connector 100072"/>
          <p:cNvCxnSpPr/>
          <p:nvPr/>
        </p:nvCxnSpPr>
        <p:spPr>
          <a:xfrm flipV="1">
            <a:off x="4082880" y="5906812"/>
            <a:ext cx="32303" cy="839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4" name="Connector 100073"/>
          <p:cNvCxnSpPr/>
          <p:nvPr/>
        </p:nvCxnSpPr>
        <p:spPr>
          <a:xfrm flipV="1">
            <a:off x="4105480" y="5896774"/>
            <a:ext cx="32302" cy="839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5" name="Connector 100074"/>
          <p:cNvCxnSpPr/>
          <p:nvPr/>
        </p:nvCxnSpPr>
        <p:spPr>
          <a:xfrm flipV="1">
            <a:off x="4128079" y="5886737"/>
            <a:ext cx="32303" cy="839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6" name="Connector 100075"/>
          <p:cNvCxnSpPr/>
          <p:nvPr/>
        </p:nvCxnSpPr>
        <p:spPr>
          <a:xfrm flipV="1">
            <a:off x="4150679" y="5876699"/>
            <a:ext cx="32303" cy="839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77" name="Oval 100076"/>
          <p:cNvSpPr/>
          <p:nvPr/>
        </p:nvSpPr>
        <p:spPr>
          <a:xfrm>
            <a:off x="7493214" y="6361477"/>
            <a:ext cx="113044" cy="1130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78" name="Connector 100077"/>
          <p:cNvCxnSpPr/>
          <p:nvPr/>
        </p:nvCxnSpPr>
        <p:spPr>
          <a:xfrm flipV="1">
            <a:off x="7510877" y="6379141"/>
            <a:ext cx="77718" cy="777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79" name="TextBox 100078"/>
          <p:cNvSpPr txBox="1"/>
          <p:nvPr/>
        </p:nvSpPr>
        <p:spPr>
          <a:xfrm>
            <a:off x="5079084" y="6488652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由一层 AL1 沿楼梯井引上</a:t>
            </a:r>
          </a:p>
        </p:txBody>
      </p:sp>
      <p:sp>
        <p:nvSpPr>
          <p:cNvPr id="100080" name="Oval 100079"/>
          <p:cNvSpPr/>
          <p:nvPr/>
        </p:nvSpPr>
        <p:spPr>
          <a:xfrm>
            <a:off x="4323725" y="222732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81" name="Connector 100080"/>
          <p:cNvCxnSpPr/>
          <p:nvPr/>
        </p:nvCxnSpPr>
        <p:spPr>
          <a:xfrm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82" name="Connector 100081"/>
          <p:cNvCxnSpPr/>
          <p:nvPr/>
        </p:nvCxnSpPr>
        <p:spPr>
          <a:xfrm flipV="1"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83" name="TextBox 100082"/>
          <p:cNvSpPr txBox="1"/>
          <p:nvPr/>
        </p:nvSpPr>
        <p:spPr>
          <a:xfrm>
            <a:off x="4486226" y="214960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100084" name="Oval 100083"/>
          <p:cNvSpPr/>
          <p:nvPr/>
        </p:nvSpPr>
        <p:spPr>
          <a:xfrm>
            <a:off x="3629203" y="536002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85" name="Connector 100084"/>
          <p:cNvCxnSpPr/>
          <p:nvPr/>
        </p:nvCxnSpPr>
        <p:spPr>
          <a:xfrm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86" name="Connector 100085"/>
          <p:cNvCxnSpPr/>
          <p:nvPr/>
        </p:nvCxnSpPr>
        <p:spPr>
          <a:xfrm flipV="1"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87" name="TextBox 100086"/>
          <p:cNvSpPr txBox="1"/>
          <p:nvPr/>
        </p:nvSpPr>
        <p:spPr>
          <a:xfrm>
            <a:off x="3791704" y="5282311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100088" name="Oval 100087"/>
          <p:cNvSpPr/>
          <p:nvPr/>
        </p:nvSpPr>
        <p:spPr>
          <a:xfrm>
            <a:off x="2946100" y="387613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89" name="Oval 100088"/>
          <p:cNvSpPr/>
          <p:nvPr/>
        </p:nvSpPr>
        <p:spPr>
          <a:xfrm>
            <a:off x="2984959" y="391499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90" name="TextBox 100089"/>
          <p:cNvSpPr txBox="1"/>
          <p:nvPr/>
        </p:nvSpPr>
        <p:spPr>
          <a:xfrm>
            <a:off x="3080340" y="377015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100091" name="Oval 100090"/>
          <p:cNvSpPr/>
          <p:nvPr/>
        </p:nvSpPr>
        <p:spPr>
          <a:xfrm>
            <a:off x="4690105" y="355373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92" name="Oval 100091"/>
          <p:cNvSpPr/>
          <p:nvPr/>
        </p:nvSpPr>
        <p:spPr>
          <a:xfrm>
            <a:off x="4728964" y="359259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93" name="TextBox 100092"/>
          <p:cNvSpPr txBox="1"/>
          <p:nvPr/>
        </p:nvSpPr>
        <p:spPr>
          <a:xfrm>
            <a:off x="4824345" y="3447756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100094" name="Oval 100093"/>
          <p:cNvSpPr/>
          <p:nvPr/>
        </p:nvSpPr>
        <p:spPr>
          <a:xfrm>
            <a:off x="4841967" y="48480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95" name="Oval 100094"/>
          <p:cNvSpPr/>
          <p:nvPr/>
        </p:nvSpPr>
        <p:spPr>
          <a:xfrm>
            <a:off x="4880826" y="48868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96" name="TextBox 100095"/>
          <p:cNvSpPr txBox="1"/>
          <p:nvPr/>
        </p:nvSpPr>
        <p:spPr>
          <a:xfrm>
            <a:off x="4976207" y="4742046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100097" name="Oval 100096"/>
          <p:cNvSpPr/>
          <p:nvPr/>
        </p:nvSpPr>
        <p:spPr>
          <a:xfrm>
            <a:off x="4874873" y="585584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98" name="Oval 100097"/>
          <p:cNvSpPr/>
          <p:nvPr/>
        </p:nvSpPr>
        <p:spPr>
          <a:xfrm>
            <a:off x="4913732" y="589470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99" name="TextBox 100098"/>
          <p:cNvSpPr txBox="1"/>
          <p:nvPr/>
        </p:nvSpPr>
        <p:spPr>
          <a:xfrm>
            <a:off x="5009113" y="574986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100100" name="Oval 100099"/>
          <p:cNvSpPr/>
          <p:nvPr/>
        </p:nvSpPr>
        <p:spPr>
          <a:xfrm>
            <a:off x="6010675" y="1472647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01" name="Connector 100100"/>
          <p:cNvCxnSpPr/>
          <p:nvPr/>
        </p:nvCxnSpPr>
        <p:spPr>
          <a:xfrm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02" name="Connector 100101"/>
          <p:cNvCxnSpPr/>
          <p:nvPr/>
        </p:nvCxnSpPr>
        <p:spPr>
          <a:xfrm flipV="1"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03" name="TextBox 100102"/>
          <p:cNvSpPr txBox="1"/>
          <p:nvPr/>
        </p:nvSpPr>
        <p:spPr>
          <a:xfrm>
            <a:off x="6173176" y="139492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100104" name="Oval 100103"/>
          <p:cNvSpPr/>
          <p:nvPr/>
        </p:nvSpPr>
        <p:spPr>
          <a:xfrm>
            <a:off x="3753792" y="387721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05" name="Oval 100104"/>
          <p:cNvSpPr/>
          <p:nvPr/>
        </p:nvSpPr>
        <p:spPr>
          <a:xfrm>
            <a:off x="3792651" y="391607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06" name="TextBox 100105"/>
          <p:cNvSpPr txBox="1"/>
          <p:nvPr/>
        </p:nvSpPr>
        <p:spPr>
          <a:xfrm>
            <a:off x="3888032" y="3771237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100107" name="Oval 100106"/>
          <p:cNvSpPr/>
          <p:nvPr/>
        </p:nvSpPr>
        <p:spPr>
          <a:xfrm>
            <a:off x="4692139" y="40162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08" name="Oval 100107"/>
          <p:cNvSpPr/>
          <p:nvPr/>
        </p:nvSpPr>
        <p:spPr>
          <a:xfrm>
            <a:off x="4730997" y="40550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09" name="TextBox 100108"/>
          <p:cNvSpPr txBox="1"/>
          <p:nvPr/>
        </p:nvSpPr>
        <p:spPr>
          <a:xfrm>
            <a:off x="4826379" y="3910246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100110" name="Oval 100109"/>
          <p:cNvSpPr/>
          <p:nvPr/>
        </p:nvSpPr>
        <p:spPr>
          <a:xfrm>
            <a:off x="2823249" y="4548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11" name="Connector 100110"/>
          <p:cNvCxnSpPr/>
          <p:nvPr/>
        </p:nvCxnSpPr>
        <p:spPr>
          <a:xfrm flipV="1">
            <a:off x="2848684" y="4478289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12" name="Connector 100111"/>
          <p:cNvCxnSpPr/>
          <p:nvPr/>
        </p:nvCxnSpPr>
        <p:spPr>
          <a:xfrm>
            <a:off x="2944605" y="4478289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13" name="TextBox 100112"/>
          <p:cNvSpPr txBox="1"/>
          <p:nvPr/>
        </p:nvSpPr>
        <p:spPr>
          <a:xfrm>
            <a:off x="2958735" y="436524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100114" name="Oval 100113"/>
          <p:cNvSpPr/>
          <p:nvPr/>
        </p:nvSpPr>
        <p:spPr>
          <a:xfrm>
            <a:off x="3262828" y="3877196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15" name="Connector 100114"/>
          <p:cNvCxnSpPr/>
          <p:nvPr/>
        </p:nvCxnSpPr>
        <p:spPr>
          <a:xfrm flipV="1">
            <a:off x="3288263" y="3806710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16" name="Connector 100115"/>
          <p:cNvCxnSpPr/>
          <p:nvPr/>
        </p:nvCxnSpPr>
        <p:spPr>
          <a:xfrm>
            <a:off x="3384184" y="3806710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17" name="TextBox 100116"/>
          <p:cNvSpPr txBox="1"/>
          <p:nvPr/>
        </p:nvSpPr>
        <p:spPr>
          <a:xfrm>
            <a:off x="3398314" y="369366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100118" name="Oval 100117"/>
          <p:cNvSpPr/>
          <p:nvPr/>
        </p:nvSpPr>
        <p:spPr>
          <a:xfrm>
            <a:off x="4111459" y="3193407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19" name="Connector 100118"/>
          <p:cNvCxnSpPr/>
          <p:nvPr/>
        </p:nvCxnSpPr>
        <p:spPr>
          <a:xfrm flipV="1">
            <a:off x="4136894" y="3122920"/>
            <a:ext cx="95921" cy="959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20" name="Connector 100119"/>
          <p:cNvCxnSpPr/>
          <p:nvPr/>
        </p:nvCxnSpPr>
        <p:spPr>
          <a:xfrm>
            <a:off x="4232815" y="3122920"/>
            <a:ext cx="23981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21" name="Connector 100120"/>
          <p:cNvCxnSpPr/>
          <p:nvPr/>
        </p:nvCxnSpPr>
        <p:spPr>
          <a:xfrm flipH="1">
            <a:off x="4064953" y="3218842"/>
            <a:ext cx="71941" cy="7194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22" name="Connector 100121"/>
          <p:cNvCxnSpPr/>
          <p:nvPr/>
        </p:nvCxnSpPr>
        <p:spPr>
          <a:xfrm flipH="1" flipV="1">
            <a:off x="4040973" y="3266802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23" name="TextBox 100122"/>
          <p:cNvSpPr txBox="1"/>
          <p:nvPr/>
        </p:nvSpPr>
        <p:spPr>
          <a:xfrm>
            <a:off x="4246946" y="300987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100124" name="Oval 100123"/>
          <p:cNvSpPr/>
          <p:nvPr/>
        </p:nvSpPr>
        <p:spPr>
          <a:xfrm>
            <a:off x="5228722" y="2747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25" name="Connector 100124"/>
          <p:cNvCxnSpPr/>
          <p:nvPr/>
        </p:nvCxnSpPr>
        <p:spPr>
          <a:xfrm flipV="1">
            <a:off x="5254157" y="2677236"/>
            <a:ext cx="95922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26" name="Connector 100125"/>
          <p:cNvCxnSpPr/>
          <p:nvPr/>
        </p:nvCxnSpPr>
        <p:spPr>
          <a:xfrm>
            <a:off x="5350079" y="2677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27" name="Connector 100126"/>
          <p:cNvCxnSpPr/>
          <p:nvPr/>
        </p:nvCxnSpPr>
        <p:spPr>
          <a:xfrm>
            <a:off x="5332813" y="2694502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28" name="Connector 100127"/>
          <p:cNvCxnSpPr/>
          <p:nvPr/>
        </p:nvCxnSpPr>
        <p:spPr>
          <a:xfrm flipH="1">
            <a:off x="5182217" y="2773157"/>
            <a:ext cx="71940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29" name="Connector 100128"/>
          <p:cNvCxnSpPr/>
          <p:nvPr/>
        </p:nvCxnSpPr>
        <p:spPr>
          <a:xfrm flipH="1" flipV="1">
            <a:off x="5158236" y="2821118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30" name="TextBox 100129"/>
          <p:cNvSpPr txBox="1"/>
          <p:nvPr/>
        </p:nvSpPr>
        <p:spPr>
          <a:xfrm>
            <a:off x="5364209" y="2564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100131" name="Oval 100130"/>
          <p:cNvSpPr/>
          <p:nvPr/>
        </p:nvSpPr>
        <p:spPr>
          <a:xfrm>
            <a:off x="5002828" y="4615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32" name="Connector 100131"/>
          <p:cNvCxnSpPr/>
          <p:nvPr/>
        </p:nvCxnSpPr>
        <p:spPr>
          <a:xfrm flipV="1">
            <a:off x="5028263" y="4545447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33" name="Connector 100132"/>
          <p:cNvCxnSpPr/>
          <p:nvPr/>
        </p:nvCxnSpPr>
        <p:spPr>
          <a:xfrm>
            <a:off x="5124184" y="4545447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34" name="TextBox 100133"/>
          <p:cNvSpPr txBox="1"/>
          <p:nvPr/>
        </p:nvSpPr>
        <p:spPr>
          <a:xfrm>
            <a:off x="5138314" y="443240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100135" name="Oval 100134"/>
          <p:cNvSpPr/>
          <p:nvPr/>
        </p:nvSpPr>
        <p:spPr>
          <a:xfrm>
            <a:off x="2975880" y="6410880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36" name="Connector 100135"/>
          <p:cNvCxnSpPr/>
          <p:nvPr/>
        </p:nvCxnSpPr>
        <p:spPr>
          <a:xfrm flipV="1">
            <a:off x="3001315" y="6340394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37" name="Connector 100136"/>
          <p:cNvCxnSpPr/>
          <p:nvPr/>
        </p:nvCxnSpPr>
        <p:spPr>
          <a:xfrm>
            <a:off x="3097236" y="6340394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38" name="Connector 100137"/>
          <p:cNvCxnSpPr/>
          <p:nvPr/>
        </p:nvCxnSpPr>
        <p:spPr>
          <a:xfrm>
            <a:off x="3079971" y="6357660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39" name="Connector 100138"/>
          <p:cNvCxnSpPr/>
          <p:nvPr/>
        </p:nvCxnSpPr>
        <p:spPr>
          <a:xfrm flipH="1">
            <a:off x="2929374" y="6436315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40" name="Connector 100139"/>
          <p:cNvCxnSpPr/>
          <p:nvPr/>
        </p:nvCxnSpPr>
        <p:spPr>
          <a:xfrm flipH="1" flipV="1">
            <a:off x="2905394" y="6484276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41" name="TextBox 100140"/>
          <p:cNvSpPr txBox="1"/>
          <p:nvPr/>
        </p:nvSpPr>
        <p:spPr>
          <a:xfrm>
            <a:off x="3111367" y="622735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100142" name="Oval 100141"/>
          <p:cNvSpPr/>
          <p:nvPr/>
        </p:nvSpPr>
        <p:spPr>
          <a:xfrm>
            <a:off x="5216512" y="5415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43" name="Connector 100142"/>
          <p:cNvCxnSpPr/>
          <p:nvPr/>
        </p:nvCxnSpPr>
        <p:spPr>
          <a:xfrm flipV="1">
            <a:off x="5241947" y="5345236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44" name="Connector 100143"/>
          <p:cNvCxnSpPr/>
          <p:nvPr/>
        </p:nvCxnSpPr>
        <p:spPr>
          <a:xfrm>
            <a:off x="5337868" y="5345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45" name="Connector 100144"/>
          <p:cNvCxnSpPr/>
          <p:nvPr/>
        </p:nvCxnSpPr>
        <p:spPr>
          <a:xfrm>
            <a:off x="5320602" y="5362502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46" name="Connector 100145"/>
          <p:cNvCxnSpPr/>
          <p:nvPr/>
        </p:nvCxnSpPr>
        <p:spPr>
          <a:xfrm flipH="1">
            <a:off x="5170006" y="5441157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47" name="Connector 100146"/>
          <p:cNvCxnSpPr/>
          <p:nvPr/>
        </p:nvCxnSpPr>
        <p:spPr>
          <a:xfrm flipH="1" flipV="1">
            <a:off x="5146026" y="5489118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48" name="TextBox 100147"/>
          <p:cNvSpPr txBox="1"/>
          <p:nvPr/>
        </p:nvSpPr>
        <p:spPr>
          <a:xfrm>
            <a:off x="5351999" y="5232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100149" name="TextBox 100148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100150" name="TextBox 100149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盥洗室门旁</a:t>
            </a:r>
          </a:p>
        </p:txBody>
      </p:sp>
      <p:sp>
        <p:nvSpPr>
          <p:cNvPr id="100151" name="TextBox 100150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</a:t>
            </a:r>
          </a:p>
        </p:txBody>
      </p:sp>
      <p:sp>
        <p:nvSpPr>
          <p:cNvPr id="100152" name="TextBox 100151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西卫生间门外</a:t>
            </a:r>
          </a:p>
        </p:txBody>
      </p:sp>
      <p:sp>
        <p:nvSpPr>
          <p:cNvPr id="100153" name="TextBox 100152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键1=h</a:t>
            </a:r>
          </a:p>
        </p:txBody>
      </p:sp>
      <p:sp>
        <p:nvSpPr>
          <p:cNvPr id="100154" name="TextBox 100153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主卧门旁</a:t>
            </a:r>
          </a:p>
        </p:txBody>
      </p:sp>
      <p:sp>
        <p:nvSpPr>
          <p:cNvPr id="100155" name="TextBox 100154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</a:t>
            </a:r>
          </a:p>
        </p:txBody>
      </p:sp>
      <p:sp>
        <p:nvSpPr>
          <p:cNvPr id="100156" name="TextBox 100155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主卧东墙 · 床头侧</a:t>
            </a:r>
          </a:p>
        </p:txBody>
      </p:sp>
      <p:sp>
        <p:nvSpPr>
          <p:cNvPr id="100157" name="TextBox 100156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100158" name="TextBox 100157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衣帽间门旁</a:t>
            </a:r>
          </a:p>
        </p:txBody>
      </p:sp>
      <p:sp>
        <p:nvSpPr>
          <p:cNvPr id="100159" name="TextBox 100158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</a:t>
            </a:r>
          </a:p>
        </p:txBody>
      </p:sp>
      <p:sp>
        <p:nvSpPr>
          <p:cNvPr id="100160" name="TextBox 100159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卧室2 门旁</a:t>
            </a:r>
          </a:p>
        </p:txBody>
      </p:sp>
      <p:sp>
        <p:nvSpPr>
          <p:cNvPr id="100161" name="TextBox 100160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100162" name="TextBox 100161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卧室2 床头侧</a:t>
            </a:r>
          </a:p>
        </p:txBody>
      </p:sp>
      <p:sp>
        <p:nvSpPr>
          <p:cNvPr id="100163" name="TextBox 100162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100164" name="Rectangle 100163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65" name="Rectangle 100164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66" name="TextBox 100165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3047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100006" name="Rectangle 100005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07" name="Rectangle 100006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08" name="Rectangle 100007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09" name="Rectangle 100008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10" name="Rectangle 100009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11" name="TextBox 100010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二层照明平面放大图（走廊 · 北卫 · 卧室3 · 楼梯 · 卧室 4 · 后卫）</a:t>
            </a:r>
          </a:p>
        </p:txBody>
      </p:sp>
      <p:sp>
        <p:nvSpPr>
          <p:cNvPr id="100012" name="Rectangle 100011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13" name="TextBox 100012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100014" name="TextBox 100013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100015" name="Connector 100014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16" name="TextBox 100015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0017" name="TextBox 100016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二层照明平面放大图（走廊 · 北卫 · 卧室3 · 楼梯 · 卧室 4 · 后卫）</a:t>
            </a:r>
          </a:p>
        </p:txBody>
      </p:sp>
      <p:cxnSp>
        <p:nvCxnSpPr>
          <p:cNvPr id="100018" name="Connector 100017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19" name="TextBox 100018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00020" name="TextBox 100019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电施-14</a:t>
            </a:r>
          </a:p>
        </p:txBody>
      </p:sp>
      <p:cxnSp>
        <p:nvCxnSpPr>
          <p:cNvPr id="100021" name="Connector 100020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22" name="TextBox 100021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00023" name="TextBox 100022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100024" name="Connector 100023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25" name="TextBox 100024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00026" name="TextBox 100025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H-A 2026-10-06）</a:t>
            </a:r>
          </a:p>
        </p:txBody>
      </p:sp>
      <p:cxnSp>
        <p:nvCxnSpPr>
          <p:cNvPr id="100027" name="Connector 100026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28" name="TextBox 100027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100029" name="TextBox 100028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100030" name="Connector 100029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1" name="Connector 100030"/>
          <p:cNvCxnSpPr/>
          <p:nvPr/>
        </p:nvCxnSpPr>
        <p:spPr>
          <a:xfrm flipV="1">
            <a:off x="2303510" y="3268996"/>
            <a:ext cx="0" cy="149923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2" name="Connector 100031"/>
          <p:cNvCxnSpPr/>
          <p:nvPr/>
        </p:nvCxnSpPr>
        <p:spPr>
          <a:xfrm flipH="1">
            <a:off x="2284305" y="3268996"/>
            <a:ext cx="1920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3" name="Connector 100032"/>
          <p:cNvCxnSpPr/>
          <p:nvPr/>
        </p:nvCxnSpPr>
        <p:spPr>
          <a:xfrm>
            <a:off x="2531210" y="3469157"/>
            <a:ext cx="0" cy="47010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4" name="Connector 100033"/>
          <p:cNvCxnSpPr/>
          <p:nvPr/>
        </p:nvCxnSpPr>
        <p:spPr>
          <a:xfrm>
            <a:off x="2531210" y="3939263"/>
            <a:ext cx="21368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5" name="Connector 100034"/>
          <p:cNvCxnSpPr/>
          <p:nvPr/>
        </p:nvCxnSpPr>
        <p:spPr>
          <a:xfrm>
            <a:off x="2744894" y="3939263"/>
            <a:ext cx="0" cy="156294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6" name="Connector 100035"/>
          <p:cNvCxnSpPr/>
          <p:nvPr/>
        </p:nvCxnSpPr>
        <p:spPr>
          <a:xfrm>
            <a:off x="2744894" y="5502210"/>
            <a:ext cx="16484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7" name="Connector 100036"/>
          <p:cNvCxnSpPr/>
          <p:nvPr/>
        </p:nvCxnSpPr>
        <p:spPr>
          <a:xfrm>
            <a:off x="2909736" y="5502210"/>
            <a:ext cx="85473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8" name="Connector 100037"/>
          <p:cNvCxnSpPr/>
          <p:nvPr/>
        </p:nvCxnSpPr>
        <p:spPr>
          <a:xfrm flipV="1">
            <a:off x="3764473" y="5465578"/>
            <a:ext cx="0" cy="366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9" name="Connector 100038"/>
          <p:cNvCxnSpPr/>
          <p:nvPr/>
        </p:nvCxnSpPr>
        <p:spPr>
          <a:xfrm>
            <a:off x="3764473" y="5465578"/>
            <a:ext cx="62273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0" name="Connector 100039"/>
          <p:cNvCxnSpPr/>
          <p:nvPr/>
        </p:nvCxnSpPr>
        <p:spPr>
          <a:xfrm flipV="1">
            <a:off x="4387210" y="5325157"/>
            <a:ext cx="0" cy="1404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1" name="Connector 100040"/>
          <p:cNvCxnSpPr/>
          <p:nvPr/>
        </p:nvCxnSpPr>
        <p:spPr>
          <a:xfrm>
            <a:off x="4387210" y="5325157"/>
            <a:ext cx="54606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2" name="Connector 100041"/>
          <p:cNvCxnSpPr/>
          <p:nvPr/>
        </p:nvCxnSpPr>
        <p:spPr>
          <a:xfrm>
            <a:off x="4933278" y="5325157"/>
            <a:ext cx="0" cy="51781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3" name="Connector 100042"/>
          <p:cNvCxnSpPr/>
          <p:nvPr/>
        </p:nvCxnSpPr>
        <p:spPr>
          <a:xfrm flipV="1">
            <a:off x="2531210" y="1857368"/>
            <a:ext cx="0" cy="161178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4" name="Connector 100043"/>
          <p:cNvCxnSpPr/>
          <p:nvPr/>
        </p:nvCxnSpPr>
        <p:spPr>
          <a:xfrm>
            <a:off x="2531210" y="1857368"/>
            <a:ext cx="72042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5" name="Connector 100044"/>
          <p:cNvCxnSpPr/>
          <p:nvPr/>
        </p:nvCxnSpPr>
        <p:spPr>
          <a:xfrm>
            <a:off x="4118924" y="6418000"/>
            <a:ext cx="814354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6" name="Connector 100045"/>
          <p:cNvCxnSpPr/>
          <p:nvPr/>
        </p:nvCxnSpPr>
        <p:spPr>
          <a:xfrm flipV="1">
            <a:off x="4933278" y="5842969"/>
            <a:ext cx="0" cy="575031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47" name="TextBox 100046"/>
          <p:cNvSpPr txBox="1"/>
          <p:nvPr/>
        </p:nvSpPr>
        <p:spPr>
          <a:xfrm>
            <a:off x="2355336" y="625903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 BV-3×2.5 PC20 WC/CC</a:t>
            </a:r>
          </a:p>
        </p:txBody>
      </p:sp>
      <p:cxnSp>
        <p:nvCxnSpPr>
          <p:cNvPr id="100048" name="Connector 100047"/>
          <p:cNvCxnSpPr/>
          <p:nvPr/>
        </p:nvCxnSpPr>
        <p:spPr>
          <a:xfrm flipH="1">
            <a:off x="2284305" y="3469157"/>
            <a:ext cx="24690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9" name="Connector 100048"/>
          <p:cNvCxnSpPr/>
          <p:nvPr/>
        </p:nvCxnSpPr>
        <p:spPr>
          <a:xfrm flipV="1">
            <a:off x="2284305" y="3268996"/>
            <a:ext cx="0" cy="20016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0" name="Connector 100049"/>
          <p:cNvCxnSpPr/>
          <p:nvPr/>
        </p:nvCxnSpPr>
        <p:spPr>
          <a:xfrm>
            <a:off x="3251631" y="1857368"/>
            <a:ext cx="40818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1" name="Connector 100050"/>
          <p:cNvCxnSpPr/>
          <p:nvPr/>
        </p:nvCxnSpPr>
        <p:spPr>
          <a:xfrm>
            <a:off x="3659815" y="1857368"/>
            <a:ext cx="0" cy="7027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2" name="Connector 100051"/>
          <p:cNvCxnSpPr/>
          <p:nvPr/>
        </p:nvCxnSpPr>
        <p:spPr>
          <a:xfrm>
            <a:off x="2744894" y="3939263"/>
            <a:ext cx="71776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3" name="Connector 100052"/>
          <p:cNvCxnSpPr/>
          <p:nvPr/>
        </p:nvCxnSpPr>
        <p:spPr>
          <a:xfrm>
            <a:off x="3462663" y="3939263"/>
            <a:ext cx="0" cy="40419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4" name="Connector 100053"/>
          <p:cNvCxnSpPr/>
          <p:nvPr/>
        </p:nvCxnSpPr>
        <p:spPr>
          <a:xfrm flipH="1">
            <a:off x="2303510" y="5502210"/>
            <a:ext cx="60622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5" name="Connector 100054"/>
          <p:cNvCxnSpPr/>
          <p:nvPr/>
        </p:nvCxnSpPr>
        <p:spPr>
          <a:xfrm flipV="1">
            <a:off x="2303510" y="4768232"/>
            <a:ext cx="0" cy="73397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6" name="Connector 100055"/>
          <p:cNvCxnSpPr/>
          <p:nvPr/>
        </p:nvCxnSpPr>
        <p:spPr>
          <a:xfrm>
            <a:off x="2909736" y="5502210"/>
            <a:ext cx="45659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7" name="Connector 100056"/>
          <p:cNvCxnSpPr/>
          <p:nvPr/>
        </p:nvCxnSpPr>
        <p:spPr>
          <a:xfrm>
            <a:off x="3366335" y="5502210"/>
            <a:ext cx="0" cy="65543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8" name="Connector 100057"/>
          <p:cNvCxnSpPr/>
          <p:nvPr/>
        </p:nvCxnSpPr>
        <p:spPr>
          <a:xfrm>
            <a:off x="3764473" y="5465578"/>
            <a:ext cx="0" cy="69206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9" name="Connector 100058"/>
          <p:cNvCxnSpPr/>
          <p:nvPr/>
        </p:nvCxnSpPr>
        <p:spPr>
          <a:xfrm flipH="1">
            <a:off x="3366335" y="6157642"/>
            <a:ext cx="39813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0" name="Connector 100059"/>
          <p:cNvCxnSpPr/>
          <p:nvPr/>
        </p:nvCxnSpPr>
        <p:spPr>
          <a:xfrm flipV="1">
            <a:off x="4387210" y="5258293"/>
            <a:ext cx="0" cy="6686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1" name="Connector 100060"/>
          <p:cNvCxnSpPr/>
          <p:nvPr/>
        </p:nvCxnSpPr>
        <p:spPr>
          <a:xfrm>
            <a:off x="4387210" y="5258293"/>
            <a:ext cx="121105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2" name="Connector 100061"/>
          <p:cNvCxnSpPr/>
          <p:nvPr/>
        </p:nvCxnSpPr>
        <p:spPr>
          <a:xfrm>
            <a:off x="4933278" y="5842969"/>
            <a:ext cx="0" cy="37778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3" name="Connector 100062"/>
          <p:cNvCxnSpPr/>
          <p:nvPr/>
        </p:nvCxnSpPr>
        <p:spPr>
          <a:xfrm>
            <a:off x="4933278" y="6220750"/>
            <a:ext cx="95393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4" name="Connector 100063"/>
          <p:cNvCxnSpPr/>
          <p:nvPr/>
        </p:nvCxnSpPr>
        <p:spPr>
          <a:xfrm>
            <a:off x="2531210" y="3469157"/>
            <a:ext cx="378526" cy="2033053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5" name="Connector 100064"/>
          <p:cNvCxnSpPr/>
          <p:nvPr/>
        </p:nvCxnSpPr>
        <p:spPr>
          <a:xfrm flipH="1">
            <a:off x="2909736" y="5465578"/>
            <a:ext cx="854737" cy="3663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66" name="Oval 100065"/>
          <p:cNvSpPr/>
          <p:nvPr/>
        </p:nvSpPr>
        <p:spPr>
          <a:xfrm>
            <a:off x="4104793" y="6361477"/>
            <a:ext cx="113044" cy="1130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67" name="Connector 100066"/>
          <p:cNvCxnSpPr/>
          <p:nvPr/>
        </p:nvCxnSpPr>
        <p:spPr>
          <a:xfrm flipV="1">
            <a:off x="4122456" y="6379141"/>
            <a:ext cx="77718" cy="777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68" name="TextBox 100067"/>
          <p:cNvSpPr txBox="1"/>
          <p:nvPr/>
        </p:nvSpPr>
        <p:spPr>
          <a:xfrm>
            <a:off x="1690663" y="6488652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由一层 AL1 沿楼梯井引上</a:t>
            </a:r>
          </a:p>
        </p:txBody>
      </p:sp>
      <p:sp>
        <p:nvSpPr>
          <p:cNvPr id="100069" name="Oval 100068"/>
          <p:cNvSpPr/>
          <p:nvPr/>
        </p:nvSpPr>
        <p:spPr>
          <a:xfrm>
            <a:off x="3281552" y="607285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70" name="Connector 100069"/>
          <p:cNvCxnSpPr/>
          <p:nvPr/>
        </p:nvCxnSpPr>
        <p:spPr>
          <a:xfrm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1" name="Connector 100070"/>
          <p:cNvCxnSpPr/>
          <p:nvPr/>
        </p:nvCxnSpPr>
        <p:spPr>
          <a:xfrm flipV="1"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72" name="TextBox 100071"/>
          <p:cNvSpPr txBox="1"/>
          <p:nvPr/>
        </p:nvSpPr>
        <p:spPr>
          <a:xfrm>
            <a:off x="3444053" y="5995141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100073" name="Oval 100072"/>
          <p:cNvSpPr/>
          <p:nvPr/>
        </p:nvSpPr>
        <p:spPr>
          <a:xfrm>
            <a:off x="2218727" y="468344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74" name="Connector 100073"/>
          <p:cNvCxnSpPr/>
          <p:nvPr/>
        </p:nvCxnSpPr>
        <p:spPr>
          <a:xfrm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5" name="Connector 100074"/>
          <p:cNvCxnSpPr/>
          <p:nvPr/>
        </p:nvCxnSpPr>
        <p:spPr>
          <a:xfrm flipV="1"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76" name="TextBox 100075"/>
          <p:cNvSpPr txBox="1"/>
          <p:nvPr/>
        </p:nvSpPr>
        <p:spPr>
          <a:xfrm>
            <a:off x="2381228" y="4605731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100077" name="Oval 100076"/>
          <p:cNvSpPr/>
          <p:nvPr/>
        </p:nvSpPr>
        <p:spPr>
          <a:xfrm>
            <a:off x="3377880" y="425867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78" name="Connector 100077"/>
          <p:cNvCxnSpPr/>
          <p:nvPr/>
        </p:nvCxnSpPr>
        <p:spPr>
          <a:xfrm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9" name="Connector 100078"/>
          <p:cNvCxnSpPr/>
          <p:nvPr/>
        </p:nvCxnSpPr>
        <p:spPr>
          <a:xfrm flipV="1"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80" name="TextBox 100079"/>
          <p:cNvSpPr txBox="1"/>
          <p:nvPr/>
        </p:nvSpPr>
        <p:spPr>
          <a:xfrm>
            <a:off x="3540381" y="418095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100081" name="Oval 100080"/>
          <p:cNvSpPr/>
          <p:nvPr/>
        </p:nvSpPr>
        <p:spPr>
          <a:xfrm>
            <a:off x="5513477" y="517350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82" name="Connector 100081"/>
          <p:cNvCxnSpPr/>
          <p:nvPr/>
        </p:nvCxnSpPr>
        <p:spPr>
          <a:xfrm>
            <a:off x="5538319" y="519835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83" name="Connector 100082"/>
          <p:cNvCxnSpPr/>
          <p:nvPr/>
        </p:nvCxnSpPr>
        <p:spPr>
          <a:xfrm flipV="1">
            <a:off x="5538319" y="519835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84" name="TextBox 100083"/>
          <p:cNvSpPr txBox="1"/>
          <p:nvPr/>
        </p:nvSpPr>
        <p:spPr>
          <a:xfrm>
            <a:off x="5675978" y="5095792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100085" name="Oval 100084"/>
          <p:cNvSpPr/>
          <p:nvPr/>
        </p:nvSpPr>
        <p:spPr>
          <a:xfrm>
            <a:off x="3603293" y="2503571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86" name="Oval 100085"/>
          <p:cNvSpPr/>
          <p:nvPr/>
        </p:nvSpPr>
        <p:spPr>
          <a:xfrm>
            <a:off x="3642151" y="2542430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87" name="TextBox 100086"/>
          <p:cNvSpPr txBox="1"/>
          <p:nvPr/>
        </p:nvSpPr>
        <p:spPr>
          <a:xfrm>
            <a:off x="3737533" y="2397592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100088" name="Oval 100087"/>
          <p:cNvSpPr/>
          <p:nvPr/>
        </p:nvSpPr>
        <p:spPr>
          <a:xfrm>
            <a:off x="5830686" y="616422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89" name="Oval 100088"/>
          <p:cNvSpPr/>
          <p:nvPr/>
        </p:nvSpPr>
        <p:spPr>
          <a:xfrm>
            <a:off x="5869545" y="620308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90" name="TextBox 100089"/>
          <p:cNvSpPr txBox="1"/>
          <p:nvPr/>
        </p:nvSpPr>
        <p:spPr>
          <a:xfrm>
            <a:off x="5964926" y="605824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100091" name="Oval 100090"/>
          <p:cNvSpPr/>
          <p:nvPr/>
        </p:nvSpPr>
        <p:spPr>
          <a:xfrm>
            <a:off x="2199522" y="318421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92" name="Connector 100091"/>
          <p:cNvCxnSpPr/>
          <p:nvPr/>
        </p:nvCxnSpPr>
        <p:spPr>
          <a:xfrm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93" name="Connector 100092"/>
          <p:cNvCxnSpPr/>
          <p:nvPr/>
        </p:nvCxnSpPr>
        <p:spPr>
          <a:xfrm flipV="1"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94" name="TextBox 100093"/>
          <p:cNvSpPr txBox="1"/>
          <p:nvPr/>
        </p:nvSpPr>
        <p:spPr>
          <a:xfrm>
            <a:off x="2362023" y="310649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100095" name="Oval 100094"/>
          <p:cNvSpPr/>
          <p:nvPr/>
        </p:nvSpPr>
        <p:spPr>
          <a:xfrm>
            <a:off x="2505775" y="3443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96" name="Connector 100095"/>
          <p:cNvCxnSpPr/>
          <p:nvPr/>
        </p:nvCxnSpPr>
        <p:spPr>
          <a:xfrm flipV="1">
            <a:off x="2531210" y="3373236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97" name="Connector 100096"/>
          <p:cNvCxnSpPr/>
          <p:nvPr/>
        </p:nvCxnSpPr>
        <p:spPr>
          <a:xfrm>
            <a:off x="2627131" y="3373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98" name="Connector 100097"/>
          <p:cNvCxnSpPr/>
          <p:nvPr/>
        </p:nvCxnSpPr>
        <p:spPr>
          <a:xfrm flipH="1">
            <a:off x="2459269" y="3469157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99" name="Connector 100098"/>
          <p:cNvCxnSpPr/>
          <p:nvPr/>
        </p:nvCxnSpPr>
        <p:spPr>
          <a:xfrm flipH="1" flipV="1">
            <a:off x="2435289" y="3517118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00" name="TextBox 100099"/>
          <p:cNvSpPr txBox="1"/>
          <p:nvPr/>
        </p:nvSpPr>
        <p:spPr>
          <a:xfrm>
            <a:off x="2641262" y="3260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100101" name="Oval 100100"/>
          <p:cNvSpPr/>
          <p:nvPr/>
        </p:nvSpPr>
        <p:spPr>
          <a:xfrm>
            <a:off x="3226196" y="1831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02" name="Connector 100101"/>
          <p:cNvCxnSpPr/>
          <p:nvPr/>
        </p:nvCxnSpPr>
        <p:spPr>
          <a:xfrm flipV="1">
            <a:off x="3251631" y="1761447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03" name="Connector 100102"/>
          <p:cNvCxnSpPr/>
          <p:nvPr/>
        </p:nvCxnSpPr>
        <p:spPr>
          <a:xfrm>
            <a:off x="3347552" y="1761447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04" name="TextBox 100103"/>
          <p:cNvSpPr txBox="1"/>
          <p:nvPr/>
        </p:nvSpPr>
        <p:spPr>
          <a:xfrm>
            <a:off x="3361683" y="164840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100105" name="Oval 100104"/>
          <p:cNvSpPr/>
          <p:nvPr/>
        </p:nvSpPr>
        <p:spPr>
          <a:xfrm>
            <a:off x="2719459" y="3913828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06" name="Connector 100105"/>
          <p:cNvCxnSpPr/>
          <p:nvPr/>
        </p:nvCxnSpPr>
        <p:spPr>
          <a:xfrm flipV="1">
            <a:off x="2744894" y="3843341"/>
            <a:ext cx="95921" cy="959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07" name="Connector 100106"/>
          <p:cNvCxnSpPr/>
          <p:nvPr/>
        </p:nvCxnSpPr>
        <p:spPr>
          <a:xfrm>
            <a:off x="2840815" y="3843341"/>
            <a:ext cx="23981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08" name="TextBox 100107"/>
          <p:cNvSpPr txBox="1"/>
          <p:nvPr/>
        </p:nvSpPr>
        <p:spPr>
          <a:xfrm>
            <a:off x="2854946" y="373029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100109" name="Oval 100108"/>
          <p:cNvSpPr/>
          <p:nvPr/>
        </p:nvSpPr>
        <p:spPr>
          <a:xfrm>
            <a:off x="2884301" y="5476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10" name="Connector 100109"/>
          <p:cNvCxnSpPr/>
          <p:nvPr/>
        </p:nvCxnSpPr>
        <p:spPr>
          <a:xfrm flipV="1">
            <a:off x="2909736" y="5406289"/>
            <a:ext cx="95922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11" name="Connector 100110"/>
          <p:cNvCxnSpPr/>
          <p:nvPr/>
        </p:nvCxnSpPr>
        <p:spPr>
          <a:xfrm>
            <a:off x="3005658" y="5406289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12" name="Connector 100111"/>
          <p:cNvCxnSpPr/>
          <p:nvPr/>
        </p:nvCxnSpPr>
        <p:spPr>
          <a:xfrm>
            <a:off x="2988392" y="5423555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13" name="Connector 100112"/>
          <p:cNvCxnSpPr/>
          <p:nvPr/>
        </p:nvCxnSpPr>
        <p:spPr>
          <a:xfrm flipH="1">
            <a:off x="2837795" y="5502210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14" name="Connector 100113"/>
          <p:cNvCxnSpPr/>
          <p:nvPr/>
        </p:nvCxnSpPr>
        <p:spPr>
          <a:xfrm flipH="1" flipV="1">
            <a:off x="2813815" y="5550171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15" name="TextBox 100114"/>
          <p:cNvSpPr txBox="1"/>
          <p:nvPr/>
        </p:nvSpPr>
        <p:spPr>
          <a:xfrm>
            <a:off x="3019788" y="529324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100116" name="Oval 100115"/>
          <p:cNvSpPr/>
          <p:nvPr/>
        </p:nvSpPr>
        <p:spPr>
          <a:xfrm>
            <a:off x="3739038" y="544014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17" name="Connector 100116"/>
          <p:cNvCxnSpPr/>
          <p:nvPr/>
        </p:nvCxnSpPr>
        <p:spPr>
          <a:xfrm flipV="1">
            <a:off x="3764473" y="5369657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18" name="Connector 100117"/>
          <p:cNvCxnSpPr/>
          <p:nvPr/>
        </p:nvCxnSpPr>
        <p:spPr>
          <a:xfrm>
            <a:off x="3860394" y="5369657"/>
            <a:ext cx="23981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19" name="Connector 100118"/>
          <p:cNvCxnSpPr/>
          <p:nvPr/>
        </p:nvCxnSpPr>
        <p:spPr>
          <a:xfrm flipH="1">
            <a:off x="3692532" y="5465578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20" name="Connector 100119"/>
          <p:cNvCxnSpPr/>
          <p:nvPr/>
        </p:nvCxnSpPr>
        <p:spPr>
          <a:xfrm flipH="1" flipV="1">
            <a:off x="3668552" y="5513539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21" name="TextBox 100120"/>
          <p:cNvSpPr txBox="1"/>
          <p:nvPr/>
        </p:nvSpPr>
        <p:spPr>
          <a:xfrm>
            <a:off x="3874525" y="525661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100122" name="Oval 100121"/>
          <p:cNvSpPr/>
          <p:nvPr/>
        </p:nvSpPr>
        <p:spPr>
          <a:xfrm>
            <a:off x="4361775" y="5299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23" name="Connector 100122"/>
          <p:cNvCxnSpPr/>
          <p:nvPr/>
        </p:nvCxnSpPr>
        <p:spPr>
          <a:xfrm flipV="1">
            <a:off x="4387210" y="5229236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24" name="Connector 100123"/>
          <p:cNvCxnSpPr/>
          <p:nvPr/>
        </p:nvCxnSpPr>
        <p:spPr>
          <a:xfrm>
            <a:off x="4483131" y="5229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25" name="TextBox 100124"/>
          <p:cNvSpPr txBox="1"/>
          <p:nvPr/>
        </p:nvSpPr>
        <p:spPr>
          <a:xfrm>
            <a:off x="4497262" y="5116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100126" name="Oval 100125"/>
          <p:cNvSpPr/>
          <p:nvPr/>
        </p:nvSpPr>
        <p:spPr>
          <a:xfrm>
            <a:off x="4907843" y="581753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27" name="Connector 100126"/>
          <p:cNvCxnSpPr/>
          <p:nvPr/>
        </p:nvCxnSpPr>
        <p:spPr>
          <a:xfrm flipV="1">
            <a:off x="4933278" y="5747048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28" name="Connector 100127"/>
          <p:cNvCxnSpPr/>
          <p:nvPr/>
        </p:nvCxnSpPr>
        <p:spPr>
          <a:xfrm>
            <a:off x="5029199" y="5747048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29" name="TextBox 100128"/>
          <p:cNvSpPr txBox="1"/>
          <p:nvPr/>
        </p:nvSpPr>
        <p:spPr>
          <a:xfrm>
            <a:off x="5043329" y="563400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100130" name="TextBox 100129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100131" name="TextBox 100130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走廊北端</a:t>
            </a:r>
          </a:p>
        </p:txBody>
      </p:sp>
      <p:sp>
        <p:nvSpPr>
          <p:cNvPr id="100132" name="TextBox 100131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</a:t>
            </a:r>
          </a:p>
        </p:txBody>
      </p:sp>
      <p:sp>
        <p:nvSpPr>
          <p:cNvPr id="100133" name="TextBox 100132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北卫生间门外</a:t>
            </a:r>
          </a:p>
        </p:txBody>
      </p:sp>
      <p:sp>
        <p:nvSpPr>
          <p:cNvPr id="100134" name="TextBox 100133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</a:t>
            </a:r>
          </a:p>
        </p:txBody>
      </p:sp>
      <p:sp>
        <p:nvSpPr>
          <p:cNvPr id="100135" name="TextBox 100134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卧室3 门旁</a:t>
            </a:r>
          </a:p>
        </p:txBody>
      </p:sp>
      <p:sp>
        <p:nvSpPr>
          <p:cNvPr id="100136" name="TextBox 100135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键1=e</a:t>
            </a:r>
          </a:p>
        </p:txBody>
      </p:sp>
      <p:sp>
        <p:nvSpPr>
          <p:cNvPr id="100137" name="TextBox 100136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走廊南端 · 楼梯口</a:t>
            </a:r>
          </a:p>
        </p:txBody>
      </p:sp>
      <p:sp>
        <p:nvSpPr>
          <p:cNvPr id="100138" name="TextBox 100137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  键2=k</a:t>
            </a:r>
          </a:p>
        </p:txBody>
      </p:sp>
      <p:sp>
        <p:nvSpPr>
          <p:cNvPr id="100139" name="TextBox 100138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楼梯顶</a:t>
            </a:r>
          </a:p>
        </p:txBody>
      </p:sp>
      <p:sp>
        <p:nvSpPr>
          <p:cNvPr id="100140" name="TextBox 100139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键1=k</a:t>
            </a:r>
          </a:p>
        </p:txBody>
      </p:sp>
      <p:sp>
        <p:nvSpPr>
          <p:cNvPr id="100141" name="TextBox 100140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卧室 4 门旁</a:t>
            </a:r>
          </a:p>
        </p:txBody>
      </p:sp>
      <p:sp>
        <p:nvSpPr>
          <p:cNvPr id="100142" name="TextBox 100141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键1=l</a:t>
            </a:r>
          </a:p>
        </p:txBody>
      </p:sp>
      <p:sp>
        <p:nvSpPr>
          <p:cNvPr id="100143" name="TextBox 100142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卧室 4 内 · 卫生间门南侧（隔墙短墙）</a:t>
            </a:r>
          </a:p>
        </p:txBody>
      </p:sp>
      <p:sp>
        <p:nvSpPr>
          <p:cNvPr id="100144" name="TextBox 100143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键1=m</a:t>
            </a:r>
          </a:p>
        </p:txBody>
      </p:sp>
      <p:sp>
        <p:nvSpPr>
          <p:cNvPr id="100145" name="Rectangle 100144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46" name="Rectangle 100145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47" name="TextBox 100146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H-A 2026-10-06）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000000" y="1300000"/>
            <a:ext cx="0" cy="3250000"/>
          </a:xfrm>
          <a:prstGeom prst="line">
            <a:avLst/>
          </a:prstGeom>
          <a:ln w="381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0000" y="1450000"/>
            <a:ext cx="3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进线：引自总配电箱 / 电表箱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（英国：Consumer Unit 内主开关 + RCBO）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0000" y="1300000"/>
            <a:ext cx="100000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00000" y="1040000"/>
            <a:ext cx="15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AL1  暗装，底边距地 1.5 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00000" y="17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900000" y="16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300000" y="17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900000" y="14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0000" y="15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000" y="16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WL1  一层前区照明（门廊 / 门厅 / 起居室 / 餐厅 / 楼梯）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22 盏（一层，字母 见一层图）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000000" y="24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900000" y="23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3300000" y="24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00000" y="21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0000" y="22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000" y="23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WL2  一层后区照明（客厅 / 卫生间 / 厨房 / 吧台 / 洗衣房）+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14 盏（一层，字母 见一层图）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000000" y="31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900000" y="30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3300000" y="31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900000" y="28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0000" y="29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0000" y="30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WL3  户外照明（后花园壁灯 / 围栏地灯）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8 盏（一层，字母 见一层图）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000000" y="38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2900000" y="37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3300000" y="38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900000" y="35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50000" y="36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0000" y="37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WL4  二层照明 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16 盏（二层，字母 a b c d e f g h i j k l m）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000000" y="45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000000" y="4400000"/>
            <a:ext cx="5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备用 1 路（C16 RCBO）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0000" y="5550000"/>
            <a:ext cx="79000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照明回路按区域划分，每路一个 30 mA RCBO（见上表回路名称）；单回路灯具数量与功率均在允许范围内（灯具均为 LED）。插座与专线回路见网页「配电箱」页。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英国规范（BS 7671）照明回路常用 1.5 mm² 双芯加地线 + B6 RCBO；国内常用 BV-2.5 + C16。施工由电工按当地规范定。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卫生间排气扇无单独开关，接所在卫生间灯回路；楼梯吊灯 F06 属 二层回路，一层 S6 只做三控开关点。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WL4 沿楼梯井暗管引上至二层。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二层开关面板表 · 照明回路表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二层开关面板表 · 照明回路表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H-A 2026-10-06）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50000" y="650000"/>
          <a:ext cx="8380000" cy="307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250000"/>
                <a:gridCol w="650000"/>
                <a:gridCol w="1550000"/>
                <a:gridCol w="1550000"/>
                <a:gridCol w="1550000"/>
                <a:gridCol w="14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规格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盥洗室筒灯（单控）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西卫生间筒灯（单控）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主卧东墙 · 床头侧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主卧主灯位（待选）（单控）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衣帽间筒灯 ×2（单控）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床头侧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走廊北端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北卫生间筒灯（单控）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卧室3 主灯 F22（单控）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走廊南端 · 楼梯口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楼梯顶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卧室 4 主灯 F23（单控）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内 · 卫生间门南侧（隔墙短墙）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后卫生间筒灯（套卫）（单控）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710000" y="300000"/>
          <a:ext cx="3250000" cy="287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0000"/>
                <a:gridCol w="1650000"/>
                <a:gridCol w="900000"/>
                <a:gridCol w="40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开关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 F19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S3-1，S4-1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主卧主灯位（待选）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走廊吸顶灯 F11 ×2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S8-1，S11-1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主灯 F22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衣帽间筒灯 ×2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主灯 F20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S6-1，S7-1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筒灯 ×2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S6-2，S7-2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楼梯吊灯 F06（三控：一层 S6 + 二层 S11、S12）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S11-2，S12-1，一层 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主灯 F23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后卫生间筒灯（套卫）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1769</Words>
  <Application>Microsoft Office PowerPoint</Application>
  <PresentationFormat>Widescreen</PresentationFormat>
  <Paragraphs>550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12</cp:revision>
  <dcterms:created xsi:type="dcterms:W3CDTF">2013-01-27T09:14:16Z</dcterms:created>
  <dcterms:modified xsi:type="dcterms:W3CDTF">2026-10-03T09:40:53Z</dcterms:modified>
  <cp:category/>
</cp:coreProperties>
</file>