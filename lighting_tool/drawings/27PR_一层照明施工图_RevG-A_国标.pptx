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72" r:id="rId15"/>
    <p:sldId id="273" r:id="rId16"/>
    <p:sldId id="274" r:id="rId17"/>
    <p:sldId id="275" r:id="rId18"/>
    <p:sldId id="276" r:id="rId19"/>
    <p:sldId id="277" r:id="rId20"/>
    <p:sldId id="278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32E6"/>
    <a:srgbClr val="A9A9A9"/>
    <a:srgbClr val="000075"/>
    <a:srgbClr val="FABED4"/>
    <a:srgbClr val="469990"/>
    <a:srgbClr val="AB54C6"/>
    <a:srgbClr val="800000"/>
    <a:srgbClr val="9A6324"/>
    <a:srgbClr val="E6194B"/>
    <a:srgbClr val="8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778" autoAdjust="0"/>
  </p:normalViewPr>
  <p:slideViewPr>
    <p:cSldViewPr snapToGrid="0" snapToObjects="1">
      <p:cViewPr varScale="1">
        <p:scale>
          <a:sx n="105" d="100"/>
          <a:sy n="105" d="100"/>
        </p:scale>
        <p:origin x="936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77436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一层照明 设计说明 · 图例 · 灯具表</a:t>
            </a:r>
          </a:p>
        </p:txBody>
      </p:sp>
      <p:sp>
        <p:nvSpPr>
          <p:cNvPr id="4" name="Rectangle 3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住宅改造（一层）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一层照明 设计说明 · 图例 · 灯具表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电施-01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G-A 2026-10-03）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50000" y="620000"/>
            <a:ext cx="8100000" cy="26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设计说明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1. 依据：GB 50034-2013《建筑照明设计标准》、GB/T 50786-2012《建筑电气制图标准》、09DX001《建筑电气工程设计常用图形和文字符号》。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   本工程位于英国，实际施工、器材与验收以 BS 7671 及 Part P 为准；本套图为国标表达方式，供沟通与核对。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2. 一层照明由照明配电箱 AL1（暂定楼梯下，现场定）引出 3 个回路：WL1 一层前区照明（B6）、WL2 一层后区照明（B6）、WL3 户外照明（B6），均为 30 mA RCBO。本图为方案 A · 专业 18 路；楼梯壁灯在一层、楼梯吊灯在二层，任一路跳闸楼梯仍有照明。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3. 导线 BV-3×2.5（L、N、PE），穿 PC20 管沿墙 / 顶板暗敷（WC/CC）。线上短斜线为导线根数，未标注者为 3 根。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4. 开关：古铜色 86 型（NAB 系列）暗装，中心距地 1.2 m（国内常用 1.3 m，本工程按英国 1.2 m），距门框 0.15–0.20 m，设在门开启（锁）侧，开门即可开灯。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5. 双控 / 三控：同一字母的灯可在多处开关控制；两处为单极双控开关，三处时中间一处为中途开关（三控），开关间敷设联络线（长虚线）。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6. 前储物间加门控开关 MK（门框锁侧，开门亮灯、关门灭灯），与 S2 第 2 键并联。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7. 卫生间灯具防护等级 ≥ IP44，户外灯具 ≥ IP65。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8. FCU1–5 为厨房 / 洗衣房电器带保险丝开关（13A），属插座回路，见插座平面图。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9. 按常理补全（Rev B）：38 号键控洗衣房筒灯；围栏地灯 4 盏；前储物间门控开关。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10. Rev C：门廊壁灯 c 改由 WL1 供电；卫生间排气扇不设单独隔离开关，接卫生间灯回路（随灯开、延时关），开关编号重排。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11. Rev D：S7 改为双联中途开关，控后花园壁灯 p、围栏地灯 q（与 S11、S12 三控）；G15 区筒灯 l 改为 S8、S9 双控。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12. 本套图：方案 A · 专业 18 路，全屋照明 4 路（WL1 一层前区照明 / WL2 一层后区照明 / WL3 户外照明 / WL4 二层照明）。两个方案的灯、开关和联动完全相同，只是照明回路分组不同；插座与专线见网页「配电箱」页。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0000" y="3250000"/>
            <a:ext cx="3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A1A1A"/>
                </a:solidFill>
                <a:latin typeface="Microsoft YaHei"/>
              </a:rPr>
              <a:t>图例</a:t>
            </a:r>
          </a:p>
        </p:txBody>
      </p:sp>
      <p:sp>
        <p:nvSpPr>
          <p:cNvPr id="25" name="Oval 24"/>
          <p:cNvSpPr/>
          <p:nvPr/>
        </p:nvSpPr>
        <p:spPr>
          <a:xfrm>
            <a:off x="334000" y="3434000"/>
            <a:ext cx="132000" cy="13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353338" y="3453338"/>
            <a:ext cx="93324" cy="9332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353338" y="3453338"/>
            <a:ext cx="93324" cy="9332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50000" y="34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吊灯 / 吸顶灯　｜ 按产品　｜ 吊装 / 吸顶</a:t>
            </a:r>
          </a:p>
        </p:txBody>
      </p:sp>
      <p:sp>
        <p:nvSpPr>
          <p:cNvPr id="29" name="Oval 28"/>
          <p:cNvSpPr/>
          <p:nvPr/>
        </p:nvSpPr>
        <p:spPr>
          <a:xfrm>
            <a:off x="4434000" y="3434000"/>
            <a:ext cx="132000" cy="13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4453338" y="3453338"/>
            <a:ext cx="93324" cy="9332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4453338" y="3453338"/>
            <a:ext cx="93324" cy="9332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750000" y="34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主灯位（产品待选）　｜ 待选　｜ 吊装</a:t>
            </a:r>
          </a:p>
        </p:txBody>
      </p:sp>
      <p:sp>
        <p:nvSpPr>
          <p:cNvPr id="33" name="Oval 32"/>
          <p:cNvSpPr/>
          <p:nvPr/>
        </p:nvSpPr>
        <p:spPr>
          <a:xfrm>
            <a:off x="356000" y="3756000"/>
            <a:ext cx="88000" cy="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86250" y="3786250"/>
            <a:ext cx="27500" cy="275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0000" y="37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筒灯 GU10　｜ LED 5W 3000K　｜ 嵌入式</a:t>
            </a:r>
          </a:p>
        </p:txBody>
      </p:sp>
      <p:sp>
        <p:nvSpPr>
          <p:cNvPr id="36" name="Oval 35"/>
          <p:cNvSpPr/>
          <p:nvPr/>
        </p:nvSpPr>
        <p:spPr>
          <a:xfrm>
            <a:off x="4439500" y="3739500"/>
            <a:ext cx="121000" cy="12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4439500" y="3800000"/>
            <a:ext cx="121000" cy="60500"/>
          </a:xfrm>
          <a:custGeom>
            <a:avLst/>
            <a:gdLst/>
            <a:ahLst/>
            <a:cxnLst/>
            <a:rect l="l" t="t" r="r" b="b"/>
            <a:pathLst>
              <a:path w="121000" h="60500">
                <a:moveTo>
                  <a:pt x="121000" y="0"/>
                </a:moveTo>
                <a:lnTo>
                  <a:pt x="119837" y="11802"/>
                </a:lnTo>
                <a:lnTo>
                  <a:pt x="116394" y="23152"/>
                </a:lnTo>
                <a:lnTo>
                  <a:pt x="110803" y="33611"/>
                </a:lnTo>
                <a:lnTo>
                  <a:pt x="103279" y="42779"/>
                </a:lnTo>
                <a:lnTo>
                  <a:pt x="94111" y="50303"/>
                </a:lnTo>
                <a:lnTo>
                  <a:pt x="83652" y="55894"/>
                </a:lnTo>
                <a:lnTo>
                  <a:pt x="72302" y="59337"/>
                </a:lnTo>
                <a:lnTo>
                  <a:pt x="60500" y="60500"/>
                </a:lnTo>
                <a:lnTo>
                  <a:pt x="48697" y="59337"/>
                </a:lnTo>
                <a:lnTo>
                  <a:pt x="37347" y="55894"/>
                </a:lnTo>
                <a:lnTo>
                  <a:pt x="26888" y="50303"/>
                </a:lnTo>
                <a:lnTo>
                  <a:pt x="17720" y="42779"/>
                </a:lnTo>
                <a:lnTo>
                  <a:pt x="10196" y="33611"/>
                </a:lnTo>
                <a:lnTo>
                  <a:pt x="4605" y="23152"/>
                </a:lnTo>
                <a:lnTo>
                  <a:pt x="1162" y="11802"/>
                </a:lnTo>
                <a:lnTo>
                  <a:pt x="0" y="0"/>
                </a:lnTo>
                <a:lnTo>
                  <a:pt x="121000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750000" y="37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壁灯 / 户外墙灯　｜ 按产品　｜ 壁装 1.8–2.0 m</a:t>
            </a:r>
          </a:p>
        </p:txBody>
      </p:sp>
      <p:sp>
        <p:nvSpPr>
          <p:cNvPr id="39" name="Oval 38"/>
          <p:cNvSpPr/>
          <p:nvPr/>
        </p:nvSpPr>
        <p:spPr>
          <a:xfrm>
            <a:off x="361500" y="4061500"/>
            <a:ext cx="77000" cy="77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378000" y="4075250"/>
            <a:ext cx="44000" cy="41250"/>
          </a:xfrm>
          <a:custGeom>
            <a:avLst/>
            <a:gdLst/>
            <a:ahLst/>
            <a:cxnLst/>
            <a:rect l="l" t="t" r="r" b="b"/>
            <a:pathLst>
              <a:path w="44000" h="41250">
                <a:moveTo>
                  <a:pt x="22000" y="0"/>
                </a:moveTo>
                <a:lnTo>
                  <a:pt x="0" y="41250"/>
                </a:lnTo>
                <a:lnTo>
                  <a:pt x="44000" y="41250"/>
                </a:lnTo>
                <a:lnTo>
                  <a:pt x="22000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0000" y="40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庭院地埋 / 围栏灯　｜ LED IP65　｜ 地面</a:t>
            </a:r>
          </a:p>
        </p:txBody>
      </p:sp>
      <p:sp>
        <p:nvSpPr>
          <p:cNvPr id="42" name="Oval 41"/>
          <p:cNvSpPr/>
          <p:nvPr/>
        </p:nvSpPr>
        <p:spPr>
          <a:xfrm>
            <a:off x="4435250" y="4115250"/>
            <a:ext cx="49500" cy="495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" name="Connector 42"/>
          <p:cNvCxnSpPr/>
          <p:nvPr/>
        </p:nvCxnSpPr>
        <p:spPr>
          <a:xfrm flipV="1">
            <a:off x="4460000" y="4046661"/>
            <a:ext cx="93338" cy="9333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553338" y="4046661"/>
            <a:ext cx="23334" cy="233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536537" y="4063462"/>
            <a:ext cx="23334" cy="233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4750000" y="40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单极开关（短线数 = 联数）　｜ 86 型 10A　｜ 暗装 1.2 m</a:t>
            </a:r>
          </a:p>
        </p:txBody>
      </p:sp>
      <p:sp>
        <p:nvSpPr>
          <p:cNvPr id="47" name="Oval 46"/>
          <p:cNvSpPr/>
          <p:nvPr/>
        </p:nvSpPr>
        <p:spPr>
          <a:xfrm>
            <a:off x="375250" y="4395250"/>
            <a:ext cx="49500" cy="495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" name="Connector 47"/>
          <p:cNvCxnSpPr/>
          <p:nvPr/>
        </p:nvCxnSpPr>
        <p:spPr>
          <a:xfrm flipV="1">
            <a:off x="400000" y="4326661"/>
            <a:ext cx="93338" cy="9333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93338" y="4326661"/>
            <a:ext cx="23334" cy="233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>
            <a:off x="329996" y="4420000"/>
            <a:ext cx="70004" cy="7000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H="1" flipV="1">
            <a:off x="306661" y="4466669"/>
            <a:ext cx="23335" cy="233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650000" y="43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单极双控开关　｜ 86 型 10A　｜ 暗装 1.2 m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406500" y="4353250"/>
            <a:ext cx="187000" cy="9350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406500" y="4353250"/>
            <a:ext cx="187000" cy="93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MK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750000" y="43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门控开关 MK　｜ 门框式　｜ 门框锁侧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01000" y="4651600"/>
            <a:ext cx="198000" cy="96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301000" y="4651600"/>
            <a:ext cx="198000" cy="96800"/>
          </a:xfrm>
          <a:custGeom>
            <a:avLst/>
            <a:gdLst/>
            <a:ahLst/>
            <a:cxnLst/>
            <a:rect l="l" t="t" r="r" b="b"/>
            <a:pathLst>
              <a:path w="198000" h="96800">
                <a:moveTo>
                  <a:pt x="0" y="96800"/>
                </a:moveTo>
                <a:lnTo>
                  <a:pt x="198000" y="0"/>
                </a:lnTo>
                <a:lnTo>
                  <a:pt x="198000" y="96800"/>
                </a:lnTo>
                <a:close/>
              </a:path>
            </a:pathLst>
          </a:custGeom>
          <a:solidFill>
            <a:srgbClr val="1A1A1A"/>
          </a:solidFill>
          <a:ln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68000" y="4757200"/>
            <a:ext cx="264000" cy="7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00" b="1">
                <a:solidFill>
                  <a:srgbClr val="1A1A1A"/>
                </a:solidFill>
                <a:latin typeface="Microsoft YaHei"/>
              </a:rPr>
              <a:t/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0000" y="46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照明配电箱 AL1　｜ 见系统图　｜ 暗装 1.5 m（底边）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710000" y="300000"/>
            <a:ext cx="33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A1A1A"/>
                </a:solidFill>
                <a:latin typeface="Microsoft YaHei"/>
              </a:rPr>
              <a:t>灯具表</a:t>
            </a:r>
          </a:p>
        </p:txBody>
      </p:sp>
      <p:graphicFrame>
        <p:nvGraphicFramePr>
          <p:cNvPr id="61" name="Table 60"/>
          <p:cNvGraphicFramePr>
            <a:graphicFrameLocks noGrp="1"/>
          </p:cNvGraphicFramePr>
          <p:nvPr/>
        </p:nvGraphicFramePr>
        <p:xfrm>
          <a:off x="8710000" y="560000"/>
          <a:ext cx="3480000" cy="3600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80000"/>
                <a:gridCol w="1300000"/>
                <a:gridCol w="850000"/>
                <a:gridCol w="650000"/>
                <a:gridCol w="300000"/>
              </a:tblGrid>
              <a:tr h="300000"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1A1A1A"/>
                          </a:solidFill>
                          <a:latin typeface="Microsoft YaHei"/>
                        </a:rPr>
                        <a:t>编号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1A1A1A"/>
                          </a:solidFill>
                          <a:latin typeface="Microsoft YaHei"/>
                        </a:rPr>
                        <a:t>名称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1A1A1A"/>
                          </a:solidFill>
                          <a:latin typeface="Microsoft YaHei"/>
                        </a:rPr>
                        <a:t>光源 / 功率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1A1A1A"/>
                          </a:solidFill>
                          <a:latin typeface="Microsoft YaHei"/>
                        </a:rPr>
                        <a:t>防护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1A1A1A"/>
                          </a:solidFill>
                          <a:latin typeface="Microsoft YaHei"/>
                        </a:rPr>
                        <a:t>数量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F32 黑胡桃壁灯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G06 繁花吊灯 Φ80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G07 繁花吊灯 Φ60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G08 单头小吊灯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D5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G15 法式吊灯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D6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G16 吸顶灯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D7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G25 户外入户灯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IP65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D8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G26 花园壁灯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IP65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D9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GU10 筒灯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LED 5W 3000K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IP44（卫生间）/IP20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27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D10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围栏地灯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LED 3000K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IP65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D11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主灯（待选）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37" name="Group 536">
            <a:extLst>
              <a:ext uri="{FF2B5EF4-FFF2-40B4-BE49-F238E27FC236}">
                <a16:creationId xmlns:a16="http://schemas.microsoft.com/office/drawing/2014/main" id="{C0720C8A-57E7-2187-373E-7A1E2B212779}"/>
              </a:ext>
            </a:extLst>
          </p:cNvPr>
          <p:cNvGrpSpPr/>
          <p:nvPr/>
        </p:nvGrpSpPr>
        <p:grpSpPr>
          <a:xfrm rot="5400000">
            <a:off x="2488861" y="126398"/>
            <a:ext cx="3646893" cy="7452695"/>
            <a:chOff x="358703" y="843064"/>
            <a:chExt cx="2312689" cy="4726150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5E1F18B8-B18C-FAFE-C9CA-5201F7783D28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8703" y="1008790"/>
              <a:ext cx="2244687" cy="4199488"/>
              <a:chOff x="358703" y="1008790"/>
              <a:chExt cx="2244687" cy="4199488"/>
            </a:xfrm>
          </p:grpSpPr>
          <p:sp>
            <p:nvSpPr>
              <p:cNvPr id="4" name="墙_GF_Wall_Shell">
                <a:extLst>
                  <a:ext uri="{FF2B5EF4-FFF2-40B4-BE49-F238E27FC236}">
                    <a16:creationId xmlns:a16="http://schemas.microsoft.com/office/drawing/2014/main" id="{184A8DC7-17CB-F4DE-A1A9-66AAE14C41A4}"/>
                  </a:ext>
                </a:extLst>
              </p:cNvPr>
              <p:cNvSpPr/>
              <p:nvPr/>
            </p:nvSpPr>
            <p:spPr>
              <a:xfrm>
                <a:off x="358703" y="1008790"/>
                <a:ext cx="2244687" cy="4199488"/>
              </a:xfrm>
              <a:custGeom>
                <a:avLst/>
                <a:gdLst/>
                <a:ahLst/>
                <a:cxnLst/>
                <a:rect l="l" t="t" r="r" b="b"/>
                <a:pathLst>
                  <a:path w="2244687" h="4199488">
                    <a:moveTo>
                      <a:pt x="1918764" y="3678985"/>
                    </a:moveTo>
                    <a:lnTo>
                      <a:pt x="1918764" y="3601616"/>
                    </a:lnTo>
                    <a:lnTo>
                      <a:pt x="1918516" y="3601616"/>
                    </a:lnTo>
                    <a:lnTo>
                      <a:pt x="1918516" y="3596607"/>
                    </a:lnTo>
                    <a:lnTo>
                      <a:pt x="1944775" y="3596607"/>
                    </a:lnTo>
                    <a:lnTo>
                      <a:pt x="1944775" y="3560154"/>
                    </a:lnTo>
                    <a:lnTo>
                      <a:pt x="1918516" y="3560154"/>
                    </a:lnTo>
                    <a:lnTo>
                      <a:pt x="1918516" y="3166664"/>
                    </a:lnTo>
                    <a:lnTo>
                      <a:pt x="1918516" y="2968283"/>
                    </a:lnTo>
                    <a:lnTo>
                      <a:pt x="1902895" y="2968283"/>
                    </a:lnTo>
                    <a:lnTo>
                      <a:pt x="1902895" y="2953404"/>
                    </a:lnTo>
                    <a:lnTo>
                      <a:pt x="1732519" y="2953404"/>
                    </a:lnTo>
                    <a:lnTo>
                      <a:pt x="1672685" y="2953404"/>
                    </a:lnTo>
                    <a:lnTo>
                      <a:pt x="1659667" y="2953404"/>
                    </a:lnTo>
                    <a:lnTo>
                      <a:pt x="1659667" y="2983162"/>
                    </a:lnTo>
                    <a:lnTo>
                      <a:pt x="1702590" y="2983162"/>
                    </a:lnTo>
                    <a:lnTo>
                      <a:pt x="1887298" y="2983162"/>
                    </a:lnTo>
                    <a:lnTo>
                      <a:pt x="1887298" y="3166664"/>
                    </a:lnTo>
                    <a:lnTo>
                      <a:pt x="1887298" y="3578306"/>
                    </a:lnTo>
                    <a:lnTo>
                      <a:pt x="1887298" y="3601616"/>
                    </a:lnTo>
                    <a:lnTo>
                      <a:pt x="1887050" y="3601616"/>
                    </a:lnTo>
                    <a:lnTo>
                      <a:pt x="1887050" y="3678985"/>
                    </a:lnTo>
                    <a:close/>
                    <a:moveTo>
                      <a:pt x="2133228" y="3560154"/>
                    </a:moveTo>
                    <a:lnTo>
                      <a:pt x="2133228" y="3596607"/>
                    </a:lnTo>
                    <a:lnTo>
                      <a:pt x="2185176" y="3596607"/>
                    </a:lnTo>
                    <a:lnTo>
                      <a:pt x="2185176" y="3945312"/>
                    </a:lnTo>
                    <a:lnTo>
                      <a:pt x="2194598" y="3945312"/>
                    </a:lnTo>
                    <a:lnTo>
                      <a:pt x="2194598" y="3973829"/>
                    </a:lnTo>
                    <a:lnTo>
                      <a:pt x="2207493" y="3973829"/>
                    </a:lnTo>
                    <a:lnTo>
                      <a:pt x="2207493" y="3945312"/>
                    </a:lnTo>
                    <a:lnTo>
                      <a:pt x="2211212" y="3945312"/>
                    </a:lnTo>
                    <a:lnTo>
                      <a:pt x="2237248" y="3945312"/>
                    </a:lnTo>
                    <a:lnTo>
                      <a:pt x="2237248" y="3578306"/>
                    </a:lnTo>
                    <a:lnTo>
                      <a:pt x="2237248" y="3166664"/>
                    </a:lnTo>
                    <a:lnTo>
                      <a:pt x="2237248" y="2968283"/>
                    </a:lnTo>
                    <a:lnTo>
                      <a:pt x="2237248" y="2799659"/>
                    </a:lnTo>
                    <a:lnTo>
                      <a:pt x="2237248" y="2008613"/>
                    </a:lnTo>
                    <a:lnTo>
                      <a:pt x="2244687" y="2008613"/>
                    </a:lnTo>
                    <a:lnTo>
                      <a:pt x="2244687" y="1730878"/>
                    </a:lnTo>
                    <a:lnTo>
                      <a:pt x="2244687" y="1383711"/>
                    </a:lnTo>
                    <a:lnTo>
                      <a:pt x="2244687" y="1066300"/>
                    </a:lnTo>
                    <a:lnTo>
                      <a:pt x="2244687" y="369486"/>
                    </a:lnTo>
                    <a:lnTo>
                      <a:pt x="2244687" y="28517"/>
                    </a:lnTo>
                    <a:lnTo>
                      <a:pt x="2214931" y="28517"/>
                    </a:lnTo>
                    <a:lnTo>
                      <a:pt x="2214931" y="0"/>
                    </a:lnTo>
                    <a:lnTo>
                      <a:pt x="2087602" y="0"/>
                    </a:lnTo>
                    <a:lnTo>
                      <a:pt x="1931509" y="0"/>
                    </a:lnTo>
                    <a:lnTo>
                      <a:pt x="1739016" y="0"/>
                    </a:lnTo>
                    <a:lnTo>
                      <a:pt x="1739016" y="28517"/>
                    </a:lnTo>
                    <a:lnTo>
                      <a:pt x="1739016" y="57035"/>
                    </a:lnTo>
                    <a:lnTo>
                      <a:pt x="1931509" y="57035"/>
                    </a:lnTo>
                    <a:lnTo>
                      <a:pt x="2087602" y="57035"/>
                    </a:lnTo>
                    <a:lnTo>
                      <a:pt x="2214931" y="57035"/>
                    </a:lnTo>
                    <a:lnTo>
                      <a:pt x="2214931" y="87437"/>
                    </a:lnTo>
                    <a:lnTo>
                      <a:pt x="2185176" y="87437"/>
                    </a:lnTo>
                    <a:lnTo>
                      <a:pt x="2185176" y="354607"/>
                    </a:lnTo>
                    <a:lnTo>
                      <a:pt x="1675289" y="354607"/>
                    </a:lnTo>
                    <a:lnTo>
                      <a:pt x="1675289" y="384364"/>
                    </a:lnTo>
                    <a:lnTo>
                      <a:pt x="2185176" y="384364"/>
                    </a:lnTo>
                    <a:lnTo>
                      <a:pt x="2185176" y="1031584"/>
                    </a:lnTo>
                    <a:lnTo>
                      <a:pt x="2056384" y="1031584"/>
                    </a:lnTo>
                    <a:lnTo>
                      <a:pt x="2056384" y="1101017"/>
                    </a:lnTo>
                    <a:lnTo>
                      <a:pt x="2185176" y="1101017"/>
                    </a:lnTo>
                    <a:lnTo>
                      <a:pt x="2185176" y="1383711"/>
                    </a:lnTo>
                    <a:lnTo>
                      <a:pt x="2185176" y="1730878"/>
                    </a:lnTo>
                    <a:lnTo>
                      <a:pt x="2185176" y="1993734"/>
                    </a:lnTo>
                    <a:lnTo>
                      <a:pt x="1948669" y="1993734"/>
                    </a:lnTo>
                    <a:lnTo>
                      <a:pt x="1948669" y="2023491"/>
                    </a:lnTo>
                    <a:lnTo>
                      <a:pt x="2177737" y="2023491"/>
                    </a:lnTo>
                    <a:lnTo>
                      <a:pt x="2177737" y="2008613"/>
                    </a:lnTo>
                    <a:lnTo>
                      <a:pt x="2185176" y="2008613"/>
                    </a:lnTo>
                    <a:lnTo>
                      <a:pt x="2185176" y="2799659"/>
                    </a:lnTo>
                    <a:lnTo>
                      <a:pt x="2185176" y="2968283"/>
                    </a:lnTo>
                    <a:lnTo>
                      <a:pt x="2185176" y="3166664"/>
                    </a:lnTo>
                    <a:lnTo>
                      <a:pt x="2185176" y="3560154"/>
                    </a:lnTo>
                    <a:close/>
                    <a:moveTo>
                      <a:pt x="1407811" y="0"/>
                    </a:moveTo>
                    <a:lnTo>
                      <a:pt x="1427648" y="0"/>
                    </a:lnTo>
                    <a:lnTo>
                      <a:pt x="1427648" y="28517"/>
                    </a:lnTo>
                    <a:lnTo>
                      <a:pt x="1436327" y="28517"/>
                    </a:lnTo>
                    <a:lnTo>
                      <a:pt x="1436327" y="109135"/>
                    </a:lnTo>
                    <a:lnTo>
                      <a:pt x="1407811" y="109135"/>
                    </a:lnTo>
                    <a:lnTo>
                      <a:pt x="1379295" y="109135"/>
                    </a:lnTo>
                    <a:lnTo>
                      <a:pt x="1379295" y="28517"/>
                    </a:lnTo>
                    <a:lnTo>
                      <a:pt x="1407811" y="28517"/>
                    </a:lnTo>
                    <a:close/>
                    <a:moveTo>
                      <a:pt x="730872" y="2017292"/>
                    </a:moveTo>
                    <a:lnTo>
                      <a:pt x="879650" y="2017292"/>
                    </a:lnTo>
                    <a:lnTo>
                      <a:pt x="944120" y="2017292"/>
                    </a:lnTo>
                    <a:lnTo>
                      <a:pt x="1026444" y="2017292"/>
                    </a:lnTo>
                    <a:lnTo>
                      <a:pt x="1026444" y="2045809"/>
                    </a:lnTo>
                    <a:lnTo>
                      <a:pt x="1026444" y="2074326"/>
                    </a:lnTo>
                    <a:lnTo>
                      <a:pt x="958998" y="2074326"/>
                    </a:lnTo>
                    <a:lnTo>
                      <a:pt x="958998" y="2462410"/>
                    </a:lnTo>
                    <a:lnTo>
                      <a:pt x="958998" y="2693029"/>
                    </a:lnTo>
                    <a:lnTo>
                      <a:pt x="929242" y="2693029"/>
                    </a:lnTo>
                    <a:lnTo>
                      <a:pt x="929242" y="2477289"/>
                    </a:lnTo>
                    <a:lnTo>
                      <a:pt x="651523" y="2477289"/>
                    </a:lnTo>
                    <a:lnTo>
                      <a:pt x="651523" y="2447532"/>
                    </a:lnTo>
                    <a:lnTo>
                      <a:pt x="651523" y="2316104"/>
                    </a:lnTo>
                    <a:lnTo>
                      <a:pt x="681279" y="2316104"/>
                    </a:lnTo>
                    <a:lnTo>
                      <a:pt x="681279" y="2447532"/>
                    </a:lnTo>
                    <a:lnTo>
                      <a:pt x="929242" y="2447532"/>
                    </a:lnTo>
                    <a:lnTo>
                      <a:pt x="929242" y="2074326"/>
                    </a:lnTo>
                    <a:lnTo>
                      <a:pt x="879650" y="2074326"/>
                    </a:lnTo>
                    <a:lnTo>
                      <a:pt x="730872" y="2074326"/>
                    </a:lnTo>
                    <a:lnTo>
                      <a:pt x="681279" y="2074326"/>
                    </a:lnTo>
                    <a:lnTo>
                      <a:pt x="681279" y="2147480"/>
                    </a:lnTo>
                    <a:lnTo>
                      <a:pt x="651523" y="2147480"/>
                    </a:lnTo>
                    <a:lnTo>
                      <a:pt x="651523" y="2086428"/>
                    </a:lnTo>
                    <a:lnTo>
                      <a:pt x="652639" y="2086428"/>
                    </a:lnTo>
                    <a:lnTo>
                      <a:pt x="652639" y="2017292"/>
                    </a:lnTo>
                    <a:close/>
                    <a:moveTo>
                      <a:pt x="130677" y="2074326"/>
                    </a:moveTo>
                    <a:lnTo>
                      <a:pt x="130677" y="2017292"/>
                    </a:lnTo>
                    <a:lnTo>
                      <a:pt x="29136" y="2017292"/>
                    </a:lnTo>
                    <a:lnTo>
                      <a:pt x="0" y="2017292"/>
                    </a:lnTo>
                    <a:lnTo>
                      <a:pt x="0" y="2074326"/>
                    </a:lnTo>
                    <a:lnTo>
                      <a:pt x="620" y="2074326"/>
                    </a:lnTo>
                    <a:lnTo>
                      <a:pt x="620" y="2536803"/>
                    </a:lnTo>
                    <a:lnTo>
                      <a:pt x="620" y="3684936"/>
                    </a:lnTo>
                    <a:lnTo>
                      <a:pt x="620" y="3823803"/>
                    </a:lnTo>
                    <a:lnTo>
                      <a:pt x="29136" y="3823803"/>
                    </a:lnTo>
                    <a:lnTo>
                      <a:pt x="29136" y="3852320"/>
                    </a:lnTo>
                    <a:lnTo>
                      <a:pt x="175434" y="3852320"/>
                    </a:lnTo>
                    <a:lnTo>
                      <a:pt x="175434" y="3823803"/>
                    </a:lnTo>
                    <a:lnTo>
                      <a:pt x="175434" y="3795286"/>
                    </a:lnTo>
                    <a:lnTo>
                      <a:pt x="57651" y="3795286"/>
                    </a:lnTo>
                    <a:lnTo>
                      <a:pt x="57651" y="3713453"/>
                    </a:lnTo>
                    <a:lnTo>
                      <a:pt x="89143" y="3713453"/>
                    </a:lnTo>
                    <a:lnTo>
                      <a:pt x="89143" y="3684936"/>
                    </a:lnTo>
                    <a:lnTo>
                      <a:pt x="89143" y="3656419"/>
                    </a:lnTo>
                    <a:lnTo>
                      <a:pt x="57651" y="3656419"/>
                    </a:lnTo>
                    <a:lnTo>
                      <a:pt x="57651" y="2536803"/>
                    </a:lnTo>
                    <a:lnTo>
                      <a:pt x="57651" y="2074326"/>
                    </a:lnTo>
                    <a:close/>
                    <a:moveTo>
                      <a:pt x="1027188" y="2953404"/>
                    </a:moveTo>
                    <a:lnTo>
                      <a:pt x="1027188" y="2983162"/>
                    </a:lnTo>
                    <a:lnTo>
                      <a:pt x="958998" y="2983162"/>
                    </a:lnTo>
                    <a:lnTo>
                      <a:pt x="958998" y="2968283"/>
                    </a:lnTo>
                    <a:lnTo>
                      <a:pt x="944120" y="2968283"/>
                    </a:lnTo>
                    <a:lnTo>
                      <a:pt x="944120" y="2953404"/>
                    </a:lnTo>
                    <a:close/>
                    <a:moveTo>
                      <a:pt x="672104" y="3656419"/>
                    </a:moveTo>
                    <a:lnTo>
                      <a:pt x="672104" y="3684936"/>
                    </a:lnTo>
                    <a:lnTo>
                      <a:pt x="672104" y="3713453"/>
                    </a:lnTo>
                    <a:lnTo>
                      <a:pt x="680039" y="3713453"/>
                    </a:lnTo>
                    <a:lnTo>
                      <a:pt x="680039" y="3823803"/>
                    </a:lnTo>
                    <a:lnTo>
                      <a:pt x="708555" y="3823803"/>
                    </a:lnTo>
                    <a:close/>
                    <a:moveTo>
                      <a:pt x="708555" y="3656419"/>
                    </a:moveTo>
                    <a:lnTo>
                      <a:pt x="708555" y="3684936"/>
                    </a:lnTo>
                    <a:lnTo>
                      <a:pt x="737071" y="3684936"/>
                    </a:lnTo>
                    <a:lnTo>
                      <a:pt x="737071" y="3795286"/>
                    </a:lnTo>
                    <a:lnTo>
                      <a:pt x="929242" y="3795286"/>
                    </a:lnTo>
                    <a:lnTo>
                      <a:pt x="929242" y="3823803"/>
                    </a:lnTo>
                    <a:lnTo>
                      <a:pt x="944120" y="3823803"/>
                    </a:lnTo>
                    <a:lnTo>
                      <a:pt x="946352" y="3823803"/>
                    </a:lnTo>
                    <a:lnTo>
                      <a:pt x="958998" y="3823803"/>
                    </a:lnTo>
                    <a:lnTo>
                      <a:pt x="972636" y="3823803"/>
                    </a:lnTo>
                    <a:lnTo>
                      <a:pt x="972636" y="3945312"/>
                    </a:lnTo>
                    <a:lnTo>
                      <a:pt x="972636" y="4015985"/>
                    </a:lnTo>
                    <a:lnTo>
                      <a:pt x="1100337" y="4015985"/>
                    </a:lnTo>
                    <a:lnTo>
                      <a:pt x="1100337" y="4040386"/>
                    </a:lnTo>
                    <a:lnTo>
                      <a:pt x="1114223" y="4021565"/>
                    </a:lnTo>
                    <a:lnTo>
                      <a:pt x="1149334" y="4047528"/>
                    </a:lnTo>
                    <a:lnTo>
                      <a:pt x="1132374" y="4070441"/>
                    </a:lnTo>
                    <a:lnTo>
                      <a:pt x="1115438" y="4093379"/>
                    </a:lnTo>
                    <a:lnTo>
                      <a:pt x="1087889" y="4073020"/>
                    </a:lnTo>
                    <a:lnTo>
                      <a:pt x="944120" y="4073020"/>
                    </a:lnTo>
                    <a:lnTo>
                      <a:pt x="944120" y="4044502"/>
                    </a:lnTo>
                    <a:lnTo>
                      <a:pt x="915604" y="4044502"/>
                    </a:lnTo>
                    <a:lnTo>
                      <a:pt x="915604" y="3945312"/>
                    </a:lnTo>
                    <a:lnTo>
                      <a:pt x="915604" y="3852320"/>
                    </a:lnTo>
                    <a:lnTo>
                      <a:pt x="708555" y="3852320"/>
                    </a:lnTo>
                    <a:lnTo>
                      <a:pt x="708555" y="3823803"/>
                    </a:lnTo>
                    <a:close/>
                    <a:moveTo>
                      <a:pt x="1926848" y="3916794"/>
                    </a:moveTo>
                    <a:lnTo>
                      <a:pt x="1913309" y="3916794"/>
                    </a:lnTo>
                    <a:lnTo>
                      <a:pt x="1913309" y="3930433"/>
                    </a:lnTo>
                    <a:lnTo>
                      <a:pt x="1902895" y="3930433"/>
                    </a:lnTo>
                    <a:lnTo>
                      <a:pt x="1902895" y="3941493"/>
                    </a:lnTo>
                    <a:lnTo>
                      <a:pt x="1883405" y="3941468"/>
                    </a:lnTo>
                    <a:lnTo>
                      <a:pt x="1883405" y="4015985"/>
                    </a:lnTo>
                    <a:lnTo>
                      <a:pt x="1691605" y="4015985"/>
                    </a:lnTo>
                    <a:lnTo>
                      <a:pt x="1691605" y="4016828"/>
                    </a:lnTo>
                    <a:lnTo>
                      <a:pt x="1691233" y="4016233"/>
                    </a:lnTo>
                    <a:lnTo>
                      <a:pt x="1651361" y="4046585"/>
                    </a:lnTo>
                    <a:lnTo>
                      <a:pt x="1669834" y="4069003"/>
                    </a:lnTo>
                    <a:lnTo>
                      <a:pt x="1688307" y="4091444"/>
                    </a:lnTo>
                    <a:lnTo>
                      <a:pt x="1721063" y="4066944"/>
                    </a:lnTo>
                    <a:lnTo>
                      <a:pt x="1712930" y="4073020"/>
                    </a:lnTo>
                    <a:lnTo>
                      <a:pt x="1913309" y="4073020"/>
                    </a:lnTo>
                    <a:lnTo>
                      <a:pt x="1913309" y="4044502"/>
                    </a:lnTo>
                    <a:lnTo>
                      <a:pt x="1943238" y="4044502"/>
                    </a:lnTo>
                    <a:lnTo>
                      <a:pt x="1943238" y="3941468"/>
                    </a:lnTo>
                    <a:lnTo>
                      <a:pt x="1926848" y="3941468"/>
                    </a:lnTo>
                    <a:close/>
                    <a:moveTo>
                      <a:pt x="1407811" y="318427"/>
                    </a:moveTo>
                    <a:lnTo>
                      <a:pt x="1379295" y="318427"/>
                    </a:lnTo>
                    <a:lnTo>
                      <a:pt x="1379295" y="369486"/>
                    </a:lnTo>
                    <a:lnTo>
                      <a:pt x="1379295" y="534167"/>
                    </a:lnTo>
                    <a:lnTo>
                      <a:pt x="1407811" y="534167"/>
                    </a:lnTo>
                    <a:lnTo>
                      <a:pt x="1436327" y="534167"/>
                    </a:lnTo>
                    <a:lnTo>
                      <a:pt x="1436327" y="369486"/>
                    </a:lnTo>
                    <a:lnTo>
                      <a:pt x="1436327" y="318427"/>
                    </a:lnTo>
                    <a:close/>
                    <a:moveTo>
                      <a:pt x="1407811" y="901693"/>
                    </a:moveTo>
                    <a:lnTo>
                      <a:pt x="1379295" y="901693"/>
                    </a:lnTo>
                    <a:lnTo>
                      <a:pt x="1379295" y="1066300"/>
                    </a:lnTo>
                    <a:lnTo>
                      <a:pt x="1379295" y="1475462"/>
                    </a:lnTo>
                    <a:lnTo>
                      <a:pt x="1407811" y="1475462"/>
                    </a:lnTo>
                    <a:lnTo>
                      <a:pt x="1436327" y="1475462"/>
                    </a:lnTo>
                    <a:lnTo>
                      <a:pt x="1436327" y="1066300"/>
                    </a:lnTo>
                    <a:lnTo>
                      <a:pt x="1436327" y="901693"/>
                    </a:lnTo>
                    <a:close/>
                    <a:moveTo>
                      <a:pt x="1233270" y="4145032"/>
                    </a:moveTo>
                    <a:lnTo>
                      <a:pt x="1216334" y="4167970"/>
                    </a:lnTo>
                    <a:lnTo>
                      <a:pt x="1254991" y="4196537"/>
                    </a:lnTo>
                    <a:lnTo>
                      <a:pt x="1267414" y="4179352"/>
                    </a:lnTo>
                    <a:lnTo>
                      <a:pt x="1265877" y="4199488"/>
                    </a:lnTo>
                    <a:lnTo>
                      <a:pt x="1275647" y="4199488"/>
                    </a:lnTo>
                    <a:lnTo>
                      <a:pt x="1275647" y="4170971"/>
                    </a:lnTo>
                    <a:lnTo>
                      <a:pt x="1275647" y="4166086"/>
                    </a:lnTo>
                    <a:lnTo>
                      <a:pt x="1285317" y="4148033"/>
                    </a:lnTo>
                    <a:lnTo>
                      <a:pt x="1250231" y="4122094"/>
                    </a:lnTo>
                    <a:close/>
                    <a:moveTo>
                      <a:pt x="1702267" y="2008637"/>
                    </a:moveTo>
                    <a:lnTo>
                      <a:pt x="1705193" y="2008613"/>
                    </a:lnTo>
                    <a:lnTo>
                      <a:pt x="1728328" y="2008613"/>
                    </a:lnTo>
                    <a:lnTo>
                      <a:pt x="1743851" y="2008613"/>
                    </a:lnTo>
                    <a:lnTo>
                      <a:pt x="1759547" y="2008613"/>
                    </a:lnTo>
                    <a:lnTo>
                      <a:pt x="1759497" y="2045809"/>
                    </a:lnTo>
                    <a:lnTo>
                      <a:pt x="1759473" y="2083006"/>
                    </a:lnTo>
                    <a:lnTo>
                      <a:pt x="1705193" y="2083006"/>
                    </a:lnTo>
                    <a:lnTo>
                      <a:pt x="1702243" y="2083006"/>
                    </a:lnTo>
                    <a:lnTo>
                      <a:pt x="1407811" y="2083006"/>
                    </a:lnTo>
                    <a:lnTo>
                      <a:pt x="1407811" y="2074326"/>
                    </a:lnTo>
                    <a:lnTo>
                      <a:pt x="1325487" y="2074326"/>
                    </a:lnTo>
                    <a:lnTo>
                      <a:pt x="1325487" y="2045809"/>
                    </a:lnTo>
                    <a:lnTo>
                      <a:pt x="1325487" y="2017292"/>
                    </a:lnTo>
                    <a:lnTo>
                      <a:pt x="1379295" y="2017292"/>
                    </a:lnTo>
                    <a:lnTo>
                      <a:pt x="1379295" y="1882144"/>
                    </a:lnTo>
                    <a:lnTo>
                      <a:pt x="1407811" y="1882144"/>
                    </a:lnTo>
                    <a:lnTo>
                      <a:pt x="1436327" y="1882144"/>
                    </a:lnTo>
                    <a:lnTo>
                      <a:pt x="1436327" y="2008613"/>
                    </a:lnTo>
                    <a:close/>
                    <a:moveTo>
                      <a:pt x="1542629" y="4199488"/>
                    </a:moveTo>
                    <a:lnTo>
                      <a:pt x="1529090" y="4199488"/>
                    </a:lnTo>
                    <a:lnTo>
                      <a:pt x="1529090" y="4173773"/>
                    </a:lnTo>
                    <a:lnTo>
                      <a:pt x="1515055" y="4148529"/>
                    </a:lnTo>
                    <a:lnTo>
                      <a:pt x="1547811" y="4124029"/>
                    </a:lnTo>
                    <a:lnTo>
                      <a:pt x="1566284" y="4146471"/>
                    </a:lnTo>
                    <a:lnTo>
                      <a:pt x="1584733" y="4168912"/>
                    </a:lnTo>
                    <a:lnTo>
                      <a:pt x="1544885" y="4199240"/>
                    </a:lnTo>
                    <a:lnTo>
                      <a:pt x="1541959" y="419452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Wall_GF_KitchenSmallWindow_Infill">
                <a:extLst>
                  <a:ext uri="{FF2B5EF4-FFF2-40B4-BE49-F238E27FC236}">
                    <a16:creationId xmlns:a16="http://schemas.microsoft.com/office/drawing/2014/main" id="{7F35B348-141E-82D2-814C-2105AE8F9159}"/>
                  </a:ext>
                </a:extLst>
              </p:cNvPr>
              <p:cNvSpPr/>
              <p:nvPr/>
            </p:nvSpPr>
            <p:spPr>
              <a:xfrm>
                <a:off x="1737874" y="1229192"/>
                <a:ext cx="57032" cy="97951"/>
              </a:xfrm>
              <a:custGeom>
                <a:avLst/>
                <a:gdLst/>
                <a:ahLst/>
                <a:cxnLst/>
                <a:rect l="l" t="t" r="r" b="b"/>
                <a:pathLst>
                  <a:path w="57032" h="97951">
                    <a:moveTo>
                      <a:pt x="57032" y="0"/>
                    </a:moveTo>
                    <a:lnTo>
                      <a:pt x="57032" y="97951"/>
                    </a:lnTo>
                    <a:lnTo>
                      <a:pt x="0" y="979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Stair_Tread_06">
                <a:extLst>
                  <a:ext uri="{FF2B5EF4-FFF2-40B4-BE49-F238E27FC236}">
                    <a16:creationId xmlns:a16="http://schemas.microsoft.com/office/drawing/2014/main" id="{1896FE24-C49E-2E98-4BBA-6DE36034CED1}"/>
                  </a:ext>
                </a:extLst>
              </p:cNvPr>
              <p:cNvSpPr/>
              <p:nvPr/>
            </p:nvSpPr>
            <p:spPr>
              <a:xfrm>
                <a:off x="2303231" y="3467704"/>
                <a:ext cx="240648" cy="54927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54927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54927"/>
                    </a:lnTo>
                    <a:lnTo>
                      <a:pt x="0" y="5492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Stair_Riser_06">
                <a:extLst>
                  <a:ext uri="{FF2B5EF4-FFF2-40B4-BE49-F238E27FC236}">
                    <a16:creationId xmlns:a16="http://schemas.microsoft.com/office/drawing/2014/main" id="{7583E6B4-0B00-91CB-C458-3EC6D265A8C4}"/>
                  </a:ext>
                </a:extLst>
              </p:cNvPr>
              <p:cNvSpPr/>
              <p:nvPr/>
            </p:nvSpPr>
            <p:spPr>
              <a:xfrm>
                <a:off x="2303231" y="3515166"/>
                <a:ext cx="240648" cy="7465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7465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7465"/>
                    </a:lnTo>
                    <a:lnTo>
                      <a:pt x="0" y="746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Stair_Baluster">
                <a:extLst>
                  <a:ext uri="{FF2B5EF4-FFF2-40B4-BE49-F238E27FC236}">
                    <a16:creationId xmlns:a16="http://schemas.microsoft.com/office/drawing/2014/main" id="{01BB6607-B57E-0D3A-AA1D-2F847212E4A6}"/>
                  </a:ext>
                </a:extLst>
              </p:cNvPr>
              <p:cNvSpPr/>
              <p:nvPr/>
            </p:nvSpPr>
            <p:spPr>
              <a:xfrm>
                <a:off x="2307074" y="3729443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Stair_Baluster.001">
                <a:extLst>
                  <a:ext uri="{FF2B5EF4-FFF2-40B4-BE49-F238E27FC236}">
                    <a16:creationId xmlns:a16="http://schemas.microsoft.com/office/drawing/2014/main" id="{BECDFC8D-723E-A482-7907-EB16CF938CDD}"/>
                  </a:ext>
                </a:extLst>
              </p:cNvPr>
              <p:cNvSpPr/>
              <p:nvPr/>
            </p:nvSpPr>
            <p:spPr>
              <a:xfrm>
                <a:off x="2307074" y="3712184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3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墙_Stair_Baluster.002">
                <a:extLst>
                  <a:ext uri="{FF2B5EF4-FFF2-40B4-BE49-F238E27FC236}">
                    <a16:creationId xmlns:a16="http://schemas.microsoft.com/office/drawing/2014/main" id="{C139AE8C-6413-A531-B496-2EB8FE8F6E88}"/>
                  </a:ext>
                </a:extLst>
              </p:cNvPr>
              <p:cNvSpPr/>
              <p:nvPr/>
            </p:nvSpPr>
            <p:spPr>
              <a:xfrm>
                <a:off x="2303503" y="3694925"/>
                <a:ext cx="1063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83">
                    <a:moveTo>
                      <a:pt x="9596" y="4414"/>
                    </a:moveTo>
                    <a:lnTo>
                      <a:pt x="8456" y="4984"/>
                    </a:lnTo>
                    <a:lnTo>
                      <a:pt x="7092" y="5183"/>
                    </a:lnTo>
                    <a:lnTo>
                      <a:pt x="5753" y="4984"/>
                    </a:lnTo>
                    <a:lnTo>
                      <a:pt x="4612" y="4414"/>
                    </a:lnTo>
                    <a:lnTo>
                      <a:pt x="199" y="4563"/>
                    </a:lnTo>
                    <a:lnTo>
                      <a:pt x="0" y="3546"/>
                    </a:lnTo>
                    <a:lnTo>
                      <a:pt x="199" y="595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墙_Stair_Baluster.003">
                <a:extLst>
                  <a:ext uri="{FF2B5EF4-FFF2-40B4-BE49-F238E27FC236}">
                    <a16:creationId xmlns:a16="http://schemas.microsoft.com/office/drawing/2014/main" id="{DCE1443F-6B8F-EFCD-C543-E9D446DFB392}"/>
                  </a:ext>
                </a:extLst>
              </p:cNvPr>
              <p:cNvSpPr/>
              <p:nvPr/>
            </p:nvSpPr>
            <p:spPr>
              <a:xfrm>
                <a:off x="2303503" y="3677666"/>
                <a:ext cx="10638" cy="515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58">
                    <a:moveTo>
                      <a:pt x="9596" y="4414"/>
                    </a:moveTo>
                    <a:lnTo>
                      <a:pt x="8456" y="4959"/>
                    </a:lnTo>
                    <a:lnTo>
                      <a:pt x="7092" y="5158"/>
                    </a:lnTo>
                    <a:lnTo>
                      <a:pt x="5753" y="4959"/>
                    </a:lnTo>
                    <a:lnTo>
                      <a:pt x="4612" y="4414"/>
                    </a:lnTo>
                    <a:lnTo>
                      <a:pt x="199" y="4562"/>
                    </a:lnTo>
                    <a:lnTo>
                      <a:pt x="0" y="3546"/>
                    </a:lnTo>
                    <a:lnTo>
                      <a:pt x="3844" y="1587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Stair_Baluster.004">
                <a:extLst>
                  <a:ext uri="{FF2B5EF4-FFF2-40B4-BE49-F238E27FC236}">
                    <a16:creationId xmlns:a16="http://schemas.microsoft.com/office/drawing/2014/main" id="{1FE4FF15-5CD2-FC48-9A3D-DAF52B149F0D}"/>
                  </a:ext>
                </a:extLst>
              </p:cNvPr>
              <p:cNvSpPr/>
              <p:nvPr/>
            </p:nvSpPr>
            <p:spPr>
              <a:xfrm>
                <a:off x="2303528" y="3660382"/>
                <a:ext cx="10613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2">
                    <a:moveTo>
                      <a:pt x="9571" y="4438"/>
                    </a:moveTo>
                    <a:lnTo>
                      <a:pt x="8431" y="4984"/>
                    </a:lnTo>
                    <a:lnTo>
                      <a:pt x="7067" y="5182"/>
                    </a:lnTo>
                    <a:lnTo>
                      <a:pt x="5728" y="4984"/>
                    </a:lnTo>
                    <a:lnTo>
                      <a:pt x="4587" y="4438"/>
                    </a:lnTo>
                    <a:lnTo>
                      <a:pt x="3819" y="3595"/>
                    </a:lnTo>
                    <a:lnTo>
                      <a:pt x="0" y="1636"/>
                    </a:lnTo>
                    <a:lnTo>
                      <a:pt x="174" y="620"/>
                    </a:lnTo>
                    <a:lnTo>
                      <a:pt x="4587" y="768"/>
                    </a:lnTo>
                    <a:lnTo>
                      <a:pt x="5728" y="198"/>
                    </a:lnTo>
                    <a:lnTo>
                      <a:pt x="7067" y="0"/>
                    </a:lnTo>
                    <a:lnTo>
                      <a:pt x="8431" y="198"/>
                    </a:lnTo>
                    <a:lnTo>
                      <a:pt x="9571" y="768"/>
                    </a:lnTo>
                    <a:lnTo>
                      <a:pt x="10340" y="1612"/>
                    </a:lnTo>
                    <a:lnTo>
                      <a:pt x="10613" y="2603"/>
                    </a:lnTo>
                    <a:lnTo>
                      <a:pt x="10340" y="359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Stair_Baluster.005">
                <a:extLst>
                  <a:ext uri="{FF2B5EF4-FFF2-40B4-BE49-F238E27FC236}">
                    <a16:creationId xmlns:a16="http://schemas.microsoft.com/office/drawing/2014/main" id="{AFF075DC-7603-8ECD-CB64-D0DFFF379214}"/>
                  </a:ext>
                </a:extLst>
              </p:cNvPr>
              <p:cNvSpPr/>
              <p:nvPr/>
            </p:nvSpPr>
            <p:spPr>
              <a:xfrm>
                <a:off x="2303528" y="3643122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71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Stair_Baluster.006">
                <a:extLst>
                  <a:ext uri="{FF2B5EF4-FFF2-40B4-BE49-F238E27FC236}">
                    <a16:creationId xmlns:a16="http://schemas.microsoft.com/office/drawing/2014/main" id="{01C2E669-D9B3-83C5-69FD-107F171F40E9}"/>
                  </a:ext>
                </a:extLst>
              </p:cNvPr>
              <p:cNvSpPr/>
              <p:nvPr/>
            </p:nvSpPr>
            <p:spPr>
              <a:xfrm>
                <a:off x="2303528" y="3625863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46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Stair_Baluster.007">
                <a:extLst>
                  <a:ext uri="{FF2B5EF4-FFF2-40B4-BE49-F238E27FC236}">
                    <a16:creationId xmlns:a16="http://schemas.microsoft.com/office/drawing/2014/main" id="{ED7C3B2C-5D9D-BBDF-86AA-9350995F8CE0}"/>
                  </a:ext>
                </a:extLst>
              </p:cNvPr>
              <p:cNvSpPr/>
              <p:nvPr/>
            </p:nvSpPr>
            <p:spPr>
              <a:xfrm>
                <a:off x="2303553" y="3608604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3794" y="3596"/>
                    </a:lnTo>
                    <a:lnTo>
                      <a:pt x="0" y="1637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9"/>
                    </a:lnTo>
                    <a:lnTo>
                      <a:pt x="7042" y="0"/>
                    </a:lnTo>
                    <a:lnTo>
                      <a:pt x="8406" y="199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604"/>
                    </a:lnTo>
                    <a:lnTo>
                      <a:pt x="10315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Stair_Baluster.008">
                <a:extLst>
                  <a:ext uri="{FF2B5EF4-FFF2-40B4-BE49-F238E27FC236}">
                    <a16:creationId xmlns:a16="http://schemas.microsoft.com/office/drawing/2014/main" id="{22F321B9-B09C-A2E6-BE01-78E939AD49DE}"/>
                  </a:ext>
                </a:extLst>
              </p:cNvPr>
              <p:cNvSpPr/>
              <p:nvPr/>
            </p:nvSpPr>
            <p:spPr>
              <a:xfrm>
                <a:off x="2303553" y="3591345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99" y="4588"/>
                    </a:lnTo>
                    <a:lnTo>
                      <a:pt x="0" y="3546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8"/>
                    </a:lnTo>
                    <a:lnTo>
                      <a:pt x="7042" y="0"/>
                    </a:lnTo>
                    <a:lnTo>
                      <a:pt x="8406" y="198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579"/>
                    </a:lnTo>
                    <a:lnTo>
                      <a:pt x="1031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Stair_Baluster.009">
                <a:extLst>
                  <a:ext uri="{FF2B5EF4-FFF2-40B4-BE49-F238E27FC236}">
                    <a16:creationId xmlns:a16="http://schemas.microsoft.com/office/drawing/2014/main" id="{DB187B17-6B9D-6CB4-EE37-DE568097B63D}"/>
                  </a:ext>
                </a:extLst>
              </p:cNvPr>
              <p:cNvSpPr/>
              <p:nvPr/>
            </p:nvSpPr>
            <p:spPr>
              <a:xfrm>
                <a:off x="2303553" y="3573218"/>
                <a:ext cx="10588" cy="6050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6050">
                    <a:moveTo>
                      <a:pt x="9546" y="5282"/>
                    </a:moveTo>
                    <a:lnTo>
                      <a:pt x="8406" y="5852"/>
                    </a:lnTo>
                    <a:lnTo>
                      <a:pt x="7042" y="6050"/>
                    </a:lnTo>
                    <a:lnTo>
                      <a:pt x="5703" y="5852"/>
                    </a:lnTo>
                    <a:lnTo>
                      <a:pt x="4562" y="5282"/>
                    </a:lnTo>
                    <a:lnTo>
                      <a:pt x="99" y="5455"/>
                    </a:lnTo>
                    <a:lnTo>
                      <a:pt x="0" y="4414"/>
                    </a:lnTo>
                    <a:lnTo>
                      <a:pt x="99" y="1463"/>
                    </a:lnTo>
                    <a:lnTo>
                      <a:pt x="3868" y="223"/>
                    </a:lnTo>
                    <a:lnTo>
                      <a:pt x="5182" y="0"/>
                    </a:lnTo>
                    <a:lnTo>
                      <a:pt x="6943" y="49"/>
                    </a:lnTo>
                    <a:lnTo>
                      <a:pt x="8555" y="124"/>
                    </a:lnTo>
                    <a:lnTo>
                      <a:pt x="10241" y="223"/>
                    </a:lnTo>
                    <a:lnTo>
                      <a:pt x="10315" y="2455"/>
                    </a:lnTo>
                    <a:lnTo>
                      <a:pt x="10588" y="3447"/>
                    </a:lnTo>
                    <a:lnTo>
                      <a:pt x="10315" y="4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Stair_Baluster.010">
                <a:extLst>
                  <a:ext uri="{FF2B5EF4-FFF2-40B4-BE49-F238E27FC236}">
                    <a16:creationId xmlns:a16="http://schemas.microsoft.com/office/drawing/2014/main" id="{E56438DC-F250-DE1A-11D5-A1D30113C14D}"/>
                  </a:ext>
                </a:extLst>
              </p:cNvPr>
              <p:cNvSpPr/>
              <p:nvPr/>
            </p:nvSpPr>
            <p:spPr>
              <a:xfrm>
                <a:off x="2307074" y="3556827"/>
                <a:ext cx="7067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2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2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0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3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3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Stair_Baluster.011">
                <a:extLst>
                  <a:ext uri="{FF2B5EF4-FFF2-40B4-BE49-F238E27FC236}">
                    <a16:creationId xmlns:a16="http://schemas.microsoft.com/office/drawing/2014/main" id="{2FDFABCD-2AEC-CCF2-FF5B-46E4DDCB9D71}"/>
                  </a:ext>
                </a:extLst>
              </p:cNvPr>
              <p:cNvSpPr/>
              <p:nvPr/>
            </p:nvSpPr>
            <p:spPr>
              <a:xfrm>
                <a:off x="2307074" y="3539567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17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Stair_Baluster.012">
                <a:extLst>
                  <a:ext uri="{FF2B5EF4-FFF2-40B4-BE49-F238E27FC236}">
                    <a16:creationId xmlns:a16="http://schemas.microsoft.com/office/drawing/2014/main" id="{C1761588-7738-DB15-5AF7-AB8290784407}"/>
                  </a:ext>
                </a:extLst>
              </p:cNvPr>
              <p:cNvSpPr/>
              <p:nvPr/>
            </p:nvSpPr>
            <p:spPr>
              <a:xfrm>
                <a:off x="2303602" y="3520448"/>
                <a:ext cx="10638" cy="701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7018">
                    <a:moveTo>
                      <a:pt x="9497" y="6274"/>
                    </a:moveTo>
                    <a:lnTo>
                      <a:pt x="8357" y="6845"/>
                    </a:lnTo>
                    <a:lnTo>
                      <a:pt x="6993" y="7018"/>
                    </a:lnTo>
                    <a:lnTo>
                      <a:pt x="5654" y="6845"/>
                    </a:lnTo>
                    <a:lnTo>
                      <a:pt x="4513" y="6274"/>
                    </a:lnTo>
                    <a:lnTo>
                      <a:pt x="25" y="6448"/>
                    </a:lnTo>
                    <a:lnTo>
                      <a:pt x="0" y="5381"/>
                    </a:lnTo>
                    <a:lnTo>
                      <a:pt x="25" y="2431"/>
                    </a:lnTo>
                    <a:lnTo>
                      <a:pt x="3249" y="25"/>
                    </a:lnTo>
                    <a:lnTo>
                      <a:pt x="4637" y="0"/>
                    </a:lnTo>
                    <a:lnTo>
                      <a:pt x="6745" y="0"/>
                    </a:lnTo>
                    <a:lnTo>
                      <a:pt x="8654" y="100"/>
                    </a:lnTo>
                    <a:lnTo>
                      <a:pt x="10638" y="298"/>
                    </a:lnTo>
                    <a:lnTo>
                      <a:pt x="10266" y="3447"/>
                    </a:lnTo>
                    <a:lnTo>
                      <a:pt x="10539" y="4439"/>
                    </a:lnTo>
                    <a:lnTo>
                      <a:pt x="10266" y="543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DuoClassic_CurvedShell">
                <a:extLst>
                  <a:ext uri="{FF2B5EF4-FFF2-40B4-BE49-F238E27FC236}">
                    <a16:creationId xmlns:a16="http://schemas.microsoft.com/office/drawing/2014/main" id="{E4F604B3-E67F-9703-357C-F8924AC3C771}"/>
                  </a:ext>
                </a:extLst>
              </p:cNvPr>
              <p:cNvSpPr/>
              <p:nvPr/>
            </p:nvSpPr>
            <p:spPr>
              <a:xfrm>
                <a:off x="1049281" y="3484541"/>
                <a:ext cx="229118" cy="221196"/>
              </a:xfrm>
              <a:custGeom>
                <a:avLst/>
                <a:gdLst/>
                <a:ahLst/>
                <a:cxnLst/>
                <a:rect l="l" t="t" r="r" b="b"/>
                <a:pathLst>
                  <a:path w="229118" h="221196">
                    <a:moveTo>
                      <a:pt x="16365" y="110598"/>
                    </a:moveTo>
                    <a:lnTo>
                      <a:pt x="16836" y="103233"/>
                    </a:lnTo>
                    <a:lnTo>
                      <a:pt x="18250" y="95943"/>
                    </a:lnTo>
                    <a:lnTo>
                      <a:pt x="20605" y="88776"/>
                    </a:lnTo>
                    <a:lnTo>
                      <a:pt x="23829" y="81833"/>
                    </a:lnTo>
                    <a:lnTo>
                      <a:pt x="27970" y="75187"/>
                    </a:lnTo>
                    <a:lnTo>
                      <a:pt x="32904" y="68863"/>
                    </a:lnTo>
                    <a:lnTo>
                      <a:pt x="38657" y="62937"/>
                    </a:lnTo>
                    <a:lnTo>
                      <a:pt x="45129" y="57457"/>
                    </a:lnTo>
                    <a:lnTo>
                      <a:pt x="52270" y="52522"/>
                    </a:lnTo>
                    <a:lnTo>
                      <a:pt x="60007" y="48133"/>
                    </a:lnTo>
                    <a:lnTo>
                      <a:pt x="68264" y="44339"/>
                    </a:lnTo>
                    <a:lnTo>
                      <a:pt x="76992" y="41189"/>
                    </a:lnTo>
                    <a:lnTo>
                      <a:pt x="86043" y="38685"/>
                    </a:lnTo>
                    <a:lnTo>
                      <a:pt x="95391" y="36899"/>
                    </a:lnTo>
                    <a:lnTo>
                      <a:pt x="104938" y="35833"/>
                    </a:lnTo>
                    <a:lnTo>
                      <a:pt x="114559" y="35461"/>
                    </a:lnTo>
                    <a:lnTo>
                      <a:pt x="124180" y="35833"/>
                    </a:lnTo>
                    <a:lnTo>
                      <a:pt x="133726" y="36899"/>
                    </a:lnTo>
                    <a:lnTo>
                      <a:pt x="143074" y="38685"/>
                    </a:lnTo>
                    <a:lnTo>
                      <a:pt x="152125" y="41189"/>
                    </a:lnTo>
                    <a:lnTo>
                      <a:pt x="160853" y="44339"/>
                    </a:lnTo>
                    <a:lnTo>
                      <a:pt x="169110" y="48133"/>
                    </a:lnTo>
                    <a:lnTo>
                      <a:pt x="176847" y="52522"/>
                    </a:lnTo>
                    <a:lnTo>
                      <a:pt x="183988" y="57457"/>
                    </a:lnTo>
                    <a:lnTo>
                      <a:pt x="190460" y="62937"/>
                    </a:lnTo>
                    <a:lnTo>
                      <a:pt x="196213" y="68863"/>
                    </a:lnTo>
                    <a:lnTo>
                      <a:pt x="201147" y="75187"/>
                    </a:lnTo>
                    <a:lnTo>
                      <a:pt x="205288" y="81833"/>
                    </a:lnTo>
                    <a:lnTo>
                      <a:pt x="208512" y="88776"/>
                    </a:lnTo>
                    <a:lnTo>
                      <a:pt x="210867" y="95943"/>
                    </a:lnTo>
                    <a:lnTo>
                      <a:pt x="212281" y="103233"/>
                    </a:lnTo>
                    <a:lnTo>
                      <a:pt x="212752" y="110598"/>
                    </a:lnTo>
                    <a:lnTo>
                      <a:pt x="212752" y="189951"/>
                    </a:lnTo>
                    <a:lnTo>
                      <a:pt x="187460" y="189951"/>
                    </a:lnTo>
                    <a:lnTo>
                      <a:pt x="187460" y="221196"/>
                    </a:lnTo>
                    <a:lnTo>
                      <a:pt x="229118" y="221196"/>
                    </a:lnTo>
                    <a:lnTo>
                      <a:pt x="229118" y="110598"/>
                    </a:lnTo>
                    <a:lnTo>
                      <a:pt x="228572" y="99761"/>
                    </a:lnTo>
                    <a:lnTo>
                      <a:pt x="226911" y="89024"/>
                    </a:lnTo>
                    <a:lnTo>
                      <a:pt x="224183" y="78485"/>
                    </a:lnTo>
                    <a:lnTo>
                      <a:pt x="220389" y="68268"/>
                    </a:lnTo>
                    <a:lnTo>
                      <a:pt x="215579" y="58473"/>
                    </a:lnTo>
                    <a:lnTo>
                      <a:pt x="209801" y="49149"/>
                    </a:lnTo>
                    <a:lnTo>
                      <a:pt x="203106" y="40445"/>
                    </a:lnTo>
                    <a:lnTo>
                      <a:pt x="195568" y="32386"/>
                    </a:lnTo>
                    <a:lnTo>
                      <a:pt x="187237" y="25096"/>
                    </a:lnTo>
                    <a:lnTo>
                      <a:pt x="178211" y="18648"/>
                    </a:lnTo>
                    <a:lnTo>
                      <a:pt x="168565" y="13069"/>
                    </a:lnTo>
                    <a:lnTo>
                      <a:pt x="158398" y="8407"/>
                    </a:lnTo>
                    <a:lnTo>
                      <a:pt x="147810" y="4761"/>
                    </a:lnTo>
                    <a:lnTo>
                      <a:pt x="136900" y="2133"/>
                    </a:lnTo>
                    <a:lnTo>
                      <a:pt x="125791" y="521"/>
                    </a:lnTo>
                    <a:lnTo>
                      <a:pt x="114559" y="0"/>
                    </a:lnTo>
                    <a:lnTo>
                      <a:pt x="103326" y="521"/>
                    </a:lnTo>
                    <a:lnTo>
                      <a:pt x="92217" y="2133"/>
                    </a:lnTo>
                    <a:lnTo>
                      <a:pt x="81307" y="4761"/>
                    </a:lnTo>
                    <a:lnTo>
                      <a:pt x="70719" y="8407"/>
                    </a:lnTo>
                    <a:lnTo>
                      <a:pt x="60552" y="13069"/>
                    </a:lnTo>
                    <a:lnTo>
                      <a:pt x="50906" y="18648"/>
                    </a:lnTo>
                    <a:lnTo>
                      <a:pt x="41881" y="25096"/>
                    </a:lnTo>
                    <a:lnTo>
                      <a:pt x="33549" y="32386"/>
                    </a:lnTo>
                    <a:lnTo>
                      <a:pt x="26011" y="40445"/>
                    </a:lnTo>
                    <a:lnTo>
                      <a:pt x="19316" y="49149"/>
                    </a:lnTo>
                    <a:lnTo>
                      <a:pt x="13538" y="58473"/>
                    </a:lnTo>
                    <a:lnTo>
                      <a:pt x="8728" y="68268"/>
                    </a:lnTo>
                    <a:lnTo>
                      <a:pt x="4934" y="78485"/>
                    </a:lnTo>
                    <a:lnTo>
                      <a:pt x="2206" y="89024"/>
                    </a:lnTo>
                    <a:lnTo>
                      <a:pt x="545" y="99761"/>
                    </a:lnTo>
                    <a:lnTo>
                      <a:pt x="0" y="110598"/>
                    </a:lnTo>
                    <a:lnTo>
                      <a:pt x="0" y="221196"/>
                    </a:lnTo>
                    <a:lnTo>
                      <a:pt x="41657" y="221196"/>
                    </a:lnTo>
                    <a:lnTo>
                      <a:pt x="41657" y="189951"/>
                    </a:lnTo>
                    <a:lnTo>
                      <a:pt x="16365" y="189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ift_Guide_Duo_-1">
                <a:extLst>
                  <a:ext uri="{FF2B5EF4-FFF2-40B4-BE49-F238E27FC236}">
                    <a16:creationId xmlns:a16="http://schemas.microsoft.com/office/drawing/2014/main" id="{FD042812-4121-BD28-5B18-38DA2C933E7D}"/>
                  </a:ext>
                </a:extLst>
              </p:cNvPr>
              <p:cNvSpPr/>
              <p:nvPr/>
            </p:nvSpPr>
            <p:spPr>
              <a:xfrm>
                <a:off x="1030435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1">
                <a:extLst>
                  <a:ext uri="{FF2B5EF4-FFF2-40B4-BE49-F238E27FC236}">
                    <a16:creationId xmlns:a16="http://schemas.microsoft.com/office/drawing/2014/main" id="{CA09D8FB-9E4D-716F-DE03-CAD3725F48E8}"/>
                  </a:ext>
                </a:extLst>
              </p:cNvPr>
              <p:cNvSpPr/>
              <p:nvPr/>
            </p:nvSpPr>
            <p:spPr>
              <a:xfrm>
                <a:off x="1274803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FrameJamb.006">
                <a:extLst>
                  <a:ext uri="{FF2B5EF4-FFF2-40B4-BE49-F238E27FC236}">
                    <a16:creationId xmlns:a16="http://schemas.microsoft.com/office/drawing/2014/main" id="{A75B7AA9-FEFA-DC2B-3465-261E9A3A87DC}"/>
                  </a:ext>
                </a:extLst>
              </p:cNvPr>
              <p:cNvSpPr/>
              <p:nvPr/>
            </p:nvSpPr>
            <p:spPr>
              <a:xfrm>
                <a:off x="2242752" y="4942943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07">
                <a:extLst>
                  <a:ext uri="{FF2B5EF4-FFF2-40B4-BE49-F238E27FC236}">
                    <a16:creationId xmlns:a16="http://schemas.microsoft.com/office/drawing/2014/main" id="{4AE2796B-22C2-59F9-3F94-109B002AA54D}"/>
                  </a:ext>
                </a:extLst>
              </p:cNvPr>
              <p:cNvSpPr/>
              <p:nvPr/>
            </p:nvSpPr>
            <p:spPr>
              <a:xfrm>
                <a:off x="2242752" y="4687527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10">
                <a:extLst>
                  <a:ext uri="{FF2B5EF4-FFF2-40B4-BE49-F238E27FC236}">
                    <a16:creationId xmlns:a16="http://schemas.microsoft.com/office/drawing/2014/main" id="{6BE9F1C2-D85D-C05E-9944-8044B8DE9B7C}"/>
                  </a:ext>
                </a:extLst>
              </p:cNvPr>
              <p:cNvSpPr/>
              <p:nvPr/>
            </p:nvSpPr>
            <p:spPr>
              <a:xfrm>
                <a:off x="1777672" y="1360297"/>
                <a:ext cx="7439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439" h="35957">
                    <a:moveTo>
                      <a:pt x="0" y="0"/>
                    </a:moveTo>
                    <a:lnTo>
                      <a:pt x="7439" y="0"/>
                    </a:lnTo>
                    <a:lnTo>
                      <a:pt x="7439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FrameJamb.011">
                <a:extLst>
                  <a:ext uri="{FF2B5EF4-FFF2-40B4-BE49-F238E27FC236}">
                    <a16:creationId xmlns:a16="http://schemas.microsoft.com/office/drawing/2014/main" id="{59F74163-E344-674A-9FD8-BFBE93DB4CBB}"/>
                  </a:ext>
                </a:extLst>
              </p:cNvPr>
              <p:cNvSpPr/>
              <p:nvPr/>
            </p:nvSpPr>
            <p:spPr>
              <a:xfrm>
                <a:off x="2026181" y="1360297"/>
                <a:ext cx="7811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811" h="35957">
                    <a:moveTo>
                      <a:pt x="0" y="0"/>
                    </a:moveTo>
                    <a:lnTo>
                      <a:pt x="7811" y="0"/>
                    </a:lnTo>
                    <a:lnTo>
                      <a:pt x="7811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DoorLeaf.003">
                <a:extLst>
                  <a:ext uri="{FF2B5EF4-FFF2-40B4-BE49-F238E27FC236}">
                    <a16:creationId xmlns:a16="http://schemas.microsoft.com/office/drawing/2014/main" id="{380EE58B-2B8E-6408-0864-6EF980404B22}"/>
                  </a:ext>
                </a:extLst>
              </p:cNvPr>
              <p:cNvSpPr/>
              <p:nvPr/>
            </p:nvSpPr>
            <p:spPr>
              <a:xfrm>
                <a:off x="1780946" y="1160477"/>
                <a:ext cx="40988" cy="218270"/>
              </a:xfrm>
              <a:custGeom>
                <a:avLst/>
                <a:gdLst/>
                <a:ahLst/>
                <a:cxnLst/>
                <a:rect l="l" t="t" r="r" b="b"/>
                <a:pathLst>
                  <a:path w="40988" h="218270">
                    <a:moveTo>
                      <a:pt x="24" y="216608"/>
                    </a:moveTo>
                    <a:lnTo>
                      <a:pt x="0" y="216211"/>
                    </a:lnTo>
                    <a:lnTo>
                      <a:pt x="31962" y="844"/>
                    </a:lnTo>
                    <a:lnTo>
                      <a:pt x="32086" y="496"/>
                    </a:lnTo>
                    <a:lnTo>
                      <a:pt x="32359" y="199"/>
                    </a:lnTo>
                    <a:lnTo>
                      <a:pt x="32706" y="25"/>
                    </a:lnTo>
                    <a:lnTo>
                      <a:pt x="33103" y="0"/>
                    </a:lnTo>
                    <a:lnTo>
                      <a:pt x="40145" y="893"/>
                    </a:lnTo>
                    <a:lnTo>
                      <a:pt x="40517" y="1017"/>
                    </a:lnTo>
                    <a:lnTo>
                      <a:pt x="40790" y="1265"/>
                    </a:lnTo>
                    <a:lnTo>
                      <a:pt x="40963" y="1612"/>
                    </a:lnTo>
                    <a:lnTo>
                      <a:pt x="40988" y="2009"/>
                    </a:lnTo>
                    <a:lnTo>
                      <a:pt x="8604" y="217427"/>
                    </a:lnTo>
                    <a:lnTo>
                      <a:pt x="8480" y="217799"/>
                    </a:lnTo>
                    <a:lnTo>
                      <a:pt x="8207" y="218071"/>
                    </a:lnTo>
                    <a:lnTo>
                      <a:pt x="7860" y="218245"/>
                    </a:lnTo>
                    <a:lnTo>
                      <a:pt x="7463" y="218270"/>
                    </a:lnTo>
                    <a:lnTo>
                      <a:pt x="843" y="217327"/>
                    </a:lnTo>
                    <a:lnTo>
                      <a:pt x="471" y="217203"/>
                    </a:lnTo>
                    <a:lnTo>
                      <a:pt x="198" y="21695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Wall_GF_OldWindow_Infill">
                <a:extLst>
                  <a:ext uri="{FF2B5EF4-FFF2-40B4-BE49-F238E27FC236}">
                    <a16:creationId xmlns:a16="http://schemas.microsoft.com/office/drawing/2014/main" id="{C32309B8-8544-7BB1-9D09-90CFA4DFFC69}"/>
                  </a:ext>
                </a:extLst>
              </p:cNvPr>
              <p:cNvSpPr/>
              <p:nvPr/>
            </p:nvSpPr>
            <p:spPr>
              <a:xfrm>
                <a:off x="447722" y="4665159"/>
                <a:ext cx="235069" cy="57035"/>
              </a:xfrm>
              <a:custGeom>
                <a:avLst/>
                <a:gdLst/>
                <a:ahLst/>
                <a:cxnLst/>
                <a:rect l="l" t="t" r="r" b="b"/>
                <a:pathLst>
                  <a:path w="235069" h="57035">
                    <a:moveTo>
                      <a:pt x="235069" y="0"/>
                    </a:moveTo>
                    <a:lnTo>
                      <a:pt x="235069" y="57035"/>
                    </a:lnTo>
                    <a:lnTo>
                      <a:pt x="0" y="570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DDA_Frame">
                <a:extLst>
                  <a:ext uri="{FF2B5EF4-FFF2-40B4-BE49-F238E27FC236}">
                    <a16:creationId xmlns:a16="http://schemas.microsoft.com/office/drawing/2014/main" id="{A89F86A9-3CC8-6DFD-417A-1C580DD9FC28}"/>
                  </a:ext>
                </a:extLst>
              </p:cNvPr>
              <p:cNvSpPr/>
              <p:nvPr/>
            </p:nvSpPr>
            <p:spPr>
              <a:xfrm>
                <a:off x="682791" y="4684501"/>
                <a:ext cx="347892" cy="18599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8599">
                    <a:moveTo>
                      <a:pt x="347793" y="99"/>
                    </a:moveTo>
                    <a:lnTo>
                      <a:pt x="347520" y="0"/>
                    </a:lnTo>
                    <a:lnTo>
                      <a:pt x="335370" y="0"/>
                    </a:lnTo>
                    <a:lnTo>
                      <a:pt x="335023" y="75"/>
                    </a:lnTo>
                    <a:lnTo>
                      <a:pt x="334725" y="273"/>
                    </a:lnTo>
                    <a:lnTo>
                      <a:pt x="334527" y="471"/>
                    </a:lnTo>
                    <a:lnTo>
                      <a:pt x="334329" y="769"/>
                    </a:lnTo>
                    <a:lnTo>
                      <a:pt x="334254" y="1116"/>
                    </a:lnTo>
                    <a:lnTo>
                      <a:pt x="334254" y="13267"/>
                    </a:lnTo>
                    <a:lnTo>
                      <a:pt x="334155" y="13540"/>
                    </a:lnTo>
                    <a:lnTo>
                      <a:pt x="333882" y="13639"/>
                    </a:lnTo>
                    <a:lnTo>
                      <a:pt x="332395" y="13639"/>
                    </a:lnTo>
                    <a:lnTo>
                      <a:pt x="332047" y="13713"/>
                    </a:lnTo>
                    <a:lnTo>
                      <a:pt x="331725" y="13887"/>
                    </a:lnTo>
                    <a:lnTo>
                      <a:pt x="331576" y="14011"/>
                    </a:lnTo>
                    <a:lnTo>
                      <a:pt x="331353" y="14284"/>
                    </a:lnTo>
                    <a:lnTo>
                      <a:pt x="331279" y="14631"/>
                    </a:lnTo>
                    <a:lnTo>
                      <a:pt x="331279" y="18227"/>
                    </a:lnTo>
                    <a:lnTo>
                      <a:pt x="331378" y="18499"/>
                    </a:lnTo>
                    <a:lnTo>
                      <a:pt x="331651" y="18599"/>
                    </a:lnTo>
                    <a:lnTo>
                      <a:pt x="347520" y="18599"/>
                    </a:lnTo>
                    <a:lnTo>
                      <a:pt x="347793" y="18499"/>
                    </a:lnTo>
                    <a:lnTo>
                      <a:pt x="347892" y="18227"/>
                    </a:lnTo>
                    <a:lnTo>
                      <a:pt x="347892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522" y="0"/>
                    </a:lnTo>
                    <a:lnTo>
                      <a:pt x="12869" y="75"/>
                    </a:lnTo>
                    <a:lnTo>
                      <a:pt x="13167" y="273"/>
                    </a:lnTo>
                    <a:lnTo>
                      <a:pt x="13365" y="471"/>
                    </a:lnTo>
                    <a:lnTo>
                      <a:pt x="13564" y="769"/>
                    </a:lnTo>
                    <a:lnTo>
                      <a:pt x="13638" y="1116"/>
                    </a:lnTo>
                    <a:lnTo>
                      <a:pt x="13638" y="13267"/>
                    </a:lnTo>
                    <a:lnTo>
                      <a:pt x="13737" y="13540"/>
                    </a:lnTo>
                    <a:lnTo>
                      <a:pt x="14010" y="13639"/>
                    </a:lnTo>
                    <a:lnTo>
                      <a:pt x="15498" y="13639"/>
                    </a:lnTo>
                    <a:lnTo>
                      <a:pt x="15845" y="13713"/>
                    </a:lnTo>
                    <a:lnTo>
                      <a:pt x="16167" y="13887"/>
                    </a:lnTo>
                    <a:lnTo>
                      <a:pt x="16316" y="14011"/>
                    </a:lnTo>
                    <a:lnTo>
                      <a:pt x="16539" y="14284"/>
                    </a:lnTo>
                    <a:lnTo>
                      <a:pt x="16613" y="14631"/>
                    </a:lnTo>
                    <a:lnTo>
                      <a:pt x="16613" y="18227"/>
                    </a:lnTo>
                    <a:lnTo>
                      <a:pt x="16514" y="18499"/>
                    </a:lnTo>
                    <a:lnTo>
                      <a:pt x="16242" y="18599"/>
                    </a:lnTo>
                    <a:lnTo>
                      <a:pt x="372" y="18599"/>
                    </a:lnTo>
                    <a:lnTo>
                      <a:pt x="99" y="18499"/>
                    </a:lnTo>
                    <a:lnTo>
                      <a:pt x="0" y="18227"/>
                    </a:lnTo>
                    <a:lnTo>
                      <a:pt x="0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DDA_Architrave">
                <a:extLst>
                  <a:ext uri="{FF2B5EF4-FFF2-40B4-BE49-F238E27FC236}">
                    <a16:creationId xmlns:a16="http://schemas.microsoft.com/office/drawing/2014/main" id="{087E23B9-76AB-FEF0-8664-B77A05BB8AED}"/>
                  </a:ext>
                </a:extLst>
              </p:cNvPr>
              <p:cNvSpPr/>
              <p:nvPr/>
            </p:nvSpPr>
            <p:spPr>
              <a:xfrm>
                <a:off x="665433" y="4659704"/>
                <a:ext cx="382608" cy="5455"/>
              </a:xfrm>
              <a:custGeom>
                <a:avLst/>
                <a:gdLst/>
                <a:ahLst/>
                <a:cxnLst/>
                <a:rect l="l" t="t" r="r" b="b"/>
                <a:pathLst>
                  <a:path w="382608" h="5455">
                    <a:moveTo>
                      <a:pt x="370706" y="248"/>
                    </a:moveTo>
                    <a:lnTo>
                      <a:pt x="367730" y="0"/>
                    </a:lnTo>
                    <a:lnTo>
                      <a:pt x="365250" y="0"/>
                    </a:lnTo>
                    <a:lnTo>
                      <a:pt x="351116" y="0"/>
                    </a:lnTo>
                    <a:lnTo>
                      <a:pt x="350943" y="74"/>
                    </a:lnTo>
                    <a:lnTo>
                      <a:pt x="350868" y="248"/>
                    </a:lnTo>
                    <a:lnTo>
                      <a:pt x="350868" y="5207"/>
                    </a:lnTo>
                    <a:lnTo>
                      <a:pt x="350943" y="5381"/>
                    </a:lnTo>
                    <a:lnTo>
                      <a:pt x="351116" y="5455"/>
                    </a:lnTo>
                    <a:lnTo>
                      <a:pt x="382360" y="5455"/>
                    </a:lnTo>
                    <a:lnTo>
                      <a:pt x="382533" y="5381"/>
                    </a:lnTo>
                    <a:lnTo>
                      <a:pt x="382608" y="5207"/>
                    </a:lnTo>
                    <a:lnTo>
                      <a:pt x="382608" y="3223"/>
                    </a:lnTo>
                    <a:lnTo>
                      <a:pt x="382558" y="3000"/>
                    </a:lnTo>
                    <a:lnTo>
                      <a:pt x="382459" y="2777"/>
                    </a:lnTo>
                    <a:lnTo>
                      <a:pt x="381765" y="1934"/>
                    </a:lnTo>
                    <a:lnTo>
                      <a:pt x="381591" y="1785"/>
                    </a:lnTo>
                    <a:lnTo>
                      <a:pt x="381368" y="1686"/>
                    </a:lnTo>
                    <a:lnTo>
                      <a:pt x="379632" y="1239"/>
                    </a:lnTo>
                    <a:lnTo>
                      <a:pt x="376409" y="1239"/>
                    </a:lnTo>
                    <a:lnTo>
                      <a:pt x="373929" y="744"/>
                    </a:lnTo>
                    <a:close/>
                    <a:moveTo>
                      <a:pt x="14878" y="0"/>
                    </a:moveTo>
                    <a:lnTo>
                      <a:pt x="17358" y="0"/>
                    </a:lnTo>
                    <a:lnTo>
                      <a:pt x="31492" y="0"/>
                    </a:lnTo>
                    <a:lnTo>
                      <a:pt x="31665" y="74"/>
                    </a:lnTo>
                    <a:lnTo>
                      <a:pt x="31740" y="248"/>
                    </a:lnTo>
                    <a:lnTo>
                      <a:pt x="31740" y="5207"/>
                    </a:lnTo>
                    <a:lnTo>
                      <a:pt x="31665" y="5381"/>
                    </a:lnTo>
                    <a:lnTo>
                      <a:pt x="31492" y="5455"/>
                    </a:lnTo>
                    <a:lnTo>
                      <a:pt x="248" y="5455"/>
                    </a:lnTo>
                    <a:lnTo>
                      <a:pt x="75" y="5381"/>
                    </a:lnTo>
                    <a:lnTo>
                      <a:pt x="0" y="5207"/>
                    </a:lnTo>
                    <a:lnTo>
                      <a:pt x="0" y="3223"/>
                    </a:lnTo>
                    <a:lnTo>
                      <a:pt x="50" y="3000"/>
                    </a:lnTo>
                    <a:lnTo>
                      <a:pt x="149" y="2777"/>
                    </a:lnTo>
                    <a:lnTo>
                      <a:pt x="844" y="1934"/>
                    </a:lnTo>
                    <a:lnTo>
                      <a:pt x="1017" y="1785"/>
                    </a:lnTo>
                    <a:lnTo>
                      <a:pt x="1240" y="1686"/>
                    </a:lnTo>
                    <a:lnTo>
                      <a:pt x="2976" y="1239"/>
                    </a:lnTo>
                    <a:lnTo>
                      <a:pt x="6200" y="1239"/>
                    </a:lnTo>
                    <a:lnTo>
                      <a:pt x="8679" y="744"/>
                    </a:lnTo>
                    <a:lnTo>
                      <a:pt x="11903" y="24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DDA_RevealLining">
                <a:extLst>
                  <a:ext uri="{FF2B5EF4-FFF2-40B4-BE49-F238E27FC236}">
                    <a16:creationId xmlns:a16="http://schemas.microsoft.com/office/drawing/2014/main" id="{46A88D7F-0127-AB01-64B1-4401001B457E}"/>
                  </a:ext>
                </a:extLst>
              </p:cNvPr>
              <p:cNvSpPr/>
              <p:nvPr/>
            </p:nvSpPr>
            <p:spPr>
              <a:xfrm>
                <a:off x="682791" y="4665159"/>
                <a:ext cx="347892" cy="19342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9342">
                    <a:moveTo>
                      <a:pt x="344917" y="0"/>
                    </a:moveTo>
                    <a:lnTo>
                      <a:pt x="344917" y="19342"/>
                    </a:lnTo>
                    <a:lnTo>
                      <a:pt x="347892" y="19342"/>
                    </a:lnTo>
                    <a:lnTo>
                      <a:pt x="347892" y="0"/>
                    </a:lnTo>
                    <a:close/>
                    <a:moveTo>
                      <a:pt x="2975" y="0"/>
                    </a:moveTo>
                    <a:lnTo>
                      <a:pt x="2975" y="19342"/>
                    </a:lnTo>
                    <a:lnTo>
                      <a:pt x="0" y="193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DA_Main_LeafFrame">
                <a:extLst>
                  <a:ext uri="{FF2B5EF4-FFF2-40B4-BE49-F238E27FC236}">
                    <a16:creationId xmlns:a16="http://schemas.microsoft.com/office/drawing/2014/main" id="{D5CD302D-5775-5A55-359D-DEF4E6EB90CE}"/>
                  </a:ext>
                </a:extLst>
              </p:cNvPr>
              <p:cNvSpPr/>
              <p:nvPr/>
            </p:nvSpPr>
            <p:spPr>
              <a:xfrm>
                <a:off x="820411" y="4684625"/>
                <a:ext cx="196138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96138" h="13143">
                    <a:moveTo>
                      <a:pt x="195915" y="223"/>
                    </a:moveTo>
                    <a:lnTo>
                      <a:pt x="195395" y="0"/>
                    </a:lnTo>
                    <a:lnTo>
                      <a:pt x="172086" y="0"/>
                    </a:lnTo>
                    <a:lnTo>
                      <a:pt x="171565" y="223"/>
                    </a:lnTo>
                    <a:lnTo>
                      <a:pt x="171342" y="744"/>
                    </a:lnTo>
                    <a:lnTo>
                      <a:pt x="171342" y="12399"/>
                    </a:lnTo>
                    <a:lnTo>
                      <a:pt x="171565" y="12920"/>
                    </a:lnTo>
                    <a:lnTo>
                      <a:pt x="172086" y="13143"/>
                    </a:lnTo>
                    <a:lnTo>
                      <a:pt x="195395" y="13143"/>
                    </a:lnTo>
                    <a:lnTo>
                      <a:pt x="195915" y="12920"/>
                    </a:lnTo>
                    <a:lnTo>
                      <a:pt x="196138" y="12399"/>
                    </a:lnTo>
                    <a:lnTo>
                      <a:pt x="196138" y="744"/>
                    </a:lnTo>
                    <a:close/>
                    <a:moveTo>
                      <a:pt x="24573" y="223"/>
                    </a:moveTo>
                    <a:lnTo>
                      <a:pt x="24052" y="0"/>
                    </a:lnTo>
                    <a:lnTo>
                      <a:pt x="743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3" y="13143"/>
                    </a:lnTo>
                    <a:lnTo>
                      <a:pt x="24052" y="13143"/>
                    </a:lnTo>
                    <a:lnTo>
                      <a:pt x="24573" y="12920"/>
                    </a:lnTo>
                    <a:lnTo>
                      <a:pt x="24796" y="12399"/>
                    </a:lnTo>
                    <a:lnTo>
                      <a:pt x="24796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DDA_Main_Mould_3o">
                <a:extLst>
                  <a:ext uri="{FF2B5EF4-FFF2-40B4-BE49-F238E27FC236}">
                    <a16:creationId xmlns:a16="http://schemas.microsoft.com/office/drawing/2014/main" id="{66F13EE7-0395-7B0B-0BA6-3AAED396348F}"/>
                  </a:ext>
                </a:extLst>
              </p:cNvPr>
              <p:cNvSpPr/>
              <p:nvPr/>
            </p:nvSpPr>
            <p:spPr>
              <a:xfrm>
                <a:off x="845207" y="4697768"/>
                <a:ext cx="146546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1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146546" y="0"/>
                    </a:moveTo>
                    <a:lnTo>
                      <a:pt x="146546" y="496"/>
                    </a:lnTo>
                    <a:lnTo>
                      <a:pt x="145554" y="2232"/>
                    </a:lnTo>
                    <a:lnTo>
                      <a:pt x="144314" y="2976"/>
                    </a:lnTo>
                    <a:lnTo>
                      <a:pt x="142579" y="3224"/>
                    </a:lnTo>
                    <a:lnTo>
                      <a:pt x="142083" y="3224"/>
                    </a:lnTo>
                    <a:lnTo>
                      <a:pt x="14208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DDA_Main_Mould_3i">
                <a:extLst>
                  <a:ext uri="{FF2B5EF4-FFF2-40B4-BE49-F238E27FC236}">
                    <a16:creationId xmlns:a16="http://schemas.microsoft.com/office/drawing/2014/main" id="{05200743-A1AB-651F-C7D3-BEF9EDF1F3D2}"/>
                  </a:ext>
                </a:extLst>
              </p:cNvPr>
              <p:cNvSpPr/>
              <p:nvPr/>
            </p:nvSpPr>
            <p:spPr>
              <a:xfrm>
                <a:off x="845207" y="4681402"/>
                <a:ext cx="146546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1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142083" y="3223"/>
                    </a:moveTo>
                    <a:lnTo>
                      <a:pt x="142083" y="0"/>
                    </a:lnTo>
                    <a:lnTo>
                      <a:pt x="142579" y="0"/>
                    </a:lnTo>
                    <a:lnTo>
                      <a:pt x="144314" y="248"/>
                    </a:lnTo>
                    <a:lnTo>
                      <a:pt x="145554" y="991"/>
                    </a:lnTo>
                    <a:lnTo>
                      <a:pt x="146546" y="2727"/>
                    </a:lnTo>
                    <a:lnTo>
                      <a:pt x="146546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DDA_Main_Panel_3">
                <a:extLst>
                  <a:ext uri="{FF2B5EF4-FFF2-40B4-BE49-F238E27FC236}">
                    <a16:creationId xmlns:a16="http://schemas.microsoft.com/office/drawing/2014/main" id="{68D26BF4-A8D9-C9C3-ABE9-3FFBC0546795}"/>
                  </a:ext>
                </a:extLst>
              </p:cNvPr>
              <p:cNvSpPr/>
              <p:nvPr/>
            </p:nvSpPr>
            <p:spPr>
              <a:xfrm>
                <a:off x="844215" y="4687477"/>
                <a:ext cx="148530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148530" h="7439">
                    <a:moveTo>
                      <a:pt x="141860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141860" y="0"/>
                    </a:lnTo>
                    <a:lnTo>
                      <a:pt x="148530" y="1488"/>
                    </a:lnTo>
                    <a:lnTo>
                      <a:pt x="148530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DDA_Side_LeafFrame">
                <a:extLst>
                  <a:ext uri="{FF2B5EF4-FFF2-40B4-BE49-F238E27FC236}">
                    <a16:creationId xmlns:a16="http://schemas.microsoft.com/office/drawing/2014/main" id="{6B0EEAA3-84E8-C91F-5C68-6F5C4EAA451F}"/>
                  </a:ext>
                </a:extLst>
              </p:cNvPr>
              <p:cNvSpPr/>
              <p:nvPr/>
            </p:nvSpPr>
            <p:spPr>
              <a:xfrm>
                <a:off x="696925" y="4684625"/>
                <a:ext cx="122494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22494" h="13143">
                    <a:moveTo>
                      <a:pt x="122270" y="223"/>
                    </a:moveTo>
                    <a:lnTo>
                      <a:pt x="121750" y="0"/>
                    </a:lnTo>
                    <a:lnTo>
                      <a:pt x="103400" y="0"/>
                    </a:lnTo>
                    <a:lnTo>
                      <a:pt x="102880" y="223"/>
                    </a:lnTo>
                    <a:lnTo>
                      <a:pt x="102657" y="744"/>
                    </a:lnTo>
                    <a:lnTo>
                      <a:pt x="102657" y="12399"/>
                    </a:lnTo>
                    <a:lnTo>
                      <a:pt x="102880" y="12920"/>
                    </a:lnTo>
                    <a:lnTo>
                      <a:pt x="103400" y="13143"/>
                    </a:lnTo>
                    <a:lnTo>
                      <a:pt x="121750" y="13143"/>
                    </a:lnTo>
                    <a:lnTo>
                      <a:pt x="122270" y="12920"/>
                    </a:lnTo>
                    <a:lnTo>
                      <a:pt x="122494" y="12399"/>
                    </a:lnTo>
                    <a:lnTo>
                      <a:pt x="122494" y="744"/>
                    </a:lnTo>
                    <a:close/>
                    <a:moveTo>
                      <a:pt x="19614" y="223"/>
                    </a:moveTo>
                    <a:lnTo>
                      <a:pt x="19093" y="0"/>
                    </a:lnTo>
                    <a:lnTo>
                      <a:pt x="744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4" y="13143"/>
                    </a:lnTo>
                    <a:lnTo>
                      <a:pt x="19093" y="13143"/>
                    </a:lnTo>
                    <a:lnTo>
                      <a:pt x="19614" y="12920"/>
                    </a:lnTo>
                    <a:lnTo>
                      <a:pt x="19837" y="12399"/>
                    </a:lnTo>
                    <a:lnTo>
                      <a:pt x="19837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DDA_Side_Mould_3o">
                <a:extLst>
                  <a:ext uri="{FF2B5EF4-FFF2-40B4-BE49-F238E27FC236}">
                    <a16:creationId xmlns:a16="http://schemas.microsoft.com/office/drawing/2014/main" id="{2767ED0A-B858-ADEF-9700-386642C0827D}"/>
                  </a:ext>
                </a:extLst>
              </p:cNvPr>
              <p:cNvSpPr/>
              <p:nvPr/>
            </p:nvSpPr>
            <p:spPr>
              <a:xfrm>
                <a:off x="716762" y="4697768"/>
                <a:ext cx="82820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2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82820" y="0"/>
                    </a:moveTo>
                    <a:lnTo>
                      <a:pt x="82820" y="496"/>
                    </a:lnTo>
                    <a:lnTo>
                      <a:pt x="81828" y="2232"/>
                    </a:lnTo>
                    <a:lnTo>
                      <a:pt x="80588" y="2976"/>
                    </a:lnTo>
                    <a:lnTo>
                      <a:pt x="78852" y="3224"/>
                    </a:lnTo>
                    <a:lnTo>
                      <a:pt x="78356" y="3224"/>
                    </a:lnTo>
                    <a:lnTo>
                      <a:pt x="7835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DDA_Side_Mould_3i">
                <a:extLst>
                  <a:ext uri="{FF2B5EF4-FFF2-40B4-BE49-F238E27FC236}">
                    <a16:creationId xmlns:a16="http://schemas.microsoft.com/office/drawing/2014/main" id="{98091F39-BE51-0121-31F2-91C867D184F4}"/>
                  </a:ext>
                </a:extLst>
              </p:cNvPr>
              <p:cNvSpPr/>
              <p:nvPr/>
            </p:nvSpPr>
            <p:spPr>
              <a:xfrm>
                <a:off x="716762" y="4681402"/>
                <a:ext cx="82820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2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78356" y="3223"/>
                    </a:moveTo>
                    <a:lnTo>
                      <a:pt x="78356" y="0"/>
                    </a:lnTo>
                    <a:lnTo>
                      <a:pt x="78852" y="0"/>
                    </a:lnTo>
                    <a:lnTo>
                      <a:pt x="80588" y="248"/>
                    </a:lnTo>
                    <a:lnTo>
                      <a:pt x="81828" y="991"/>
                    </a:lnTo>
                    <a:lnTo>
                      <a:pt x="82820" y="2727"/>
                    </a:lnTo>
                    <a:lnTo>
                      <a:pt x="82820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DDA_Side_Panel_3">
                <a:extLst>
                  <a:ext uri="{FF2B5EF4-FFF2-40B4-BE49-F238E27FC236}">
                    <a16:creationId xmlns:a16="http://schemas.microsoft.com/office/drawing/2014/main" id="{F14A0A95-9DED-0DB4-D754-80209AEDBDEB}"/>
                  </a:ext>
                </a:extLst>
              </p:cNvPr>
              <p:cNvSpPr/>
              <p:nvPr/>
            </p:nvSpPr>
            <p:spPr>
              <a:xfrm>
                <a:off x="715770" y="4687477"/>
                <a:ext cx="84803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84803" h="7439">
                    <a:moveTo>
                      <a:pt x="78133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78133" y="0"/>
                    </a:lnTo>
                    <a:lnTo>
                      <a:pt x="84803" y="1488"/>
                    </a:lnTo>
                    <a:lnTo>
                      <a:pt x="84803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DDA_Main_Astragal">
                <a:extLst>
                  <a:ext uri="{FF2B5EF4-FFF2-40B4-BE49-F238E27FC236}">
                    <a16:creationId xmlns:a16="http://schemas.microsoft.com/office/drawing/2014/main" id="{34661EAD-8B22-752C-BC77-2302B636BCEB}"/>
                  </a:ext>
                </a:extLst>
              </p:cNvPr>
              <p:cNvSpPr/>
              <p:nvPr/>
            </p:nvSpPr>
            <p:spPr>
              <a:xfrm>
                <a:off x="812228" y="4697768"/>
                <a:ext cx="15621" cy="2976"/>
              </a:xfrm>
              <a:custGeom>
                <a:avLst/>
                <a:gdLst/>
                <a:ahLst/>
                <a:cxnLst/>
                <a:rect l="l" t="t" r="r" b="b"/>
                <a:pathLst>
                  <a:path w="15621" h="2976">
                    <a:moveTo>
                      <a:pt x="5207" y="0"/>
                    </a:moveTo>
                    <a:lnTo>
                      <a:pt x="10414" y="992"/>
                    </a:lnTo>
                    <a:lnTo>
                      <a:pt x="10017" y="1761"/>
                    </a:lnTo>
                    <a:lnTo>
                      <a:pt x="8877" y="2405"/>
                    </a:lnTo>
                    <a:lnTo>
                      <a:pt x="7191" y="2827"/>
                    </a:lnTo>
                    <a:lnTo>
                      <a:pt x="5207" y="2976"/>
                    </a:lnTo>
                    <a:lnTo>
                      <a:pt x="3223" y="2827"/>
                    </a:lnTo>
                    <a:lnTo>
                      <a:pt x="1537" y="2405"/>
                    </a:lnTo>
                    <a:lnTo>
                      <a:pt x="396" y="1761"/>
                    </a:lnTo>
                    <a:lnTo>
                      <a:pt x="0" y="992"/>
                    </a:lnTo>
                    <a:lnTo>
                      <a:pt x="15621" y="992"/>
                    </a:lnTo>
                    <a:lnTo>
                      <a:pt x="15621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02_03_Utility Single Door_OuterR">
                <a:extLst>
                  <a:ext uri="{FF2B5EF4-FFF2-40B4-BE49-F238E27FC236}">
                    <a16:creationId xmlns:a16="http://schemas.microsoft.com/office/drawing/2014/main" id="{5F6199FB-8E08-C472-68D9-EB298CFD1241}"/>
                  </a:ext>
                </a:extLst>
              </p:cNvPr>
              <p:cNvSpPr/>
              <p:nvPr/>
            </p:nvSpPr>
            <p:spPr>
              <a:xfrm>
                <a:off x="1794906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02_03_Utility Single Door_OuterL">
                <a:extLst>
                  <a:ext uri="{FF2B5EF4-FFF2-40B4-BE49-F238E27FC236}">
                    <a16:creationId xmlns:a16="http://schemas.microsoft.com/office/drawing/2014/main" id="{2529E3AA-2ACB-8F76-CD7C-B9EB3231FF87}"/>
                  </a:ext>
                </a:extLst>
              </p:cNvPr>
              <p:cNvSpPr/>
              <p:nvPr/>
            </p:nvSpPr>
            <p:spPr>
              <a:xfrm>
                <a:off x="2001955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02_03_Utility Single Door_LeafR">
                <a:extLst>
                  <a:ext uri="{FF2B5EF4-FFF2-40B4-BE49-F238E27FC236}">
                    <a16:creationId xmlns:a16="http://schemas.microsoft.com/office/drawing/2014/main" id="{42C43CC6-F8AC-C7AB-54DA-33CAF502E789}"/>
                  </a:ext>
                </a:extLst>
              </p:cNvPr>
              <p:cNvSpPr/>
              <p:nvPr/>
            </p:nvSpPr>
            <p:spPr>
              <a:xfrm>
                <a:off x="1808544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02_03_Utility Single Door_LeafL">
                <a:extLst>
                  <a:ext uri="{FF2B5EF4-FFF2-40B4-BE49-F238E27FC236}">
                    <a16:creationId xmlns:a16="http://schemas.microsoft.com/office/drawing/2014/main" id="{E1ABFDFF-B9FC-9843-EA33-9097706A430C}"/>
                  </a:ext>
                </a:extLst>
              </p:cNvPr>
              <p:cNvSpPr/>
              <p:nvPr/>
            </p:nvSpPr>
            <p:spPr>
              <a:xfrm>
                <a:off x="1994020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03_04_Front Entrance Door_BlueLeafL">
                <a:extLst>
                  <a:ext uri="{FF2B5EF4-FFF2-40B4-BE49-F238E27FC236}">
                    <a16:creationId xmlns:a16="http://schemas.microsoft.com/office/drawing/2014/main" id="{C0DEC79D-081F-237D-85E8-BDD1EF46CF66}"/>
                  </a:ext>
                </a:extLst>
              </p:cNvPr>
              <p:cNvSpPr/>
              <p:nvPr/>
            </p:nvSpPr>
            <p:spPr>
              <a:xfrm>
                <a:off x="2298569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03_04_Front Entrance Door_BlueLeafR">
                <a:extLst>
                  <a:ext uri="{FF2B5EF4-FFF2-40B4-BE49-F238E27FC236}">
                    <a16:creationId xmlns:a16="http://schemas.microsoft.com/office/drawing/2014/main" id="{ABAF0DFF-D86C-8690-FB58-8DEECA656AA7}"/>
                  </a:ext>
                </a:extLst>
              </p:cNvPr>
              <p:cNvSpPr/>
              <p:nvPr/>
            </p:nvSpPr>
            <p:spPr>
              <a:xfrm>
                <a:off x="2506858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03_04_Front Entrance Door_DoorHandle">
                <a:extLst>
                  <a:ext uri="{FF2B5EF4-FFF2-40B4-BE49-F238E27FC236}">
                    <a16:creationId xmlns:a16="http://schemas.microsoft.com/office/drawing/2014/main" id="{E0BED2A4-4F94-4027-0420-998B8318CC30}"/>
                  </a:ext>
                </a:extLst>
              </p:cNvPr>
              <p:cNvSpPr/>
              <p:nvPr/>
            </p:nvSpPr>
            <p:spPr>
              <a:xfrm>
                <a:off x="2499667" y="4937562"/>
                <a:ext cx="4463" cy="6199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6199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6199"/>
                    </a:lnTo>
                    <a:lnTo>
                      <a:pt x="0" y="619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03_04_Front Entrance Door_UpperPanel">
                <a:extLst>
                  <a:ext uri="{FF2B5EF4-FFF2-40B4-BE49-F238E27FC236}">
                    <a16:creationId xmlns:a16="http://schemas.microsoft.com/office/drawing/2014/main" id="{CCEBF2AB-4570-7148-0B05-7E120C939050}"/>
                  </a:ext>
                </a:extLst>
              </p:cNvPr>
              <p:cNvSpPr/>
              <p:nvPr/>
            </p:nvSpPr>
            <p:spPr>
              <a:xfrm>
                <a:off x="2318406" y="4949961"/>
                <a:ext cx="188452" cy="11158"/>
              </a:xfrm>
              <a:custGeom>
                <a:avLst/>
                <a:gdLst/>
                <a:ahLst/>
                <a:cxnLst/>
                <a:rect l="l" t="t" r="r" b="b"/>
                <a:pathLst>
                  <a:path w="188452" h="11158">
                    <a:moveTo>
                      <a:pt x="0" y="0"/>
                    </a:moveTo>
                    <a:lnTo>
                      <a:pt x="188452" y="0"/>
                    </a:lnTo>
                    <a:lnTo>
                      <a:pt x="188452" y="11158"/>
                    </a:lnTo>
                    <a:lnTo>
                      <a:pt x="0" y="1115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WD_03_04_Front Entrance Door_OuterL">
                <a:extLst>
                  <a:ext uri="{FF2B5EF4-FFF2-40B4-BE49-F238E27FC236}">
                    <a16:creationId xmlns:a16="http://schemas.microsoft.com/office/drawing/2014/main" id="{1367541D-9E22-90F2-560D-4AE9DC4FB3C4}"/>
                  </a:ext>
                </a:extLst>
              </p:cNvPr>
              <p:cNvSpPr/>
              <p:nvPr/>
            </p:nvSpPr>
            <p:spPr>
              <a:xfrm>
                <a:off x="2284931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WD_03_04_Front Entrance Door_OuterR">
                <a:extLst>
                  <a:ext uri="{FF2B5EF4-FFF2-40B4-BE49-F238E27FC236}">
                    <a16:creationId xmlns:a16="http://schemas.microsoft.com/office/drawing/2014/main" id="{92B99839-4C43-93AB-FCBC-9CA70333BD12}"/>
                  </a:ext>
                </a:extLst>
              </p:cNvPr>
              <p:cNvSpPr/>
              <p:nvPr/>
            </p:nvSpPr>
            <p:spPr>
              <a:xfrm>
                <a:off x="2526695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WD_06_07_Lounge Bay Window_LowerL">
                <a:extLst>
                  <a:ext uri="{FF2B5EF4-FFF2-40B4-BE49-F238E27FC236}">
                    <a16:creationId xmlns:a16="http://schemas.microsoft.com/office/drawing/2014/main" id="{D43898BA-499C-9287-C267-5A0876BFABC8}"/>
                  </a:ext>
                </a:extLst>
              </p:cNvPr>
              <p:cNvSpPr/>
              <p:nvPr/>
            </p:nvSpPr>
            <p:spPr>
              <a:xfrm>
                <a:off x="1571565" y="5133067"/>
                <a:ext cx="17432" cy="19689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89">
                    <a:moveTo>
                      <a:pt x="6373" y="19689"/>
                    </a:moveTo>
                    <a:lnTo>
                      <a:pt x="0" y="14977"/>
                    </a:lnTo>
                    <a:lnTo>
                      <a:pt x="11035" y="0"/>
                    </a:lnTo>
                    <a:lnTo>
                      <a:pt x="17432" y="473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WD_06_07_Lounge Bay Window_LowerR">
                <a:extLst>
                  <a:ext uri="{FF2B5EF4-FFF2-40B4-BE49-F238E27FC236}">
                    <a16:creationId xmlns:a16="http://schemas.microsoft.com/office/drawing/2014/main" id="{00026297-81D4-54A3-C737-167C839AADD5}"/>
                  </a:ext>
                </a:extLst>
              </p:cNvPr>
              <p:cNvSpPr/>
              <p:nvPr/>
            </p:nvSpPr>
            <p:spPr>
              <a:xfrm>
                <a:off x="1500177" y="5080297"/>
                <a:ext cx="17432" cy="19690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90">
                    <a:moveTo>
                      <a:pt x="6373" y="19690"/>
                    </a:moveTo>
                    <a:lnTo>
                      <a:pt x="0" y="14978"/>
                    </a:lnTo>
                    <a:lnTo>
                      <a:pt x="11034" y="0"/>
                    </a:lnTo>
                    <a:lnTo>
                      <a:pt x="17432" y="47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WD_06_07_Lounge Bay Window_OuterL">
                <a:extLst>
                  <a:ext uri="{FF2B5EF4-FFF2-40B4-BE49-F238E27FC236}">
                    <a16:creationId xmlns:a16="http://schemas.microsoft.com/office/drawing/2014/main" id="{0816A902-5B49-BC24-B28A-D63119A7CA70}"/>
                  </a:ext>
                </a:extLst>
              </p:cNvPr>
              <p:cNvSpPr/>
              <p:nvPr/>
            </p:nvSpPr>
            <p:spPr>
              <a:xfrm>
                <a:off x="1577938" y="513780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60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10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WD_06_07_Lounge Bay Window_OuterR">
                <a:extLst>
                  <a:ext uri="{FF2B5EF4-FFF2-40B4-BE49-F238E27FC236}">
                    <a16:creationId xmlns:a16="http://schemas.microsoft.com/office/drawing/2014/main" id="{47AED7CC-2514-41D2-C228-CF59C31F94DA}"/>
                  </a:ext>
                </a:extLst>
              </p:cNvPr>
              <p:cNvSpPr/>
              <p:nvPr/>
            </p:nvSpPr>
            <p:spPr>
              <a:xfrm>
                <a:off x="1489192" y="507221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85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08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WD_06_08_Lounge Bay Window_LowerL">
                <a:extLst>
                  <a:ext uri="{FF2B5EF4-FFF2-40B4-BE49-F238E27FC236}">
                    <a16:creationId xmlns:a16="http://schemas.microsoft.com/office/drawing/2014/main" id="{F593EE31-CC10-EB23-C232-C3FA47C48371}"/>
                  </a:ext>
                </a:extLst>
              </p:cNvPr>
              <p:cNvSpPr/>
              <p:nvPr/>
            </p:nvSpPr>
            <p:spPr>
              <a:xfrm>
                <a:off x="1648732" y="5170462"/>
                <a:ext cx="7934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4" h="18598">
                    <a:moveTo>
                      <a:pt x="0" y="0"/>
                    </a:moveTo>
                    <a:lnTo>
                      <a:pt x="7934" y="0"/>
                    </a:lnTo>
                    <a:lnTo>
                      <a:pt x="7934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WD_06_08_Lounge Bay Window_LowerR">
                <a:extLst>
                  <a:ext uri="{FF2B5EF4-FFF2-40B4-BE49-F238E27FC236}">
                    <a16:creationId xmlns:a16="http://schemas.microsoft.com/office/drawing/2014/main" id="{FD4FE8B2-AB8E-7AB4-FFF7-FA185CB40DD4}"/>
                  </a:ext>
                </a:extLst>
              </p:cNvPr>
              <p:cNvSpPr/>
              <p:nvPr/>
            </p:nvSpPr>
            <p:spPr>
              <a:xfrm>
                <a:off x="1861484" y="5170462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0" y="0"/>
                    </a:moveTo>
                    <a:lnTo>
                      <a:pt x="7935" y="0"/>
                    </a:lnTo>
                    <a:lnTo>
                      <a:pt x="7935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D_06_08_Lounge Bay Window_OuterL">
                <a:extLst>
                  <a:ext uri="{FF2B5EF4-FFF2-40B4-BE49-F238E27FC236}">
                    <a16:creationId xmlns:a16="http://schemas.microsoft.com/office/drawing/2014/main" id="{CA221B1F-561C-A7EB-D898-11CABF9686A6}"/>
                  </a:ext>
                </a:extLst>
              </p:cNvPr>
              <p:cNvSpPr/>
              <p:nvPr/>
            </p:nvSpPr>
            <p:spPr>
              <a:xfrm>
                <a:off x="1635094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D_06_08_Lounge Bay Window_OuterR">
                <a:extLst>
                  <a:ext uri="{FF2B5EF4-FFF2-40B4-BE49-F238E27FC236}">
                    <a16:creationId xmlns:a16="http://schemas.microsoft.com/office/drawing/2014/main" id="{A21C431F-9FC5-2259-6195-FF04DFCB786F}"/>
                  </a:ext>
                </a:extLst>
              </p:cNvPr>
              <p:cNvSpPr/>
              <p:nvPr/>
            </p:nvSpPr>
            <p:spPr>
              <a:xfrm>
                <a:off x="1869419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D_06_09_Lounge Bay Window_LowerL">
                <a:extLst>
                  <a:ext uri="{FF2B5EF4-FFF2-40B4-BE49-F238E27FC236}">
                    <a16:creationId xmlns:a16="http://schemas.microsoft.com/office/drawing/2014/main" id="{BCD58066-44E9-63CD-4836-9DA7C04BAFFD}"/>
                  </a:ext>
                </a:extLst>
              </p:cNvPr>
              <p:cNvSpPr/>
              <p:nvPr/>
            </p:nvSpPr>
            <p:spPr>
              <a:xfrm>
                <a:off x="2002377" y="5079355"/>
                <a:ext cx="17704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04" h="19540">
                    <a:moveTo>
                      <a:pt x="17704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D_06_09_Lounge Bay Window_LowerR">
                <a:extLst>
                  <a:ext uri="{FF2B5EF4-FFF2-40B4-BE49-F238E27FC236}">
                    <a16:creationId xmlns:a16="http://schemas.microsoft.com/office/drawing/2014/main" id="{009C1C98-8ED5-2E78-E911-9ACAAB4ED125}"/>
                  </a:ext>
                </a:extLst>
              </p:cNvPr>
              <p:cNvSpPr/>
              <p:nvPr/>
            </p:nvSpPr>
            <p:spPr>
              <a:xfrm>
                <a:off x="1932526" y="5134158"/>
                <a:ext cx="17729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29" h="19540">
                    <a:moveTo>
                      <a:pt x="17729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4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D_06_09_Lounge Bay Window_OuterL">
                <a:extLst>
                  <a:ext uri="{FF2B5EF4-FFF2-40B4-BE49-F238E27FC236}">
                    <a16:creationId xmlns:a16="http://schemas.microsoft.com/office/drawing/2014/main" id="{70C951E9-8005-DC2A-F0B5-4F86AD243CA8}"/>
                  </a:ext>
                </a:extLst>
              </p:cNvPr>
              <p:cNvSpPr/>
              <p:nvPr/>
            </p:nvSpPr>
            <p:spPr>
              <a:xfrm>
                <a:off x="2008601" y="507094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1"/>
                    </a:moveTo>
                    <a:lnTo>
                      <a:pt x="11480" y="23037"/>
                    </a:lnTo>
                    <a:lnTo>
                      <a:pt x="0" y="8407"/>
                    </a:lnTo>
                    <a:lnTo>
                      <a:pt x="1073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5" name="墙_WD_06_09_Lounge Bay Window_OuterR">
                <a:extLst>
                  <a:ext uri="{FF2B5EF4-FFF2-40B4-BE49-F238E27FC236}">
                    <a16:creationId xmlns:a16="http://schemas.microsoft.com/office/drawing/2014/main" id="{F2EE4D63-9456-4756-91D5-ECB2EFE6AD8D}"/>
                  </a:ext>
                </a:extLst>
              </p:cNvPr>
              <p:cNvSpPr/>
              <p:nvPr/>
            </p:nvSpPr>
            <p:spPr>
              <a:xfrm>
                <a:off x="1921789" y="513906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0"/>
                    </a:moveTo>
                    <a:lnTo>
                      <a:pt x="11480" y="23037"/>
                    </a:lnTo>
                    <a:lnTo>
                      <a:pt x="0" y="8406"/>
                    </a:lnTo>
                    <a:lnTo>
                      <a:pt x="1073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6" name="墙_WD_12_18_Kitchen Large Window_FixedMiddleB">
                <a:extLst>
                  <a:ext uri="{FF2B5EF4-FFF2-40B4-BE49-F238E27FC236}">
                    <a16:creationId xmlns:a16="http://schemas.microsoft.com/office/drawing/2014/main" id="{5D594EBE-CD3F-4CB1-6894-AEE4FA053BAE}"/>
                  </a:ext>
                </a:extLst>
              </p:cNvPr>
              <p:cNvSpPr/>
              <p:nvPr/>
            </p:nvSpPr>
            <p:spPr>
              <a:xfrm>
                <a:off x="1757216" y="1670938"/>
                <a:ext cx="18597" cy="11158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11589">
                    <a:moveTo>
                      <a:pt x="0" y="11158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1158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7" name="墙_WD_12_18_Kitchen Large Window_OuterL">
                <a:extLst>
                  <a:ext uri="{FF2B5EF4-FFF2-40B4-BE49-F238E27FC236}">
                    <a16:creationId xmlns:a16="http://schemas.microsoft.com/office/drawing/2014/main" id="{F6647B01-3BAA-5D4A-B1D3-FA23A89538EA}"/>
                  </a:ext>
                </a:extLst>
              </p:cNvPr>
              <p:cNvSpPr/>
              <p:nvPr/>
            </p:nvSpPr>
            <p:spPr>
              <a:xfrm>
                <a:off x="1757216" y="189535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8" name="墙_WD_12_18_Kitchen Large Window_OuterR">
                <a:extLst>
                  <a:ext uri="{FF2B5EF4-FFF2-40B4-BE49-F238E27FC236}">
                    <a16:creationId xmlns:a16="http://schemas.microsoft.com/office/drawing/2014/main" id="{D1E11A80-3BCC-2F62-3AAB-A308B90D84AD}"/>
                  </a:ext>
                </a:extLst>
              </p:cNvPr>
              <p:cNvSpPr/>
              <p:nvPr/>
            </p:nvSpPr>
            <p:spPr>
              <a:xfrm>
                <a:off x="1757216" y="1544470"/>
                <a:ext cx="18597" cy="13638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8">
                    <a:moveTo>
                      <a:pt x="0" y="13638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9" name="墙_WD_12_18_Kitchen Large Window_Side0L">
                <a:extLst>
                  <a:ext uri="{FF2B5EF4-FFF2-40B4-BE49-F238E27FC236}">
                    <a16:creationId xmlns:a16="http://schemas.microsoft.com/office/drawing/2014/main" id="{96A8D9E1-94C2-8A9B-2638-55AA138AF412}"/>
                  </a:ext>
                </a:extLst>
              </p:cNvPr>
              <p:cNvSpPr/>
              <p:nvPr/>
            </p:nvSpPr>
            <p:spPr>
              <a:xfrm>
                <a:off x="1757216" y="189424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0" name="墙_WD_12_18_Kitchen Large Window_Side0R">
                <a:extLst>
                  <a:ext uri="{FF2B5EF4-FFF2-40B4-BE49-F238E27FC236}">
                    <a16:creationId xmlns:a16="http://schemas.microsoft.com/office/drawing/2014/main" id="{A7A51D3D-2C9C-0EE5-3E42-CDA1D1357A2B}"/>
                  </a:ext>
                </a:extLst>
              </p:cNvPr>
              <p:cNvSpPr/>
              <p:nvPr/>
            </p:nvSpPr>
            <p:spPr>
              <a:xfrm>
                <a:off x="1757216" y="1789347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1" name="墙_WD_12_18_Kitchen Large Window_Side2L">
                <a:extLst>
                  <a:ext uri="{FF2B5EF4-FFF2-40B4-BE49-F238E27FC236}">
                    <a16:creationId xmlns:a16="http://schemas.microsoft.com/office/drawing/2014/main" id="{14416D6C-377F-63F8-10C9-72E05C940266}"/>
                  </a:ext>
                </a:extLst>
              </p:cNvPr>
              <p:cNvSpPr/>
              <p:nvPr/>
            </p:nvSpPr>
            <p:spPr>
              <a:xfrm>
                <a:off x="1757216" y="1656183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2" name="墙_WD_12_18_Kitchen Large Window_Side2R">
                <a:extLst>
                  <a:ext uri="{FF2B5EF4-FFF2-40B4-BE49-F238E27FC236}">
                    <a16:creationId xmlns:a16="http://schemas.microsoft.com/office/drawing/2014/main" id="{186511F7-FCCF-C1DA-3643-364BE2004B7D}"/>
                  </a:ext>
                </a:extLst>
              </p:cNvPr>
              <p:cNvSpPr/>
              <p:nvPr/>
            </p:nvSpPr>
            <p:spPr>
              <a:xfrm>
                <a:off x="1757216" y="1551289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3" name="墙_WD_13_19_Kitchen Small Window_OuterL">
                <a:extLst>
                  <a:ext uri="{FF2B5EF4-FFF2-40B4-BE49-F238E27FC236}">
                    <a16:creationId xmlns:a16="http://schemas.microsoft.com/office/drawing/2014/main" id="{7053E45C-E96F-36D9-8844-B2918D07EE4B}"/>
                  </a:ext>
                </a:extLst>
              </p:cNvPr>
              <p:cNvSpPr/>
              <p:nvPr/>
            </p:nvSpPr>
            <p:spPr>
              <a:xfrm>
                <a:off x="1757216" y="121562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4" name="墙_WD_13_19_Kitchen Small Window_OuterR">
                <a:extLst>
                  <a:ext uri="{FF2B5EF4-FFF2-40B4-BE49-F238E27FC236}">
                    <a16:creationId xmlns:a16="http://schemas.microsoft.com/office/drawing/2014/main" id="{8FB0F1F0-BFB5-3EC5-FB36-CAB532CD721C}"/>
                  </a:ext>
                </a:extLst>
              </p:cNvPr>
              <p:cNvSpPr/>
              <p:nvPr/>
            </p:nvSpPr>
            <p:spPr>
              <a:xfrm>
                <a:off x="1757216" y="1110981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5" name="墙_WD_13_19_Kitchen Small Window_Side1L">
                <a:extLst>
                  <a:ext uri="{FF2B5EF4-FFF2-40B4-BE49-F238E27FC236}">
                    <a16:creationId xmlns:a16="http://schemas.microsoft.com/office/drawing/2014/main" id="{77BE0F13-578F-4E38-855F-C40DD71BD886}"/>
                  </a:ext>
                </a:extLst>
              </p:cNvPr>
              <p:cNvSpPr/>
              <p:nvPr/>
            </p:nvSpPr>
            <p:spPr>
              <a:xfrm>
                <a:off x="1757216" y="1207816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6" name="墙_WD_13_19_Kitchen Small Window_Side1R">
                <a:extLst>
                  <a:ext uri="{FF2B5EF4-FFF2-40B4-BE49-F238E27FC236}">
                    <a16:creationId xmlns:a16="http://schemas.microsoft.com/office/drawing/2014/main" id="{41EEF4A9-0C09-B045-82F9-DB379125CBCB}"/>
                  </a:ext>
                </a:extLst>
              </p:cNvPr>
              <p:cNvSpPr/>
              <p:nvPr/>
            </p:nvSpPr>
            <p:spPr>
              <a:xfrm>
                <a:off x="1757216" y="111780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7" name="墙_WC200_DoorJamb">
                <a:extLst>
                  <a:ext uri="{FF2B5EF4-FFF2-40B4-BE49-F238E27FC236}">
                    <a16:creationId xmlns:a16="http://schemas.microsoft.com/office/drawing/2014/main" id="{635BB4F2-BD47-9DEF-C9C1-008FC82D93C2}"/>
                  </a:ext>
                </a:extLst>
              </p:cNvPr>
              <p:cNvSpPr/>
              <p:nvPr/>
            </p:nvSpPr>
            <p:spPr>
              <a:xfrm>
                <a:off x="1007747" y="3317454"/>
                <a:ext cx="34715" cy="7440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40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40"/>
                    </a:lnTo>
                    <a:lnTo>
                      <a:pt x="0" y="744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8" name="墙_WC200_DoorJamb.001">
                <a:extLst>
                  <a:ext uri="{FF2B5EF4-FFF2-40B4-BE49-F238E27FC236}">
                    <a16:creationId xmlns:a16="http://schemas.microsoft.com/office/drawing/2014/main" id="{664ECBBE-824F-D1AE-1CF8-C306AB21B3E8}"/>
                  </a:ext>
                </a:extLst>
              </p:cNvPr>
              <p:cNvSpPr/>
              <p:nvPr/>
            </p:nvSpPr>
            <p:spPr>
              <a:xfrm>
                <a:off x="1007747" y="3156270"/>
                <a:ext cx="34715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39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39"/>
                    </a:lnTo>
                    <a:lnTo>
                      <a:pt x="0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9" name="墙_DoorLeaf_WC200">
                <a:extLst>
                  <a:ext uri="{FF2B5EF4-FFF2-40B4-BE49-F238E27FC236}">
                    <a16:creationId xmlns:a16="http://schemas.microsoft.com/office/drawing/2014/main" id="{7BB084FD-DB28-3FF2-8FB6-7DEA7E3019ED}"/>
                  </a:ext>
                </a:extLst>
              </p:cNvPr>
              <p:cNvSpPr/>
              <p:nvPr/>
            </p:nvSpPr>
            <p:spPr>
              <a:xfrm>
                <a:off x="872235" y="3159295"/>
                <a:ext cx="153489" cy="30228"/>
              </a:xfrm>
              <a:custGeom>
                <a:avLst/>
                <a:gdLst/>
                <a:ahLst/>
                <a:cxnLst/>
                <a:rect l="l" t="t" r="r" b="b"/>
                <a:pathLst>
                  <a:path w="153489" h="30228">
                    <a:moveTo>
                      <a:pt x="153489" y="8828"/>
                    </a:moveTo>
                    <a:lnTo>
                      <a:pt x="1240" y="30228"/>
                    </a:lnTo>
                    <a:lnTo>
                      <a:pt x="0" y="21400"/>
                    </a:lnTo>
                    <a:lnTo>
                      <a:pt x="15224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0" name="墙_Utility_FlushAccessDoor">
                <a:extLst>
                  <a:ext uri="{FF2B5EF4-FFF2-40B4-BE49-F238E27FC236}">
                    <a16:creationId xmlns:a16="http://schemas.microsoft.com/office/drawing/2014/main" id="{767695DE-A393-03B0-727C-80FF46C05EFA}"/>
                  </a:ext>
                </a:extLst>
              </p:cNvPr>
              <p:cNvSpPr/>
              <p:nvPr/>
            </p:nvSpPr>
            <p:spPr>
              <a:xfrm>
                <a:off x="2302239" y="3212114"/>
                <a:ext cx="4463" cy="151266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151266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151266"/>
                    </a:lnTo>
                    <a:lnTo>
                      <a:pt x="0" y="15126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1" name="墙_Understair_TurnClosure_Stair_Winder_12">
                <a:extLst>
                  <a:ext uri="{FF2B5EF4-FFF2-40B4-BE49-F238E27FC236}">
                    <a16:creationId xmlns:a16="http://schemas.microsoft.com/office/drawing/2014/main" id="{A03E1C75-2B50-2559-1CAA-7FC753AC78F6}"/>
                  </a:ext>
                </a:extLst>
              </p:cNvPr>
              <p:cNvSpPr/>
              <p:nvPr/>
            </p:nvSpPr>
            <p:spPr>
              <a:xfrm>
                <a:off x="2303726" y="3085993"/>
                <a:ext cx="24797" cy="11739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17392">
                    <a:moveTo>
                      <a:pt x="24797" y="0"/>
                    </a:moveTo>
                    <a:lnTo>
                      <a:pt x="24797" y="117392"/>
                    </a:lnTo>
                    <a:lnTo>
                      <a:pt x="0" y="1173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2" name="墙_Understair_TurnClosure_Stair_Winder_13">
                <a:extLst>
                  <a:ext uri="{FF2B5EF4-FFF2-40B4-BE49-F238E27FC236}">
                    <a16:creationId xmlns:a16="http://schemas.microsoft.com/office/drawing/2014/main" id="{0CE7E101-C0A4-B9DC-BA15-C68124F26846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9342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93422">
                    <a:moveTo>
                      <a:pt x="24797" y="0"/>
                    </a:moveTo>
                    <a:lnTo>
                      <a:pt x="24797" y="193422"/>
                    </a:lnTo>
                    <a:lnTo>
                      <a:pt x="0" y="1934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3" name="墙_Understair_TurnClosure_Stair_Winder_14">
                <a:extLst>
                  <a:ext uri="{FF2B5EF4-FFF2-40B4-BE49-F238E27FC236}">
                    <a16:creationId xmlns:a16="http://schemas.microsoft.com/office/drawing/2014/main" id="{C6D2D993-8629-0C5B-92E5-25E00FE05A4A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86156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86156">
                    <a:moveTo>
                      <a:pt x="24797" y="0"/>
                    </a:moveTo>
                    <a:lnTo>
                      <a:pt x="24797" y="186156"/>
                    </a:lnTo>
                    <a:lnTo>
                      <a:pt x="0" y="18615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4" name="墙_V11_Continuous_Stair_Side">
                <a:extLst>
                  <a:ext uri="{FF2B5EF4-FFF2-40B4-BE49-F238E27FC236}">
                    <a16:creationId xmlns:a16="http://schemas.microsoft.com/office/drawing/2014/main" id="{4A53C7A8-B71B-9872-346F-CEB9F0F66AC1}"/>
                  </a:ext>
                </a:extLst>
              </p:cNvPr>
              <p:cNvSpPr/>
              <p:nvPr/>
            </p:nvSpPr>
            <p:spPr>
              <a:xfrm>
                <a:off x="2303726" y="3203385"/>
                <a:ext cx="25293" cy="323263"/>
              </a:xfrm>
              <a:custGeom>
                <a:avLst/>
                <a:gdLst/>
                <a:ahLst/>
                <a:cxnLst/>
                <a:rect l="l" t="t" r="r" b="b"/>
                <a:pathLst>
                  <a:path w="25293" h="323263">
                    <a:moveTo>
                      <a:pt x="25293" y="323263"/>
                    </a:moveTo>
                    <a:lnTo>
                      <a:pt x="25293" y="160739"/>
                    </a:lnTo>
                    <a:lnTo>
                      <a:pt x="0" y="160739"/>
                    </a:lnTo>
                    <a:lnTo>
                      <a:pt x="0" y="323263"/>
                    </a:lnTo>
                    <a:close/>
                    <a:moveTo>
                      <a:pt x="25293" y="0"/>
                    </a:moveTo>
                    <a:lnTo>
                      <a:pt x="25293" y="7985"/>
                    </a:lnTo>
                    <a:lnTo>
                      <a:pt x="0" y="79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5" name="墙_V11_Winder_Side_Transition">
                <a:extLst>
                  <a:ext uri="{FF2B5EF4-FFF2-40B4-BE49-F238E27FC236}">
                    <a16:creationId xmlns:a16="http://schemas.microsoft.com/office/drawing/2014/main" id="{88DC4D8D-D847-B9A8-69C0-536927CDC144}"/>
                  </a:ext>
                </a:extLst>
              </p:cNvPr>
              <p:cNvSpPr/>
              <p:nvPr/>
            </p:nvSpPr>
            <p:spPr>
              <a:xfrm>
                <a:off x="2303726" y="3174570"/>
                <a:ext cx="24797" cy="2926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29262">
                    <a:moveTo>
                      <a:pt x="24797" y="0"/>
                    </a:moveTo>
                    <a:lnTo>
                      <a:pt x="24797" y="29262"/>
                    </a:lnTo>
                    <a:lnTo>
                      <a:pt x="0" y="292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6" name="墙_V11_Passage_Right_Jamb_Closure">
                <a:extLst>
                  <a:ext uri="{FF2B5EF4-FFF2-40B4-BE49-F238E27FC236}">
                    <a16:creationId xmlns:a16="http://schemas.microsoft.com/office/drawing/2014/main" id="{A4CE3349-25BF-9623-906E-EDF58CD0D9F7}"/>
                  </a:ext>
                </a:extLst>
              </p:cNvPr>
              <p:cNvSpPr/>
              <p:nvPr/>
            </p:nvSpPr>
            <p:spPr>
              <a:xfrm>
                <a:off x="2303726" y="3002474"/>
                <a:ext cx="10415" cy="45628"/>
              </a:xfrm>
              <a:custGeom>
                <a:avLst/>
                <a:gdLst/>
                <a:ahLst/>
                <a:cxnLst/>
                <a:rect l="l" t="t" r="r" b="b"/>
                <a:pathLst>
                  <a:path w="10415" h="45628">
                    <a:moveTo>
                      <a:pt x="10415" y="0"/>
                    </a:moveTo>
                    <a:lnTo>
                      <a:pt x="10415" y="45628"/>
                    </a:lnTo>
                    <a:lnTo>
                      <a:pt x="0" y="456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7" name="墙_V13_Lounge_FrenchLeaf-1L">
                <a:extLst>
                  <a:ext uri="{FF2B5EF4-FFF2-40B4-BE49-F238E27FC236}">
                    <a16:creationId xmlns:a16="http://schemas.microsoft.com/office/drawing/2014/main" id="{CBEE8835-1110-2C86-4DBF-8008E87F61D0}"/>
                  </a:ext>
                </a:extLst>
              </p:cNvPr>
              <p:cNvSpPr/>
              <p:nvPr/>
            </p:nvSpPr>
            <p:spPr>
              <a:xfrm>
                <a:off x="1657782" y="3013980"/>
                <a:ext cx="20061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4">
                    <a:moveTo>
                      <a:pt x="3968" y="16144"/>
                    </a:moveTo>
                    <a:lnTo>
                      <a:pt x="0" y="9300"/>
                    </a:lnTo>
                    <a:lnTo>
                      <a:pt x="16118" y="0"/>
                    </a:lnTo>
                    <a:lnTo>
                      <a:pt x="20061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8" name="墙_V13_Lounge_FrenchLeaf-1R">
                <a:extLst>
                  <a:ext uri="{FF2B5EF4-FFF2-40B4-BE49-F238E27FC236}">
                    <a16:creationId xmlns:a16="http://schemas.microsoft.com/office/drawing/2014/main" id="{F6C98DD5-D196-E3B9-1036-144F6DAE2FBD}"/>
                  </a:ext>
                </a:extLst>
              </p:cNvPr>
              <p:cNvSpPr/>
              <p:nvPr/>
            </p:nvSpPr>
            <p:spPr>
              <a:xfrm>
                <a:off x="1594428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2" y="16143"/>
                    </a:moveTo>
                    <a:lnTo>
                      <a:pt x="0" y="9299"/>
                    </a:lnTo>
                    <a:lnTo>
                      <a:pt x="16092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9" name="墙_V13_Lounge_FrenchLeaf1L">
                <a:extLst>
                  <a:ext uri="{FF2B5EF4-FFF2-40B4-BE49-F238E27FC236}">
                    <a16:creationId xmlns:a16="http://schemas.microsoft.com/office/drawing/2014/main" id="{88C4E636-14A6-A75C-D3EC-E33CE2AE05E5}"/>
                  </a:ext>
                </a:extLst>
              </p:cNvPr>
              <p:cNvSpPr/>
              <p:nvPr/>
            </p:nvSpPr>
            <p:spPr>
              <a:xfrm>
                <a:off x="1454824" y="2904201"/>
                <a:ext cx="20061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3">
                    <a:moveTo>
                      <a:pt x="20061" y="9299"/>
                    </a:moveTo>
                    <a:lnTo>
                      <a:pt x="16118" y="16143"/>
                    </a:lnTo>
                    <a:lnTo>
                      <a:pt x="0" y="6844"/>
                    </a:lnTo>
                    <a:lnTo>
                      <a:pt x="396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0" name="墙_V13_Lounge_FrenchLeaf1R">
                <a:extLst>
                  <a:ext uri="{FF2B5EF4-FFF2-40B4-BE49-F238E27FC236}">
                    <a16:creationId xmlns:a16="http://schemas.microsoft.com/office/drawing/2014/main" id="{E799A0DD-72F0-E36E-9E4D-2A9468251C5D}"/>
                  </a:ext>
                </a:extLst>
              </p:cNvPr>
              <p:cNvSpPr/>
              <p:nvPr/>
            </p:nvSpPr>
            <p:spPr>
              <a:xfrm>
                <a:off x="1391470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1" name="墙_V13_Lounge_OuterL">
                <a:extLst>
                  <a:ext uri="{FF2B5EF4-FFF2-40B4-BE49-F238E27FC236}">
                    <a16:creationId xmlns:a16="http://schemas.microsoft.com/office/drawing/2014/main" id="{0507861C-46B0-23CD-F158-845AFB11AB90}"/>
                  </a:ext>
                </a:extLst>
              </p:cNvPr>
              <p:cNvSpPr/>
              <p:nvPr/>
            </p:nvSpPr>
            <p:spPr>
              <a:xfrm>
                <a:off x="1669808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2" name="墙_V13_Lounge_OuterR">
                <a:extLst>
                  <a:ext uri="{FF2B5EF4-FFF2-40B4-BE49-F238E27FC236}">
                    <a16:creationId xmlns:a16="http://schemas.microsoft.com/office/drawing/2014/main" id="{A287E7AA-2A38-D858-4517-75260AED1527}"/>
                  </a:ext>
                </a:extLst>
              </p:cNvPr>
              <p:cNvSpPr/>
              <p:nvPr/>
            </p:nvSpPr>
            <p:spPr>
              <a:xfrm>
                <a:off x="1385023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3" name="墙_V13_Utility_FrenchLeaf-1L">
                <a:extLst>
                  <a:ext uri="{FF2B5EF4-FFF2-40B4-BE49-F238E27FC236}">
                    <a16:creationId xmlns:a16="http://schemas.microsoft.com/office/drawing/2014/main" id="{2A51B9EB-386C-9EB8-A25A-B6B17A35B6D5}"/>
                  </a:ext>
                </a:extLst>
              </p:cNvPr>
              <p:cNvSpPr/>
              <p:nvPr/>
            </p:nvSpPr>
            <p:spPr>
              <a:xfrm>
                <a:off x="872979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3967" y="16144"/>
                    </a:moveTo>
                    <a:lnTo>
                      <a:pt x="0" y="9300"/>
                    </a:lnTo>
                    <a:lnTo>
                      <a:pt x="16117" y="0"/>
                    </a:lnTo>
                    <a:lnTo>
                      <a:pt x="20060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4" name="墙_V13_Utility_FrenchLeaf-1R">
                <a:extLst>
                  <a:ext uri="{FF2B5EF4-FFF2-40B4-BE49-F238E27FC236}">
                    <a16:creationId xmlns:a16="http://schemas.microsoft.com/office/drawing/2014/main" id="{8ED825F5-6315-BE09-F1DD-E74160CCAE36}"/>
                  </a:ext>
                </a:extLst>
              </p:cNvPr>
              <p:cNvSpPr/>
              <p:nvPr/>
            </p:nvSpPr>
            <p:spPr>
              <a:xfrm>
                <a:off x="809624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3" y="16143"/>
                    </a:moveTo>
                    <a:lnTo>
                      <a:pt x="0" y="9299"/>
                    </a:lnTo>
                    <a:lnTo>
                      <a:pt x="16093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5" name="墙_V13_Utility_FrenchLeaf1L">
                <a:extLst>
                  <a:ext uri="{FF2B5EF4-FFF2-40B4-BE49-F238E27FC236}">
                    <a16:creationId xmlns:a16="http://schemas.microsoft.com/office/drawing/2014/main" id="{0B664272-1A8A-8D0E-88E2-94A497516B50}"/>
                  </a:ext>
                </a:extLst>
              </p:cNvPr>
              <p:cNvSpPr/>
              <p:nvPr/>
            </p:nvSpPr>
            <p:spPr>
              <a:xfrm>
                <a:off x="670021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20060" y="9299"/>
                    </a:moveTo>
                    <a:lnTo>
                      <a:pt x="16117" y="16143"/>
                    </a:lnTo>
                    <a:lnTo>
                      <a:pt x="0" y="6844"/>
                    </a:lnTo>
                    <a:lnTo>
                      <a:pt x="396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6" name="墙_V13_Utility_FrenchLeaf1R">
                <a:extLst>
                  <a:ext uri="{FF2B5EF4-FFF2-40B4-BE49-F238E27FC236}">
                    <a16:creationId xmlns:a16="http://schemas.microsoft.com/office/drawing/2014/main" id="{FAC57386-327F-B5ED-3587-50EF8F7A07AE}"/>
                  </a:ext>
                </a:extLst>
              </p:cNvPr>
              <p:cNvSpPr/>
              <p:nvPr/>
            </p:nvSpPr>
            <p:spPr>
              <a:xfrm>
                <a:off x="606666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7" name="墙_V13_Utility_OuterL">
                <a:extLst>
                  <a:ext uri="{FF2B5EF4-FFF2-40B4-BE49-F238E27FC236}">
                    <a16:creationId xmlns:a16="http://schemas.microsoft.com/office/drawing/2014/main" id="{0B649432-5537-E3D2-17BB-EF8EA50D5262}"/>
                  </a:ext>
                </a:extLst>
              </p:cNvPr>
              <p:cNvSpPr/>
              <p:nvPr/>
            </p:nvSpPr>
            <p:spPr>
              <a:xfrm>
                <a:off x="885005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8" name="墙_V13_Utility_OuterR">
                <a:extLst>
                  <a:ext uri="{FF2B5EF4-FFF2-40B4-BE49-F238E27FC236}">
                    <a16:creationId xmlns:a16="http://schemas.microsoft.com/office/drawing/2014/main" id="{6A4A3B62-B6CA-C773-03BD-A29B95E38C3A}"/>
                  </a:ext>
                </a:extLst>
              </p:cNvPr>
              <p:cNvSpPr/>
              <p:nvPr/>
            </p:nvSpPr>
            <p:spPr>
              <a:xfrm>
                <a:off x="601087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9" name="墙_V13_KitchenSide_FrenchLeaf-1L">
                <a:extLst>
                  <a:ext uri="{FF2B5EF4-FFF2-40B4-BE49-F238E27FC236}">
                    <a16:creationId xmlns:a16="http://schemas.microsoft.com/office/drawing/2014/main" id="{51A42284-5489-8A1E-F3D9-C8E7522A44A1}"/>
                  </a:ext>
                </a:extLst>
              </p:cNvPr>
              <p:cNvSpPr/>
              <p:nvPr/>
            </p:nvSpPr>
            <p:spPr>
              <a:xfrm>
                <a:off x="1723393" y="2495510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18622" y="16119"/>
                    </a:moveTo>
                    <a:lnTo>
                      <a:pt x="9299" y="21500"/>
                    </a:lnTo>
                    <a:lnTo>
                      <a:pt x="0" y="5406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" name="墙_V13_KitchenSide_FrenchLeaf-1R">
                <a:extLst>
                  <a:ext uri="{FF2B5EF4-FFF2-40B4-BE49-F238E27FC236}">
                    <a16:creationId xmlns:a16="http://schemas.microsoft.com/office/drawing/2014/main" id="{03E9288A-5660-635F-A07D-E8D8BC6EA8B8}"/>
                  </a:ext>
                </a:extLst>
              </p:cNvPr>
              <p:cNvSpPr/>
              <p:nvPr/>
            </p:nvSpPr>
            <p:spPr>
              <a:xfrm>
                <a:off x="1573797" y="2581906"/>
                <a:ext cx="18622" cy="21474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74">
                    <a:moveTo>
                      <a:pt x="18622" y="16093"/>
                    </a:moveTo>
                    <a:lnTo>
                      <a:pt x="9299" y="21474"/>
                    </a:lnTo>
                    <a:lnTo>
                      <a:pt x="0" y="5381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1" name="墙_V13_KitchenSide_FrenchLeaf1L">
                <a:extLst>
                  <a:ext uri="{FF2B5EF4-FFF2-40B4-BE49-F238E27FC236}">
                    <a16:creationId xmlns:a16="http://schemas.microsoft.com/office/drawing/2014/main" id="{0D73072E-0227-51DB-8926-AD392C396696}"/>
                  </a:ext>
                </a:extLst>
              </p:cNvPr>
              <p:cNvSpPr/>
              <p:nvPr/>
            </p:nvSpPr>
            <p:spPr>
              <a:xfrm>
                <a:off x="1573797" y="2771806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500"/>
                    </a:lnTo>
                    <a:lnTo>
                      <a:pt x="0" y="160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2" name="墙_V13_KitchenSide_FrenchLeaf1R">
                <a:extLst>
                  <a:ext uri="{FF2B5EF4-FFF2-40B4-BE49-F238E27FC236}">
                    <a16:creationId xmlns:a16="http://schemas.microsoft.com/office/drawing/2014/main" id="{05ABA440-0D2B-BAE1-9C8A-65360A022679}"/>
                  </a:ext>
                </a:extLst>
              </p:cNvPr>
              <p:cNvSpPr/>
              <p:nvPr/>
            </p:nvSpPr>
            <p:spPr>
              <a:xfrm>
                <a:off x="1723393" y="2858177"/>
                <a:ext cx="18622" cy="21499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99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499"/>
                    </a:lnTo>
                    <a:lnTo>
                      <a:pt x="0" y="16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3" name="墙_V13_KitchenSide_OuterL">
                <a:extLst>
                  <a:ext uri="{FF2B5EF4-FFF2-40B4-BE49-F238E27FC236}">
                    <a16:creationId xmlns:a16="http://schemas.microsoft.com/office/drawing/2014/main" id="{6E655BA2-A2A6-5CD5-093A-8E82505F6C44}"/>
                  </a:ext>
                </a:extLst>
              </p:cNvPr>
              <p:cNvSpPr/>
              <p:nvPr/>
            </p:nvSpPr>
            <p:spPr>
              <a:xfrm>
                <a:off x="1736039" y="2484128"/>
                <a:ext cx="19937" cy="19442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2">
                    <a:moveTo>
                      <a:pt x="19937" y="0"/>
                    </a:moveTo>
                    <a:lnTo>
                      <a:pt x="19937" y="19442"/>
                    </a:lnTo>
                    <a:lnTo>
                      <a:pt x="0" y="194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4" name="墙_V13_KitchenSide_OuterR">
                <a:extLst>
                  <a:ext uri="{FF2B5EF4-FFF2-40B4-BE49-F238E27FC236}">
                    <a16:creationId xmlns:a16="http://schemas.microsoft.com/office/drawing/2014/main" id="{08ECE110-4EB1-83F0-4A9D-E1005F0830B1}"/>
                  </a:ext>
                </a:extLst>
              </p:cNvPr>
              <p:cNvSpPr/>
              <p:nvPr/>
            </p:nvSpPr>
            <p:spPr>
              <a:xfrm>
                <a:off x="1736039" y="2871617"/>
                <a:ext cx="19937" cy="19441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1">
                    <a:moveTo>
                      <a:pt x="19937" y="0"/>
                    </a:moveTo>
                    <a:lnTo>
                      <a:pt x="19937" y="19441"/>
                    </a:lnTo>
                    <a:lnTo>
                      <a:pt x="0" y="194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5" name="墙_SP_OuterFrame">
                <a:extLst>
                  <a:ext uri="{FF2B5EF4-FFF2-40B4-BE49-F238E27FC236}">
                    <a16:creationId xmlns:a16="http://schemas.microsoft.com/office/drawing/2014/main" id="{388245DE-1398-003B-5F84-DF28D231BB85}"/>
                  </a:ext>
                </a:extLst>
              </p:cNvPr>
              <p:cNvSpPr/>
              <p:nvPr/>
            </p:nvSpPr>
            <p:spPr>
              <a:xfrm>
                <a:off x="489380" y="3025536"/>
                <a:ext cx="520722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520722" h="18598">
                    <a:moveTo>
                      <a:pt x="111484" y="99"/>
                    </a:moveTo>
                    <a:lnTo>
                      <a:pt x="111211" y="0"/>
                    </a:lnTo>
                    <a:lnTo>
                      <a:pt x="99309" y="0"/>
                    </a:lnTo>
                    <a:lnTo>
                      <a:pt x="98962" y="75"/>
                    </a:lnTo>
                    <a:lnTo>
                      <a:pt x="98639" y="223"/>
                    </a:lnTo>
                    <a:lnTo>
                      <a:pt x="95267" y="2753"/>
                    </a:lnTo>
                    <a:lnTo>
                      <a:pt x="95069" y="3025"/>
                    </a:lnTo>
                    <a:lnTo>
                      <a:pt x="94970" y="3348"/>
                    </a:lnTo>
                    <a:lnTo>
                      <a:pt x="94970" y="4588"/>
                    </a:lnTo>
                    <a:lnTo>
                      <a:pt x="95069" y="4860"/>
                    </a:lnTo>
                    <a:lnTo>
                      <a:pt x="95341" y="4960"/>
                    </a:lnTo>
                    <a:lnTo>
                      <a:pt x="97573" y="4960"/>
                    </a:lnTo>
                    <a:lnTo>
                      <a:pt x="97846" y="5059"/>
                    </a:lnTo>
                    <a:lnTo>
                      <a:pt x="97945" y="5332"/>
                    </a:lnTo>
                    <a:lnTo>
                      <a:pt x="97945" y="18226"/>
                    </a:lnTo>
                    <a:lnTo>
                      <a:pt x="98044" y="18499"/>
                    </a:lnTo>
                    <a:lnTo>
                      <a:pt x="98317" y="18598"/>
                    </a:lnTo>
                    <a:lnTo>
                      <a:pt x="111211" y="18598"/>
                    </a:lnTo>
                    <a:lnTo>
                      <a:pt x="111484" y="18499"/>
                    </a:lnTo>
                    <a:lnTo>
                      <a:pt x="111583" y="18226"/>
                    </a:lnTo>
                    <a:lnTo>
                      <a:pt x="111583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274" y="0"/>
                    </a:lnTo>
                    <a:lnTo>
                      <a:pt x="12621" y="75"/>
                    </a:lnTo>
                    <a:lnTo>
                      <a:pt x="12943" y="223"/>
                    </a:lnTo>
                    <a:lnTo>
                      <a:pt x="16316" y="2753"/>
                    </a:lnTo>
                    <a:lnTo>
                      <a:pt x="16514" y="3025"/>
                    </a:lnTo>
                    <a:lnTo>
                      <a:pt x="16613" y="3348"/>
                    </a:lnTo>
                    <a:lnTo>
                      <a:pt x="16613" y="4588"/>
                    </a:lnTo>
                    <a:lnTo>
                      <a:pt x="16514" y="4860"/>
                    </a:lnTo>
                    <a:lnTo>
                      <a:pt x="16241" y="4960"/>
                    </a:lnTo>
                    <a:lnTo>
                      <a:pt x="14010" y="4960"/>
                    </a:lnTo>
                    <a:lnTo>
                      <a:pt x="13737" y="5059"/>
                    </a:lnTo>
                    <a:lnTo>
                      <a:pt x="13638" y="5332"/>
                    </a:lnTo>
                    <a:lnTo>
                      <a:pt x="13638" y="18226"/>
                    </a:lnTo>
                    <a:lnTo>
                      <a:pt x="13538" y="18499"/>
                    </a:lnTo>
                    <a:lnTo>
                      <a:pt x="13266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close/>
                    <a:moveTo>
                      <a:pt x="520623" y="99"/>
                    </a:moveTo>
                    <a:lnTo>
                      <a:pt x="520350" y="0"/>
                    </a:lnTo>
                    <a:lnTo>
                      <a:pt x="508448" y="0"/>
                    </a:lnTo>
                    <a:lnTo>
                      <a:pt x="508101" y="75"/>
                    </a:lnTo>
                    <a:lnTo>
                      <a:pt x="507779" y="223"/>
                    </a:lnTo>
                    <a:lnTo>
                      <a:pt x="504406" y="2753"/>
                    </a:lnTo>
                    <a:lnTo>
                      <a:pt x="504208" y="3025"/>
                    </a:lnTo>
                    <a:lnTo>
                      <a:pt x="504109" y="3348"/>
                    </a:lnTo>
                    <a:lnTo>
                      <a:pt x="504109" y="4588"/>
                    </a:lnTo>
                    <a:lnTo>
                      <a:pt x="504208" y="4860"/>
                    </a:lnTo>
                    <a:lnTo>
                      <a:pt x="504481" y="4960"/>
                    </a:lnTo>
                    <a:lnTo>
                      <a:pt x="506712" y="4960"/>
                    </a:lnTo>
                    <a:lnTo>
                      <a:pt x="506985" y="5059"/>
                    </a:lnTo>
                    <a:lnTo>
                      <a:pt x="507084" y="5332"/>
                    </a:lnTo>
                    <a:lnTo>
                      <a:pt x="507084" y="18226"/>
                    </a:lnTo>
                    <a:lnTo>
                      <a:pt x="507184" y="18499"/>
                    </a:lnTo>
                    <a:lnTo>
                      <a:pt x="507456" y="18598"/>
                    </a:lnTo>
                    <a:lnTo>
                      <a:pt x="520350" y="18598"/>
                    </a:lnTo>
                    <a:lnTo>
                      <a:pt x="520623" y="18499"/>
                    </a:lnTo>
                    <a:lnTo>
                      <a:pt x="520722" y="18226"/>
                    </a:lnTo>
                    <a:lnTo>
                      <a:pt x="520722" y="372"/>
                    </a:lnTo>
                    <a:close/>
                    <a:moveTo>
                      <a:pt x="409238" y="99"/>
                    </a:moveTo>
                    <a:lnTo>
                      <a:pt x="409511" y="0"/>
                    </a:lnTo>
                    <a:lnTo>
                      <a:pt x="421413" y="0"/>
                    </a:lnTo>
                    <a:lnTo>
                      <a:pt x="421760" y="75"/>
                    </a:lnTo>
                    <a:lnTo>
                      <a:pt x="422083" y="223"/>
                    </a:lnTo>
                    <a:lnTo>
                      <a:pt x="425455" y="2753"/>
                    </a:lnTo>
                    <a:lnTo>
                      <a:pt x="425653" y="3025"/>
                    </a:lnTo>
                    <a:lnTo>
                      <a:pt x="425752" y="3348"/>
                    </a:lnTo>
                    <a:lnTo>
                      <a:pt x="425752" y="4588"/>
                    </a:lnTo>
                    <a:lnTo>
                      <a:pt x="425653" y="4860"/>
                    </a:lnTo>
                    <a:lnTo>
                      <a:pt x="425381" y="4960"/>
                    </a:lnTo>
                    <a:lnTo>
                      <a:pt x="423149" y="4960"/>
                    </a:lnTo>
                    <a:lnTo>
                      <a:pt x="422876" y="5059"/>
                    </a:lnTo>
                    <a:lnTo>
                      <a:pt x="422777" y="5332"/>
                    </a:lnTo>
                    <a:lnTo>
                      <a:pt x="422777" y="18226"/>
                    </a:lnTo>
                    <a:lnTo>
                      <a:pt x="422678" y="18499"/>
                    </a:lnTo>
                    <a:lnTo>
                      <a:pt x="422405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6" name="墙_SP_Transom">
                <a:extLst>
                  <a:ext uri="{FF2B5EF4-FFF2-40B4-BE49-F238E27FC236}">
                    <a16:creationId xmlns:a16="http://schemas.microsoft.com/office/drawing/2014/main" id="{9877F1F9-4FD0-123E-5926-508A91A725D6}"/>
                  </a:ext>
                </a:extLst>
              </p:cNvPr>
              <p:cNvSpPr/>
              <p:nvPr/>
            </p:nvSpPr>
            <p:spPr>
              <a:xfrm>
                <a:off x="503018" y="3025536"/>
                <a:ext cx="493446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493446" h="18598">
                    <a:moveTo>
                      <a:pt x="84208" y="124"/>
                    </a:moveTo>
                    <a:lnTo>
                      <a:pt x="84307" y="372"/>
                    </a:lnTo>
                    <a:lnTo>
                      <a:pt x="84307" y="18226"/>
                    </a:lnTo>
                    <a:lnTo>
                      <a:pt x="84208" y="18499"/>
                    </a:lnTo>
                    <a:lnTo>
                      <a:pt x="83935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lnTo>
                      <a:pt x="99" y="124"/>
                    </a:lnTo>
                    <a:lnTo>
                      <a:pt x="372" y="0"/>
                    </a:lnTo>
                    <a:lnTo>
                      <a:pt x="83935" y="0"/>
                    </a:lnTo>
                    <a:close/>
                    <a:moveTo>
                      <a:pt x="493347" y="124"/>
                    </a:moveTo>
                    <a:lnTo>
                      <a:pt x="493446" y="372"/>
                    </a:lnTo>
                    <a:lnTo>
                      <a:pt x="493446" y="18226"/>
                    </a:lnTo>
                    <a:lnTo>
                      <a:pt x="493347" y="18499"/>
                    </a:lnTo>
                    <a:lnTo>
                      <a:pt x="493074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lnTo>
                      <a:pt x="409238" y="124"/>
                    </a:lnTo>
                    <a:lnTo>
                      <a:pt x="409511" y="0"/>
                    </a:lnTo>
                    <a:lnTo>
                      <a:pt x="49307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7" name="墙_V15_Fixed_Acoustic_Wall">
                <a:extLst>
                  <a:ext uri="{FF2B5EF4-FFF2-40B4-BE49-F238E27FC236}">
                    <a16:creationId xmlns:a16="http://schemas.microsoft.com/office/drawing/2014/main" id="{1D0B5870-81FA-F4C0-B868-FCCF678A737E}"/>
                  </a:ext>
                </a:extLst>
              </p:cNvPr>
              <p:cNvSpPr/>
              <p:nvPr/>
            </p:nvSpPr>
            <p:spPr>
              <a:xfrm>
                <a:off x="1317577" y="3083315"/>
                <a:ext cx="11406" cy="628522"/>
              </a:xfrm>
              <a:custGeom>
                <a:avLst/>
                <a:gdLst/>
                <a:ahLst/>
                <a:cxnLst/>
                <a:rect l="l" t="t" r="r" b="b"/>
                <a:pathLst>
                  <a:path w="11406" h="628522">
                    <a:moveTo>
                      <a:pt x="11356" y="49"/>
                    </a:moveTo>
                    <a:lnTo>
                      <a:pt x="11406" y="149"/>
                    </a:lnTo>
                    <a:lnTo>
                      <a:pt x="11406" y="5802"/>
                    </a:lnTo>
                    <a:lnTo>
                      <a:pt x="11356" y="5902"/>
                    </a:lnTo>
                    <a:lnTo>
                      <a:pt x="11257" y="5951"/>
                    </a:lnTo>
                    <a:lnTo>
                      <a:pt x="7091" y="5951"/>
                    </a:lnTo>
                    <a:lnTo>
                      <a:pt x="6992" y="5902"/>
                    </a:lnTo>
                    <a:lnTo>
                      <a:pt x="6943" y="5802"/>
                    </a:lnTo>
                    <a:lnTo>
                      <a:pt x="6943" y="149"/>
                    </a:lnTo>
                    <a:lnTo>
                      <a:pt x="6992" y="49"/>
                    </a:lnTo>
                    <a:lnTo>
                      <a:pt x="7091" y="0"/>
                    </a:lnTo>
                    <a:lnTo>
                      <a:pt x="11257" y="0"/>
                    </a:lnTo>
                    <a:close/>
                    <a:moveTo>
                      <a:pt x="11356" y="8977"/>
                    </a:moveTo>
                    <a:lnTo>
                      <a:pt x="11406" y="9076"/>
                    </a:lnTo>
                    <a:lnTo>
                      <a:pt x="11406" y="15721"/>
                    </a:lnTo>
                    <a:lnTo>
                      <a:pt x="11356" y="15821"/>
                    </a:lnTo>
                    <a:lnTo>
                      <a:pt x="11257" y="15870"/>
                    </a:lnTo>
                    <a:lnTo>
                      <a:pt x="7091" y="15870"/>
                    </a:lnTo>
                    <a:lnTo>
                      <a:pt x="6992" y="15821"/>
                    </a:lnTo>
                    <a:lnTo>
                      <a:pt x="6943" y="15721"/>
                    </a:lnTo>
                    <a:lnTo>
                      <a:pt x="6943" y="9076"/>
                    </a:lnTo>
                    <a:lnTo>
                      <a:pt x="6992" y="8977"/>
                    </a:lnTo>
                    <a:lnTo>
                      <a:pt x="7091" y="8927"/>
                    </a:lnTo>
                    <a:lnTo>
                      <a:pt x="11257" y="8927"/>
                    </a:lnTo>
                    <a:close/>
                    <a:moveTo>
                      <a:pt x="11356" y="18896"/>
                    </a:moveTo>
                    <a:lnTo>
                      <a:pt x="11406" y="18995"/>
                    </a:lnTo>
                    <a:lnTo>
                      <a:pt x="11406" y="25641"/>
                    </a:lnTo>
                    <a:lnTo>
                      <a:pt x="11356" y="25740"/>
                    </a:lnTo>
                    <a:lnTo>
                      <a:pt x="11257" y="25789"/>
                    </a:lnTo>
                    <a:lnTo>
                      <a:pt x="7091" y="25789"/>
                    </a:lnTo>
                    <a:lnTo>
                      <a:pt x="6992" y="25740"/>
                    </a:lnTo>
                    <a:lnTo>
                      <a:pt x="6943" y="25641"/>
                    </a:lnTo>
                    <a:lnTo>
                      <a:pt x="6943" y="18995"/>
                    </a:lnTo>
                    <a:lnTo>
                      <a:pt x="6992" y="18896"/>
                    </a:lnTo>
                    <a:lnTo>
                      <a:pt x="7091" y="18846"/>
                    </a:lnTo>
                    <a:lnTo>
                      <a:pt x="11257" y="18846"/>
                    </a:lnTo>
                    <a:close/>
                    <a:moveTo>
                      <a:pt x="11356" y="28815"/>
                    </a:moveTo>
                    <a:lnTo>
                      <a:pt x="11406" y="28914"/>
                    </a:lnTo>
                    <a:lnTo>
                      <a:pt x="11406" y="35560"/>
                    </a:lnTo>
                    <a:lnTo>
                      <a:pt x="11356" y="35659"/>
                    </a:lnTo>
                    <a:lnTo>
                      <a:pt x="11257" y="35708"/>
                    </a:lnTo>
                    <a:lnTo>
                      <a:pt x="7091" y="35708"/>
                    </a:lnTo>
                    <a:lnTo>
                      <a:pt x="6992" y="35659"/>
                    </a:lnTo>
                    <a:lnTo>
                      <a:pt x="6943" y="35560"/>
                    </a:lnTo>
                    <a:lnTo>
                      <a:pt x="6943" y="28914"/>
                    </a:lnTo>
                    <a:lnTo>
                      <a:pt x="6992" y="28815"/>
                    </a:lnTo>
                    <a:lnTo>
                      <a:pt x="7091" y="28765"/>
                    </a:lnTo>
                    <a:lnTo>
                      <a:pt x="11257" y="28765"/>
                    </a:lnTo>
                    <a:close/>
                    <a:moveTo>
                      <a:pt x="11356" y="38734"/>
                    </a:moveTo>
                    <a:lnTo>
                      <a:pt x="11406" y="38833"/>
                    </a:lnTo>
                    <a:lnTo>
                      <a:pt x="11406" y="45479"/>
                    </a:lnTo>
                    <a:lnTo>
                      <a:pt x="11356" y="45578"/>
                    </a:lnTo>
                    <a:lnTo>
                      <a:pt x="11257" y="45627"/>
                    </a:lnTo>
                    <a:lnTo>
                      <a:pt x="7091" y="45627"/>
                    </a:lnTo>
                    <a:lnTo>
                      <a:pt x="6992" y="45578"/>
                    </a:lnTo>
                    <a:lnTo>
                      <a:pt x="6943" y="45479"/>
                    </a:lnTo>
                    <a:lnTo>
                      <a:pt x="6943" y="38833"/>
                    </a:lnTo>
                    <a:lnTo>
                      <a:pt x="6992" y="38734"/>
                    </a:lnTo>
                    <a:lnTo>
                      <a:pt x="7091" y="38684"/>
                    </a:lnTo>
                    <a:lnTo>
                      <a:pt x="11257" y="38684"/>
                    </a:lnTo>
                    <a:close/>
                    <a:moveTo>
                      <a:pt x="11356" y="48653"/>
                    </a:moveTo>
                    <a:lnTo>
                      <a:pt x="11406" y="48752"/>
                    </a:lnTo>
                    <a:lnTo>
                      <a:pt x="11406" y="55398"/>
                    </a:lnTo>
                    <a:lnTo>
                      <a:pt x="11356" y="55497"/>
                    </a:lnTo>
                    <a:lnTo>
                      <a:pt x="11257" y="55547"/>
                    </a:lnTo>
                    <a:lnTo>
                      <a:pt x="7091" y="55547"/>
                    </a:lnTo>
                    <a:lnTo>
                      <a:pt x="6992" y="55497"/>
                    </a:lnTo>
                    <a:lnTo>
                      <a:pt x="6943" y="55398"/>
                    </a:lnTo>
                    <a:lnTo>
                      <a:pt x="6943" y="48752"/>
                    </a:lnTo>
                    <a:lnTo>
                      <a:pt x="6992" y="48653"/>
                    </a:lnTo>
                    <a:lnTo>
                      <a:pt x="7091" y="48603"/>
                    </a:lnTo>
                    <a:lnTo>
                      <a:pt x="11257" y="48603"/>
                    </a:lnTo>
                    <a:close/>
                    <a:moveTo>
                      <a:pt x="11356" y="58572"/>
                    </a:moveTo>
                    <a:lnTo>
                      <a:pt x="11406" y="58671"/>
                    </a:lnTo>
                    <a:lnTo>
                      <a:pt x="11406" y="65317"/>
                    </a:lnTo>
                    <a:lnTo>
                      <a:pt x="11356" y="65416"/>
                    </a:lnTo>
                    <a:lnTo>
                      <a:pt x="11257" y="65466"/>
                    </a:lnTo>
                    <a:lnTo>
                      <a:pt x="7091" y="65466"/>
                    </a:lnTo>
                    <a:lnTo>
                      <a:pt x="6992" y="65416"/>
                    </a:lnTo>
                    <a:lnTo>
                      <a:pt x="6943" y="65317"/>
                    </a:lnTo>
                    <a:lnTo>
                      <a:pt x="6943" y="58671"/>
                    </a:lnTo>
                    <a:lnTo>
                      <a:pt x="6992" y="58572"/>
                    </a:lnTo>
                    <a:lnTo>
                      <a:pt x="7091" y="58522"/>
                    </a:lnTo>
                    <a:lnTo>
                      <a:pt x="11257" y="58522"/>
                    </a:lnTo>
                    <a:close/>
                    <a:moveTo>
                      <a:pt x="11356" y="68491"/>
                    </a:moveTo>
                    <a:lnTo>
                      <a:pt x="11406" y="68590"/>
                    </a:lnTo>
                    <a:lnTo>
                      <a:pt x="11406" y="75236"/>
                    </a:lnTo>
                    <a:lnTo>
                      <a:pt x="11356" y="75335"/>
                    </a:lnTo>
                    <a:lnTo>
                      <a:pt x="11257" y="75385"/>
                    </a:lnTo>
                    <a:lnTo>
                      <a:pt x="7091" y="75385"/>
                    </a:lnTo>
                    <a:lnTo>
                      <a:pt x="6992" y="75335"/>
                    </a:lnTo>
                    <a:lnTo>
                      <a:pt x="6943" y="75236"/>
                    </a:lnTo>
                    <a:lnTo>
                      <a:pt x="6943" y="68590"/>
                    </a:lnTo>
                    <a:lnTo>
                      <a:pt x="6992" y="68491"/>
                    </a:lnTo>
                    <a:lnTo>
                      <a:pt x="7091" y="68441"/>
                    </a:lnTo>
                    <a:lnTo>
                      <a:pt x="11257" y="68441"/>
                    </a:lnTo>
                    <a:close/>
                    <a:moveTo>
                      <a:pt x="11356" y="78410"/>
                    </a:moveTo>
                    <a:lnTo>
                      <a:pt x="11406" y="78509"/>
                    </a:lnTo>
                    <a:lnTo>
                      <a:pt x="11406" y="85155"/>
                    </a:lnTo>
                    <a:lnTo>
                      <a:pt x="11356" y="85254"/>
                    </a:lnTo>
                    <a:lnTo>
                      <a:pt x="11257" y="85304"/>
                    </a:lnTo>
                    <a:lnTo>
                      <a:pt x="7091" y="85304"/>
                    </a:lnTo>
                    <a:lnTo>
                      <a:pt x="6992" y="85254"/>
                    </a:lnTo>
                    <a:lnTo>
                      <a:pt x="6943" y="85155"/>
                    </a:lnTo>
                    <a:lnTo>
                      <a:pt x="6943" y="78509"/>
                    </a:lnTo>
                    <a:lnTo>
                      <a:pt x="6992" y="78410"/>
                    </a:lnTo>
                    <a:lnTo>
                      <a:pt x="7091" y="78360"/>
                    </a:lnTo>
                    <a:lnTo>
                      <a:pt x="11257" y="78360"/>
                    </a:lnTo>
                    <a:close/>
                    <a:moveTo>
                      <a:pt x="11356" y="88329"/>
                    </a:moveTo>
                    <a:lnTo>
                      <a:pt x="11406" y="88428"/>
                    </a:lnTo>
                    <a:lnTo>
                      <a:pt x="11406" y="95074"/>
                    </a:lnTo>
                    <a:lnTo>
                      <a:pt x="11356" y="95173"/>
                    </a:lnTo>
                    <a:lnTo>
                      <a:pt x="11257" y="95223"/>
                    </a:lnTo>
                    <a:lnTo>
                      <a:pt x="7091" y="95223"/>
                    </a:lnTo>
                    <a:lnTo>
                      <a:pt x="6992" y="95173"/>
                    </a:lnTo>
                    <a:lnTo>
                      <a:pt x="6943" y="95074"/>
                    </a:lnTo>
                    <a:lnTo>
                      <a:pt x="6943" y="88428"/>
                    </a:lnTo>
                    <a:lnTo>
                      <a:pt x="6992" y="88329"/>
                    </a:lnTo>
                    <a:lnTo>
                      <a:pt x="7091" y="88280"/>
                    </a:lnTo>
                    <a:lnTo>
                      <a:pt x="11257" y="88280"/>
                    </a:lnTo>
                    <a:close/>
                    <a:moveTo>
                      <a:pt x="11356" y="98248"/>
                    </a:moveTo>
                    <a:lnTo>
                      <a:pt x="11406" y="98347"/>
                    </a:lnTo>
                    <a:lnTo>
                      <a:pt x="11406" y="104993"/>
                    </a:lnTo>
                    <a:lnTo>
                      <a:pt x="11356" y="105092"/>
                    </a:lnTo>
                    <a:lnTo>
                      <a:pt x="11257" y="105142"/>
                    </a:lnTo>
                    <a:lnTo>
                      <a:pt x="7091" y="105142"/>
                    </a:lnTo>
                    <a:lnTo>
                      <a:pt x="6992" y="105092"/>
                    </a:lnTo>
                    <a:lnTo>
                      <a:pt x="6943" y="104993"/>
                    </a:lnTo>
                    <a:lnTo>
                      <a:pt x="6943" y="98347"/>
                    </a:lnTo>
                    <a:lnTo>
                      <a:pt x="6992" y="98248"/>
                    </a:lnTo>
                    <a:lnTo>
                      <a:pt x="7091" y="98199"/>
                    </a:lnTo>
                    <a:lnTo>
                      <a:pt x="11257" y="98199"/>
                    </a:lnTo>
                    <a:close/>
                    <a:moveTo>
                      <a:pt x="11356" y="108167"/>
                    </a:moveTo>
                    <a:lnTo>
                      <a:pt x="11406" y="108266"/>
                    </a:lnTo>
                    <a:lnTo>
                      <a:pt x="11406" y="114912"/>
                    </a:lnTo>
                    <a:lnTo>
                      <a:pt x="11356" y="115011"/>
                    </a:lnTo>
                    <a:lnTo>
                      <a:pt x="11257" y="115061"/>
                    </a:lnTo>
                    <a:lnTo>
                      <a:pt x="7091" y="115061"/>
                    </a:lnTo>
                    <a:lnTo>
                      <a:pt x="6992" y="115011"/>
                    </a:lnTo>
                    <a:lnTo>
                      <a:pt x="6943" y="114912"/>
                    </a:lnTo>
                    <a:lnTo>
                      <a:pt x="6943" y="108266"/>
                    </a:lnTo>
                    <a:lnTo>
                      <a:pt x="6992" y="108167"/>
                    </a:lnTo>
                    <a:lnTo>
                      <a:pt x="7091" y="108118"/>
                    </a:lnTo>
                    <a:lnTo>
                      <a:pt x="11257" y="108118"/>
                    </a:lnTo>
                    <a:close/>
                    <a:moveTo>
                      <a:pt x="11356" y="118086"/>
                    </a:moveTo>
                    <a:lnTo>
                      <a:pt x="11406" y="118186"/>
                    </a:lnTo>
                    <a:lnTo>
                      <a:pt x="11406" y="124831"/>
                    </a:lnTo>
                    <a:lnTo>
                      <a:pt x="11356" y="124930"/>
                    </a:lnTo>
                    <a:lnTo>
                      <a:pt x="11257" y="124980"/>
                    </a:lnTo>
                    <a:lnTo>
                      <a:pt x="7091" y="124980"/>
                    </a:lnTo>
                    <a:lnTo>
                      <a:pt x="6992" y="124930"/>
                    </a:lnTo>
                    <a:lnTo>
                      <a:pt x="6943" y="124831"/>
                    </a:lnTo>
                    <a:lnTo>
                      <a:pt x="6943" y="118186"/>
                    </a:lnTo>
                    <a:lnTo>
                      <a:pt x="6992" y="118086"/>
                    </a:lnTo>
                    <a:lnTo>
                      <a:pt x="7091" y="118037"/>
                    </a:lnTo>
                    <a:lnTo>
                      <a:pt x="11257" y="118037"/>
                    </a:lnTo>
                    <a:close/>
                    <a:moveTo>
                      <a:pt x="11356" y="128005"/>
                    </a:moveTo>
                    <a:lnTo>
                      <a:pt x="11406" y="128105"/>
                    </a:lnTo>
                    <a:lnTo>
                      <a:pt x="11406" y="134750"/>
                    </a:lnTo>
                    <a:lnTo>
                      <a:pt x="11356" y="134850"/>
                    </a:lnTo>
                    <a:lnTo>
                      <a:pt x="11257" y="134899"/>
                    </a:lnTo>
                    <a:lnTo>
                      <a:pt x="7091" y="134899"/>
                    </a:lnTo>
                    <a:lnTo>
                      <a:pt x="6992" y="134850"/>
                    </a:lnTo>
                    <a:lnTo>
                      <a:pt x="6943" y="134750"/>
                    </a:lnTo>
                    <a:lnTo>
                      <a:pt x="6943" y="128105"/>
                    </a:lnTo>
                    <a:lnTo>
                      <a:pt x="6992" y="128005"/>
                    </a:lnTo>
                    <a:lnTo>
                      <a:pt x="7091" y="127956"/>
                    </a:lnTo>
                    <a:lnTo>
                      <a:pt x="11257" y="127956"/>
                    </a:lnTo>
                    <a:close/>
                    <a:moveTo>
                      <a:pt x="11356" y="137924"/>
                    </a:moveTo>
                    <a:lnTo>
                      <a:pt x="11406" y="138024"/>
                    </a:lnTo>
                    <a:lnTo>
                      <a:pt x="11406" y="144669"/>
                    </a:lnTo>
                    <a:lnTo>
                      <a:pt x="11356" y="144769"/>
                    </a:lnTo>
                    <a:lnTo>
                      <a:pt x="11257" y="144818"/>
                    </a:lnTo>
                    <a:lnTo>
                      <a:pt x="7091" y="144818"/>
                    </a:lnTo>
                    <a:lnTo>
                      <a:pt x="6992" y="144769"/>
                    </a:lnTo>
                    <a:lnTo>
                      <a:pt x="6943" y="144669"/>
                    </a:lnTo>
                    <a:lnTo>
                      <a:pt x="6943" y="138024"/>
                    </a:lnTo>
                    <a:lnTo>
                      <a:pt x="6992" y="137924"/>
                    </a:lnTo>
                    <a:lnTo>
                      <a:pt x="7091" y="137875"/>
                    </a:lnTo>
                    <a:lnTo>
                      <a:pt x="11257" y="137875"/>
                    </a:lnTo>
                    <a:close/>
                    <a:moveTo>
                      <a:pt x="11356" y="147844"/>
                    </a:moveTo>
                    <a:lnTo>
                      <a:pt x="11406" y="147943"/>
                    </a:lnTo>
                    <a:lnTo>
                      <a:pt x="11406" y="154589"/>
                    </a:lnTo>
                    <a:lnTo>
                      <a:pt x="11356" y="154688"/>
                    </a:lnTo>
                    <a:lnTo>
                      <a:pt x="11257" y="154737"/>
                    </a:lnTo>
                    <a:lnTo>
                      <a:pt x="7091" y="154737"/>
                    </a:lnTo>
                    <a:lnTo>
                      <a:pt x="6992" y="154688"/>
                    </a:lnTo>
                    <a:lnTo>
                      <a:pt x="6943" y="154589"/>
                    </a:lnTo>
                    <a:lnTo>
                      <a:pt x="6943" y="147943"/>
                    </a:lnTo>
                    <a:lnTo>
                      <a:pt x="6992" y="147844"/>
                    </a:lnTo>
                    <a:lnTo>
                      <a:pt x="7091" y="147794"/>
                    </a:lnTo>
                    <a:lnTo>
                      <a:pt x="11257" y="147794"/>
                    </a:lnTo>
                    <a:close/>
                    <a:moveTo>
                      <a:pt x="11356" y="157763"/>
                    </a:moveTo>
                    <a:lnTo>
                      <a:pt x="11406" y="157862"/>
                    </a:lnTo>
                    <a:lnTo>
                      <a:pt x="11406" y="164508"/>
                    </a:lnTo>
                    <a:lnTo>
                      <a:pt x="11356" y="164607"/>
                    </a:lnTo>
                    <a:lnTo>
                      <a:pt x="11257" y="164656"/>
                    </a:lnTo>
                    <a:lnTo>
                      <a:pt x="7091" y="164656"/>
                    </a:lnTo>
                    <a:lnTo>
                      <a:pt x="6992" y="164607"/>
                    </a:lnTo>
                    <a:lnTo>
                      <a:pt x="6943" y="164508"/>
                    </a:lnTo>
                    <a:lnTo>
                      <a:pt x="6943" y="157862"/>
                    </a:lnTo>
                    <a:lnTo>
                      <a:pt x="6992" y="157763"/>
                    </a:lnTo>
                    <a:lnTo>
                      <a:pt x="7091" y="157713"/>
                    </a:lnTo>
                    <a:lnTo>
                      <a:pt x="11257" y="157713"/>
                    </a:lnTo>
                    <a:close/>
                    <a:moveTo>
                      <a:pt x="11356" y="168351"/>
                    </a:moveTo>
                    <a:lnTo>
                      <a:pt x="11406" y="168450"/>
                    </a:lnTo>
                    <a:lnTo>
                      <a:pt x="11406" y="174427"/>
                    </a:lnTo>
                    <a:lnTo>
                      <a:pt x="11356" y="174526"/>
                    </a:lnTo>
                    <a:lnTo>
                      <a:pt x="11257" y="174575"/>
                    </a:lnTo>
                    <a:lnTo>
                      <a:pt x="7091" y="174575"/>
                    </a:lnTo>
                    <a:lnTo>
                      <a:pt x="6992" y="174526"/>
                    </a:lnTo>
                    <a:lnTo>
                      <a:pt x="6943" y="174427"/>
                    </a:lnTo>
                    <a:lnTo>
                      <a:pt x="6943" y="168450"/>
                    </a:lnTo>
                    <a:lnTo>
                      <a:pt x="6992" y="168351"/>
                    </a:lnTo>
                    <a:lnTo>
                      <a:pt x="7091" y="168302"/>
                    </a:lnTo>
                    <a:lnTo>
                      <a:pt x="11257" y="168302"/>
                    </a:lnTo>
                    <a:close/>
                    <a:moveTo>
                      <a:pt x="11356" y="167682"/>
                    </a:moveTo>
                    <a:lnTo>
                      <a:pt x="11406" y="167781"/>
                    </a:lnTo>
                    <a:lnTo>
                      <a:pt x="11406" y="168153"/>
                    </a:lnTo>
                    <a:lnTo>
                      <a:pt x="11356" y="168252"/>
                    </a:lnTo>
                    <a:lnTo>
                      <a:pt x="11257" y="168302"/>
                    </a:lnTo>
                    <a:lnTo>
                      <a:pt x="7091" y="168302"/>
                    </a:lnTo>
                    <a:lnTo>
                      <a:pt x="6992" y="168252"/>
                    </a:lnTo>
                    <a:lnTo>
                      <a:pt x="6943" y="168153"/>
                    </a:lnTo>
                    <a:lnTo>
                      <a:pt x="6943" y="167781"/>
                    </a:lnTo>
                    <a:lnTo>
                      <a:pt x="6992" y="167682"/>
                    </a:lnTo>
                    <a:lnTo>
                      <a:pt x="7091" y="167632"/>
                    </a:lnTo>
                    <a:lnTo>
                      <a:pt x="11257" y="167632"/>
                    </a:lnTo>
                    <a:close/>
                    <a:moveTo>
                      <a:pt x="11356" y="177601"/>
                    </a:moveTo>
                    <a:lnTo>
                      <a:pt x="11406" y="177700"/>
                    </a:lnTo>
                    <a:lnTo>
                      <a:pt x="11406" y="184346"/>
                    </a:lnTo>
                    <a:lnTo>
                      <a:pt x="11356" y="184445"/>
                    </a:lnTo>
                    <a:lnTo>
                      <a:pt x="11257" y="184495"/>
                    </a:lnTo>
                    <a:lnTo>
                      <a:pt x="7091" y="184495"/>
                    </a:lnTo>
                    <a:lnTo>
                      <a:pt x="6992" y="184445"/>
                    </a:lnTo>
                    <a:lnTo>
                      <a:pt x="6943" y="184346"/>
                    </a:lnTo>
                    <a:lnTo>
                      <a:pt x="6943" y="177700"/>
                    </a:lnTo>
                    <a:lnTo>
                      <a:pt x="6992" y="177601"/>
                    </a:lnTo>
                    <a:lnTo>
                      <a:pt x="7091" y="177551"/>
                    </a:lnTo>
                    <a:lnTo>
                      <a:pt x="11257" y="177551"/>
                    </a:lnTo>
                    <a:close/>
                    <a:moveTo>
                      <a:pt x="11356" y="187520"/>
                    </a:moveTo>
                    <a:lnTo>
                      <a:pt x="11406" y="187619"/>
                    </a:lnTo>
                    <a:lnTo>
                      <a:pt x="11406" y="194265"/>
                    </a:lnTo>
                    <a:lnTo>
                      <a:pt x="11356" y="194364"/>
                    </a:lnTo>
                    <a:lnTo>
                      <a:pt x="11257" y="194414"/>
                    </a:lnTo>
                    <a:lnTo>
                      <a:pt x="7091" y="194414"/>
                    </a:lnTo>
                    <a:lnTo>
                      <a:pt x="6992" y="194364"/>
                    </a:lnTo>
                    <a:lnTo>
                      <a:pt x="6943" y="194265"/>
                    </a:lnTo>
                    <a:lnTo>
                      <a:pt x="6943" y="187619"/>
                    </a:lnTo>
                    <a:lnTo>
                      <a:pt x="6992" y="187520"/>
                    </a:lnTo>
                    <a:lnTo>
                      <a:pt x="7091" y="187470"/>
                    </a:lnTo>
                    <a:lnTo>
                      <a:pt x="11257" y="187470"/>
                    </a:lnTo>
                    <a:close/>
                    <a:moveTo>
                      <a:pt x="11356" y="197439"/>
                    </a:moveTo>
                    <a:lnTo>
                      <a:pt x="11406" y="197538"/>
                    </a:lnTo>
                    <a:lnTo>
                      <a:pt x="11406" y="204184"/>
                    </a:lnTo>
                    <a:lnTo>
                      <a:pt x="11356" y="204283"/>
                    </a:lnTo>
                    <a:lnTo>
                      <a:pt x="11257" y="204333"/>
                    </a:lnTo>
                    <a:lnTo>
                      <a:pt x="7091" y="204333"/>
                    </a:lnTo>
                    <a:lnTo>
                      <a:pt x="6992" y="204283"/>
                    </a:lnTo>
                    <a:lnTo>
                      <a:pt x="6943" y="204184"/>
                    </a:lnTo>
                    <a:lnTo>
                      <a:pt x="6943" y="197538"/>
                    </a:lnTo>
                    <a:lnTo>
                      <a:pt x="6992" y="197439"/>
                    </a:lnTo>
                    <a:lnTo>
                      <a:pt x="7091" y="197389"/>
                    </a:lnTo>
                    <a:lnTo>
                      <a:pt x="11257" y="197389"/>
                    </a:lnTo>
                    <a:close/>
                    <a:moveTo>
                      <a:pt x="11356" y="207358"/>
                    </a:moveTo>
                    <a:lnTo>
                      <a:pt x="11406" y="207457"/>
                    </a:lnTo>
                    <a:lnTo>
                      <a:pt x="11406" y="214103"/>
                    </a:lnTo>
                    <a:lnTo>
                      <a:pt x="11356" y="214202"/>
                    </a:lnTo>
                    <a:lnTo>
                      <a:pt x="11257" y="214252"/>
                    </a:lnTo>
                    <a:lnTo>
                      <a:pt x="7091" y="214252"/>
                    </a:lnTo>
                    <a:lnTo>
                      <a:pt x="6992" y="214202"/>
                    </a:lnTo>
                    <a:lnTo>
                      <a:pt x="6943" y="214103"/>
                    </a:lnTo>
                    <a:lnTo>
                      <a:pt x="6943" y="207457"/>
                    </a:lnTo>
                    <a:lnTo>
                      <a:pt x="6992" y="207358"/>
                    </a:lnTo>
                    <a:lnTo>
                      <a:pt x="7091" y="207308"/>
                    </a:lnTo>
                    <a:lnTo>
                      <a:pt x="11257" y="207308"/>
                    </a:lnTo>
                    <a:close/>
                    <a:moveTo>
                      <a:pt x="11356" y="217277"/>
                    </a:moveTo>
                    <a:lnTo>
                      <a:pt x="11406" y="217376"/>
                    </a:lnTo>
                    <a:lnTo>
                      <a:pt x="11406" y="224022"/>
                    </a:lnTo>
                    <a:lnTo>
                      <a:pt x="11356" y="224121"/>
                    </a:lnTo>
                    <a:lnTo>
                      <a:pt x="11257" y="224171"/>
                    </a:lnTo>
                    <a:lnTo>
                      <a:pt x="7091" y="224171"/>
                    </a:lnTo>
                    <a:lnTo>
                      <a:pt x="6992" y="224121"/>
                    </a:lnTo>
                    <a:lnTo>
                      <a:pt x="6943" y="224022"/>
                    </a:lnTo>
                    <a:lnTo>
                      <a:pt x="6943" y="217376"/>
                    </a:lnTo>
                    <a:lnTo>
                      <a:pt x="6992" y="217277"/>
                    </a:lnTo>
                    <a:lnTo>
                      <a:pt x="7091" y="217227"/>
                    </a:lnTo>
                    <a:lnTo>
                      <a:pt x="11257" y="217227"/>
                    </a:lnTo>
                    <a:close/>
                    <a:moveTo>
                      <a:pt x="11356" y="227196"/>
                    </a:moveTo>
                    <a:lnTo>
                      <a:pt x="11406" y="227295"/>
                    </a:lnTo>
                    <a:lnTo>
                      <a:pt x="11406" y="233941"/>
                    </a:lnTo>
                    <a:lnTo>
                      <a:pt x="11356" y="234040"/>
                    </a:lnTo>
                    <a:lnTo>
                      <a:pt x="11257" y="234090"/>
                    </a:lnTo>
                    <a:lnTo>
                      <a:pt x="7091" y="234090"/>
                    </a:lnTo>
                    <a:lnTo>
                      <a:pt x="6992" y="234040"/>
                    </a:lnTo>
                    <a:lnTo>
                      <a:pt x="6943" y="233941"/>
                    </a:lnTo>
                    <a:lnTo>
                      <a:pt x="6943" y="227295"/>
                    </a:lnTo>
                    <a:lnTo>
                      <a:pt x="6992" y="227196"/>
                    </a:lnTo>
                    <a:lnTo>
                      <a:pt x="7091" y="227147"/>
                    </a:lnTo>
                    <a:lnTo>
                      <a:pt x="11257" y="227147"/>
                    </a:lnTo>
                    <a:close/>
                    <a:moveTo>
                      <a:pt x="11356" y="237115"/>
                    </a:moveTo>
                    <a:lnTo>
                      <a:pt x="11406" y="237214"/>
                    </a:lnTo>
                    <a:lnTo>
                      <a:pt x="11406" y="243860"/>
                    </a:lnTo>
                    <a:lnTo>
                      <a:pt x="11356" y="243959"/>
                    </a:lnTo>
                    <a:lnTo>
                      <a:pt x="11257" y="244009"/>
                    </a:lnTo>
                    <a:lnTo>
                      <a:pt x="7091" y="244009"/>
                    </a:lnTo>
                    <a:lnTo>
                      <a:pt x="6992" y="243959"/>
                    </a:lnTo>
                    <a:lnTo>
                      <a:pt x="6943" y="243860"/>
                    </a:lnTo>
                    <a:lnTo>
                      <a:pt x="6943" y="237214"/>
                    </a:lnTo>
                    <a:lnTo>
                      <a:pt x="6992" y="237115"/>
                    </a:lnTo>
                    <a:lnTo>
                      <a:pt x="7091" y="237066"/>
                    </a:lnTo>
                    <a:lnTo>
                      <a:pt x="11257" y="237066"/>
                    </a:lnTo>
                    <a:close/>
                    <a:moveTo>
                      <a:pt x="11356" y="247034"/>
                    </a:moveTo>
                    <a:lnTo>
                      <a:pt x="11406" y="247133"/>
                    </a:lnTo>
                    <a:lnTo>
                      <a:pt x="11406" y="253779"/>
                    </a:lnTo>
                    <a:lnTo>
                      <a:pt x="11356" y="253878"/>
                    </a:lnTo>
                    <a:lnTo>
                      <a:pt x="11257" y="253928"/>
                    </a:lnTo>
                    <a:lnTo>
                      <a:pt x="7091" y="253928"/>
                    </a:lnTo>
                    <a:lnTo>
                      <a:pt x="6992" y="253878"/>
                    </a:lnTo>
                    <a:lnTo>
                      <a:pt x="6943" y="253779"/>
                    </a:lnTo>
                    <a:lnTo>
                      <a:pt x="6943" y="247133"/>
                    </a:lnTo>
                    <a:lnTo>
                      <a:pt x="6992" y="247034"/>
                    </a:lnTo>
                    <a:lnTo>
                      <a:pt x="7091" y="246985"/>
                    </a:lnTo>
                    <a:lnTo>
                      <a:pt x="11257" y="246985"/>
                    </a:lnTo>
                    <a:close/>
                    <a:moveTo>
                      <a:pt x="11356" y="256953"/>
                    </a:moveTo>
                    <a:lnTo>
                      <a:pt x="11406" y="257053"/>
                    </a:lnTo>
                    <a:lnTo>
                      <a:pt x="11406" y="263698"/>
                    </a:lnTo>
                    <a:lnTo>
                      <a:pt x="11356" y="263798"/>
                    </a:lnTo>
                    <a:lnTo>
                      <a:pt x="11257" y="263847"/>
                    </a:lnTo>
                    <a:lnTo>
                      <a:pt x="7091" y="263847"/>
                    </a:lnTo>
                    <a:lnTo>
                      <a:pt x="6992" y="263798"/>
                    </a:lnTo>
                    <a:lnTo>
                      <a:pt x="6943" y="263698"/>
                    </a:lnTo>
                    <a:lnTo>
                      <a:pt x="6943" y="257053"/>
                    </a:lnTo>
                    <a:lnTo>
                      <a:pt x="6992" y="256953"/>
                    </a:lnTo>
                    <a:lnTo>
                      <a:pt x="7091" y="256904"/>
                    </a:lnTo>
                    <a:lnTo>
                      <a:pt x="11257" y="256904"/>
                    </a:lnTo>
                    <a:close/>
                    <a:moveTo>
                      <a:pt x="11356" y="266872"/>
                    </a:moveTo>
                    <a:lnTo>
                      <a:pt x="11406" y="266972"/>
                    </a:lnTo>
                    <a:lnTo>
                      <a:pt x="11406" y="273617"/>
                    </a:lnTo>
                    <a:lnTo>
                      <a:pt x="11356" y="273717"/>
                    </a:lnTo>
                    <a:lnTo>
                      <a:pt x="11257" y="273766"/>
                    </a:lnTo>
                    <a:lnTo>
                      <a:pt x="7091" y="273766"/>
                    </a:lnTo>
                    <a:lnTo>
                      <a:pt x="6992" y="273717"/>
                    </a:lnTo>
                    <a:lnTo>
                      <a:pt x="6943" y="273617"/>
                    </a:lnTo>
                    <a:lnTo>
                      <a:pt x="6943" y="266972"/>
                    </a:lnTo>
                    <a:lnTo>
                      <a:pt x="6992" y="266872"/>
                    </a:lnTo>
                    <a:lnTo>
                      <a:pt x="7091" y="266823"/>
                    </a:lnTo>
                    <a:lnTo>
                      <a:pt x="11257" y="266823"/>
                    </a:lnTo>
                    <a:close/>
                    <a:moveTo>
                      <a:pt x="11356" y="276792"/>
                    </a:moveTo>
                    <a:lnTo>
                      <a:pt x="11406" y="276891"/>
                    </a:lnTo>
                    <a:lnTo>
                      <a:pt x="11406" y="283536"/>
                    </a:lnTo>
                    <a:lnTo>
                      <a:pt x="11356" y="283636"/>
                    </a:lnTo>
                    <a:lnTo>
                      <a:pt x="11257" y="283685"/>
                    </a:lnTo>
                    <a:lnTo>
                      <a:pt x="7091" y="283685"/>
                    </a:lnTo>
                    <a:lnTo>
                      <a:pt x="6992" y="283636"/>
                    </a:lnTo>
                    <a:lnTo>
                      <a:pt x="6943" y="283536"/>
                    </a:lnTo>
                    <a:lnTo>
                      <a:pt x="6943" y="276891"/>
                    </a:lnTo>
                    <a:lnTo>
                      <a:pt x="6992" y="276792"/>
                    </a:lnTo>
                    <a:lnTo>
                      <a:pt x="7091" y="276742"/>
                    </a:lnTo>
                    <a:lnTo>
                      <a:pt x="11257" y="276742"/>
                    </a:lnTo>
                    <a:close/>
                    <a:moveTo>
                      <a:pt x="11356" y="286711"/>
                    </a:moveTo>
                    <a:lnTo>
                      <a:pt x="11406" y="286810"/>
                    </a:lnTo>
                    <a:lnTo>
                      <a:pt x="11406" y="293456"/>
                    </a:lnTo>
                    <a:lnTo>
                      <a:pt x="11356" y="293555"/>
                    </a:lnTo>
                    <a:lnTo>
                      <a:pt x="11257" y="293604"/>
                    </a:lnTo>
                    <a:lnTo>
                      <a:pt x="7091" y="293604"/>
                    </a:lnTo>
                    <a:lnTo>
                      <a:pt x="6992" y="293555"/>
                    </a:lnTo>
                    <a:lnTo>
                      <a:pt x="6943" y="293456"/>
                    </a:lnTo>
                    <a:lnTo>
                      <a:pt x="6943" y="286810"/>
                    </a:lnTo>
                    <a:lnTo>
                      <a:pt x="6992" y="286711"/>
                    </a:lnTo>
                    <a:lnTo>
                      <a:pt x="7091" y="286661"/>
                    </a:lnTo>
                    <a:lnTo>
                      <a:pt x="11257" y="286661"/>
                    </a:lnTo>
                    <a:close/>
                    <a:moveTo>
                      <a:pt x="11356" y="296630"/>
                    </a:moveTo>
                    <a:lnTo>
                      <a:pt x="11406" y="296729"/>
                    </a:lnTo>
                    <a:lnTo>
                      <a:pt x="11406" y="303375"/>
                    </a:lnTo>
                    <a:lnTo>
                      <a:pt x="11356" y="303474"/>
                    </a:lnTo>
                    <a:lnTo>
                      <a:pt x="11257" y="303523"/>
                    </a:lnTo>
                    <a:lnTo>
                      <a:pt x="7091" y="303523"/>
                    </a:lnTo>
                    <a:lnTo>
                      <a:pt x="6992" y="303474"/>
                    </a:lnTo>
                    <a:lnTo>
                      <a:pt x="6943" y="303375"/>
                    </a:lnTo>
                    <a:lnTo>
                      <a:pt x="6943" y="296729"/>
                    </a:lnTo>
                    <a:lnTo>
                      <a:pt x="6992" y="296630"/>
                    </a:lnTo>
                    <a:lnTo>
                      <a:pt x="7091" y="296580"/>
                    </a:lnTo>
                    <a:lnTo>
                      <a:pt x="11257" y="296580"/>
                    </a:lnTo>
                    <a:close/>
                    <a:moveTo>
                      <a:pt x="11356" y="306549"/>
                    </a:moveTo>
                    <a:lnTo>
                      <a:pt x="11406" y="306648"/>
                    </a:lnTo>
                    <a:lnTo>
                      <a:pt x="11406" y="313294"/>
                    </a:lnTo>
                    <a:lnTo>
                      <a:pt x="11356" y="313393"/>
                    </a:lnTo>
                    <a:lnTo>
                      <a:pt x="11257" y="313442"/>
                    </a:lnTo>
                    <a:lnTo>
                      <a:pt x="7091" y="313442"/>
                    </a:lnTo>
                    <a:lnTo>
                      <a:pt x="6992" y="313393"/>
                    </a:lnTo>
                    <a:lnTo>
                      <a:pt x="6943" y="313294"/>
                    </a:lnTo>
                    <a:lnTo>
                      <a:pt x="6943" y="306648"/>
                    </a:lnTo>
                    <a:lnTo>
                      <a:pt x="6992" y="306549"/>
                    </a:lnTo>
                    <a:lnTo>
                      <a:pt x="7091" y="306499"/>
                    </a:lnTo>
                    <a:lnTo>
                      <a:pt x="11257" y="306499"/>
                    </a:lnTo>
                    <a:close/>
                    <a:moveTo>
                      <a:pt x="11356" y="316468"/>
                    </a:moveTo>
                    <a:lnTo>
                      <a:pt x="11406" y="316567"/>
                    </a:lnTo>
                    <a:lnTo>
                      <a:pt x="11406" y="323213"/>
                    </a:lnTo>
                    <a:lnTo>
                      <a:pt x="11356" y="323312"/>
                    </a:lnTo>
                    <a:lnTo>
                      <a:pt x="11257" y="323362"/>
                    </a:lnTo>
                    <a:lnTo>
                      <a:pt x="7091" y="323362"/>
                    </a:lnTo>
                    <a:lnTo>
                      <a:pt x="6992" y="323312"/>
                    </a:lnTo>
                    <a:lnTo>
                      <a:pt x="6943" y="323213"/>
                    </a:lnTo>
                    <a:lnTo>
                      <a:pt x="6943" y="316567"/>
                    </a:lnTo>
                    <a:lnTo>
                      <a:pt x="6992" y="316468"/>
                    </a:lnTo>
                    <a:lnTo>
                      <a:pt x="7091" y="316418"/>
                    </a:lnTo>
                    <a:lnTo>
                      <a:pt x="11257" y="316418"/>
                    </a:lnTo>
                    <a:close/>
                    <a:moveTo>
                      <a:pt x="11356" y="326387"/>
                    </a:moveTo>
                    <a:lnTo>
                      <a:pt x="11406" y="326486"/>
                    </a:lnTo>
                    <a:lnTo>
                      <a:pt x="11406" y="333132"/>
                    </a:lnTo>
                    <a:lnTo>
                      <a:pt x="11356" y="333231"/>
                    </a:lnTo>
                    <a:lnTo>
                      <a:pt x="11257" y="333281"/>
                    </a:lnTo>
                    <a:lnTo>
                      <a:pt x="7091" y="333281"/>
                    </a:lnTo>
                    <a:lnTo>
                      <a:pt x="6992" y="333231"/>
                    </a:lnTo>
                    <a:lnTo>
                      <a:pt x="6943" y="333132"/>
                    </a:lnTo>
                    <a:lnTo>
                      <a:pt x="6943" y="326486"/>
                    </a:lnTo>
                    <a:lnTo>
                      <a:pt x="6992" y="326387"/>
                    </a:lnTo>
                    <a:lnTo>
                      <a:pt x="7091" y="326337"/>
                    </a:lnTo>
                    <a:lnTo>
                      <a:pt x="11257" y="326337"/>
                    </a:lnTo>
                    <a:close/>
                    <a:moveTo>
                      <a:pt x="11356" y="336306"/>
                    </a:moveTo>
                    <a:lnTo>
                      <a:pt x="11406" y="336405"/>
                    </a:lnTo>
                    <a:lnTo>
                      <a:pt x="11406" y="343051"/>
                    </a:lnTo>
                    <a:lnTo>
                      <a:pt x="11356" y="343150"/>
                    </a:lnTo>
                    <a:lnTo>
                      <a:pt x="11257" y="343200"/>
                    </a:lnTo>
                    <a:lnTo>
                      <a:pt x="7091" y="343200"/>
                    </a:lnTo>
                    <a:lnTo>
                      <a:pt x="6992" y="343150"/>
                    </a:lnTo>
                    <a:lnTo>
                      <a:pt x="6943" y="343051"/>
                    </a:lnTo>
                    <a:lnTo>
                      <a:pt x="6943" y="336405"/>
                    </a:lnTo>
                    <a:lnTo>
                      <a:pt x="6992" y="336306"/>
                    </a:lnTo>
                    <a:lnTo>
                      <a:pt x="7091" y="336256"/>
                    </a:lnTo>
                    <a:lnTo>
                      <a:pt x="11257" y="336256"/>
                    </a:lnTo>
                    <a:close/>
                    <a:moveTo>
                      <a:pt x="11356" y="346225"/>
                    </a:moveTo>
                    <a:lnTo>
                      <a:pt x="11406" y="346324"/>
                    </a:lnTo>
                    <a:lnTo>
                      <a:pt x="11406" y="352970"/>
                    </a:lnTo>
                    <a:lnTo>
                      <a:pt x="11356" y="353069"/>
                    </a:lnTo>
                    <a:lnTo>
                      <a:pt x="11257" y="353119"/>
                    </a:lnTo>
                    <a:lnTo>
                      <a:pt x="7091" y="353119"/>
                    </a:lnTo>
                    <a:lnTo>
                      <a:pt x="6992" y="353069"/>
                    </a:lnTo>
                    <a:lnTo>
                      <a:pt x="6943" y="352970"/>
                    </a:lnTo>
                    <a:lnTo>
                      <a:pt x="6943" y="346324"/>
                    </a:lnTo>
                    <a:lnTo>
                      <a:pt x="6992" y="346225"/>
                    </a:lnTo>
                    <a:lnTo>
                      <a:pt x="7091" y="346175"/>
                    </a:lnTo>
                    <a:lnTo>
                      <a:pt x="11257" y="346175"/>
                    </a:lnTo>
                    <a:close/>
                    <a:moveTo>
                      <a:pt x="11356" y="356144"/>
                    </a:moveTo>
                    <a:lnTo>
                      <a:pt x="11406" y="356243"/>
                    </a:lnTo>
                    <a:lnTo>
                      <a:pt x="11406" y="362889"/>
                    </a:lnTo>
                    <a:lnTo>
                      <a:pt x="11356" y="362988"/>
                    </a:lnTo>
                    <a:lnTo>
                      <a:pt x="11257" y="363038"/>
                    </a:lnTo>
                    <a:lnTo>
                      <a:pt x="7091" y="363038"/>
                    </a:lnTo>
                    <a:lnTo>
                      <a:pt x="6992" y="362988"/>
                    </a:lnTo>
                    <a:lnTo>
                      <a:pt x="6943" y="362889"/>
                    </a:lnTo>
                    <a:lnTo>
                      <a:pt x="6943" y="356243"/>
                    </a:lnTo>
                    <a:lnTo>
                      <a:pt x="6992" y="356144"/>
                    </a:lnTo>
                    <a:lnTo>
                      <a:pt x="7091" y="356095"/>
                    </a:lnTo>
                    <a:lnTo>
                      <a:pt x="11257" y="356095"/>
                    </a:lnTo>
                    <a:close/>
                    <a:moveTo>
                      <a:pt x="11356" y="366063"/>
                    </a:moveTo>
                    <a:lnTo>
                      <a:pt x="11406" y="366162"/>
                    </a:lnTo>
                    <a:lnTo>
                      <a:pt x="11406" y="372808"/>
                    </a:lnTo>
                    <a:lnTo>
                      <a:pt x="11356" y="372907"/>
                    </a:lnTo>
                    <a:lnTo>
                      <a:pt x="11257" y="372957"/>
                    </a:lnTo>
                    <a:lnTo>
                      <a:pt x="7091" y="372957"/>
                    </a:lnTo>
                    <a:lnTo>
                      <a:pt x="6992" y="372907"/>
                    </a:lnTo>
                    <a:lnTo>
                      <a:pt x="6943" y="372808"/>
                    </a:lnTo>
                    <a:lnTo>
                      <a:pt x="6943" y="366162"/>
                    </a:lnTo>
                    <a:lnTo>
                      <a:pt x="6992" y="366063"/>
                    </a:lnTo>
                    <a:lnTo>
                      <a:pt x="7091" y="366014"/>
                    </a:lnTo>
                    <a:lnTo>
                      <a:pt x="11257" y="366014"/>
                    </a:lnTo>
                    <a:close/>
                    <a:moveTo>
                      <a:pt x="11356" y="375982"/>
                    </a:moveTo>
                    <a:lnTo>
                      <a:pt x="11406" y="376081"/>
                    </a:lnTo>
                    <a:lnTo>
                      <a:pt x="11406" y="382727"/>
                    </a:lnTo>
                    <a:lnTo>
                      <a:pt x="11356" y="382826"/>
                    </a:lnTo>
                    <a:lnTo>
                      <a:pt x="11257" y="382876"/>
                    </a:lnTo>
                    <a:lnTo>
                      <a:pt x="7091" y="382876"/>
                    </a:lnTo>
                    <a:lnTo>
                      <a:pt x="6992" y="382826"/>
                    </a:lnTo>
                    <a:lnTo>
                      <a:pt x="6943" y="382727"/>
                    </a:lnTo>
                    <a:lnTo>
                      <a:pt x="6943" y="376081"/>
                    </a:lnTo>
                    <a:lnTo>
                      <a:pt x="6992" y="375982"/>
                    </a:lnTo>
                    <a:lnTo>
                      <a:pt x="7091" y="375933"/>
                    </a:lnTo>
                    <a:lnTo>
                      <a:pt x="11257" y="375933"/>
                    </a:lnTo>
                    <a:close/>
                    <a:moveTo>
                      <a:pt x="11356" y="385901"/>
                    </a:moveTo>
                    <a:lnTo>
                      <a:pt x="11406" y="386001"/>
                    </a:lnTo>
                    <a:lnTo>
                      <a:pt x="11406" y="392646"/>
                    </a:lnTo>
                    <a:lnTo>
                      <a:pt x="11356" y="392745"/>
                    </a:lnTo>
                    <a:lnTo>
                      <a:pt x="11257" y="392795"/>
                    </a:lnTo>
                    <a:lnTo>
                      <a:pt x="7091" y="392795"/>
                    </a:lnTo>
                    <a:lnTo>
                      <a:pt x="6992" y="392745"/>
                    </a:lnTo>
                    <a:lnTo>
                      <a:pt x="6943" y="392646"/>
                    </a:lnTo>
                    <a:lnTo>
                      <a:pt x="6943" y="386001"/>
                    </a:lnTo>
                    <a:lnTo>
                      <a:pt x="6992" y="385901"/>
                    </a:lnTo>
                    <a:lnTo>
                      <a:pt x="7091" y="385852"/>
                    </a:lnTo>
                    <a:lnTo>
                      <a:pt x="11257" y="385852"/>
                    </a:lnTo>
                    <a:close/>
                    <a:moveTo>
                      <a:pt x="11356" y="395820"/>
                    </a:moveTo>
                    <a:lnTo>
                      <a:pt x="11406" y="395920"/>
                    </a:lnTo>
                    <a:lnTo>
                      <a:pt x="11406" y="402565"/>
                    </a:lnTo>
                    <a:lnTo>
                      <a:pt x="11356" y="402665"/>
                    </a:lnTo>
                    <a:lnTo>
                      <a:pt x="11257" y="402714"/>
                    </a:lnTo>
                    <a:lnTo>
                      <a:pt x="7091" y="402714"/>
                    </a:lnTo>
                    <a:lnTo>
                      <a:pt x="6992" y="402665"/>
                    </a:lnTo>
                    <a:lnTo>
                      <a:pt x="6943" y="402565"/>
                    </a:lnTo>
                    <a:lnTo>
                      <a:pt x="6943" y="395920"/>
                    </a:lnTo>
                    <a:lnTo>
                      <a:pt x="6992" y="395820"/>
                    </a:lnTo>
                    <a:lnTo>
                      <a:pt x="7091" y="395771"/>
                    </a:lnTo>
                    <a:lnTo>
                      <a:pt x="11257" y="395771"/>
                    </a:lnTo>
                    <a:close/>
                    <a:moveTo>
                      <a:pt x="11356" y="405739"/>
                    </a:moveTo>
                    <a:lnTo>
                      <a:pt x="11406" y="405839"/>
                    </a:lnTo>
                    <a:lnTo>
                      <a:pt x="11406" y="412484"/>
                    </a:lnTo>
                    <a:lnTo>
                      <a:pt x="11356" y="412584"/>
                    </a:lnTo>
                    <a:lnTo>
                      <a:pt x="11257" y="412633"/>
                    </a:lnTo>
                    <a:lnTo>
                      <a:pt x="7091" y="412633"/>
                    </a:lnTo>
                    <a:lnTo>
                      <a:pt x="6992" y="412584"/>
                    </a:lnTo>
                    <a:lnTo>
                      <a:pt x="6943" y="412484"/>
                    </a:lnTo>
                    <a:lnTo>
                      <a:pt x="6943" y="405839"/>
                    </a:lnTo>
                    <a:lnTo>
                      <a:pt x="6992" y="405739"/>
                    </a:lnTo>
                    <a:lnTo>
                      <a:pt x="7091" y="405690"/>
                    </a:lnTo>
                    <a:lnTo>
                      <a:pt x="11257" y="405690"/>
                    </a:lnTo>
                    <a:close/>
                    <a:moveTo>
                      <a:pt x="11356" y="415659"/>
                    </a:moveTo>
                    <a:lnTo>
                      <a:pt x="11406" y="415758"/>
                    </a:lnTo>
                    <a:lnTo>
                      <a:pt x="11406" y="422404"/>
                    </a:lnTo>
                    <a:lnTo>
                      <a:pt x="11356" y="422503"/>
                    </a:lnTo>
                    <a:lnTo>
                      <a:pt x="11257" y="422552"/>
                    </a:lnTo>
                    <a:lnTo>
                      <a:pt x="7091" y="422552"/>
                    </a:lnTo>
                    <a:lnTo>
                      <a:pt x="6992" y="422503"/>
                    </a:lnTo>
                    <a:lnTo>
                      <a:pt x="6943" y="422404"/>
                    </a:lnTo>
                    <a:lnTo>
                      <a:pt x="6943" y="415758"/>
                    </a:lnTo>
                    <a:lnTo>
                      <a:pt x="6992" y="415659"/>
                    </a:lnTo>
                    <a:lnTo>
                      <a:pt x="7091" y="415609"/>
                    </a:lnTo>
                    <a:lnTo>
                      <a:pt x="11257" y="415609"/>
                    </a:lnTo>
                    <a:close/>
                    <a:moveTo>
                      <a:pt x="11356" y="425578"/>
                    </a:moveTo>
                    <a:lnTo>
                      <a:pt x="11406" y="425677"/>
                    </a:lnTo>
                    <a:lnTo>
                      <a:pt x="11406" y="432323"/>
                    </a:lnTo>
                    <a:lnTo>
                      <a:pt x="11356" y="432422"/>
                    </a:lnTo>
                    <a:lnTo>
                      <a:pt x="11257" y="432471"/>
                    </a:lnTo>
                    <a:lnTo>
                      <a:pt x="7091" y="432471"/>
                    </a:lnTo>
                    <a:lnTo>
                      <a:pt x="6992" y="432422"/>
                    </a:lnTo>
                    <a:lnTo>
                      <a:pt x="6943" y="432323"/>
                    </a:lnTo>
                    <a:lnTo>
                      <a:pt x="6943" y="425677"/>
                    </a:lnTo>
                    <a:lnTo>
                      <a:pt x="6992" y="425578"/>
                    </a:lnTo>
                    <a:lnTo>
                      <a:pt x="7091" y="425528"/>
                    </a:lnTo>
                    <a:lnTo>
                      <a:pt x="11257" y="425528"/>
                    </a:lnTo>
                    <a:close/>
                    <a:moveTo>
                      <a:pt x="11356" y="435497"/>
                    </a:moveTo>
                    <a:lnTo>
                      <a:pt x="11406" y="435596"/>
                    </a:lnTo>
                    <a:lnTo>
                      <a:pt x="11406" y="442242"/>
                    </a:lnTo>
                    <a:lnTo>
                      <a:pt x="11356" y="442341"/>
                    </a:lnTo>
                    <a:lnTo>
                      <a:pt x="11257" y="442390"/>
                    </a:lnTo>
                    <a:lnTo>
                      <a:pt x="7091" y="442390"/>
                    </a:lnTo>
                    <a:lnTo>
                      <a:pt x="6992" y="442341"/>
                    </a:lnTo>
                    <a:lnTo>
                      <a:pt x="6943" y="442242"/>
                    </a:lnTo>
                    <a:lnTo>
                      <a:pt x="6943" y="435596"/>
                    </a:lnTo>
                    <a:lnTo>
                      <a:pt x="6992" y="435497"/>
                    </a:lnTo>
                    <a:lnTo>
                      <a:pt x="7091" y="435447"/>
                    </a:lnTo>
                    <a:lnTo>
                      <a:pt x="11257" y="435447"/>
                    </a:lnTo>
                    <a:close/>
                    <a:moveTo>
                      <a:pt x="11356" y="445416"/>
                    </a:moveTo>
                    <a:lnTo>
                      <a:pt x="11406" y="445515"/>
                    </a:lnTo>
                    <a:lnTo>
                      <a:pt x="11406" y="452161"/>
                    </a:lnTo>
                    <a:lnTo>
                      <a:pt x="11356" y="452260"/>
                    </a:lnTo>
                    <a:lnTo>
                      <a:pt x="11257" y="452310"/>
                    </a:lnTo>
                    <a:lnTo>
                      <a:pt x="7091" y="452310"/>
                    </a:lnTo>
                    <a:lnTo>
                      <a:pt x="6992" y="452260"/>
                    </a:lnTo>
                    <a:lnTo>
                      <a:pt x="6943" y="452161"/>
                    </a:lnTo>
                    <a:lnTo>
                      <a:pt x="6943" y="445515"/>
                    </a:lnTo>
                    <a:lnTo>
                      <a:pt x="6992" y="445416"/>
                    </a:lnTo>
                    <a:lnTo>
                      <a:pt x="7091" y="445366"/>
                    </a:lnTo>
                    <a:lnTo>
                      <a:pt x="11257" y="445366"/>
                    </a:lnTo>
                    <a:close/>
                    <a:moveTo>
                      <a:pt x="11356" y="455335"/>
                    </a:moveTo>
                    <a:lnTo>
                      <a:pt x="11406" y="455434"/>
                    </a:lnTo>
                    <a:lnTo>
                      <a:pt x="11406" y="462080"/>
                    </a:lnTo>
                    <a:lnTo>
                      <a:pt x="11356" y="462179"/>
                    </a:lnTo>
                    <a:lnTo>
                      <a:pt x="11257" y="462229"/>
                    </a:lnTo>
                    <a:lnTo>
                      <a:pt x="7091" y="462229"/>
                    </a:lnTo>
                    <a:lnTo>
                      <a:pt x="6992" y="462179"/>
                    </a:lnTo>
                    <a:lnTo>
                      <a:pt x="6943" y="462080"/>
                    </a:lnTo>
                    <a:lnTo>
                      <a:pt x="6943" y="455434"/>
                    </a:lnTo>
                    <a:lnTo>
                      <a:pt x="6992" y="455335"/>
                    </a:lnTo>
                    <a:lnTo>
                      <a:pt x="7091" y="455285"/>
                    </a:lnTo>
                    <a:lnTo>
                      <a:pt x="11257" y="455285"/>
                    </a:lnTo>
                    <a:close/>
                    <a:moveTo>
                      <a:pt x="11356" y="465254"/>
                    </a:moveTo>
                    <a:lnTo>
                      <a:pt x="11406" y="465353"/>
                    </a:lnTo>
                    <a:lnTo>
                      <a:pt x="11406" y="471999"/>
                    </a:lnTo>
                    <a:lnTo>
                      <a:pt x="11356" y="472098"/>
                    </a:lnTo>
                    <a:lnTo>
                      <a:pt x="11257" y="472148"/>
                    </a:lnTo>
                    <a:lnTo>
                      <a:pt x="7091" y="472148"/>
                    </a:lnTo>
                    <a:lnTo>
                      <a:pt x="6992" y="472098"/>
                    </a:lnTo>
                    <a:lnTo>
                      <a:pt x="6943" y="471999"/>
                    </a:lnTo>
                    <a:lnTo>
                      <a:pt x="6943" y="465353"/>
                    </a:lnTo>
                    <a:lnTo>
                      <a:pt x="6992" y="465254"/>
                    </a:lnTo>
                    <a:lnTo>
                      <a:pt x="7091" y="465204"/>
                    </a:lnTo>
                    <a:lnTo>
                      <a:pt x="11257" y="465204"/>
                    </a:lnTo>
                    <a:close/>
                    <a:moveTo>
                      <a:pt x="11356" y="475173"/>
                    </a:moveTo>
                    <a:lnTo>
                      <a:pt x="11406" y="475272"/>
                    </a:lnTo>
                    <a:lnTo>
                      <a:pt x="11406" y="481918"/>
                    </a:lnTo>
                    <a:lnTo>
                      <a:pt x="11356" y="482017"/>
                    </a:lnTo>
                    <a:lnTo>
                      <a:pt x="11257" y="482067"/>
                    </a:lnTo>
                    <a:lnTo>
                      <a:pt x="7091" y="482067"/>
                    </a:lnTo>
                    <a:lnTo>
                      <a:pt x="6992" y="482017"/>
                    </a:lnTo>
                    <a:lnTo>
                      <a:pt x="6943" y="481918"/>
                    </a:lnTo>
                    <a:lnTo>
                      <a:pt x="6943" y="475272"/>
                    </a:lnTo>
                    <a:lnTo>
                      <a:pt x="6992" y="475173"/>
                    </a:lnTo>
                    <a:lnTo>
                      <a:pt x="7091" y="475123"/>
                    </a:lnTo>
                    <a:lnTo>
                      <a:pt x="11257" y="475123"/>
                    </a:lnTo>
                    <a:close/>
                    <a:moveTo>
                      <a:pt x="11356" y="485092"/>
                    </a:moveTo>
                    <a:lnTo>
                      <a:pt x="11406" y="485191"/>
                    </a:lnTo>
                    <a:lnTo>
                      <a:pt x="11406" y="491837"/>
                    </a:lnTo>
                    <a:lnTo>
                      <a:pt x="11356" y="491936"/>
                    </a:lnTo>
                    <a:lnTo>
                      <a:pt x="11257" y="491986"/>
                    </a:lnTo>
                    <a:lnTo>
                      <a:pt x="7091" y="491986"/>
                    </a:lnTo>
                    <a:lnTo>
                      <a:pt x="6992" y="491936"/>
                    </a:lnTo>
                    <a:lnTo>
                      <a:pt x="6943" y="491837"/>
                    </a:lnTo>
                    <a:lnTo>
                      <a:pt x="6943" y="485191"/>
                    </a:lnTo>
                    <a:lnTo>
                      <a:pt x="6992" y="485092"/>
                    </a:lnTo>
                    <a:lnTo>
                      <a:pt x="7091" y="485042"/>
                    </a:lnTo>
                    <a:lnTo>
                      <a:pt x="11257" y="485042"/>
                    </a:lnTo>
                    <a:close/>
                    <a:moveTo>
                      <a:pt x="11356" y="495011"/>
                    </a:moveTo>
                    <a:lnTo>
                      <a:pt x="11406" y="495110"/>
                    </a:lnTo>
                    <a:lnTo>
                      <a:pt x="11406" y="501756"/>
                    </a:lnTo>
                    <a:lnTo>
                      <a:pt x="11356" y="501855"/>
                    </a:lnTo>
                    <a:lnTo>
                      <a:pt x="11257" y="501905"/>
                    </a:lnTo>
                    <a:lnTo>
                      <a:pt x="7091" y="501905"/>
                    </a:lnTo>
                    <a:lnTo>
                      <a:pt x="6992" y="501855"/>
                    </a:lnTo>
                    <a:lnTo>
                      <a:pt x="6943" y="501756"/>
                    </a:lnTo>
                    <a:lnTo>
                      <a:pt x="6943" y="495110"/>
                    </a:lnTo>
                    <a:lnTo>
                      <a:pt x="6992" y="495011"/>
                    </a:lnTo>
                    <a:lnTo>
                      <a:pt x="7091" y="494962"/>
                    </a:lnTo>
                    <a:lnTo>
                      <a:pt x="11257" y="494962"/>
                    </a:lnTo>
                    <a:close/>
                    <a:moveTo>
                      <a:pt x="11356" y="504930"/>
                    </a:moveTo>
                    <a:lnTo>
                      <a:pt x="11406" y="505029"/>
                    </a:lnTo>
                    <a:lnTo>
                      <a:pt x="11406" y="511675"/>
                    </a:lnTo>
                    <a:lnTo>
                      <a:pt x="11356" y="511774"/>
                    </a:lnTo>
                    <a:lnTo>
                      <a:pt x="11257" y="511824"/>
                    </a:lnTo>
                    <a:lnTo>
                      <a:pt x="7091" y="511824"/>
                    </a:lnTo>
                    <a:lnTo>
                      <a:pt x="6992" y="511774"/>
                    </a:lnTo>
                    <a:lnTo>
                      <a:pt x="6943" y="511675"/>
                    </a:lnTo>
                    <a:lnTo>
                      <a:pt x="6943" y="505029"/>
                    </a:lnTo>
                    <a:lnTo>
                      <a:pt x="6992" y="504930"/>
                    </a:lnTo>
                    <a:lnTo>
                      <a:pt x="7091" y="504881"/>
                    </a:lnTo>
                    <a:lnTo>
                      <a:pt x="11257" y="504881"/>
                    </a:lnTo>
                    <a:close/>
                    <a:moveTo>
                      <a:pt x="11356" y="514849"/>
                    </a:moveTo>
                    <a:lnTo>
                      <a:pt x="11406" y="514948"/>
                    </a:lnTo>
                    <a:lnTo>
                      <a:pt x="11406" y="521594"/>
                    </a:lnTo>
                    <a:lnTo>
                      <a:pt x="11356" y="521693"/>
                    </a:lnTo>
                    <a:lnTo>
                      <a:pt x="11257" y="521743"/>
                    </a:lnTo>
                    <a:lnTo>
                      <a:pt x="7091" y="521743"/>
                    </a:lnTo>
                    <a:lnTo>
                      <a:pt x="6992" y="521693"/>
                    </a:lnTo>
                    <a:lnTo>
                      <a:pt x="6943" y="521594"/>
                    </a:lnTo>
                    <a:lnTo>
                      <a:pt x="6943" y="514948"/>
                    </a:lnTo>
                    <a:lnTo>
                      <a:pt x="6992" y="514849"/>
                    </a:lnTo>
                    <a:lnTo>
                      <a:pt x="7091" y="514800"/>
                    </a:lnTo>
                    <a:lnTo>
                      <a:pt x="11257" y="514800"/>
                    </a:lnTo>
                    <a:close/>
                    <a:moveTo>
                      <a:pt x="11356" y="524768"/>
                    </a:moveTo>
                    <a:lnTo>
                      <a:pt x="11406" y="524868"/>
                    </a:lnTo>
                    <a:lnTo>
                      <a:pt x="11406" y="531513"/>
                    </a:lnTo>
                    <a:lnTo>
                      <a:pt x="11356" y="531613"/>
                    </a:lnTo>
                    <a:lnTo>
                      <a:pt x="11257" y="531662"/>
                    </a:lnTo>
                    <a:lnTo>
                      <a:pt x="7091" y="531662"/>
                    </a:lnTo>
                    <a:lnTo>
                      <a:pt x="6992" y="531613"/>
                    </a:lnTo>
                    <a:lnTo>
                      <a:pt x="6943" y="531513"/>
                    </a:lnTo>
                    <a:lnTo>
                      <a:pt x="6943" y="524868"/>
                    </a:lnTo>
                    <a:lnTo>
                      <a:pt x="6992" y="524768"/>
                    </a:lnTo>
                    <a:lnTo>
                      <a:pt x="7091" y="524719"/>
                    </a:lnTo>
                    <a:lnTo>
                      <a:pt x="11257" y="524719"/>
                    </a:lnTo>
                    <a:close/>
                    <a:moveTo>
                      <a:pt x="11356" y="534687"/>
                    </a:moveTo>
                    <a:lnTo>
                      <a:pt x="11406" y="534787"/>
                    </a:lnTo>
                    <a:lnTo>
                      <a:pt x="11406" y="541432"/>
                    </a:lnTo>
                    <a:lnTo>
                      <a:pt x="11356" y="541532"/>
                    </a:lnTo>
                    <a:lnTo>
                      <a:pt x="11257" y="541581"/>
                    </a:lnTo>
                    <a:lnTo>
                      <a:pt x="7091" y="541581"/>
                    </a:lnTo>
                    <a:lnTo>
                      <a:pt x="6992" y="541532"/>
                    </a:lnTo>
                    <a:lnTo>
                      <a:pt x="6943" y="541432"/>
                    </a:lnTo>
                    <a:lnTo>
                      <a:pt x="6943" y="534787"/>
                    </a:lnTo>
                    <a:lnTo>
                      <a:pt x="6992" y="534687"/>
                    </a:lnTo>
                    <a:lnTo>
                      <a:pt x="7091" y="534638"/>
                    </a:lnTo>
                    <a:lnTo>
                      <a:pt x="11257" y="534638"/>
                    </a:lnTo>
                    <a:close/>
                    <a:moveTo>
                      <a:pt x="11356" y="544607"/>
                    </a:moveTo>
                    <a:lnTo>
                      <a:pt x="11406" y="544706"/>
                    </a:lnTo>
                    <a:lnTo>
                      <a:pt x="11406" y="551351"/>
                    </a:lnTo>
                    <a:lnTo>
                      <a:pt x="11356" y="551451"/>
                    </a:lnTo>
                    <a:lnTo>
                      <a:pt x="11257" y="551500"/>
                    </a:lnTo>
                    <a:lnTo>
                      <a:pt x="7091" y="551500"/>
                    </a:lnTo>
                    <a:lnTo>
                      <a:pt x="6992" y="551451"/>
                    </a:lnTo>
                    <a:lnTo>
                      <a:pt x="6943" y="551351"/>
                    </a:lnTo>
                    <a:lnTo>
                      <a:pt x="6943" y="544706"/>
                    </a:lnTo>
                    <a:lnTo>
                      <a:pt x="6992" y="544607"/>
                    </a:lnTo>
                    <a:lnTo>
                      <a:pt x="7091" y="544557"/>
                    </a:lnTo>
                    <a:lnTo>
                      <a:pt x="11257" y="544557"/>
                    </a:lnTo>
                    <a:close/>
                    <a:moveTo>
                      <a:pt x="11356" y="554526"/>
                    </a:moveTo>
                    <a:lnTo>
                      <a:pt x="11406" y="554625"/>
                    </a:lnTo>
                    <a:lnTo>
                      <a:pt x="11406" y="561271"/>
                    </a:lnTo>
                    <a:lnTo>
                      <a:pt x="11356" y="561370"/>
                    </a:lnTo>
                    <a:lnTo>
                      <a:pt x="11257" y="561419"/>
                    </a:lnTo>
                    <a:lnTo>
                      <a:pt x="7091" y="561419"/>
                    </a:lnTo>
                    <a:lnTo>
                      <a:pt x="6992" y="561370"/>
                    </a:lnTo>
                    <a:lnTo>
                      <a:pt x="6943" y="561271"/>
                    </a:lnTo>
                    <a:lnTo>
                      <a:pt x="6943" y="554625"/>
                    </a:lnTo>
                    <a:lnTo>
                      <a:pt x="6992" y="554526"/>
                    </a:lnTo>
                    <a:lnTo>
                      <a:pt x="7091" y="554476"/>
                    </a:lnTo>
                    <a:lnTo>
                      <a:pt x="11257" y="554476"/>
                    </a:lnTo>
                    <a:close/>
                    <a:moveTo>
                      <a:pt x="11356" y="564445"/>
                    </a:moveTo>
                    <a:lnTo>
                      <a:pt x="11406" y="564544"/>
                    </a:lnTo>
                    <a:lnTo>
                      <a:pt x="11406" y="571190"/>
                    </a:lnTo>
                    <a:lnTo>
                      <a:pt x="11356" y="571289"/>
                    </a:lnTo>
                    <a:lnTo>
                      <a:pt x="11257" y="571338"/>
                    </a:lnTo>
                    <a:lnTo>
                      <a:pt x="7091" y="571338"/>
                    </a:lnTo>
                    <a:lnTo>
                      <a:pt x="6992" y="571289"/>
                    </a:lnTo>
                    <a:lnTo>
                      <a:pt x="6943" y="571190"/>
                    </a:lnTo>
                    <a:lnTo>
                      <a:pt x="6943" y="564544"/>
                    </a:lnTo>
                    <a:lnTo>
                      <a:pt x="6992" y="564445"/>
                    </a:lnTo>
                    <a:lnTo>
                      <a:pt x="7091" y="564395"/>
                    </a:lnTo>
                    <a:lnTo>
                      <a:pt x="11257" y="564395"/>
                    </a:lnTo>
                    <a:close/>
                    <a:moveTo>
                      <a:pt x="11356" y="574364"/>
                    </a:moveTo>
                    <a:lnTo>
                      <a:pt x="11406" y="574463"/>
                    </a:lnTo>
                    <a:lnTo>
                      <a:pt x="11406" y="581109"/>
                    </a:lnTo>
                    <a:lnTo>
                      <a:pt x="11356" y="581208"/>
                    </a:lnTo>
                    <a:lnTo>
                      <a:pt x="11257" y="581257"/>
                    </a:lnTo>
                    <a:lnTo>
                      <a:pt x="7091" y="581257"/>
                    </a:lnTo>
                    <a:lnTo>
                      <a:pt x="6992" y="581208"/>
                    </a:lnTo>
                    <a:lnTo>
                      <a:pt x="6943" y="581109"/>
                    </a:lnTo>
                    <a:lnTo>
                      <a:pt x="6943" y="574463"/>
                    </a:lnTo>
                    <a:lnTo>
                      <a:pt x="6992" y="574364"/>
                    </a:lnTo>
                    <a:lnTo>
                      <a:pt x="7091" y="574314"/>
                    </a:lnTo>
                    <a:lnTo>
                      <a:pt x="11257" y="574314"/>
                    </a:lnTo>
                    <a:close/>
                    <a:moveTo>
                      <a:pt x="11356" y="584283"/>
                    </a:moveTo>
                    <a:lnTo>
                      <a:pt x="11406" y="584382"/>
                    </a:lnTo>
                    <a:lnTo>
                      <a:pt x="11406" y="591028"/>
                    </a:lnTo>
                    <a:lnTo>
                      <a:pt x="11356" y="591127"/>
                    </a:lnTo>
                    <a:lnTo>
                      <a:pt x="11257" y="591177"/>
                    </a:lnTo>
                    <a:lnTo>
                      <a:pt x="7091" y="591177"/>
                    </a:lnTo>
                    <a:lnTo>
                      <a:pt x="6992" y="591127"/>
                    </a:lnTo>
                    <a:lnTo>
                      <a:pt x="6943" y="591028"/>
                    </a:lnTo>
                    <a:lnTo>
                      <a:pt x="6943" y="584382"/>
                    </a:lnTo>
                    <a:lnTo>
                      <a:pt x="6992" y="584283"/>
                    </a:lnTo>
                    <a:lnTo>
                      <a:pt x="7091" y="584233"/>
                    </a:lnTo>
                    <a:lnTo>
                      <a:pt x="11257" y="584233"/>
                    </a:lnTo>
                    <a:close/>
                    <a:moveTo>
                      <a:pt x="11356" y="594202"/>
                    </a:moveTo>
                    <a:lnTo>
                      <a:pt x="11406" y="594301"/>
                    </a:lnTo>
                    <a:lnTo>
                      <a:pt x="11406" y="600947"/>
                    </a:lnTo>
                    <a:lnTo>
                      <a:pt x="11356" y="601046"/>
                    </a:lnTo>
                    <a:lnTo>
                      <a:pt x="11257" y="601096"/>
                    </a:lnTo>
                    <a:lnTo>
                      <a:pt x="7091" y="601096"/>
                    </a:lnTo>
                    <a:lnTo>
                      <a:pt x="6992" y="601046"/>
                    </a:lnTo>
                    <a:lnTo>
                      <a:pt x="6943" y="600947"/>
                    </a:lnTo>
                    <a:lnTo>
                      <a:pt x="6943" y="594301"/>
                    </a:lnTo>
                    <a:lnTo>
                      <a:pt x="6992" y="594202"/>
                    </a:lnTo>
                    <a:lnTo>
                      <a:pt x="7091" y="594152"/>
                    </a:lnTo>
                    <a:lnTo>
                      <a:pt x="11257" y="594152"/>
                    </a:lnTo>
                    <a:close/>
                    <a:moveTo>
                      <a:pt x="11356" y="604121"/>
                    </a:moveTo>
                    <a:lnTo>
                      <a:pt x="11406" y="604220"/>
                    </a:lnTo>
                    <a:lnTo>
                      <a:pt x="11406" y="610866"/>
                    </a:lnTo>
                    <a:lnTo>
                      <a:pt x="11356" y="610965"/>
                    </a:lnTo>
                    <a:lnTo>
                      <a:pt x="11257" y="611015"/>
                    </a:lnTo>
                    <a:lnTo>
                      <a:pt x="7091" y="611015"/>
                    </a:lnTo>
                    <a:lnTo>
                      <a:pt x="6992" y="610965"/>
                    </a:lnTo>
                    <a:lnTo>
                      <a:pt x="6943" y="610866"/>
                    </a:lnTo>
                    <a:lnTo>
                      <a:pt x="6943" y="604220"/>
                    </a:lnTo>
                    <a:lnTo>
                      <a:pt x="6992" y="604121"/>
                    </a:lnTo>
                    <a:lnTo>
                      <a:pt x="7091" y="604071"/>
                    </a:lnTo>
                    <a:lnTo>
                      <a:pt x="11257" y="604071"/>
                    </a:lnTo>
                    <a:close/>
                    <a:moveTo>
                      <a:pt x="11356" y="614040"/>
                    </a:moveTo>
                    <a:lnTo>
                      <a:pt x="11406" y="614139"/>
                    </a:lnTo>
                    <a:lnTo>
                      <a:pt x="11406" y="620785"/>
                    </a:lnTo>
                    <a:lnTo>
                      <a:pt x="11356" y="620884"/>
                    </a:lnTo>
                    <a:lnTo>
                      <a:pt x="11257" y="620934"/>
                    </a:lnTo>
                    <a:lnTo>
                      <a:pt x="7091" y="620934"/>
                    </a:lnTo>
                    <a:lnTo>
                      <a:pt x="6992" y="620884"/>
                    </a:lnTo>
                    <a:lnTo>
                      <a:pt x="6943" y="620785"/>
                    </a:lnTo>
                    <a:lnTo>
                      <a:pt x="6943" y="614139"/>
                    </a:lnTo>
                    <a:lnTo>
                      <a:pt x="6992" y="614040"/>
                    </a:lnTo>
                    <a:lnTo>
                      <a:pt x="7091" y="613990"/>
                    </a:lnTo>
                    <a:lnTo>
                      <a:pt x="11257" y="613990"/>
                    </a:lnTo>
                    <a:close/>
                    <a:moveTo>
                      <a:pt x="11356" y="623959"/>
                    </a:moveTo>
                    <a:lnTo>
                      <a:pt x="11406" y="624058"/>
                    </a:lnTo>
                    <a:lnTo>
                      <a:pt x="11406" y="628373"/>
                    </a:lnTo>
                    <a:lnTo>
                      <a:pt x="11356" y="628472"/>
                    </a:lnTo>
                    <a:lnTo>
                      <a:pt x="11257" y="628522"/>
                    </a:lnTo>
                    <a:lnTo>
                      <a:pt x="7091" y="628522"/>
                    </a:lnTo>
                    <a:lnTo>
                      <a:pt x="6992" y="628472"/>
                    </a:lnTo>
                    <a:lnTo>
                      <a:pt x="6943" y="628373"/>
                    </a:lnTo>
                    <a:lnTo>
                      <a:pt x="6943" y="624058"/>
                    </a:lnTo>
                    <a:lnTo>
                      <a:pt x="6992" y="623959"/>
                    </a:lnTo>
                    <a:lnTo>
                      <a:pt x="7091" y="623910"/>
                    </a:lnTo>
                    <a:lnTo>
                      <a:pt x="11257" y="623910"/>
                    </a:lnTo>
                    <a:close/>
                    <a:moveTo>
                      <a:pt x="6893" y="168351"/>
                    </a:moveTo>
                    <a:lnTo>
                      <a:pt x="6943" y="168450"/>
                    </a:lnTo>
                    <a:lnTo>
                      <a:pt x="6943" y="206837"/>
                    </a:lnTo>
                    <a:lnTo>
                      <a:pt x="6893" y="206936"/>
                    </a:lnTo>
                    <a:lnTo>
                      <a:pt x="6794" y="206986"/>
                    </a:lnTo>
                    <a:lnTo>
                      <a:pt x="149" y="206986"/>
                    </a:lnTo>
                    <a:lnTo>
                      <a:pt x="25" y="206936"/>
                    </a:lnTo>
                    <a:lnTo>
                      <a:pt x="0" y="206837"/>
                    </a:lnTo>
                    <a:lnTo>
                      <a:pt x="0" y="168450"/>
                    </a:lnTo>
                    <a:lnTo>
                      <a:pt x="25" y="168351"/>
                    </a:lnTo>
                    <a:lnTo>
                      <a:pt x="149" y="168302"/>
                    </a:lnTo>
                    <a:lnTo>
                      <a:pt x="6794" y="168302"/>
                    </a:lnTo>
                    <a:close/>
                    <a:moveTo>
                      <a:pt x="6893" y="49"/>
                    </a:moveTo>
                    <a:lnTo>
                      <a:pt x="6943" y="149"/>
                    </a:lnTo>
                    <a:lnTo>
                      <a:pt x="6943" y="168153"/>
                    </a:lnTo>
                    <a:lnTo>
                      <a:pt x="6893" y="168252"/>
                    </a:lnTo>
                    <a:lnTo>
                      <a:pt x="6794" y="168302"/>
                    </a:lnTo>
                    <a:lnTo>
                      <a:pt x="149" y="168302"/>
                    </a:lnTo>
                    <a:lnTo>
                      <a:pt x="25" y="168252"/>
                    </a:lnTo>
                    <a:lnTo>
                      <a:pt x="0" y="168153"/>
                    </a:lnTo>
                    <a:lnTo>
                      <a:pt x="0" y="149"/>
                    </a:lnTo>
                    <a:lnTo>
                      <a:pt x="25" y="49"/>
                    </a:lnTo>
                    <a:lnTo>
                      <a:pt x="149" y="0"/>
                    </a:lnTo>
                    <a:lnTo>
                      <a:pt x="6794" y="0"/>
                    </a:lnTo>
                    <a:close/>
                    <a:moveTo>
                      <a:pt x="6893" y="207036"/>
                    </a:moveTo>
                    <a:lnTo>
                      <a:pt x="6943" y="207135"/>
                    </a:lnTo>
                    <a:lnTo>
                      <a:pt x="6943" y="628373"/>
                    </a:lnTo>
                    <a:lnTo>
                      <a:pt x="6893" y="628472"/>
                    </a:lnTo>
                    <a:lnTo>
                      <a:pt x="6794" y="628522"/>
                    </a:lnTo>
                    <a:lnTo>
                      <a:pt x="1388" y="628522"/>
                    </a:lnTo>
                    <a:lnTo>
                      <a:pt x="1289" y="628472"/>
                    </a:lnTo>
                    <a:lnTo>
                      <a:pt x="1240" y="628373"/>
                    </a:lnTo>
                    <a:lnTo>
                      <a:pt x="1240" y="207135"/>
                    </a:lnTo>
                    <a:lnTo>
                      <a:pt x="1289" y="207036"/>
                    </a:lnTo>
                    <a:lnTo>
                      <a:pt x="1388" y="206986"/>
                    </a:lnTo>
                    <a:lnTo>
                      <a:pt x="6794" y="20698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8" name="墙_V15_Concealed_Door_Leaf">
                <a:extLst>
                  <a:ext uri="{FF2B5EF4-FFF2-40B4-BE49-F238E27FC236}">
                    <a16:creationId xmlns:a16="http://schemas.microsoft.com/office/drawing/2014/main" id="{8D731464-C3FB-3C24-D5F1-3ED6884EFEF6}"/>
                  </a:ext>
                </a:extLst>
              </p:cNvPr>
              <p:cNvSpPr/>
              <p:nvPr/>
            </p:nvSpPr>
            <p:spPr>
              <a:xfrm>
                <a:off x="1318817" y="3711688"/>
                <a:ext cx="10166" cy="248969"/>
              </a:xfrm>
              <a:custGeom>
                <a:avLst/>
                <a:gdLst/>
                <a:ahLst/>
                <a:cxnLst/>
                <a:rect l="l" t="t" r="r" b="b"/>
                <a:pathLst>
                  <a:path w="10166" h="248969">
                    <a:moveTo>
                      <a:pt x="10116" y="50"/>
                    </a:moveTo>
                    <a:lnTo>
                      <a:pt x="10166" y="149"/>
                    </a:lnTo>
                    <a:lnTo>
                      <a:pt x="10166" y="2331"/>
                    </a:lnTo>
                    <a:lnTo>
                      <a:pt x="10116" y="2430"/>
                    </a:lnTo>
                    <a:lnTo>
                      <a:pt x="10017" y="2480"/>
                    </a:lnTo>
                    <a:lnTo>
                      <a:pt x="5851" y="2480"/>
                    </a:lnTo>
                    <a:lnTo>
                      <a:pt x="5752" y="2430"/>
                    </a:lnTo>
                    <a:lnTo>
                      <a:pt x="5703" y="2331"/>
                    </a:lnTo>
                    <a:lnTo>
                      <a:pt x="5703" y="149"/>
                    </a:lnTo>
                    <a:lnTo>
                      <a:pt x="5752" y="50"/>
                    </a:lnTo>
                    <a:lnTo>
                      <a:pt x="5851" y="0"/>
                    </a:lnTo>
                    <a:lnTo>
                      <a:pt x="10017" y="0"/>
                    </a:lnTo>
                    <a:close/>
                    <a:moveTo>
                      <a:pt x="10116" y="5505"/>
                    </a:moveTo>
                    <a:lnTo>
                      <a:pt x="10166" y="5604"/>
                    </a:lnTo>
                    <a:lnTo>
                      <a:pt x="10166" y="12250"/>
                    </a:lnTo>
                    <a:lnTo>
                      <a:pt x="10116" y="12349"/>
                    </a:lnTo>
                    <a:lnTo>
                      <a:pt x="10017" y="12399"/>
                    </a:lnTo>
                    <a:lnTo>
                      <a:pt x="5851" y="12399"/>
                    </a:lnTo>
                    <a:lnTo>
                      <a:pt x="5752" y="12349"/>
                    </a:lnTo>
                    <a:lnTo>
                      <a:pt x="5703" y="12250"/>
                    </a:lnTo>
                    <a:lnTo>
                      <a:pt x="5703" y="5604"/>
                    </a:lnTo>
                    <a:lnTo>
                      <a:pt x="5752" y="5505"/>
                    </a:lnTo>
                    <a:lnTo>
                      <a:pt x="5851" y="5456"/>
                    </a:lnTo>
                    <a:lnTo>
                      <a:pt x="10017" y="5456"/>
                    </a:lnTo>
                    <a:close/>
                    <a:moveTo>
                      <a:pt x="10116" y="15424"/>
                    </a:moveTo>
                    <a:lnTo>
                      <a:pt x="10166" y="15523"/>
                    </a:lnTo>
                    <a:lnTo>
                      <a:pt x="10166" y="22169"/>
                    </a:lnTo>
                    <a:lnTo>
                      <a:pt x="10116" y="22268"/>
                    </a:lnTo>
                    <a:lnTo>
                      <a:pt x="10017" y="22318"/>
                    </a:lnTo>
                    <a:lnTo>
                      <a:pt x="5851" y="22318"/>
                    </a:lnTo>
                    <a:lnTo>
                      <a:pt x="5752" y="22268"/>
                    </a:lnTo>
                    <a:lnTo>
                      <a:pt x="5703" y="22169"/>
                    </a:lnTo>
                    <a:lnTo>
                      <a:pt x="5703" y="15523"/>
                    </a:lnTo>
                    <a:lnTo>
                      <a:pt x="5752" y="15424"/>
                    </a:lnTo>
                    <a:lnTo>
                      <a:pt x="5851" y="15375"/>
                    </a:lnTo>
                    <a:lnTo>
                      <a:pt x="10017" y="15375"/>
                    </a:lnTo>
                    <a:close/>
                    <a:moveTo>
                      <a:pt x="10116" y="25343"/>
                    </a:moveTo>
                    <a:lnTo>
                      <a:pt x="10166" y="25443"/>
                    </a:lnTo>
                    <a:lnTo>
                      <a:pt x="10166" y="32088"/>
                    </a:lnTo>
                    <a:lnTo>
                      <a:pt x="10116" y="32187"/>
                    </a:lnTo>
                    <a:lnTo>
                      <a:pt x="10017" y="32237"/>
                    </a:lnTo>
                    <a:lnTo>
                      <a:pt x="5851" y="32237"/>
                    </a:lnTo>
                    <a:lnTo>
                      <a:pt x="5752" y="32187"/>
                    </a:lnTo>
                    <a:lnTo>
                      <a:pt x="5703" y="32088"/>
                    </a:lnTo>
                    <a:lnTo>
                      <a:pt x="5703" y="25443"/>
                    </a:lnTo>
                    <a:lnTo>
                      <a:pt x="5752" y="25343"/>
                    </a:lnTo>
                    <a:lnTo>
                      <a:pt x="5851" y="25294"/>
                    </a:lnTo>
                    <a:lnTo>
                      <a:pt x="10017" y="25294"/>
                    </a:lnTo>
                    <a:close/>
                    <a:moveTo>
                      <a:pt x="10116" y="35262"/>
                    </a:moveTo>
                    <a:lnTo>
                      <a:pt x="10166" y="35362"/>
                    </a:lnTo>
                    <a:lnTo>
                      <a:pt x="10166" y="42007"/>
                    </a:lnTo>
                    <a:lnTo>
                      <a:pt x="10116" y="42107"/>
                    </a:lnTo>
                    <a:lnTo>
                      <a:pt x="10017" y="42156"/>
                    </a:lnTo>
                    <a:lnTo>
                      <a:pt x="5851" y="42156"/>
                    </a:lnTo>
                    <a:lnTo>
                      <a:pt x="5752" y="42107"/>
                    </a:lnTo>
                    <a:lnTo>
                      <a:pt x="5703" y="42007"/>
                    </a:lnTo>
                    <a:lnTo>
                      <a:pt x="5703" y="35362"/>
                    </a:lnTo>
                    <a:lnTo>
                      <a:pt x="5752" y="35262"/>
                    </a:lnTo>
                    <a:lnTo>
                      <a:pt x="5851" y="35213"/>
                    </a:lnTo>
                    <a:lnTo>
                      <a:pt x="10017" y="35213"/>
                    </a:lnTo>
                    <a:close/>
                    <a:moveTo>
                      <a:pt x="10116" y="45181"/>
                    </a:moveTo>
                    <a:lnTo>
                      <a:pt x="10166" y="45281"/>
                    </a:lnTo>
                    <a:lnTo>
                      <a:pt x="10166" y="51926"/>
                    </a:lnTo>
                    <a:lnTo>
                      <a:pt x="10116" y="52026"/>
                    </a:lnTo>
                    <a:lnTo>
                      <a:pt x="10017" y="52075"/>
                    </a:lnTo>
                    <a:lnTo>
                      <a:pt x="5851" y="52075"/>
                    </a:lnTo>
                    <a:lnTo>
                      <a:pt x="5752" y="52026"/>
                    </a:lnTo>
                    <a:lnTo>
                      <a:pt x="5703" y="51926"/>
                    </a:lnTo>
                    <a:lnTo>
                      <a:pt x="5703" y="45281"/>
                    </a:lnTo>
                    <a:lnTo>
                      <a:pt x="5752" y="45181"/>
                    </a:lnTo>
                    <a:lnTo>
                      <a:pt x="5851" y="45132"/>
                    </a:lnTo>
                    <a:lnTo>
                      <a:pt x="10017" y="45132"/>
                    </a:lnTo>
                    <a:close/>
                    <a:moveTo>
                      <a:pt x="10116" y="55101"/>
                    </a:moveTo>
                    <a:lnTo>
                      <a:pt x="10166" y="55200"/>
                    </a:lnTo>
                    <a:lnTo>
                      <a:pt x="10166" y="61846"/>
                    </a:lnTo>
                    <a:lnTo>
                      <a:pt x="10116" y="61945"/>
                    </a:lnTo>
                    <a:lnTo>
                      <a:pt x="10017" y="61994"/>
                    </a:lnTo>
                    <a:lnTo>
                      <a:pt x="5851" y="61994"/>
                    </a:lnTo>
                    <a:lnTo>
                      <a:pt x="5752" y="61945"/>
                    </a:lnTo>
                    <a:lnTo>
                      <a:pt x="5703" y="61846"/>
                    </a:lnTo>
                    <a:lnTo>
                      <a:pt x="5703" y="55200"/>
                    </a:lnTo>
                    <a:lnTo>
                      <a:pt x="5752" y="55101"/>
                    </a:lnTo>
                    <a:lnTo>
                      <a:pt x="5851" y="55051"/>
                    </a:lnTo>
                    <a:lnTo>
                      <a:pt x="10017" y="55051"/>
                    </a:lnTo>
                    <a:close/>
                    <a:moveTo>
                      <a:pt x="10116" y="65020"/>
                    </a:moveTo>
                    <a:lnTo>
                      <a:pt x="10166" y="65119"/>
                    </a:lnTo>
                    <a:lnTo>
                      <a:pt x="10166" y="71765"/>
                    </a:lnTo>
                    <a:lnTo>
                      <a:pt x="10116" y="71864"/>
                    </a:lnTo>
                    <a:lnTo>
                      <a:pt x="10017" y="71913"/>
                    </a:lnTo>
                    <a:lnTo>
                      <a:pt x="5851" y="71913"/>
                    </a:lnTo>
                    <a:lnTo>
                      <a:pt x="5752" y="71864"/>
                    </a:lnTo>
                    <a:lnTo>
                      <a:pt x="5703" y="71765"/>
                    </a:lnTo>
                    <a:lnTo>
                      <a:pt x="5703" y="65119"/>
                    </a:lnTo>
                    <a:lnTo>
                      <a:pt x="5752" y="65020"/>
                    </a:lnTo>
                    <a:lnTo>
                      <a:pt x="5851" y="64970"/>
                    </a:lnTo>
                    <a:lnTo>
                      <a:pt x="10017" y="64970"/>
                    </a:lnTo>
                    <a:close/>
                    <a:moveTo>
                      <a:pt x="10116" y="74939"/>
                    </a:moveTo>
                    <a:lnTo>
                      <a:pt x="10166" y="75038"/>
                    </a:lnTo>
                    <a:lnTo>
                      <a:pt x="10166" y="81684"/>
                    </a:lnTo>
                    <a:lnTo>
                      <a:pt x="10116" y="81783"/>
                    </a:lnTo>
                    <a:lnTo>
                      <a:pt x="10017" y="81832"/>
                    </a:lnTo>
                    <a:lnTo>
                      <a:pt x="5851" y="81832"/>
                    </a:lnTo>
                    <a:lnTo>
                      <a:pt x="5752" y="81783"/>
                    </a:lnTo>
                    <a:lnTo>
                      <a:pt x="5703" y="81684"/>
                    </a:lnTo>
                    <a:lnTo>
                      <a:pt x="5703" y="75038"/>
                    </a:lnTo>
                    <a:lnTo>
                      <a:pt x="5752" y="74939"/>
                    </a:lnTo>
                    <a:lnTo>
                      <a:pt x="5851" y="74889"/>
                    </a:lnTo>
                    <a:lnTo>
                      <a:pt x="10017" y="74889"/>
                    </a:lnTo>
                    <a:close/>
                    <a:moveTo>
                      <a:pt x="10116" y="84858"/>
                    </a:moveTo>
                    <a:lnTo>
                      <a:pt x="10166" y="84957"/>
                    </a:lnTo>
                    <a:lnTo>
                      <a:pt x="10166" y="91603"/>
                    </a:lnTo>
                    <a:lnTo>
                      <a:pt x="10116" y="91702"/>
                    </a:lnTo>
                    <a:lnTo>
                      <a:pt x="10017" y="91752"/>
                    </a:lnTo>
                    <a:lnTo>
                      <a:pt x="5851" y="91752"/>
                    </a:lnTo>
                    <a:lnTo>
                      <a:pt x="5752" y="91702"/>
                    </a:lnTo>
                    <a:lnTo>
                      <a:pt x="5703" y="91603"/>
                    </a:lnTo>
                    <a:lnTo>
                      <a:pt x="5703" y="84957"/>
                    </a:lnTo>
                    <a:lnTo>
                      <a:pt x="5752" y="84858"/>
                    </a:lnTo>
                    <a:lnTo>
                      <a:pt x="5851" y="84808"/>
                    </a:lnTo>
                    <a:lnTo>
                      <a:pt x="10017" y="84808"/>
                    </a:lnTo>
                    <a:close/>
                    <a:moveTo>
                      <a:pt x="10116" y="94777"/>
                    </a:moveTo>
                    <a:lnTo>
                      <a:pt x="10166" y="94876"/>
                    </a:lnTo>
                    <a:lnTo>
                      <a:pt x="10166" y="101522"/>
                    </a:lnTo>
                    <a:lnTo>
                      <a:pt x="10116" y="101621"/>
                    </a:lnTo>
                    <a:lnTo>
                      <a:pt x="10017" y="101671"/>
                    </a:lnTo>
                    <a:lnTo>
                      <a:pt x="5851" y="101671"/>
                    </a:lnTo>
                    <a:lnTo>
                      <a:pt x="5752" y="101621"/>
                    </a:lnTo>
                    <a:lnTo>
                      <a:pt x="5703" y="101522"/>
                    </a:lnTo>
                    <a:lnTo>
                      <a:pt x="5703" y="94876"/>
                    </a:lnTo>
                    <a:lnTo>
                      <a:pt x="5752" y="94777"/>
                    </a:lnTo>
                    <a:lnTo>
                      <a:pt x="5851" y="94727"/>
                    </a:lnTo>
                    <a:lnTo>
                      <a:pt x="10017" y="94727"/>
                    </a:lnTo>
                    <a:close/>
                    <a:moveTo>
                      <a:pt x="10116" y="104696"/>
                    </a:moveTo>
                    <a:lnTo>
                      <a:pt x="10166" y="104795"/>
                    </a:lnTo>
                    <a:lnTo>
                      <a:pt x="10166" y="111441"/>
                    </a:lnTo>
                    <a:lnTo>
                      <a:pt x="10116" y="111540"/>
                    </a:lnTo>
                    <a:lnTo>
                      <a:pt x="10017" y="111590"/>
                    </a:lnTo>
                    <a:lnTo>
                      <a:pt x="5851" y="111590"/>
                    </a:lnTo>
                    <a:lnTo>
                      <a:pt x="5752" y="111540"/>
                    </a:lnTo>
                    <a:lnTo>
                      <a:pt x="5703" y="111441"/>
                    </a:lnTo>
                    <a:lnTo>
                      <a:pt x="5703" y="104795"/>
                    </a:lnTo>
                    <a:lnTo>
                      <a:pt x="5752" y="104696"/>
                    </a:lnTo>
                    <a:lnTo>
                      <a:pt x="5851" y="104646"/>
                    </a:lnTo>
                    <a:lnTo>
                      <a:pt x="10017" y="104646"/>
                    </a:lnTo>
                    <a:close/>
                    <a:moveTo>
                      <a:pt x="10116" y="114615"/>
                    </a:moveTo>
                    <a:lnTo>
                      <a:pt x="10166" y="114714"/>
                    </a:lnTo>
                    <a:lnTo>
                      <a:pt x="10166" y="121360"/>
                    </a:lnTo>
                    <a:lnTo>
                      <a:pt x="10116" y="121459"/>
                    </a:lnTo>
                    <a:lnTo>
                      <a:pt x="10017" y="121509"/>
                    </a:lnTo>
                    <a:lnTo>
                      <a:pt x="5851" y="121509"/>
                    </a:lnTo>
                    <a:lnTo>
                      <a:pt x="5752" y="121459"/>
                    </a:lnTo>
                    <a:lnTo>
                      <a:pt x="5703" y="121360"/>
                    </a:lnTo>
                    <a:lnTo>
                      <a:pt x="5703" y="114714"/>
                    </a:lnTo>
                    <a:lnTo>
                      <a:pt x="5752" y="114615"/>
                    </a:lnTo>
                    <a:lnTo>
                      <a:pt x="5851" y="114565"/>
                    </a:lnTo>
                    <a:lnTo>
                      <a:pt x="10017" y="114565"/>
                    </a:lnTo>
                    <a:close/>
                    <a:moveTo>
                      <a:pt x="10116" y="124534"/>
                    </a:moveTo>
                    <a:lnTo>
                      <a:pt x="10166" y="124633"/>
                    </a:lnTo>
                    <a:lnTo>
                      <a:pt x="10166" y="131279"/>
                    </a:lnTo>
                    <a:lnTo>
                      <a:pt x="10116" y="131378"/>
                    </a:lnTo>
                    <a:lnTo>
                      <a:pt x="10017" y="131428"/>
                    </a:lnTo>
                    <a:lnTo>
                      <a:pt x="5851" y="131428"/>
                    </a:lnTo>
                    <a:lnTo>
                      <a:pt x="5752" y="131378"/>
                    </a:lnTo>
                    <a:lnTo>
                      <a:pt x="5703" y="131279"/>
                    </a:lnTo>
                    <a:lnTo>
                      <a:pt x="5703" y="124633"/>
                    </a:lnTo>
                    <a:lnTo>
                      <a:pt x="5752" y="124534"/>
                    </a:lnTo>
                    <a:lnTo>
                      <a:pt x="5851" y="124484"/>
                    </a:lnTo>
                    <a:lnTo>
                      <a:pt x="10017" y="124484"/>
                    </a:lnTo>
                    <a:close/>
                    <a:moveTo>
                      <a:pt x="10116" y="134453"/>
                    </a:moveTo>
                    <a:lnTo>
                      <a:pt x="10166" y="134552"/>
                    </a:lnTo>
                    <a:lnTo>
                      <a:pt x="10166" y="141198"/>
                    </a:lnTo>
                    <a:lnTo>
                      <a:pt x="10116" y="141297"/>
                    </a:lnTo>
                    <a:lnTo>
                      <a:pt x="10017" y="141347"/>
                    </a:lnTo>
                    <a:lnTo>
                      <a:pt x="5851" y="141347"/>
                    </a:lnTo>
                    <a:lnTo>
                      <a:pt x="5752" y="141297"/>
                    </a:lnTo>
                    <a:lnTo>
                      <a:pt x="5703" y="141198"/>
                    </a:lnTo>
                    <a:lnTo>
                      <a:pt x="5703" y="134552"/>
                    </a:lnTo>
                    <a:lnTo>
                      <a:pt x="5752" y="134453"/>
                    </a:lnTo>
                    <a:lnTo>
                      <a:pt x="5851" y="134404"/>
                    </a:lnTo>
                    <a:lnTo>
                      <a:pt x="10017" y="134404"/>
                    </a:lnTo>
                    <a:close/>
                    <a:moveTo>
                      <a:pt x="10116" y="144372"/>
                    </a:moveTo>
                    <a:lnTo>
                      <a:pt x="10166" y="144471"/>
                    </a:lnTo>
                    <a:lnTo>
                      <a:pt x="10166" y="151117"/>
                    </a:lnTo>
                    <a:lnTo>
                      <a:pt x="10116" y="151216"/>
                    </a:lnTo>
                    <a:lnTo>
                      <a:pt x="10017" y="151266"/>
                    </a:lnTo>
                    <a:lnTo>
                      <a:pt x="5851" y="151266"/>
                    </a:lnTo>
                    <a:lnTo>
                      <a:pt x="5752" y="151216"/>
                    </a:lnTo>
                    <a:lnTo>
                      <a:pt x="5703" y="151117"/>
                    </a:lnTo>
                    <a:lnTo>
                      <a:pt x="5703" y="144471"/>
                    </a:lnTo>
                    <a:lnTo>
                      <a:pt x="5752" y="144372"/>
                    </a:lnTo>
                    <a:lnTo>
                      <a:pt x="5851" y="144323"/>
                    </a:lnTo>
                    <a:lnTo>
                      <a:pt x="10017" y="144323"/>
                    </a:lnTo>
                    <a:close/>
                    <a:moveTo>
                      <a:pt x="10116" y="154291"/>
                    </a:moveTo>
                    <a:lnTo>
                      <a:pt x="10166" y="154390"/>
                    </a:lnTo>
                    <a:lnTo>
                      <a:pt x="10166" y="161036"/>
                    </a:lnTo>
                    <a:lnTo>
                      <a:pt x="10116" y="161135"/>
                    </a:lnTo>
                    <a:lnTo>
                      <a:pt x="10017" y="161185"/>
                    </a:lnTo>
                    <a:lnTo>
                      <a:pt x="5851" y="161185"/>
                    </a:lnTo>
                    <a:lnTo>
                      <a:pt x="5752" y="161135"/>
                    </a:lnTo>
                    <a:lnTo>
                      <a:pt x="5703" y="161036"/>
                    </a:lnTo>
                    <a:lnTo>
                      <a:pt x="5703" y="154390"/>
                    </a:lnTo>
                    <a:lnTo>
                      <a:pt x="5752" y="154291"/>
                    </a:lnTo>
                    <a:lnTo>
                      <a:pt x="5851" y="154242"/>
                    </a:lnTo>
                    <a:lnTo>
                      <a:pt x="10017" y="154242"/>
                    </a:lnTo>
                    <a:close/>
                    <a:moveTo>
                      <a:pt x="10116" y="164210"/>
                    </a:moveTo>
                    <a:lnTo>
                      <a:pt x="10166" y="164310"/>
                    </a:lnTo>
                    <a:lnTo>
                      <a:pt x="10166" y="170955"/>
                    </a:lnTo>
                    <a:lnTo>
                      <a:pt x="10116" y="171055"/>
                    </a:lnTo>
                    <a:lnTo>
                      <a:pt x="10017" y="171104"/>
                    </a:lnTo>
                    <a:lnTo>
                      <a:pt x="5851" y="171104"/>
                    </a:lnTo>
                    <a:lnTo>
                      <a:pt x="5752" y="171055"/>
                    </a:lnTo>
                    <a:lnTo>
                      <a:pt x="5703" y="170955"/>
                    </a:lnTo>
                    <a:lnTo>
                      <a:pt x="5703" y="164310"/>
                    </a:lnTo>
                    <a:lnTo>
                      <a:pt x="5752" y="164210"/>
                    </a:lnTo>
                    <a:lnTo>
                      <a:pt x="5851" y="164161"/>
                    </a:lnTo>
                    <a:lnTo>
                      <a:pt x="10017" y="164161"/>
                    </a:lnTo>
                    <a:close/>
                    <a:moveTo>
                      <a:pt x="10116" y="174129"/>
                    </a:moveTo>
                    <a:lnTo>
                      <a:pt x="10166" y="174229"/>
                    </a:lnTo>
                    <a:lnTo>
                      <a:pt x="10166" y="180874"/>
                    </a:lnTo>
                    <a:lnTo>
                      <a:pt x="10116" y="180974"/>
                    </a:lnTo>
                    <a:lnTo>
                      <a:pt x="10017" y="181023"/>
                    </a:lnTo>
                    <a:lnTo>
                      <a:pt x="5851" y="181023"/>
                    </a:lnTo>
                    <a:lnTo>
                      <a:pt x="5752" y="180974"/>
                    </a:lnTo>
                    <a:lnTo>
                      <a:pt x="5703" y="180874"/>
                    </a:lnTo>
                    <a:lnTo>
                      <a:pt x="5703" y="174229"/>
                    </a:lnTo>
                    <a:lnTo>
                      <a:pt x="5752" y="174129"/>
                    </a:lnTo>
                    <a:lnTo>
                      <a:pt x="5851" y="174080"/>
                    </a:lnTo>
                    <a:lnTo>
                      <a:pt x="10017" y="174080"/>
                    </a:lnTo>
                    <a:close/>
                    <a:moveTo>
                      <a:pt x="10116" y="184049"/>
                    </a:moveTo>
                    <a:lnTo>
                      <a:pt x="10166" y="184148"/>
                    </a:lnTo>
                    <a:lnTo>
                      <a:pt x="10166" y="190793"/>
                    </a:lnTo>
                    <a:lnTo>
                      <a:pt x="10116" y="190893"/>
                    </a:lnTo>
                    <a:lnTo>
                      <a:pt x="10017" y="190942"/>
                    </a:lnTo>
                    <a:lnTo>
                      <a:pt x="5851" y="190942"/>
                    </a:lnTo>
                    <a:lnTo>
                      <a:pt x="5752" y="190893"/>
                    </a:lnTo>
                    <a:lnTo>
                      <a:pt x="5703" y="190793"/>
                    </a:lnTo>
                    <a:lnTo>
                      <a:pt x="5703" y="184148"/>
                    </a:lnTo>
                    <a:lnTo>
                      <a:pt x="5752" y="184049"/>
                    </a:lnTo>
                    <a:lnTo>
                      <a:pt x="5851" y="183999"/>
                    </a:lnTo>
                    <a:lnTo>
                      <a:pt x="10017" y="183999"/>
                    </a:lnTo>
                    <a:close/>
                    <a:moveTo>
                      <a:pt x="10116" y="193968"/>
                    </a:moveTo>
                    <a:lnTo>
                      <a:pt x="10166" y="194067"/>
                    </a:lnTo>
                    <a:lnTo>
                      <a:pt x="10166" y="200713"/>
                    </a:lnTo>
                    <a:lnTo>
                      <a:pt x="10116" y="200812"/>
                    </a:lnTo>
                    <a:lnTo>
                      <a:pt x="10017" y="200861"/>
                    </a:lnTo>
                    <a:lnTo>
                      <a:pt x="5851" y="200861"/>
                    </a:lnTo>
                    <a:lnTo>
                      <a:pt x="5752" y="200812"/>
                    </a:lnTo>
                    <a:lnTo>
                      <a:pt x="5703" y="200713"/>
                    </a:lnTo>
                    <a:lnTo>
                      <a:pt x="5703" y="194067"/>
                    </a:lnTo>
                    <a:lnTo>
                      <a:pt x="5752" y="193968"/>
                    </a:lnTo>
                    <a:lnTo>
                      <a:pt x="5851" y="193918"/>
                    </a:lnTo>
                    <a:lnTo>
                      <a:pt x="10017" y="193918"/>
                    </a:lnTo>
                    <a:close/>
                    <a:moveTo>
                      <a:pt x="10116" y="203887"/>
                    </a:moveTo>
                    <a:lnTo>
                      <a:pt x="10166" y="203986"/>
                    </a:lnTo>
                    <a:lnTo>
                      <a:pt x="10166" y="210632"/>
                    </a:lnTo>
                    <a:lnTo>
                      <a:pt x="10116" y="210731"/>
                    </a:lnTo>
                    <a:lnTo>
                      <a:pt x="10017" y="210780"/>
                    </a:lnTo>
                    <a:lnTo>
                      <a:pt x="5851" y="210780"/>
                    </a:lnTo>
                    <a:lnTo>
                      <a:pt x="5752" y="210731"/>
                    </a:lnTo>
                    <a:lnTo>
                      <a:pt x="5703" y="210632"/>
                    </a:lnTo>
                    <a:lnTo>
                      <a:pt x="5703" y="203986"/>
                    </a:lnTo>
                    <a:lnTo>
                      <a:pt x="5752" y="203887"/>
                    </a:lnTo>
                    <a:lnTo>
                      <a:pt x="5851" y="203837"/>
                    </a:lnTo>
                    <a:lnTo>
                      <a:pt x="10017" y="203837"/>
                    </a:lnTo>
                    <a:close/>
                    <a:moveTo>
                      <a:pt x="10116" y="213806"/>
                    </a:moveTo>
                    <a:lnTo>
                      <a:pt x="10166" y="213905"/>
                    </a:lnTo>
                    <a:lnTo>
                      <a:pt x="10166" y="220551"/>
                    </a:lnTo>
                    <a:lnTo>
                      <a:pt x="10116" y="220650"/>
                    </a:lnTo>
                    <a:lnTo>
                      <a:pt x="10017" y="220699"/>
                    </a:lnTo>
                    <a:lnTo>
                      <a:pt x="5851" y="220699"/>
                    </a:lnTo>
                    <a:lnTo>
                      <a:pt x="5752" y="220650"/>
                    </a:lnTo>
                    <a:lnTo>
                      <a:pt x="5703" y="220551"/>
                    </a:lnTo>
                    <a:lnTo>
                      <a:pt x="5703" y="213905"/>
                    </a:lnTo>
                    <a:lnTo>
                      <a:pt x="5752" y="213806"/>
                    </a:lnTo>
                    <a:lnTo>
                      <a:pt x="5851" y="213756"/>
                    </a:lnTo>
                    <a:lnTo>
                      <a:pt x="10017" y="213756"/>
                    </a:lnTo>
                    <a:close/>
                    <a:moveTo>
                      <a:pt x="10116" y="223725"/>
                    </a:moveTo>
                    <a:lnTo>
                      <a:pt x="10166" y="223824"/>
                    </a:lnTo>
                    <a:lnTo>
                      <a:pt x="10166" y="230470"/>
                    </a:lnTo>
                    <a:lnTo>
                      <a:pt x="10116" y="230569"/>
                    </a:lnTo>
                    <a:lnTo>
                      <a:pt x="10017" y="230619"/>
                    </a:lnTo>
                    <a:lnTo>
                      <a:pt x="5851" y="230619"/>
                    </a:lnTo>
                    <a:lnTo>
                      <a:pt x="5752" y="230569"/>
                    </a:lnTo>
                    <a:lnTo>
                      <a:pt x="5703" y="230470"/>
                    </a:lnTo>
                    <a:lnTo>
                      <a:pt x="5703" y="223824"/>
                    </a:lnTo>
                    <a:lnTo>
                      <a:pt x="5752" y="223725"/>
                    </a:lnTo>
                    <a:lnTo>
                      <a:pt x="5851" y="223675"/>
                    </a:lnTo>
                    <a:lnTo>
                      <a:pt x="10017" y="223675"/>
                    </a:lnTo>
                    <a:close/>
                    <a:moveTo>
                      <a:pt x="10116" y="233644"/>
                    </a:moveTo>
                    <a:lnTo>
                      <a:pt x="10166" y="233743"/>
                    </a:lnTo>
                    <a:lnTo>
                      <a:pt x="10166" y="240389"/>
                    </a:lnTo>
                    <a:lnTo>
                      <a:pt x="10116" y="240488"/>
                    </a:lnTo>
                    <a:lnTo>
                      <a:pt x="10017" y="240538"/>
                    </a:lnTo>
                    <a:lnTo>
                      <a:pt x="5851" y="240538"/>
                    </a:lnTo>
                    <a:lnTo>
                      <a:pt x="5752" y="240488"/>
                    </a:lnTo>
                    <a:lnTo>
                      <a:pt x="5703" y="240389"/>
                    </a:lnTo>
                    <a:lnTo>
                      <a:pt x="5703" y="233743"/>
                    </a:lnTo>
                    <a:lnTo>
                      <a:pt x="5752" y="233644"/>
                    </a:lnTo>
                    <a:lnTo>
                      <a:pt x="5851" y="233594"/>
                    </a:lnTo>
                    <a:lnTo>
                      <a:pt x="10017" y="233594"/>
                    </a:lnTo>
                    <a:close/>
                    <a:moveTo>
                      <a:pt x="10116" y="243563"/>
                    </a:moveTo>
                    <a:lnTo>
                      <a:pt x="10166" y="243662"/>
                    </a:lnTo>
                    <a:lnTo>
                      <a:pt x="10166" y="248820"/>
                    </a:lnTo>
                    <a:lnTo>
                      <a:pt x="10116" y="248919"/>
                    </a:lnTo>
                    <a:lnTo>
                      <a:pt x="10017" y="248969"/>
                    </a:lnTo>
                    <a:lnTo>
                      <a:pt x="5851" y="248969"/>
                    </a:lnTo>
                    <a:lnTo>
                      <a:pt x="5752" y="248919"/>
                    </a:lnTo>
                    <a:lnTo>
                      <a:pt x="5703" y="248820"/>
                    </a:lnTo>
                    <a:lnTo>
                      <a:pt x="5703" y="243662"/>
                    </a:lnTo>
                    <a:lnTo>
                      <a:pt x="5752" y="243563"/>
                    </a:lnTo>
                    <a:lnTo>
                      <a:pt x="5851" y="243513"/>
                    </a:lnTo>
                    <a:lnTo>
                      <a:pt x="10017" y="243513"/>
                    </a:lnTo>
                    <a:close/>
                    <a:moveTo>
                      <a:pt x="5653" y="50"/>
                    </a:moveTo>
                    <a:lnTo>
                      <a:pt x="5703" y="149"/>
                    </a:lnTo>
                    <a:lnTo>
                      <a:pt x="5703" y="248820"/>
                    </a:lnTo>
                    <a:lnTo>
                      <a:pt x="5653" y="248919"/>
                    </a:lnTo>
                    <a:lnTo>
                      <a:pt x="5554" y="248969"/>
                    </a:lnTo>
                    <a:lnTo>
                      <a:pt x="148" y="248969"/>
                    </a:lnTo>
                    <a:lnTo>
                      <a:pt x="49" y="248919"/>
                    </a:lnTo>
                    <a:lnTo>
                      <a:pt x="0" y="248820"/>
                    </a:lnTo>
                    <a:lnTo>
                      <a:pt x="0" y="149"/>
                    </a:lnTo>
                    <a:lnTo>
                      <a:pt x="49" y="50"/>
                    </a:lnTo>
                    <a:lnTo>
                      <a:pt x="148" y="0"/>
                    </a:lnTo>
                    <a:lnTo>
                      <a:pt x="555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9" name="墙_V17_Storage_North_Casing">
                <a:extLst>
                  <a:ext uri="{FF2B5EF4-FFF2-40B4-BE49-F238E27FC236}">
                    <a16:creationId xmlns:a16="http://schemas.microsoft.com/office/drawing/2014/main" id="{4A43F4A0-8ED9-211A-4AAC-537CF13F280A}"/>
                  </a:ext>
                </a:extLst>
              </p:cNvPr>
              <p:cNvSpPr/>
              <p:nvPr/>
            </p:nvSpPr>
            <p:spPr>
              <a:xfrm>
                <a:off x="2240297" y="4676368"/>
                <a:ext cx="4960" cy="11159"/>
              </a:xfrm>
              <a:custGeom>
                <a:avLst/>
                <a:gdLst/>
                <a:ahLst/>
                <a:cxnLst/>
                <a:rect l="l" t="t" r="r" b="b"/>
                <a:pathLst>
                  <a:path w="4960" h="11159">
                    <a:moveTo>
                      <a:pt x="4960" y="0"/>
                    </a:moveTo>
                    <a:lnTo>
                      <a:pt x="0" y="0"/>
                    </a:lnTo>
                    <a:lnTo>
                      <a:pt x="0" y="11159"/>
                    </a:lnTo>
                    <a:lnTo>
                      <a:pt x="4960" y="1115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423" name="房间名（沿用施工图）">
              <a:extLst>
                <a:ext uri="{FF2B5EF4-FFF2-40B4-BE49-F238E27FC236}">
                  <a16:creationId xmlns:a16="http://schemas.microsoft.com/office/drawing/2014/main" id="{999474E9-7318-2C4D-EF6E-2949F8F8533D}"/>
                </a:ext>
              </a:extLst>
            </p:cNvPr>
            <p:cNvGrpSpPr/>
            <p:nvPr/>
          </p:nvGrpSpPr>
          <p:grpSpPr>
            <a:xfrm>
              <a:off x="658780" y="1171576"/>
              <a:ext cx="1914044" cy="4397638"/>
              <a:chOff x="658780" y="1171576"/>
              <a:chExt cx="1914044" cy="4397638"/>
            </a:xfrm>
          </p:grpSpPr>
          <p:sp>
            <p:nvSpPr>
              <p:cNvPr id="424" name="TextBox 423">
                <a:extLst>
                  <a:ext uri="{FF2B5EF4-FFF2-40B4-BE49-F238E27FC236}">
                    <a16:creationId xmlns:a16="http://schemas.microsoft.com/office/drawing/2014/main" id="{43FEC776-CEDF-3216-2E0A-B9CE63EE2390}"/>
                  </a:ext>
                </a:extLst>
              </p:cNvPr>
              <p:cNvSpPr txBox="1"/>
              <p:nvPr/>
            </p:nvSpPr>
            <p:spPr>
              <a:xfrm rot="16200000">
                <a:off x="1704467" y="464322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起居室</a:t>
                </a:r>
              </a:p>
            </p:txBody>
          </p:sp>
          <p:sp>
            <p:nvSpPr>
              <p:cNvPr id="425" name="TextBox 424">
                <a:extLst>
                  <a:ext uri="{FF2B5EF4-FFF2-40B4-BE49-F238E27FC236}">
                    <a16:creationId xmlns:a16="http://schemas.microsoft.com/office/drawing/2014/main" id="{4E1035C1-A79A-E69F-B479-A165BD13CC06}"/>
                  </a:ext>
                </a:extLst>
              </p:cNvPr>
              <p:cNvSpPr txBox="1"/>
              <p:nvPr/>
            </p:nvSpPr>
            <p:spPr>
              <a:xfrm rot="16200000">
                <a:off x="1952573" y="2508311"/>
                <a:ext cx="54125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厨房（吧台区）</a:t>
                </a:r>
              </a:p>
            </p:txBody>
          </p:sp>
          <p:sp>
            <p:nvSpPr>
              <p:cNvPr id="426" name="TextBox 425">
                <a:extLst>
                  <a:ext uri="{FF2B5EF4-FFF2-40B4-BE49-F238E27FC236}">
                    <a16:creationId xmlns:a16="http://schemas.microsoft.com/office/drawing/2014/main" id="{58A143EE-E6E5-2CE6-EA82-045D91BC6A96}"/>
                  </a:ext>
                </a:extLst>
              </p:cNvPr>
              <p:cNvSpPr txBox="1"/>
              <p:nvPr/>
            </p:nvSpPr>
            <p:spPr>
              <a:xfrm rot="16200000">
                <a:off x="1377294" y="547717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前院</a:t>
                </a:r>
              </a:p>
            </p:txBody>
          </p:sp>
          <p:sp>
            <p:nvSpPr>
              <p:cNvPr id="427" name="TextBox 426">
                <a:extLst>
                  <a:ext uri="{FF2B5EF4-FFF2-40B4-BE49-F238E27FC236}">
                    <a16:creationId xmlns:a16="http://schemas.microsoft.com/office/drawing/2014/main" id="{A7A11826-15A1-F21D-B60C-531AAE91EB7C}"/>
                  </a:ext>
                </a:extLst>
              </p:cNvPr>
              <p:cNvSpPr txBox="1"/>
              <p:nvPr/>
            </p:nvSpPr>
            <p:spPr>
              <a:xfrm rot="16200000">
                <a:off x="1792213" y="3624550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餐厅</a:t>
                </a:r>
                <a:endParaRPr sz="891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28" name="TextBox 427">
                <a:extLst>
                  <a:ext uri="{FF2B5EF4-FFF2-40B4-BE49-F238E27FC236}">
                    <a16:creationId xmlns:a16="http://schemas.microsoft.com/office/drawing/2014/main" id="{7343EACE-CE65-E7E9-B861-48D7090D7218}"/>
                  </a:ext>
                </a:extLst>
              </p:cNvPr>
              <p:cNvSpPr txBox="1"/>
              <p:nvPr/>
            </p:nvSpPr>
            <p:spPr>
              <a:xfrm rot="16200000">
                <a:off x="2320821" y="4239600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  <p:sp>
            <p:nvSpPr>
              <p:cNvPr id="429" name="TextBox 428">
                <a:extLst>
                  <a:ext uri="{FF2B5EF4-FFF2-40B4-BE49-F238E27FC236}">
                    <a16:creationId xmlns:a16="http://schemas.microsoft.com/office/drawing/2014/main" id="{A10F7F30-E0C5-2FE9-F6DD-3D4FE703DA0D}"/>
                  </a:ext>
                </a:extLst>
              </p:cNvPr>
              <p:cNvSpPr txBox="1"/>
              <p:nvPr/>
            </p:nvSpPr>
            <p:spPr>
              <a:xfrm rot="16200000">
                <a:off x="964969" y="201019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后花园</a:t>
                </a:r>
              </a:p>
            </p:txBody>
          </p:sp>
          <p:sp>
            <p:nvSpPr>
              <p:cNvPr id="430" name="TextBox 429">
                <a:extLst>
                  <a:ext uri="{FF2B5EF4-FFF2-40B4-BE49-F238E27FC236}">
                    <a16:creationId xmlns:a16="http://schemas.microsoft.com/office/drawing/2014/main" id="{3387C132-2888-B401-4ED1-11F4143ECB2F}"/>
                  </a:ext>
                </a:extLst>
              </p:cNvPr>
              <p:cNvSpPr txBox="1"/>
              <p:nvPr/>
            </p:nvSpPr>
            <p:spPr>
              <a:xfrm rot="16200000">
                <a:off x="2320821" y="472944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  <a:endParaRPr sz="891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31" name="TextBox 430">
                <a:extLst>
                  <a:ext uri="{FF2B5EF4-FFF2-40B4-BE49-F238E27FC236}">
                    <a16:creationId xmlns:a16="http://schemas.microsoft.com/office/drawing/2014/main" id="{5AB5D4B4-1267-862F-370E-CB023A94A0EA}"/>
                  </a:ext>
                </a:extLst>
              </p:cNvPr>
              <p:cNvSpPr txBox="1"/>
              <p:nvPr/>
            </p:nvSpPr>
            <p:spPr>
              <a:xfrm rot="16200000">
                <a:off x="1098651" y="321923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432" name="TextBox 431">
                <a:extLst>
                  <a:ext uri="{FF2B5EF4-FFF2-40B4-BE49-F238E27FC236}">
                    <a16:creationId xmlns:a16="http://schemas.microsoft.com/office/drawing/2014/main" id="{A94F9BBF-6BA1-7A05-33AF-81559C4F895C}"/>
                  </a:ext>
                </a:extLst>
              </p:cNvPr>
              <p:cNvSpPr txBox="1"/>
              <p:nvPr/>
            </p:nvSpPr>
            <p:spPr>
              <a:xfrm rot="16200000">
                <a:off x="2378657" y="3368357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433" name="TextBox 432">
                <a:extLst>
                  <a:ext uri="{FF2B5EF4-FFF2-40B4-BE49-F238E27FC236}">
                    <a16:creationId xmlns:a16="http://schemas.microsoft.com/office/drawing/2014/main" id="{94530346-B00F-94EA-1F07-D67074D2FEC6}"/>
                  </a:ext>
                </a:extLst>
              </p:cNvPr>
              <p:cNvSpPr txBox="1"/>
              <p:nvPr/>
            </p:nvSpPr>
            <p:spPr>
              <a:xfrm rot="16200000">
                <a:off x="2120615" y="1821014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</a:t>
                </a:r>
              </a:p>
            </p:txBody>
          </p:sp>
          <p:sp>
            <p:nvSpPr>
              <p:cNvPr id="434" name="TextBox 433">
                <a:extLst>
                  <a:ext uri="{FF2B5EF4-FFF2-40B4-BE49-F238E27FC236}">
                    <a16:creationId xmlns:a16="http://schemas.microsoft.com/office/drawing/2014/main" id="{D3666B31-7E3E-C075-3FAC-62278ECCD7E6}"/>
                  </a:ext>
                </a:extLst>
              </p:cNvPr>
              <p:cNvSpPr txBox="1"/>
              <p:nvPr/>
            </p:nvSpPr>
            <p:spPr>
              <a:xfrm rot="16200000">
                <a:off x="2087745" y="117157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洗衣房</a:t>
                </a:r>
              </a:p>
            </p:txBody>
          </p:sp>
          <p:sp>
            <p:nvSpPr>
              <p:cNvPr id="435" name="TextBox 434">
                <a:extLst>
                  <a:ext uri="{FF2B5EF4-FFF2-40B4-BE49-F238E27FC236}">
                    <a16:creationId xmlns:a16="http://schemas.microsoft.com/office/drawing/2014/main" id="{121FAF64-6464-C9C9-726F-FE3A1C91C334}"/>
                  </a:ext>
                </a:extLst>
              </p:cNvPr>
              <p:cNvSpPr txBox="1"/>
              <p:nvPr/>
            </p:nvSpPr>
            <p:spPr>
              <a:xfrm rot="16200000">
                <a:off x="791437" y="404074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客厅</a:t>
                </a:r>
              </a:p>
            </p:txBody>
          </p:sp>
          <p:sp>
            <p:nvSpPr>
              <p:cNvPr id="436" name="TextBox 435">
                <a:extLst>
                  <a:ext uri="{FF2B5EF4-FFF2-40B4-BE49-F238E27FC236}">
                    <a16:creationId xmlns:a16="http://schemas.microsoft.com/office/drawing/2014/main" id="{CD08588D-5387-80FF-3321-1E90D1A52452}"/>
                  </a:ext>
                </a:extLst>
              </p:cNvPr>
              <p:cNvSpPr txBox="1"/>
              <p:nvPr/>
            </p:nvSpPr>
            <p:spPr>
              <a:xfrm rot="16200000">
                <a:off x="658780" y="4720908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</p:grpSp>
      </p:grpSp>
      <p:sp>
        <p:nvSpPr>
          <p:cNvPr id="538" name="Rectangle 537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TextBox 538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一层照明平面图</a:t>
            </a:r>
          </a:p>
        </p:txBody>
      </p:sp>
      <p:sp>
        <p:nvSpPr>
          <p:cNvPr id="540" name="Rectangle 539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" name="TextBox 540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542" name="TextBox 541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住宅改造（一层）</a:t>
            </a:r>
          </a:p>
        </p:txBody>
      </p:sp>
      <p:cxnSp>
        <p:nvCxnSpPr>
          <p:cNvPr id="543" name="Connector 542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4" name="TextBox 543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545" name="TextBox 544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一层照明平面图</a:t>
            </a:r>
          </a:p>
        </p:txBody>
      </p:sp>
      <p:cxnSp>
        <p:nvCxnSpPr>
          <p:cNvPr id="546" name="Connector 545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7" name="TextBox 546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548" name="TextBox 547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电施-02</a:t>
            </a:r>
          </a:p>
        </p:txBody>
      </p:sp>
      <p:cxnSp>
        <p:nvCxnSpPr>
          <p:cNvPr id="549" name="Connector 548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0" name="TextBox 549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551" name="TextBox 550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1:100（A3）</a:t>
            </a:r>
          </a:p>
        </p:txBody>
      </p:sp>
      <p:cxnSp>
        <p:nvCxnSpPr>
          <p:cNvPr id="552" name="Connector 551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3" name="TextBox 552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554" name="TextBox 553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G-A 2026-10-03）</a:t>
            </a:r>
          </a:p>
        </p:txBody>
      </p:sp>
      <p:cxnSp>
        <p:nvCxnSpPr>
          <p:cNvPr id="555" name="Connector 554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6" name="TextBox 555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557" name="TextBox 556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558" name="Connector 557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9" name="Connector 558"/>
          <p:cNvCxnSpPr/>
          <p:nvPr/>
        </p:nvCxnSpPr>
        <p:spPr>
          <a:xfrm>
            <a:off x="1743974" y="3837501"/>
            <a:ext cx="0" cy="42799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0" name="Connector 559"/>
          <p:cNvCxnSpPr/>
          <p:nvPr/>
        </p:nvCxnSpPr>
        <p:spPr>
          <a:xfrm>
            <a:off x="1743974" y="3837501"/>
            <a:ext cx="483321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1" name="Connector 560"/>
          <p:cNvCxnSpPr/>
          <p:nvPr/>
        </p:nvCxnSpPr>
        <p:spPr>
          <a:xfrm>
            <a:off x="2227295" y="3837501"/>
            <a:ext cx="480974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2" name="Connector 561"/>
          <p:cNvCxnSpPr/>
          <p:nvPr/>
        </p:nvCxnSpPr>
        <p:spPr>
          <a:xfrm flipV="1">
            <a:off x="2702740" y="4257675"/>
            <a:ext cx="0" cy="40759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3" name="Connector 562"/>
          <p:cNvCxnSpPr/>
          <p:nvPr/>
        </p:nvCxnSpPr>
        <p:spPr>
          <a:xfrm>
            <a:off x="2702740" y="4257675"/>
            <a:ext cx="5529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4" name="Connector 563"/>
          <p:cNvCxnSpPr/>
          <p:nvPr/>
        </p:nvCxnSpPr>
        <p:spPr>
          <a:xfrm flipH="1">
            <a:off x="2221767" y="4665274"/>
            <a:ext cx="480973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5" name="Connector 564"/>
          <p:cNvCxnSpPr/>
          <p:nvPr/>
        </p:nvCxnSpPr>
        <p:spPr>
          <a:xfrm flipH="1">
            <a:off x="1738445" y="4665274"/>
            <a:ext cx="483322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6" name="Connector 565"/>
          <p:cNvCxnSpPr/>
          <p:nvPr/>
        </p:nvCxnSpPr>
        <p:spPr>
          <a:xfrm flipV="1">
            <a:off x="3310887" y="3837501"/>
            <a:ext cx="0" cy="34748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7" name="Connector 566"/>
          <p:cNvCxnSpPr/>
          <p:nvPr/>
        </p:nvCxnSpPr>
        <p:spPr>
          <a:xfrm flipH="1">
            <a:off x="3301129" y="3837501"/>
            <a:ext cx="9758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8" name="Connector 567"/>
          <p:cNvCxnSpPr/>
          <p:nvPr/>
        </p:nvCxnSpPr>
        <p:spPr>
          <a:xfrm>
            <a:off x="3301129" y="3837501"/>
            <a:ext cx="48332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9" name="Connector 568"/>
          <p:cNvCxnSpPr/>
          <p:nvPr/>
        </p:nvCxnSpPr>
        <p:spPr>
          <a:xfrm>
            <a:off x="3784449" y="3837501"/>
            <a:ext cx="48097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0" name="Connector 569"/>
          <p:cNvCxnSpPr/>
          <p:nvPr/>
        </p:nvCxnSpPr>
        <p:spPr>
          <a:xfrm>
            <a:off x="4275182" y="4211119"/>
            <a:ext cx="0" cy="350081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1" name="Connector 570"/>
          <p:cNvCxnSpPr/>
          <p:nvPr/>
        </p:nvCxnSpPr>
        <p:spPr>
          <a:xfrm flipH="1">
            <a:off x="4265425" y="4561200"/>
            <a:ext cx="9757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2" name="Connector 571"/>
          <p:cNvCxnSpPr/>
          <p:nvPr/>
        </p:nvCxnSpPr>
        <p:spPr>
          <a:xfrm flipH="1">
            <a:off x="3784449" y="4561200"/>
            <a:ext cx="48097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3" name="Connector 572"/>
          <p:cNvCxnSpPr/>
          <p:nvPr/>
        </p:nvCxnSpPr>
        <p:spPr>
          <a:xfrm flipH="1">
            <a:off x="3301129" y="4561200"/>
            <a:ext cx="48332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4" name="Connector 573"/>
          <p:cNvCxnSpPr/>
          <p:nvPr/>
        </p:nvCxnSpPr>
        <p:spPr>
          <a:xfrm flipV="1">
            <a:off x="2384555" y="2405014"/>
            <a:ext cx="0" cy="415341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5" name="Connector 574"/>
          <p:cNvCxnSpPr/>
          <p:nvPr/>
        </p:nvCxnSpPr>
        <p:spPr>
          <a:xfrm flipH="1">
            <a:off x="2382335" y="2405014"/>
            <a:ext cx="222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6" name="Connector 575"/>
          <p:cNvCxnSpPr/>
          <p:nvPr/>
        </p:nvCxnSpPr>
        <p:spPr>
          <a:xfrm>
            <a:off x="2382335" y="2405014"/>
            <a:ext cx="414395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7" name="Connector 576"/>
          <p:cNvCxnSpPr/>
          <p:nvPr/>
        </p:nvCxnSpPr>
        <p:spPr>
          <a:xfrm>
            <a:off x="2796730" y="2405014"/>
            <a:ext cx="477547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8" name="Connector 577"/>
          <p:cNvCxnSpPr/>
          <p:nvPr/>
        </p:nvCxnSpPr>
        <p:spPr>
          <a:xfrm>
            <a:off x="3274277" y="2405014"/>
            <a:ext cx="0" cy="6861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9" name="Connector 578"/>
          <p:cNvCxnSpPr/>
          <p:nvPr/>
        </p:nvCxnSpPr>
        <p:spPr>
          <a:xfrm>
            <a:off x="3288011" y="2804493"/>
            <a:ext cx="0" cy="46712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0" name="Connector 579"/>
          <p:cNvCxnSpPr/>
          <p:nvPr/>
        </p:nvCxnSpPr>
        <p:spPr>
          <a:xfrm flipH="1">
            <a:off x="2805548" y="3271622"/>
            <a:ext cx="482463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1" name="Connector 580"/>
          <p:cNvCxnSpPr/>
          <p:nvPr/>
        </p:nvCxnSpPr>
        <p:spPr>
          <a:xfrm flipV="1">
            <a:off x="2805548" y="3263573"/>
            <a:ext cx="0" cy="804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2" name="Connector 581"/>
          <p:cNvCxnSpPr/>
          <p:nvPr/>
        </p:nvCxnSpPr>
        <p:spPr>
          <a:xfrm flipH="1">
            <a:off x="2377141" y="3263573"/>
            <a:ext cx="428407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3" name="Connector 582"/>
          <p:cNvCxnSpPr/>
          <p:nvPr/>
        </p:nvCxnSpPr>
        <p:spPr>
          <a:xfrm flipV="1">
            <a:off x="2377141" y="3257541"/>
            <a:ext cx="0" cy="6032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4" name="Connector 583"/>
          <p:cNvCxnSpPr/>
          <p:nvPr/>
        </p:nvCxnSpPr>
        <p:spPr>
          <a:xfrm>
            <a:off x="5882529" y="4180781"/>
            <a:ext cx="1090991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5" name="Connector 584"/>
          <p:cNvCxnSpPr/>
          <p:nvPr/>
        </p:nvCxnSpPr>
        <p:spPr>
          <a:xfrm>
            <a:off x="5011131" y="2116500"/>
            <a:ext cx="785982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6" name="Connector 585"/>
          <p:cNvCxnSpPr/>
          <p:nvPr/>
        </p:nvCxnSpPr>
        <p:spPr>
          <a:xfrm>
            <a:off x="5797113" y="2116500"/>
            <a:ext cx="723417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7" name="Connector 586"/>
          <p:cNvCxnSpPr/>
          <p:nvPr/>
        </p:nvCxnSpPr>
        <p:spPr>
          <a:xfrm>
            <a:off x="6520530" y="2116500"/>
            <a:ext cx="410588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8" name="Connector 587"/>
          <p:cNvCxnSpPr/>
          <p:nvPr/>
        </p:nvCxnSpPr>
        <p:spPr>
          <a:xfrm>
            <a:off x="6931118" y="2116500"/>
            <a:ext cx="0" cy="197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9" name="Connector 588"/>
          <p:cNvCxnSpPr/>
          <p:nvPr/>
        </p:nvCxnSpPr>
        <p:spPr>
          <a:xfrm>
            <a:off x="1507871" y="4924435"/>
            <a:ext cx="514077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0" name="Connector 589"/>
          <p:cNvCxnSpPr/>
          <p:nvPr/>
        </p:nvCxnSpPr>
        <p:spPr>
          <a:xfrm>
            <a:off x="2021948" y="4924435"/>
            <a:ext cx="0" cy="22569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1" name="Connector 590"/>
          <p:cNvCxnSpPr/>
          <p:nvPr/>
        </p:nvCxnSpPr>
        <p:spPr>
          <a:xfrm>
            <a:off x="2021948" y="5150128"/>
            <a:ext cx="994718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2" name="Connector 591"/>
          <p:cNvCxnSpPr/>
          <p:nvPr/>
        </p:nvCxnSpPr>
        <p:spPr>
          <a:xfrm flipV="1">
            <a:off x="3016666" y="4661128"/>
            <a:ext cx="0" cy="48900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3" name="Connector 592"/>
          <p:cNvCxnSpPr/>
          <p:nvPr/>
        </p:nvCxnSpPr>
        <p:spPr>
          <a:xfrm>
            <a:off x="3016666" y="4661128"/>
            <a:ext cx="188077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4" name="Connector 593"/>
          <p:cNvCxnSpPr/>
          <p:nvPr/>
        </p:nvCxnSpPr>
        <p:spPr>
          <a:xfrm>
            <a:off x="3204743" y="4661128"/>
            <a:ext cx="0" cy="14210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5" name="Connector 594"/>
          <p:cNvCxnSpPr/>
          <p:nvPr/>
        </p:nvCxnSpPr>
        <p:spPr>
          <a:xfrm>
            <a:off x="3204743" y="4803230"/>
            <a:ext cx="0" cy="200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6" name="Connector 595"/>
          <p:cNvCxnSpPr/>
          <p:nvPr/>
        </p:nvCxnSpPr>
        <p:spPr>
          <a:xfrm flipH="1">
            <a:off x="3137871" y="5003846"/>
            <a:ext cx="66872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7" name="Connector 596"/>
          <p:cNvCxnSpPr/>
          <p:nvPr/>
        </p:nvCxnSpPr>
        <p:spPr>
          <a:xfrm flipH="1">
            <a:off x="3137871" y="5409256"/>
            <a:ext cx="986141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8" name="Connector 597"/>
          <p:cNvCxnSpPr/>
          <p:nvPr/>
        </p:nvCxnSpPr>
        <p:spPr>
          <a:xfrm flipV="1">
            <a:off x="3137871" y="5003846"/>
            <a:ext cx="0" cy="40541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9" name="Connector 598"/>
          <p:cNvCxnSpPr/>
          <p:nvPr/>
        </p:nvCxnSpPr>
        <p:spPr>
          <a:xfrm>
            <a:off x="3033384" y="3382205"/>
            <a:ext cx="1036513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0" name="Connector 599"/>
          <p:cNvCxnSpPr/>
          <p:nvPr/>
        </p:nvCxnSpPr>
        <p:spPr>
          <a:xfrm flipV="1">
            <a:off x="4069897" y="3010230"/>
            <a:ext cx="0" cy="37197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1" name="Connector 600"/>
          <p:cNvCxnSpPr/>
          <p:nvPr/>
        </p:nvCxnSpPr>
        <p:spPr>
          <a:xfrm flipH="1">
            <a:off x="2055384" y="3382205"/>
            <a:ext cx="97800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2" name="Connector 601"/>
          <p:cNvCxnSpPr/>
          <p:nvPr/>
        </p:nvCxnSpPr>
        <p:spPr>
          <a:xfrm flipV="1">
            <a:off x="2055384" y="2483615"/>
            <a:ext cx="0" cy="89859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3" name="Connector 602"/>
          <p:cNvCxnSpPr/>
          <p:nvPr/>
        </p:nvCxnSpPr>
        <p:spPr>
          <a:xfrm>
            <a:off x="4069897" y="3010230"/>
            <a:ext cx="0" cy="172194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4" name="Connector 603"/>
          <p:cNvCxnSpPr/>
          <p:nvPr/>
        </p:nvCxnSpPr>
        <p:spPr>
          <a:xfrm>
            <a:off x="4069897" y="4732179"/>
            <a:ext cx="65200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5" name="Connector 604"/>
          <p:cNvCxnSpPr/>
          <p:nvPr/>
        </p:nvCxnSpPr>
        <p:spPr>
          <a:xfrm>
            <a:off x="4721897" y="4732179"/>
            <a:ext cx="2532769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6" name="Connector 605"/>
          <p:cNvCxnSpPr/>
          <p:nvPr/>
        </p:nvCxnSpPr>
        <p:spPr>
          <a:xfrm>
            <a:off x="7254666" y="4732179"/>
            <a:ext cx="0" cy="835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7" name="Connector 606"/>
          <p:cNvCxnSpPr/>
          <p:nvPr/>
        </p:nvCxnSpPr>
        <p:spPr>
          <a:xfrm flipV="1">
            <a:off x="4145128" y="4732179"/>
            <a:ext cx="0" cy="677077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8" name="Connector 607"/>
          <p:cNvCxnSpPr/>
          <p:nvPr/>
        </p:nvCxnSpPr>
        <p:spPr>
          <a:xfrm>
            <a:off x="4145128" y="4732179"/>
            <a:ext cx="576769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9" name="Connector 608"/>
          <p:cNvCxnSpPr/>
          <p:nvPr/>
        </p:nvCxnSpPr>
        <p:spPr>
          <a:xfrm>
            <a:off x="4458589" y="4176307"/>
            <a:ext cx="1011436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0" name="Connector 609"/>
          <p:cNvCxnSpPr/>
          <p:nvPr/>
        </p:nvCxnSpPr>
        <p:spPr>
          <a:xfrm>
            <a:off x="5470025" y="4176307"/>
            <a:ext cx="0" cy="2173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1" name="Connector 610"/>
          <p:cNvCxnSpPr/>
          <p:nvPr/>
        </p:nvCxnSpPr>
        <p:spPr>
          <a:xfrm flipV="1">
            <a:off x="4458589" y="2312256"/>
            <a:ext cx="0" cy="18640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2" name="Connector 611"/>
          <p:cNvCxnSpPr/>
          <p:nvPr/>
        </p:nvCxnSpPr>
        <p:spPr>
          <a:xfrm>
            <a:off x="5470025" y="4393641"/>
            <a:ext cx="212318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3" name="Connector 612"/>
          <p:cNvCxnSpPr/>
          <p:nvPr/>
        </p:nvCxnSpPr>
        <p:spPr>
          <a:xfrm>
            <a:off x="7593205" y="4393641"/>
            <a:ext cx="0" cy="34689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4" name="Connector 613"/>
          <p:cNvCxnSpPr/>
          <p:nvPr/>
        </p:nvCxnSpPr>
        <p:spPr>
          <a:xfrm flipV="1">
            <a:off x="4166244" y="4176307"/>
            <a:ext cx="0" cy="1232949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5" name="Connector 614"/>
          <p:cNvCxnSpPr/>
          <p:nvPr/>
        </p:nvCxnSpPr>
        <p:spPr>
          <a:xfrm>
            <a:off x="4166244" y="4176307"/>
            <a:ext cx="292345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6" name="Connector 615"/>
          <p:cNvCxnSpPr/>
          <p:nvPr/>
        </p:nvCxnSpPr>
        <p:spPr>
          <a:xfrm flipH="1">
            <a:off x="1461863" y="4924435"/>
            <a:ext cx="46008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7" name="Connector 616"/>
          <p:cNvCxnSpPr/>
          <p:nvPr/>
        </p:nvCxnSpPr>
        <p:spPr>
          <a:xfrm>
            <a:off x="1461863" y="4924435"/>
            <a:ext cx="0" cy="355158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8" name="Connector 617"/>
          <p:cNvCxnSpPr/>
          <p:nvPr/>
        </p:nvCxnSpPr>
        <p:spPr>
          <a:xfrm flipV="1">
            <a:off x="1507871" y="4252643"/>
            <a:ext cx="0" cy="671792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9" name="Connector 618"/>
          <p:cNvCxnSpPr/>
          <p:nvPr/>
        </p:nvCxnSpPr>
        <p:spPr>
          <a:xfrm>
            <a:off x="1507871" y="4252643"/>
            <a:ext cx="718987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0" name="Connector 619"/>
          <p:cNvCxnSpPr/>
          <p:nvPr/>
        </p:nvCxnSpPr>
        <p:spPr>
          <a:xfrm flipV="1">
            <a:off x="1507871" y="4265497"/>
            <a:ext cx="0" cy="658938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1" name="Connector 620"/>
          <p:cNvCxnSpPr/>
          <p:nvPr/>
        </p:nvCxnSpPr>
        <p:spPr>
          <a:xfrm>
            <a:off x="1507871" y="4265497"/>
            <a:ext cx="236103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2" name="Connector 621"/>
          <p:cNvCxnSpPr/>
          <p:nvPr/>
        </p:nvCxnSpPr>
        <p:spPr>
          <a:xfrm>
            <a:off x="1507871" y="4924435"/>
            <a:ext cx="23057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3" name="Connector 622"/>
          <p:cNvCxnSpPr/>
          <p:nvPr/>
        </p:nvCxnSpPr>
        <p:spPr>
          <a:xfrm flipV="1">
            <a:off x="1738445" y="4665274"/>
            <a:ext cx="0" cy="25916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4" name="Connector 623"/>
          <p:cNvCxnSpPr/>
          <p:nvPr/>
        </p:nvCxnSpPr>
        <p:spPr>
          <a:xfrm flipH="1">
            <a:off x="1865138" y="5150128"/>
            <a:ext cx="15681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5" name="Connector 624"/>
          <p:cNvCxnSpPr/>
          <p:nvPr/>
        </p:nvCxnSpPr>
        <p:spPr>
          <a:xfrm>
            <a:off x="1865138" y="5150128"/>
            <a:ext cx="0" cy="139048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6" name="Connector 625"/>
          <p:cNvCxnSpPr/>
          <p:nvPr/>
        </p:nvCxnSpPr>
        <p:spPr>
          <a:xfrm>
            <a:off x="2021948" y="5150128"/>
            <a:ext cx="31339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7" name="Connector 626"/>
          <p:cNvCxnSpPr/>
          <p:nvPr/>
        </p:nvCxnSpPr>
        <p:spPr>
          <a:xfrm>
            <a:off x="2335340" y="5150128"/>
            <a:ext cx="0" cy="12525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8" name="Connector 627"/>
          <p:cNvCxnSpPr/>
          <p:nvPr/>
        </p:nvCxnSpPr>
        <p:spPr>
          <a:xfrm flipV="1">
            <a:off x="3016666" y="4203184"/>
            <a:ext cx="0" cy="457944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9" name="Connector 628"/>
          <p:cNvCxnSpPr/>
          <p:nvPr/>
        </p:nvCxnSpPr>
        <p:spPr>
          <a:xfrm>
            <a:off x="3016666" y="4203184"/>
            <a:ext cx="781299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0" name="Connector 629"/>
          <p:cNvCxnSpPr/>
          <p:nvPr/>
        </p:nvCxnSpPr>
        <p:spPr>
          <a:xfrm flipV="1">
            <a:off x="3016666" y="4184989"/>
            <a:ext cx="0" cy="476139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1" name="Connector 630"/>
          <p:cNvCxnSpPr/>
          <p:nvPr/>
        </p:nvCxnSpPr>
        <p:spPr>
          <a:xfrm>
            <a:off x="3016666" y="4184989"/>
            <a:ext cx="294221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2" name="Connector 631"/>
          <p:cNvCxnSpPr/>
          <p:nvPr/>
        </p:nvCxnSpPr>
        <p:spPr>
          <a:xfrm flipV="1">
            <a:off x="3016666" y="4561200"/>
            <a:ext cx="0" cy="99928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3" name="Connector 632"/>
          <p:cNvCxnSpPr/>
          <p:nvPr/>
        </p:nvCxnSpPr>
        <p:spPr>
          <a:xfrm>
            <a:off x="3016666" y="4561200"/>
            <a:ext cx="284463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4" name="Connector 633"/>
          <p:cNvCxnSpPr/>
          <p:nvPr/>
        </p:nvCxnSpPr>
        <p:spPr>
          <a:xfrm>
            <a:off x="3137871" y="5003846"/>
            <a:ext cx="41283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5" name="Connector 634"/>
          <p:cNvCxnSpPr/>
          <p:nvPr/>
        </p:nvCxnSpPr>
        <p:spPr>
          <a:xfrm flipV="1">
            <a:off x="3179154" y="4864428"/>
            <a:ext cx="0" cy="139418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6" name="Connector 635"/>
          <p:cNvCxnSpPr/>
          <p:nvPr/>
        </p:nvCxnSpPr>
        <p:spPr>
          <a:xfrm flipH="1">
            <a:off x="2226858" y="5003846"/>
            <a:ext cx="911013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7" name="Connector 636"/>
          <p:cNvCxnSpPr/>
          <p:nvPr/>
        </p:nvCxnSpPr>
        <p:spPr>
          <a:xfrm flipV="1">
            <a:off x="2226858" y="4252643"/>
            <a:ext cx="0" cy="751203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8" name="Connector 637"/>
          <p:cNvCxnSpPr/>
          <p:nvPr/>
        </p:nvCxnSpPr>
        <p:spPr>
          <a:xfrm flipV="1">
            <a:off x="3137871" y="3837501"/>
            <a:ext cx="0" cy="116634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9" name="Connector 638"/>
          <p:cNvCxnSpPr/>
          <p:nvPr/>
        </p:nvCxnSpPr>
        <p:spPr>
          <a:xfrm flipH="1">
            <a:off x="2708269" y="3837501"/>
            <a:ext cx="42960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0" name="Connector 639"/>
          <p:cNvCxnSpPr/>
          <p:nvPr/>
        </p:nvCxnSpPr>
        <p:spPr>
          <a:xfrm flipH="1">
            <a:off x="2702740" y="5003846"/>
            <a:ext cx="435131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1" name="Connector 640"/>
          <p:cNvCxnSpPr/>
          <p:nvPr/>
        </p:nvCxnSpPr>
        <p:spPr>
          <a:xfrm flipV="1">
            <a:off x="2702740" y="4665274"/>
            <a:ext cx="0" cy="338572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2" name="Connector 641"/>
          <p:cNvCxnSpPr/>
          <p:nvPr/>
        </p:nvCxnSpPr>
        <p:spPr>
          <a:xfrm flipV="1">
            <a:off x="3204743" y="4203184"/>
            <a:ext cx="0" cy="600046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3" name="Connector 642"/>
          <p:cNvCxnSpPr/>
          <p:nvPr/>
        </p:nvCxnSpPr>
        <p:spPr>
          <a:xfrm>
            <a:off x="3204743" y="4203184"/>
            <a:ext cx="59322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4" name="Connector 643"/>
          <p:cNvCxnSpPr/>
          <p:nvPr/>
        </p:nvCxnSpPr>
        <p:spPr>
          <a:xfrm flipV="1">
            <a:off x="3204743" y="4184989"/>
            <a:ext cx="0" cy="61824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5" name="Connector 644"/>
          <p:cNvCxnSpPr/>
          <p:nvPr/>
        </p:nvCxnSpPr>
        <p:spPr>
          <a:xfrm>
            <a:off x="3204743" y="4184989"/>
            <a:ext cx="10614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6" name="Connector 645"/>
          <p:cNvCxnSpPr/>
          <p:nvPr/>
        </p:nvCxnSpPr>
        <p:spPr>
          <a:xfrm>
            <a:off x="3204743" y="4803230"/>
            <a:ext cx="96386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7" name="Connector 646"/>
          <p:cNvCxnSpPr/>
          <p:nvPr/>
        </p:nvCxnSpPr>
        <p:spPr>
          <a:xfrm flipV="1">
            <a:off x="3301129" y="4561200"/>
            <a:ext cx="0" cy="24203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8" name="Connector 647"/>
          <p:cNvCxnSpPr/>
          <p:nvPr/>
        </p:nvCxnSpPr>
        <p:spPr>
          <a:xfrm flipV="1">
            <a:off x="3204743" y="5332932"/>
            <a:ext cx="0" cy="10558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9" name="Connector 648"/>
          <p:cNvCxnSpPr/>
          <p:nvPr/>
        </p:nvCxnSpPr>
        <p:spPr>
          <a:xfrm>
            <a:off x="4458589" y="4176307"/>
            <a:ext cx="142394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0" name="Connector 649"/>
          <p:cNvCxnSpPr/>
          <p:nvPr/>
        </p:nvCxnSpPr>
        <p:spPr>
          <a:xfrm>
            <a:off x="5882529" y="4176307"/>
            <a:ext cx="0" cy="4474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1" name="Connector 650"/>
          <p:cNvCxnSpPr/>
          <p:nvPr/>
        </p:nvCxnSpPr>
        <p:spPr>
          <a:xfrm>
            <a:off x="4458589" y="4176307"/>
            <a:ext cx="55254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2" name="Connector 651"/>
          <p:cNvCxnSpPr/>
          <p:nvPr/>
        </p:nvCxnSpPr>
        <p:spPr>
          <a:xfrm flipV="1">
            <a:off x="5011131" y="2116500"/>
            <a:ext cx="0" cy="205980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3" name="Connector 652"/>
          <p:cNvCxnSpPr/>
          <p:nvPr/>
        </p:nvCxnSpPr>
        <p:spPr>
          <a:xfrm flipV="1">
            <a:off x="3033384" y="2818974"/>
            <a:ext cx="0" cy="56323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4" name="Connector 653"/>
          <p:cNvCxnSpPr/>
          <p:nvPr/>
        </p:nvCxnSpPr>
        <p:spPr>
          <a:xfrm flipH="1">
            <a:off x="2803798" y="2818974"/>
            <a:ext cx="229586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5" name="Connector 654"/>
          <p:cNvCxnSpPr/>
          <p:nvPr/>
        </p:nvCxnSpPr>
        <p:spPr>
          <a:xfrm flipV="1">
            <a:off x="3033384" y="2567172"/>
            <a:ext cx="0" cy="815033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6" name="Connector 655"/>
          <p:cNvCxnSpPr/>
          <p:nvPr/>
        </p:nvCxnSpPr>
        <p:spPr>
          <a:xfrm>
            <a:off x="3033384" y="2567172"/>
            <a:ext cx="99558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7" name="Connector 656"/>
          <p:cNvCxnSpPr/>
          <p:nvPr/>
        </p:nvCxnSpPr>
        <p:spPr>
          <a:xfrm flipH="1">
            <a:off x="2384555" y="3382205"/>
            <a:ext cx="648829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8" name="Connector 657"/>
          <p:cNvCxnSpPr/>
          <p:nvPr/>
        </p:nvCxnSpPr>
        <p:spPr>
          <a:xfrm flipV="1">
            <a:off x="2384555" y="2820355"/>
            <a:ext cx="0" cy="56185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9" name="Connector 658"/>
          <p:cNvCxnSpPr/>
          <p:nvPr/>
        </p:nvCxnSpPr>
        <p:spPr>
          <a:xfrm flipH="1">
            <a:off x="2805548" y="3382205"/>
            <a:ext cx="227836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0" name="Connector 659"/>
          <p:cNvCxnSpPr/>
          <p:nvPr/>
        </p:nvCxnSpPr>
        <p:spPr>
          <a:xfrm flipV="1">
            <a:off x="2805548" y="3263573"/>
            <a:ext cx="0" cy="118632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1" name="Connector 660"/>
          <p:cNvCxnSpPr/>
          <p:nvPr/>
        </p:nvCxnSpPr>
        <p:spPr>
          <a:xfrm>
            <a:off x="2055384" y="2483615"/>
            <a:ext cx="74841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2" name="Connector 661"/>
          <p:cNvCxnSpPr/>
          <p:nvPr/>
        </p:nvCxnSpPr>
        <p:spPr>
          <a:xfrm>
            <a:off x="2803798" y="2483615"/>
            <a:ext cx="0" cy="335359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3" name="Connector 662"/>
          <p:cNvCxnSpPr/>
          <p:nvPr/>
        </p:nvCxnSpPr>
        <p:spPr>
          <a:xfrm>
            <a:off x="2055384" y="2483615"/>
            <a:ext cx="0" cy="8355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4" name="Connector 663"/>
          <p:cNvCxnSpPr/>
          <p:nvPr/>
        </p:nvCxnSpPr>
        <p:spPr>
          <a:xfrm>
            <a:off x="2055384" y="2567172"/>
            <a:ext cx="197358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5" name="Connector 664"/>
          <p:cNvCxnSpPr/>
          <p:nvPr/>
        </p:nvCxnSpPr>
        <p:spPr>
          <a:xfrm flipV="1">
            <a:off x="2055384" y="2405014"/>
            <a:ext cx="0" cy="7860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6" name="Connector 665"/>
          <p:cNvCxnSpPr/>
          <p:nvPr/>
        </p:nvCxnSpPr>
        <p:spPr>
          <a:xfrm>
            <a:off x="2055384" y="2405014"/>
            <a:ext cx="326951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7" name="Connector 666"/>
          <p:cNvCxnSpPr/>
          <p:nvPr/>
        </p:nvCxnSpPr>
        <p:spPr>
          <a:xfrm>
            <a:off x="2055384" y="2483615"/>
            <a:ext cx="0" cy="773926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8" name="Connector 667"/>
          <p:cNvCxnSpPr/>
          <p:nvPr/>
        </p:nvCxnSpPr>
        <p:spPr>
          <a:xfrm>
            <a:off x="2055384" y="3257541"/>
            <a:ext cx="321757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9" name="Connector 668"/>
          <p:cNvCxnSpPr/>
          <p:nvPr/>
        </p:nvCxnSpPr>
        <p:spPr>
          <a:xfrm>
            <a:off x="4069897" y="3010230"/>
            <a:ext cx="9464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0" name="Connector 669"/>
          <p:cNvCxnSpPr/>
          <p:nvPr/>
        </p:nvCxnSpPr>
        <p:spPr>
          <a:xfrm>
            <a:off x="4164537" y="3010230"/>
            <a:ext cx="0" cy="320046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1" name="Connector 670"/>
          <p:cNvCxnSpPr/>
          <p:nvPr/>
        </p:nvCxnSpPr>
        <p:spPr>
          <a:xfrm>
            <a:off x="4458589" y="2312256"/>
            <a:ext cx="142394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2" name="Connector 671"/>
          <p:cNvCxnSpPr/>
          <p:nvPr/>
        </p:nvCxnSpPr>
        <p:spPr>
          <a:xfrm>
            <a:off x="5882529" y="2312256"/>
            <a:ext cx="0" cy="186852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3" name="Connector 672"/>
          <p:cNvCxnSpPr/>
          <p:nvPr/>
        </p:nvCxnSpPr>
        <p:spPr>
          <a:xfrm>
            <a:off x="4458589" y="2312256"/>
            <a:ext cx="55254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4" name="Connector 673"/>
          <p:cNvCxnSpPr/>
          <p:nvPr/>
        </p:nvCxnSpPr>
        <p:spPr>
          <a:xfrm flipV="1">
            <a:off x="5011131" y="2116500"/>
            <a:ext cx="0" cy="195756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5" name="Connector 674"/>
          <p:cNvCxnSpPr/>
          <p:nvPr/>
        </p:nvCxnSpPr>
        <p:spPr>
          <a:xfrm flipV="1">
            <a:off x="5470025" y="4180781"/>
            <a:ext cx="0" cy="21286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6" name="Connector 675"/>
          <p:cNvCxnSpPr/>
          <p:nvPr/>
        </p:nvCxnSpPr>
        <p:spPr>
          <a:xfrm>
            <a:off x="5470025" y="4180781"/>
            <a:ext cx="41250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7" name="Connector 676"/>
          <p:cNvCxnSpPr/>
          <p:nvPr/>
        </p:nvCxnSpPr>
        <p:spPr>
          <a:xfrm flipV="1">
            <a:off x="5470025" y="2116500"/>
            <a:ext cx="0" cy="227714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8" name="Connector 677"/>
          <p:cNvCxnSpPr/>
          <p:nvPr/>
        </p:nvCxnSpPr>
        <p:spPr>
          <a:xfrm>
            <a:off x="5470025" y="2116500"/>
            <a:ext cx="327088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9" name="Connector 678"/>
          <p:cNvCxnSpPr/>
          <p:nvPr/>
        </p:nvCxnSpPr>
        <p:spPr>
          <a:xfrm>
            <a:off x="4721897" y="4732179"/>
            <a:ext cx="77988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0" name="Connector 679"/>
          <p:cNvCxnSpPr/>
          <p:nvPr/>
        </p:nvCxnSpPr>
        <p:spPr>
          <a:xfrm>
            <a:off x="5501777" y="4732179"/>
            <a:ext cx="0" cy="115663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1" name="Connector 680"/>
          <p:cNvCxnSpPr/>
          <p:nvPr/>
        </p:nvCxnSpPr>
        <p:spPr>
          <a:xfrm>
            <a:off x="4721897" y="4732179"/>
            <a:ext cx="197264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2" name="Connector 681"/>
          <p:cNvCxnSpPr/>
          <p:nvPr/>
        </p:nvCxnSpPr>
        <p:spPr>
          <a:xfrm>
            <a:off x="6694541" y="4732179"/>
            <a:ext cx="0" cy="9342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3" name="Connector 682"/>
          <p:cNvCxnSpPr/>
          <p:nvPr/>
        </p:nvCxnSpPr>
        <p:spPr>
          <a:xfrm>
            <a:off x="7254666" y="4740538"/>
            <a:ext cx="0" cy="338062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4" name="Connector 683"/>
          <p:cNvCxnSpPr/>
          <p:nvPr/>
        </p:nvCxnSpPr>
        <p:spPr>
          <a:xfrm>
            <a:off x="7254666" y="5078600"/>
            <a:ext cx="16446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5" name="Connector 684"/>
          <p:cNvCxnSpPr/>
          <p:nvPr/>
        </p:nvCxnSpPr>
        <p:spPr>
          <a:xfrm>
            <a:off x="7593205" y="4740538"/>
            <a:ext cx="356713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6" name="Connector 685"/>
          <p:cNvCxnSpPr/>
          <p:nvPr/>
        </p:nvCxnSpPr>
        <p:spPr>
          <a:xfrm>
            <a:off x="7949918" y="4740538"/>
            <a:ext cx="0" cy="155646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7" name="Connector 686"/>
          <p:cNvCxnSpPr/>
          <p:nvPr/>
        </p:nvCxnSpPr>
        <p:spPr>
          <a:xfrm>
            <a:off x="1507871" y="4924435"/>
            <a:ext cx="1630000" cy="79411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8" name="Connector 687"/>
          <p:cNvCxnSpPr/>
          <p:nvPr/>
        </p:nvCxnSpPr>
        <p:spPr>
          <a:xfrm flipV="1">
            <a:off x="2281676" y="4947894"/>
            <a:ext cx="33178" cy="30095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9" name="Connector 688"/>
          <p:cNvCxnSpPr/>
          <p:nvPr/>
        </p:nvCxnSpPr>
        <p:spPr>
          <a:xfrm flipV="1">
            <a:off x="2293979" y="4948494"/>
            <a:ext cx="33178" cy="30095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0" name="Connector 689"/>
          <p:cNvCxnSpPr/>
          <p:nvPr/>
        </p:nvCxnSpPr>
        <p:spPr>
          <a:xfrm flipV="1">
            <a:off x="2306282" y="4949093"/>
            <a:ext cx="33178" cy="30095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1" name="Connector 690"/>
          <p:cNvCxnSpPr/>
          <p:nvPr/>
        </p:nvCxnSpPr>
        <p:spPr>
          <a:xfrm flipV="1">
            <a:off x="2318586" y="4949692"/>
            <a:ext cx="33177" cy="30095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2" name="Connector 691"/>
          <p:cNvCxnSpPr/>
          <p:nvPr/>
        </p:nvCxnSpPr>
        <p:spPr>
          <a:xfrm flipV="1">
            <a:off x="2330889" y="4950292"/>
            <a:ext cx="33177" cy="30095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3" name="TextBox 692"/>
          <p:cNvSpPr txBox="1"/>
          <p:nvPr/>
        </p:nvSpPr>
        <p:spPr>
          <a:xfrm>
            <a:off x="2343987" y="4907831"/>
            <a:ext cx="105579" cy="492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7</a:t>
            </a:r>
          </a:p>
        </p:txBody>
      </p:sp>
      <p:cxnSp>
        <p:nvCxnSpPr>
          <p:cNvPr id="694" name="Connector 693"/>
          <p:cNvCxnSpPr/>
          <p:nvPr/>
        </p:nvCxnSpPr>
        <p:spPr>
          <a:xfrm flipH="1" flipV="1">
            <a:off x="3016666" y="4661128"/>
            <a:ext cx="188077" cy="142102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5" name="Connector 694"/>
          <p:cNvCxnSpPr/>
          <p:nvPr/>
        </p:nvCxnSpPr>
        <p:spPr>
          <a:xfrm flipH="1">
            <a:off x="3108177" y="4743941"/>
            <a:ext cx="44366" cy="617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6" name="Connector 695"/>
          <p:cNvCxnSpPr/>
          <p:nvPr/>
        </p:nvCxnSpPr>
        <p:spPr>
          <a:xfrm flipH="1">
            <a:off x="3098350" y="4736516"/>
            <a:ext cx="44365" cy="617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7" name="Connector 696"/>
          <p:cNvCxnSpPr/>
          <p:nvPr/>
        </p:nvCxnSpPr>
        <p:spPr>
          <a:xfrm flipH="1">
            <a:off x="3088522" y="4729090"/>
            <a:ext cx="44365" cy="617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8" name="Connector 697"/>
          <p:cNvCxnSpPr/>
          <p:nvPr/>
        </p:nvCxnSpPr>
        <p:spPr>
          <a:xfrm flipH="1">
            <a:off x="3078694" y="4721665"/>
            <a:ext cx="44366" cy="617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9" name="Connector 698"/>
          <p:cNvCxnSpPr/>
          <p:nvPr/>
        </p:nvCxnSpPr>
        <p:spPr>
          <a:xfrm flipH="1">
            <a:off x="3068866" y="4714239"/>
            <a:ext cx="44366" cy="617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0" name="TextBox 699"/>
          <p:cNvSpPr txBox="1"/>
          <p:nvPr/>
        </p:nvSpPr>
        <p:spPr>
          <a:xfrm>
            <a:off x="3131821" y="4675870"/>
            <a:ext cx="105579" cy="492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7</a:t>
            </a:r>
          </a:p>
        </p:txBody>
      </p:sp>
      <p:cxnSp>
        <p:nvCxnSpPr>
          <p:cNvPr id="701" name="Connector 700"/>
          <p:cNvCxnSpPr/>
          <p:nvPr/>
        </p:nvCxnSpPr>
        <p:spPr>
          <a:xfrm flipH="1" flipV="1">
            <a:off x="2055384" y="2483615"/>
            <a:ext cx="978000" cy="898590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2" name="Connector 701"/>
          <p:cNvCxnSpPr/>
          <p:nvPr/>
        </p:nvCxnSpPr>
        <p:spPr>
          <a:xfrm flipH="1">
            <a:off x="2540148" y="2948631"/>
            <a:ext cx="44754" cy="189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3" name="Connector 702"/>
          <p:cNvCxnSpPr/>
          <p:nvPr/>
        </p:nvCxnSpPr>
        <p:spPr>
          <a:xfrm flipH="1">
            <a:off x="2531078" y="2940297"/>
            <a:ext cx="44753" cy="189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4" name="Connector 703"/>
          <p:cNvCxnSpPr/>
          <p:nvPr/>
        </p:nvCxnSpPr>
        <p:spPr>
          <a:xfrm flipH="1">
            <a:off x="2522007" y="2931963"/>
            <a:ext cx="44754" cy="189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5" name="Connector 704"/>
          <p:cNvCxnSpPr/>
          <p:nvPr/>
        </p:nvCxnSpPr>
        <p:spPr>
          <a:xfrm flipH="1">
            <a:off x="2512937" y="2923629"/>
            <a:ext cx="44754" cy="189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6" name="Connector 705"/>
          <p:cNvCxnSpPr/>
          <p:nvPr/>
        </p:nvCxnSpPr>
        <p:spPr>
          <a:xfrm flipH="1">
            <a:off x="2503867" y="2915295"/>
            <a:ext cx="44753" cy="189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7" name="TextBox 706"/>
          <p:cNvSpPr txBox="1"/>
          <p:nvPr/>
        </p:nvSpPr>
        <p:spPr>
          <a:xfrm>
            <a:off x="2565500" y="2876600"/>
            <a:ext cx="105579" cy="492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9</a:t>
            </a:r>
          </a:p>
        </p:txBody>
      </p:sp>
      <p:cxnSp>
        <p:nvCxnSpPr>
          <p:cNvPr id="708" name="Connector 707"/>
          <p:cNvCxnSpPr/>
          <p:nvPr/>
        </p:nvCxnSpPr>
        <p:spPr>
          <a:xfrm flipV="1">
            <a:off x="4458589" y="2312256"/>
            <a:ext cx="0" cy="1864051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9" name="Connector 708"/>
          <p:cNvCxnSpPr/>
          <p:nvPr/>
        </p:nvCxnSpPr>
        <p:spPr>
          <a:xfrm flipH="1" flipV="1">
            <a:off x="4442752" y="3253080"/>
            <a:ext cx="31674" cy="3167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0" name="Connector 709"/>
          <p:cNvCxnSpPr/>
          <p:nvPr/>
        </p:nvCxnSpPr>
        <p:spPr>
          <a:xfrm flipH="1" flipV="1">
            <a:off x="4442752" y="3240762"/>
            <a:ext cx="31674" cy="3167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1" name="Connector 710"/>
          <p:cNvCxnSpPr/>
          <p:nvPr/>
        </p:nvCxnSpPr>
        <p:spPr>
          <a:xfrm flipH="1" flipV="1">
            <a:off x="4442752" y="3228445"/>
            <a:ext cx="31674" cy="3167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2" name="Connector 711"/>
          <p:cNvCxnSpPr/>
          <p:nvPr/>
        </p:nvCxnSpPr>
        <p:spPr>
          <a:xfrm flipH="1" flipV="1">
            <a:off x="4442752" y="3216127"/>
            <a:ext cx="31674" cy="3167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3" name="Connector 712"/>
          <p:cNvCxnSpPr/>
          <p:nvPr/>
        </p:nvCxnSpPr>
        <p:spPr>
          <a:xfrm flipH="1" flipV="1">
            <a:off x="4442752" y="3203809"/>
            <a:ext cx="31674" cy="3167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4" name="Connector 713"/>
          <p:cNvCxnSpPr/>
          <p:nvPr/>
        </p:nvCxnSpPr>
        <p:spPr>
          <a:xfrm flipH="1" flipV="1">
            <a:off x="4458589" y="2312256"/>
            <a:ext cx="1011436" cy="2081385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5" name="Connector 714"/>
          <p:cNvCxnSpPr/>
          <p:nvPr/>
        </p:nvCxnSpPr>
        <p:spPr>
          <a:xfrm flipH="1" flipV="1">
            <a:off x="4953908" y="3367784"/>
            <a:ext cx="42333" cy="1464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6" name="Connector 715"/>
          <p:cNvCxnSpPr/>
          <p:nvPr/>
        </p:nvCxnSpPr>
        <p:spPr>
          <a:xfrm flipH="1" flipV="1">
            <a:off x="4948525" y="3356705"/>
            <a:ext cx="42332" cy="1464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7" name="Connector 716"/>
          <p:cNvCxnSpPr/>
          <p:nvPr/>
        </p:nvCxnSpPr>
        <p:spPr>
          <a:xfrm flipH="1" flipV="1">
            <a:off x="4943141" y="3345626"/>
            <a:ext cx="42332" cy="14645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8" name="Connector 717"/>
          <p:cNvCxnSpPr/>
          <p:nvPr/>
        </p:nvCxnSpPr>
        <p:spPr>
          <a:xfrm flipH="1" flipV="1">
            <a:off x="4937757" y="3334547"/>
            <a:ext cx="42333" cy="14645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9" name="Connector 718"/>
          <p:cNvCxnSpPr/>
          <p:nvPr/>
        </p:nvCxnSpPr>
        <p:spPr>
          <a:xfrm flipH="1" flipV="1">
            <a:off x="4932374" y="3323468"/>
            <a:ext cx="42332" cy="14645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0" name="Rectangle 719"/>
          <p:cNvSpPr/>
          <p:nvPr/>
        </p:nvSpPr>
        <p:spPr>
          <a:xfrm>
            <a:off x="2180684" y="5204418"/>
            <a:ext cx="83760" cy="4188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1" name="TextBox 720"/>
          <p:cNvSpPr txBox="1"/>
          <p:nvPr/>
        </p:nvSpPr>
        <p:spPr>
          <a:xfrm>
            <a:off x="2180684" y="5204418"/>
            <a:ext cx="83760" cy="41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MK</a:t>
            </a:r>
          </a:p>
        </p:txBody>
      </p:sp>
      <p:cxnSp>
        <p:nvCxnSpPr>
          <p:cNvPr id="722" name="Connector 721"/>
          <p:cNvCxnSpPr/>
          <p:nvPr/>
        </p:nvCxnSpPr>
        <p:spPr>
          <a:xfrm>
            <a:off x="2222564" y="5225358"/>
            <a:ext cx="11277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3" name="Connector 722"/>
          <p:cNvCxnSpPr/>
          <p:nvPr/>
        </p:nvCxnSpPr>
        <p:spPr>
          <a:xfrm>
            <a:off x="2335340" y="5225358"/>
            <a:ext cx="0" cy="50021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4" name="Rectangle 723"/>
          <p:cNvSpPr/>
          <p:nvPr/>
        </p:nvSpPr>
        <p:spPr>
          <a:xfrm>
            <a:off x="4081780" y="5378286"/>
            <a:ext cx="126695" cy="6194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Freeform 1"/>
          <p:cNvSpPr/>
          <p:nvPr/>
        </p:nvSpPr>
        <p:spPr>
          <a:xfrm>
            <a:off x="4081780" y="5378286"/>
            <a:ext cx="126696" cy="61940"/>
          </a:xfrm>
          <a:custGeom>
            <a:avLst/>
            <a:gdLst/>
            <a:ahLst/>
            <a:cxnLst/>
            <a:rect l="l" t="t" r="r" b="b"/>
            <a:pathLst>
              <a:path w="126696" h="61940">
                <a:moveTo>
                  <a:pt x="0" y="61940"/>
                </a:moveTo>
                <a:lnTo>
                  <a:pt x="126696" y="0"/>
                </a:lnTo>
                <a:lnTo>
                  <a:pt x="126696" y="61940"/>
                </a:lnTo>
                <a:close/>
              </a:path>
            </a:pathLst>
          </a:custGeom>
          <a:solidFill>
            <a:srgbClr val="1A1A1A"/>
          </a:solidFill>
          <a:ln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5" name="TextBox 724"/>
          <p:cNvSpPr txBox="1"/>
          <p:nvPr/>
        </p:nvSpPr>
        <p:spPr>
          <a:xfrm>
            <a:off x="4060664" y="5445857"/>
            <a:ext cx="168927" cy="506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00" b="1">
                <a:solidFill>
                  <a:srgbClr val="1A1A1A"/>
                </a:solidFill>
                <a:latin typeface="Microsoft YaHei"/>
              </a:rPr>
              <a:t>AL1</a:t>
            </a:r>
          </a:p>
        </p:txBody>
      </p:sp>
      <p:sp>
        <p:nvSpPr>
          <p:cNvPr id="726" name="Oval 725"/>
          <p:cNvSpPr/>
          <p:nvPr/>
        </p:nvSpPr>
        <p:spPr>
          <a:xfrm>
            <a:off x="3140441" y="4825715"/>
            <a:ext cx="77425" cy="7742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3140441" y="4864428"/>
            <a:ext cx="77425" cy="38713"/>
          </a:xfrm>
          <a:custGeom>
            <a:avLst/>
            <a:gdLst/>
            <a:ahLst/>
            <a:cxnLst/>
            <a:rect l="l" t="t" r="r" b="b"/>
            <a:pathLst>
              <a:path w="77425" h="38713">
                <a:moveTo>
                  <a:pt x="77425" y="0"/>
                </a:moveTo>
                <a:lnTo>
                  <a:pt x="76682" y="7552"/>
                </a:lnTo>
                <a:lnTo>
                  <a:pt x="74479" y="14815"/>
                </a:lnTo>
                <a:lnTo>
                  <a:pt x="70901" y="21508"/>
                </a:lnTo>
                <a:lnTo>
                  <a:pt x="66087" y="27374"/>
                </a:lnTo>
                <a:lnTo>
                  <a:pt x="60220" y="32188"/>
                </a:lnTo>
                <a:lnTo>
                  <a:pt x="53527" y="35766"/>
                </a:lnTo>
                <a:lnTo>
                  <a:pt x="46265" y="37969"/>
                </a:lnTo>
                <a:lnTo>
                  <a:pt x="38713" y="38713"/>
                </a:lnTo>
                <a:lnTo>
                  <a:pt x="31160" y="37969"/>
                </a:lnTo>
                <a:lnTo>
                  <a:pt x="23898" y="35766"/>
                </a:lnTo>
                <a:lnTo>
                  <a:pt x="17205" y="32188"/>
                </a:lnTo>
                <a:lnTo>
                  <a:pt x="11339" y="27374"/>
                </a:lnTo>
                <a:lnTo>
                  <a:pt x="6524" y="21508"/>
                </a:lnTo>
                <a:lnTo>
                  <a:pt x="2947" y="14815"/>
                </a:lnTo>
                <a:lnTo>
                  <a:pt x="744" y="7552"/>
                </a:lnTo>
                <a:lnTo>
                  <a:pt x="0" y="0"/>
                </a:lnTo>
                <a:lnTo>
                  <a:pt x="77425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7" name="TextBox 726"/>
          <p:cNvSpPr txBox="1"/>
          <p:nvPr/>
        </p:nvSpPr>
        <p:spPr>
          <a:xfrm>
            <a:off x="3217866" y="4783483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n</a:t>
            </a:r>
          </a:p>
        </p:txBody>
      </p:sp>
      <p:sp>
        <p:nvSpPr>
          <p:cNvPr id="728" name="Oval 727"/>
          <p:cNvSpPr/>
          <p:nvPr/>
        </p:nvSpPr>
        <p:spPr>
          <a:xfrm>
            <a:off x="3755733" y="4160952"/>
            <a:ext cx="84463" cy="844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29" name="Connector 728"/>
          <p:cNvCxnSpPr/>
          <p:nvPr/>
        </p:nvCxnSpPr>
        <p:spPr>
          <a:xfrm>
            <a:off x="3768107" y="4173326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0" name="Connector 729"/>
          <p:cNvCxnSpPr/>
          <p:nvPr/>
        </p:nvCxnSpPr>
        <p:spPr>
          <a:xfrm flipV="1">
            <a:off x="3768107" y="4173326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1" name="TextBox 730"/>
          <p:cNvSpPr txBox="1"/>
          <p:nvPr/>
        </p:nvSpPr>
        <p:spPr>
          <a:xfrm>
            <a:off x="3836677" y="4122239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g</a:t>
            </a:r>
          </a:p>
        </p:txBody>
      </p:sp>
      <p:sp>
        <p:nvSpPr>
          <p:cNvPr id="732" name="Oval 731"/>
          <p:cNvSpPr/>
          <p:nvPr/>
        </p:nvSpPr>
        <p:spPr>
          <a:xfrm>
            <a:off x="2184627" y="4210412"/>
            <a:ext cx="84463" cy="844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33" name="Connector 732"/>
          <p:cNvCxnSpPr/>
          <p:nvPr/>
        </p:nvCxnSpPr>
        <p:spPr>
          <a:xfrm>
            <a:off x="2197000" y="4222786"/>
            <a:ext cx="59716" cy="59715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4" name="Connector 733"/>
          <p:cNvCxnSpPr/>
          <p:nvPr/>
        </p:nvCxnSpPr>
        <p:spPr>
          <a:xfrm flipV="1">
            <a:off x="2197000" y="4222786"/>
            <a:ext cx="59716" cy="59715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5" name="TextBox 734"/>
          <p:cNvSpPr txBox="1"/>
          <p:nvPr/>
        </p:nvSpPr>
        <p:spPr>
          <a:xfrm>
            <a:off x="2265571" y="4171699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d</a:t>
            </a:r>
          </a:p>
        </p:txBody>
      </p:sp>
      <p:sp>
        <p:nvSpPr>
          <p:cNvPr id="736" name="Oval 735"/>
          <p:cNvSpPr/>
          <p:nvPr/>
        </p:nvSpPr>
        <p:spPr>
          <a:xfrm>
            <a:off x="1822906" y="5246944"/>
            <a:ext cx="84463" cy="844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37" name="Connector 736"/>
          <p:cNvCxnSpPr/>
          <p:nvPr/>
        </p:nvCxnSpPr>
        <p:spPr>
          <a:xfrm>
            <a:off x="1835280" y="5259318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8" name="Connector 737"/>
          <p:cNvCxnSpPr/>
          <p:nvPr/>
        </p:nvCxnSpPr>
        <p:spPr>
          <a:xfrm flipV="1">
            <a:off x="1835280" y="5259318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9" name="TextBox 738"/>
          <p:cNvSpPr txBox="1"/>
          <p:nvPr/>
        </p:nvSpPr>
        <p:spPr>
          <a:xfrm>
            <a:off x="1903851" y="5208231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a</a:t>
            </a:r>
          </a:p>
        </p:txBody>
      </p:sp>
      <p:sp>
        <p:nvSpPr>
          <p:cNvPr id="740" name="Oval 739"/>
          <p:cNvSpPr/>
          <p:nvPr/>
        </p:nvSpPr>
        <p:spPr>
          <a:xfrm>
            <a:off x="2761566" y="2776742"/>
            <a:ext cx="84463" cy="844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1" name="Connector 740"/>
          <p:cNvCxnSpPr/>
          <p:nvPr/>
        </p:nvCxnSpPr>
        <p:spPr>
          <a:xfrm>
            <a:off x="2773940" y="2789116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2" name="Connector 741"/>
          <p:cNvCxnSpPr/>
          <p:nvPr/>
        </p:nvCxnSpPr>
        <p:spPr>
          <a:xfrm flipV="1">
            <a:off x="2773940" y="2789116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3" name="TextBox 742"/>
          <p:cNvSpPr txBox="1"/>
          <p:nvPr/>
        </p:nvSpPr>
        <p:spPr>
          <a:xfrm>
            <a:off x="2842511" y="2738029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j</a:t>
            </a:r>
          </a:p>
        </p:txBody>
      </p:sp>
      <p:sp>
        <p:nvSpPr>
          <p:cNvPr id="744" name="Oval 743"/>
          <p:cNvSpPr/>
          <p:nvPr/>
        </p:nvSpPr>
        <p:spPr>
          <a:xfrm>
            <a:off x="3986732" y="2524940"/>
            <a:ext cx="84463" cy="844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5" name="Connector 744"/>
          <p:cNvCxnSpPr/>
          <p:nvPr/>
        </p:nvCxnSpPr>
        <p:spPr>
          <a:xfrm>
            <a:off x="3999106" y="2537314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6" name="Connector 745"/>
          <p:cNvCxnSpPr/>
          <p:nvPr/>
        </p:nvCxnSpPr>
        <p:spPr>
          <a:xfrm flipV="1">
            <a:off x="3999106" y="2537314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7" name="TextBox 746"/>
          <p:cNvSpPr txBox="1"/>
          <p:nvPr/>
        </p:nvSpPr>
        <p:spPr>
          <a:xfrm>
            <a:off x="4067677" y="2486227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k</a:t>
            </a:r>
          </a:p>
        </p:txBody>
      </p:sp>
      <p:sp>
        <p:nvSpPr>
          <p:cNvPr id="748" name="Oval 747"/>
          <p:cNvSpPr/>
          <p:nvPr/>
        </p:nvSpPr>
        <p:spPr>
          <a:xfrm>
            <a:off x="1423151" y="5240880"/>
            <a:ext cx="77425" cy="7742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1423151" y="5279593"/>
            <a:ext cx="77425" cy="38712"/>
          </a:xfrm>
          <a:custGeom>
            <a:avLst/>
            <a:gdLst/>
            <a:ahLst/>
            <a:cxnLst/>
            <a:rect l="l" t="t" r="r" b="b"/>
            <a:pathLst>
              <a:path w="77425" h="38712">
                <a:moveTo>
                  <a:pt x="77425" y="0"/>
                </a:moveTo>
                <a:lnTo>
                  <a:pt x="76681" y="7552"/>
                </a:lnTo>
                <a:lnTo>
                  <a:pt x="74478" y="14814"/>
                </a:lnTo>
                <a:lnTo>
                  <a:pt x="70901" y="21507"/>
                </a:lnTo>
                <a:lnTo>
                  <a:pt x="66086" y="27374"/>
                </a:lnTo>
                <a:lnTo>
                  <a:pt x="60220" y="32188"/>
                </a:lnTo>
                <a:lnTo>
                  <a:pt x="53527" y="35766"/>
                </a:lnTo>
                <a:lnTo>
                  <a:pt x="46265" y="37968"/>
                </a:lnTo>
                <a:lnTo>
                  <a:pt x="38712" y="38712"/>
                </a:lnTo>
                <a:lnTo>
                  <a:pt x="31160" y="37968"/>
                </a:lnTo>
                <a:lnTo>
                  <a:pt x="23898" y="35766"/>
                </a:lnTo>
                <a:lnTo>
                  <a:pt x="17205" y="32188"/>
                </a:lnTo>
                <a:lnTo>
                  <a:pt x="11338" y="27374"/>
                </a:lnTo>
                <a:lnTo>
                  <a:pt x="6524" y="21507"/>
                </a:lnTo>
                <a:lnTo>
                  <a:pt x="2947" y="14814"/>
                </a:lnTo>
                <a:lnTo>
                  <a:pt x="744" y="7552"/>
                </a:lnTo>
                <a:lnTo>
                  <a:pt x="0" y="0"/>
                </a:lnTo>
                <a:lnTo>
                  <a:pt x="77425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9" name="TextBox 748"/>
          <p:cNvSpPr txBox="1"/>
          <p:nvPr/>
        </p:nvSpPr>
        <p:spPr>
          <a:xfrm>
            <a:off x="1500576" y="5198648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c</a:t>
            </a:r>
          </a:p>
        </p:txBody>
      </p:sp>
      <p:sp>
        <p:nvSpPr>
          <p:cNvPr id="750" name="Oval 749"/>
          <p:cNvSpPr/>
          <p:nvPr/>
        </p:nvSpPr>
        <p:spPr>
          <a:xfrm>
            <a:off x="7911205" y="4857471"/>
            <a:ext cx="77425" cy="7742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Freeform 109"/>
          <p:cNvSpPr/>
          <p:nvPr/>
        </p:nvSpPr>
        <p:spPr>
          <a:xfrm>
            <a:off x="7911205" y="4896184"/>
            <a:ext cx="77426" cy="38712"/>
          </a:xfrm>
          <a:custGeom>
            <a:avLst/>
            <a:gdLst/>
            <a:ahLst/>
            <a:cxnLst/>
            <a:rect l="l" t="t" r="r" b="b"/>
            <a:pathLst>
              <a:path w="77426" h="38712">
                <a:moveTo>
                  <a:pt x="77426" y="0"/>
                </a:moveTo>
                <a:lnTo>
                  <a:pt x="76682" y="7552"/>
                </a:lnTo>
                <a:lnTo>
                  <a:pt x="74479" y="14814"/>
                </a:lnTo>
                <a:lnTo>
                  <a:pt x="70901" y="21507"/>
                </a:lnTo>
                <a:lnTo>
                  <a:pt x="66087" y="27374"/>
                </a:lnTo>
                <a:lnTo>
                  <a:pt x="60221" y="32188"/>
                </a:lnTo>
                <a:lnTo>
                  <a:pt x="53528" y="35765"/>
                </a:lnTo>
                <a:lnTo>
                  <a:pt x="46265" y="37968"/>
                </a:lnTo>
                <a:lnTo>
                  <a:pt x="38713" y="38712"/>
                </a:lnTo>
                <a:lnTo>
                  <a:pt x="31161" y="37968"/>
                </a:lnTo>
                <a:lnTo>
                  <a:pt x="23898" y="35765"/>
                </a:lnTo>
                <a:lnTo>
                  <a:pt x="17205" y="32188"/>
                </a:lnTo>
                <a:lnTo>
                  <a:pt x="11339" y="27374"/>
                </a:lnTo>
                <a:lnTo>
                  <a:pt x="6525" y="21507"/>
                </a:lnTo>
                <a:lnTo>
                  <a:pt x="2947" y="14814"/>
                </a:lnTo>
                <a:lnTo>
                  <a:pt x="744" y="7552"/>
                </a:lnTo>
                <a:lnTo>
                  <a:pt x="0" y="0"/>
                </a:lnTo>
                <a:lnTo>
                  <a:pt x="77426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1" name="TextBox 750"/>
          <p:cNvSpPr txBox="1"/>
          <p:nvPr/>
        </p:nvSpPr>
        <p:spPr>
          <a:xfrm>
            <a:off x="7988631" y="4815239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u</a:t>
            </a:r>
          </a:p>
        </p:txBody>
      </p:sp>
      <p:sp>
        <p:nvSpPr>
          <p:cNvPr id="752" name="Oval 751"/>
          <p:cNvSpPr/>
          <p:nvPr/>
        </p:nvSpPr>
        <p:spPr>
          <a:xfrm>
            <a:off x="5843817" y="4142068"/>
            <a:ext cx="77425" cy="7742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Freeform 110"/>
          <p:cNvSpPr/>
          <p:nvPr/>
        </p:nvSpPr>
        <p:spPr>
          <a:xfrm>
            <a:off x="5843817" y="4180781"/>
            <a:ext cx="77425" cy="38712"/>
          </a:xfrm>
          <a:custGeom>
            <a:avLst/>
            <a:gdLst/>
            <a:ahLst/>
            <a:cxnLst/>
            <a:rect l="l" t="t" r="r" b="b"/>
            <a:pathLst>
              <a:path w="77425" h="38712">
                <a:moveTo>
                  <a:pt x="77425" y="0"/>
                </a:moveTo>
                <a:lnTo>
                  <a:pt x="76681" y="7552"/>
                </a:lnTo>
                <a:lnTo>
                  <a:pt x="74478" y="14814"/>
                </a:lnTo>
                <a:lnTo>
                  <a:pt x="70901" y="21507"/>
                </a:lnTo>
                <a:lnTo>
                  <a:pt x="66086" y="27374"/>
                </a:lnTo>
                <a:lnTo>
                  <a:pt x="60220" y="32188"/>
                </a:lnTo>
                <a:lnTo>
                  <a:pt x="53527" y="35766"/>
                </a:lnTo>
                <a:lnTo>
                  <a:pt x="46265" y="37968"/>
                </a:lnTo>
                <a:lnTo>
                  <a:pt x="38712" y="38712"/>
                </a:lnTo>
                <a:lnTo>
                  <a:pt x="31160" y="37968"/>
                </a:lnTo>
                <a:lnTo>
                  <a:pt x="23898" y="35766"/>
                </a:lnTo>
                <a:lnTo>
                  <a:pt x="17205" y="32188"/>
                </a:lnTo>
                <a:lnTo>
                  <a:pt x="11338" y="27374"/>
                </a:lnTo>
                <a:lnTo>
                  <a:pt x="6524" y="21507"/>
                </a:lnTo>
                <a:lnTo>
                  <a:pt x="2946" y="14814"/>
                </a:lnTo>
                <a:lnTo>
                  <a:pt x="744" y="7552"/>
                </a:lnTo>
                <a:lnTo>
                  <a:pt x="0" y="0"/>
                </a:lnTo>
                <a:lnTo>
                  <a:pt x="77425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3" name="TextBox 752"/>
          <p:cNvSpPr txBox="1"/>
          <p:nvPr/>
        </p:nvSpPr>
        <p:spPr>
          <a:xfrm>
            <a:off x="5921242" y="4099836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p</a:t>
            </a:r>
          </a:p>
        </p:txBody>
      </p:sp>
      <p:sp>
        <p:nvSpPr>
          <p:cNvPr id="754" name="Oval 753"/>
          <p:cNvSpPr/>
          <p:nvPr/>
        </p:nvSpPr>
        <p:spPr>
          <a:xfrm>
            <a:off x="6934807" y="4142068"/>
            <a:ext cx="77425" cy="7742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Freeform 111"/>
          <p:cNvSpPr/>
          <p:nvPr/>
        </p:nvSpPr>
        <p:spPr>
          <a:xfrm>
            <a:off x="6934807" y="4180781"/>
            <a:ext cx="77425" cy="38712"/>
          </a:xfrm>
          <a:custGeom>
            <a:avLst/>
            <a:gdLst/>
            <a:ahLst/>
            <a:cxnLst/>
            <a:rect l="l" t="t" r="r" b="b"/>
            <a:pathLst>
              <a:path w="77425" h="38712">
                <a:moveTo>
                  <a:pt x="77425" y="0"/>
                </a:moveTo>
                <a:lnTo>
                  <a:pt x="76682" y="7552"/>
                </a:lnTo>
                <a:lnTo>
                  <a:pt x="74479" y="14814"/>
                </a:lnTo>
                <a:lnTo>
                  <a:pt x="70901" y="21507"/>
                </a:lnTo>
                <a:lnTo>
                  <a:pt x="66087" y="27374"/>
                </a:lnTo>
                <a:lnTo>
                  <a:pt x="60220" y="32188"/>
                </a:lnTo>
                <a:lnTo>
                  <a:pt x="53527" y="35766"/>
                </a:lnTo>
                <a:lnTo>
                  <a:pt x="46265" y="37968"/>
                </a:lnTo>
                <a:lnTo>
                  <a:pt x="38713" y="38712"/>
                </a:lnTo>
                <a:lnTo>
                  <a:pt x="31160" y="37968"/>
                </a:lnTo>
                <a:lnTo>
                  <a:pt x="23898" y="35766"/>
                </a:lnTo>
                <a:lnTo>
                  <a:pt x="17205" y="32188"/>
                </a:lnTo>
                <a:lnTo>
                  <a:pt x="11339" y="27374"/>
                </a:lnTo>
                <a:lnTo>
                  <a:pt x="6524" y="21507"/>
                </a:lnTo>
                <a:lnTo>
                  <a:pt x="2947" y="14814"/>
                </a:lnTo>
                <a:lnTo>
                  <a:pt x="744" y="7552"/>
                </a:lnTo>
                <a:lnTo>
                  <a:pt x="0" y="0"/>
                </a:lnTo>
                <a:lnTo>
                  <a:pt x="77425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5" name="TextBox 754"/>
          <p:cNvSpPr txBox="1"/>
          <p:nvPr/>
        </p:nvSpPr>
        <p:spPr>
          <a:xfrm>
            <a:off x="7012232" y="4099836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p</a:t>
            </a:r>
          </a:p>
        </p:txBody>
      </p:sp>
      <p:sp>
        <p:nvSpPr>
          <p:cNvPr id="756" name="Oval 755"/>
          <p:cNvSpPr/>
          <p:nvPr/>
        </p:nvSpPr>
        <p:spPr>
          <a:xfrm>
            <a:off x="2674586" y="4637120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7" name="Oval 756"/>
          <p:cNvSpPr/>
          <p:nvPr/>
        </p:nvSpPr>
        <p:spPr>
          <a:xfrm>
            <a:off x="2693942" y="4656476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8" name="TextBox 757"/>
          <p:cNvSpPr txBox="1"/>
          <p:nvPr/>
        </p:nvSpPr>
        <p:spPr>
          <a:xfrm>
            <a:off x="2741453" y="4584330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759" name="Oval 758"/>
          <p:cNvSpPr/>
          <p:nvPr/>
        </p:nvSpPr>
        <p:spPr>
          <a:xfrm>
            <a:off x="2193612" y="4637120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0" name="Oval 759"/>
          <p:cNvSpPr/>
          <p:nvPr/>
        </p:nvSpPr>
        <p:spPr>
          <a:xfrm>
            <a:off x="2212968" y="4656476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1" name="TextBox 760"/>
          <p:cNvSpPr txBox="1"/>
          <p:nvPr/>
        </p:nvSpPr>
        <p:spPr>
          <a:xfrm>
            <a:off x="2260479" y="4584330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762" name="Oval 761"/>
          <p:cNvSpPr/>
          <p:nvPr/>
        </p:nvSpPr>
        <p:spPr>
          <a:xfrm>
            <a:off x="1710290" y="4637120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3" name="Oval 762"/>
          <p:cNvSpPr/>
          <p:nvPr/>
        </p:nvSpPr>
        <p:spPr>
          <a:xfrm>
            <a:off x="1729647" y="4656476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4" name="TextBox 763"/>
          <p:cNvSpPr txBox="1"/>
          <p:nvPr/>
        </p:nvSpPr>
        <p:spPr>
          <a:xfrm>
            <a:off x="1777157" y="4584330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765" name="Oval 764"/>
          <p:cNvSpPr/>
          <p:nvPr/>
        </p:nvSpPr>
        <p:spPr>
          <a:xfrm>
            <a:off x="1715819" y="4237342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6" name="Oval 765"/>
          <p:cNvSpPr/>
          <p:nvPr/>
        </p:nvSpPr>
        <p:spPr>
          <a:xfrm>
            <a:off x="1735175" y="4256699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7" name="TextBox 766"/>
          <p:cNvSpPr txBox="1"/>
          <p:nvPr/>
        </p:nvSpPr>
        <p:spPr>
          <a:xfrm>
            <a:off x="1782686" y="4184552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768" name="Oval 767"/>
          <p:cNvSpPr/>
          <p:nvPr/>
        </p:nvSpPr>
        <p:spPr>
          <a:xfrm>
            <a:off x="2199141" y="3809346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9" name="Oval 768"/>
          <p:cNvSpPr/>
          <p:nvPr/>
        </p:nvSpPr>
        <p:spPr>
          <a:xfrm>
            <a:off x="2218497" y="3828703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0" name="TextBox 769"/>
          <p:cNvSpPr txBox="1"/>
          <p:nvPr/>
        </p:nvSpPr>
        <p:spPr>
          <a:xfrm>
            <a:off x="2266008" y="3756556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771" name="Oval 770"/>
          <p:cNvSpPr/>
          <p:nvPr/>
        </p:nvSpPr>
        <p:spPr>
          <a:xfrm>
            <a:off x="2680114" y="3809346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2" name="Oval 771"/>
          <p:cNvSpPr/>
          <p:nvPr/>
        </p:nvSpPr>
        <p:spPr>
          <a:xfrm>
            <a:off x="2699471" y="3828703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3" name="TextBox 772"/>
          <p:cNvSpPr txBox="1"/>
          <p:nvPr/>
        </p:nvSpPr>
        <p:spPr>
          <a:xfrm>
            <a:off x="2746982" y="3756556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774" name="Oval 773"/>
          <p:cNvSpPr/>
          <p:nvPr/>
        </p:nvSpPr>
        <p:spPr>
          <a:xfrm>
            <a:off x="2680114" y="4229521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5" name="Oval 774"/>
          <p:cNvSpPr/>
          <p:nvPr/>
        </p:nvSpPr>
        <p:spPr>
          <a:xfrm>
            <a:off x="2699471" y="4248877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6" name="TextBox 775"/>
          <p:cNvSpPr txBox="1"/>
          <p:nvPr/>
        </p:nvSpPr>
        <p:spPr>
          <a:xfrm>
            <a:off x="2746982" y="4176731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777" name="Oval 776"/>
          <p:cNvSpPr/>
          <p:nvPr/>
        </p:nvSpPr>
        <p:spPr>
          <a:xfrm>
            <a:off x="1715819" y="3809346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8" name="Oval 777"/>
          <p:cNvSpPr/>
          <p:nvPr/>
        </p:nvSpPr>
        <p:spPr>
          <a:xfrm>
            <a:off x="1735175" y="3828703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9" name="TextBox 778"/>
          <p:cNvSpPr txBox="1"/>
          <p:nvPr/>
        </p:nvSpPr>
        <p:spPr>
          <a:xfrm>
            <a:off x="1782686" y="3756556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780" name="Oval 779"/>
          <p:cNvSpPr/>
          <p:nvPr/>
        </p:nvSpPr>
        <p:spPr>
          <a:xfrm>
            <a:off x="3756295" y="4533045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1" name="Oval 780"/>
          <p:cNvSpPr/>
          <p:nvPr/>
        </p:nvSpPr>
        <p:spPr>
          <a:xfrm>
            <a:off x="3775651" y="4552402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2" name="TextBox 781"/>
          <p:cNvSpPr txBox="1"/>
          <p:nvPr/>
        </p:nvSpPr>
        <p:spPr>
          <a:xfrm>
            <a:off x="3823162" y="4480255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783" name="Oval 782"/>
          <p:cNvSpPr/>
          <p:nvPr/>
        </p:nvSpPr>
        <p:spPr>
          <a:xfrm>
            <a:off x="3272974" y="4533045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4" name="Oval 783"/>
          <p:cNvSpPr/>
          <p:nvPr/>
        </p:nvSpPr>
        <p:spPr>
          <a:xfrm>
            <a:off x="3292331" y="4552402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5" name="TextBox 784"/>
          <p:cNvSpPr txBox="1"/>
          <p:nvPr/>
        </p:nvSpPr>
        <p:spPr>
          <a:xfrm>
            <a:off x="3339842" y="4480255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786" name="Oval 785"/>
          <p:cNvSpPr/>
          <p:nvPr/>
        </p:nvSpPr>
        <p:spPr>
          <a:xfrm>
            <a:off x="3282732" y="4156835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7" name="Oval 786"/>
          <p:cNvSpPr/>
          <p:nvPr/>
        </p:nvSpPr>
        <p:spPr>
          <a:xfrm>
            <a:off x="3302089" y="4176191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8" name="TextBox 787"/>
          <p:cNvSpPr txBox="1"/>
          <p:nvPr/>
        </p:nvSpPr>
        <p:spPr>
          <a:xfrm>
            <a:off x="3349600" y="4104045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789" name="Oval 788"/>
          <p:cNvSpPr/>
          <p:nvPr/>
        </p:nvSpPr>
        <p:spPr>
          <a:xfrm>
            <a:off x="3272974" y="3809346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0" name="Oval 789"/>
          <p:cNvSpPr/>
          <p:nvPr/>
        </p:nvSpPr>
        <p:spPr>
          <a:xfrm>
            <a:off x="3292331" y="3828703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1" name="TextBox 790"/>
          <p:cNvSpPr txBox="1"/>
          <p:nvPr/>
        </p:nvSpPr>
        <p:spPr>
          <a:xfrm>
            <a:off x="3339842" y="3756556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792" name="Oval 791"/>
          <p:cNvSpPr/>
          <p:nvPr/>
        </p:nvSpPr>
        <p:spPr>
          <a:xfrm>
            <a:off x="3756295" y="3809346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3" name="Oval 792"/>
          <p:cNvSpPr/>
          <p:nvPr/>
        </p:nvSpPr>
        <p:spPr>
          <a:xfrm>
            <a:off x="3775651" y="3828703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4" name="TextBox 793"/>
          <p:cNvSpPr txBox="1"/>
          <p:nvPr/>
        </p:nvSpPr>
        <p:spPr>
          <a:xfrm>
            <a:off x="3823162" y="3756556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795" name="Oval 794"/>
          <p:cNvSpPr/>
          <p:nvPr/>
        </p:nvSpPr>
        <p:spPr>
          <a:xfrm>
            <a:off x="4237270" y="3809346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6" name="Oval 795"/>
          <p:cNvSpPr/>
          <p:nvPr/>
        </p:nvSpPr>
        <p:spPr>
          <a:xfrm>
            <a:off x="4256626" y="3828703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7" name="TextBox 796"/>
          <p:cNvSpPr txBox="1"/>
          <p:nvPr/>
        </p:nvSpPr>
        <p:spPr>
          <a:xfrm>
            <a:off x="4304137" y="3756556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798" name="Oval 797"/>
          <p:cNvSpPr/>
          <p:nvPr/>
        </p:nvSpPr>
        <p:spPr>
          <a:xfrm>
            <a:off x="4247028" y="4182964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9" name="Oval 798"/>
          <p:cNvSpPr/>
          <p:nvPr/>
        </p:nvSpPr>
        <p:spPr>
          <a:xfrm>
            <a:off x="4266384" y="4202321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0" name="TextBox 799"/>
          <p:cNvSpPr txBox="1"/>
          <p:nvPr/>
        </p:nvSpPr>
        <p:spPr>
          <a:xfrm>
            <a:off x="4313895" y="4130174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801" name="Oval 800"/>
          <p:cNvSpPr/>
          <p:nvPr/>
        </p:nvSpPr>
        <p:spPr>
          <a:xfrm>
            <a:off x="4237270" y="4533045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2" name="Oval 801"/>
          <p:cNvSpPr/>
          <p:nvPr/>
        </p:nvSpPr>
        <p:spPr>
          <a:xfrm>
            <a:off x="4256626" y="4552402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3" name="TextBox 802"/>
          <p:cNvSpPr txBox="1"/>
          <p:nvPr/>
        </p:nvSpPr>
        <p:spPr>
          <a:xfrm>
            <a:off x="4304137" y="4480255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804" name="Oval 803"/>
          <p:cNvSpPr/>
          <p:nvPr/>
        </p:nvSpPr>
        <p:spPr>
          <a:xfrm>
            <a:off x="6652309" y="4783368"/>
            <a:ext cx="84463" cy="844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05" name="Connector 804"/>
          <p:cNvCxnSpPr/>
          <p:nvPr/>
        </p:nvCxnSpPr>
        <p:spPr>
          <a:xfrm>
            <a:off x="6664683" y="4795742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6" name="Connector 805"/>
          <p:cNvCxnSpPr/>
          <p:nvPr/>
        </p:nvCxnSpPr>
        <p:spPr>
          <a:xfrm flipV="1">
            <a:off x="6664683" y="4795742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7" name="TextBox 806"/>
          <p:cNvSpPr txBox="1"/>
          <p:nvPr/>
        </p:nvSpPr>
        <p:spPr>
          <a:xfrm>
            <a:off x="6733254" y="4744655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s</a:t>
            </a:r>
          </a:p>
        </p:txBody>
      </p:sp>
      <p:sp>
        <p:nvSpPr>
          <p:cNvPr id="808" name="Oval 807"/>
          <p:cNvSpPr/>
          <p:nvPr/>
        </p:nvSpPr>
        <p:spPr>
          <a:xfrm>
            <a:off x="5459545" y="4805610"/>
            <a:ext cx="84463" cy="844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09" name="Connector 808"/>
          <p:cNvCxnSpPr/>
          <p:nvPr/>
        </p:nvCxnSpPr>
        <p:spPr>
          <a:xfrm>
            <a:off x="5471919" y="4817984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0" name="Connector 809"/>
          <p:cNvCxnSpPr/>
          <p:nvPr/>
        </p:nvCxnSpPr>
        <p:spPr>
          <a:xfrm flipV="1">
            <a:off x="5471919" y="4817984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1" name="TextBox 810"/>
          <p:cNvSpPr txBox="1"/>
          <p:nvPr/>
        </p:nvSpPr>
        <p:spPr>
          <a:xfrm>
            <a:off x="5540490" y="4766898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r</a:t>
            </a:r>
          </a:p>
        </p:txBody>
      </p:sp>
      <p:sp>
        <p:nvSpPr>
          <p:cNvPr id="812" name="Oval 811"/>
          <p:cNvSpPr/>
          <p:nvPr/>
        </p:nvSpPr>
        <p:spPr>
          <a:xfrm>
            <a:off x="2307186" y="5247225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3" name="Oval 812"/>
          <p:cNvSpPr/>
          <p:nvPr/>
        </p:nvSpPr>
        <p:spPr>
          <a:xfrm>
            <a:off x="2326542" y="5266581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4" name="TextBox 813"/>
          <p:cNvSpPr txBox="1"/>
          <p:nvPr/>
        </p:nvSpPr>
        <p:spPr>
          <a:xfrm>
            <a:off x="2374053" y="5194435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b</a:t>
            </a:r>
          </a:p>
        </p:txBody>
      </p:sp>
      <p:sp>
        <p:nvSpPr>
          <p:cNvPr id="815" name="Oval 814"/>
          <p:cNvSpPr/>
          <p:nvPr/>
        </p:nvSpPr>
        <p:spPr>
          <a:xfrm>
            <a:off x="2777394" y="3235419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6" name="Oval 815"/>
          <p:cNvSpPr/>
          <p:nvPr/>
        </p:nvSpPr>
        <p:spPr>
          <a:xfrm>
            <a:off x="2796750" y="3254775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7" name="TextBox 816"/>
          <p:cNvSpPr txBox="1"/>
          <p:nvPr/>
        </p:nvSpPr>
        <p:spPr>
          <a:xfrm>
            <a:off x="2844261" y="3182629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818" name="Oval 817"/>
          <p:cNvSpPr/>
          <p:nvPr/>
        </p:nvSpPr>
        <p:spPr>
          <a:xfrm>
            <a:off x="2348986" y="3229387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9" name="Oval 818"/>
          <p:cNvSpPr/>
          <p:nvPr/>
        </p:nvSpPr>
        <p:spPr>
          <a:xfrm>
            <a:off x="2368342" y="3248743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0" name="TextBox 819"/>
          <p:cNvSpPr txBox="1"/>
          <p:nvPr/>
        </p:nvSpPr>
        <p:spPr>
          <a:xfrm>
            <a:off x="2415853" y="3176597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821" name="Oval 820"/>
          <p:cNvSpPr/>
          <p:nvPr/>
        </p:nvSpPr>
        <p:spPr>
          <a:xfrm>
            <a:off x="2356401" y="2792201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2" name="Oval 821"/>
          <p:cNvSpPr/>
          <p:nvPr/>
        </p:nvSpPr>
        <p:spPr>
          <a:xfrm>
            <a:off x="2375757" y="2811557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3" name="TextBox 822"/>
          <p:cNvSpPr txBox="1"/>
          <p:nvPr/>
        </p:nvSpPr>
        <p:spPr>
          <a:xfrm>
            <a:off x="2423268" y="2739411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824" name="Oval 823"/>
          <p:cNvSpPr/>
          <p:nvPr/>
        </p:nvSpPr>
        <p:spPr>
          <a:xfrm>
            <a:off x="2354180" y="2376859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5" name="Oval 824"/>
          <p:cNvSpPr/>
          <p:nvPr/>
        </p:nvSpPr>
        <p:spPr>
          <a:xfrm>
            <a:off x="2373537" y="2396216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6" name="TextBox 825"/>
          <p:cNvSpPr txBox="1"/>
          <p:nvPr/>
        </p:nvSpPr>
        <p:spPr>
          <a:xfrm>
            <a:off x="2421048" y="2324069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827" name="Oval 826"/>
          <p:cNvSpPr/>
          <p:nvPr/>
        </p:nvSpPr>
        <p:spPr>
          <a:xfrm>
            <a:off x="2768576" y="2376859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8" name="Oval 827"/>
          <p:cNvSpPr/>
          <p:nvPr/>
        </p:nvSpPr>
        <p:spPr>
          <a:xfrm>
            <a:off x="2787932" y="2396216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9" name="TextBox 828"/>
          <p:cNvSpPr txBox="1"/>
          <p:nvPr/>
        </p:nvSpPr>
        <p:spPr>
          <a:xfrm>
            <a:off x="2835443" y="2324069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830" name="Oval 829"/>
          <p:cNvSpPr/>
          <p:nvPr/>
        </p:nvSpPr>
        <p:spPr>
          <a:xfrm>
            <a:off x="3246123" y="2383720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1" name="Oval 830"/>
          <p:cNvSpPr/>
          <p:nvPr/>
        </p:nvSpPr>
        <p:spPr>
          <a:xfrm>
            <a:off x="3265479" y="2403077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2" name="TextBox 831"/>
          <p:cNvSpPr txBox="1"/>
          <p:nvPr/>
        </p:nvSpPr>
        <p:spPr>
          <a:xfrm>
            <a:off x="3312990" y="2330930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833" name="Oval 832"/>
          <p:cNvSpPr/>
          <p:nvPr/>
        </p:nvSpPr>
        <p:spPr>
          <a:xfrm>
            <a:off x="3259856" y="2776339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4" name="Oval 833"/>
          <p:cNvSpPr/>
          <p:nvPr/>
        </p:nvSpPr>
        <p:spPr>
          <a:xfrm>
            <a:off x="3279212" y="2795695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5" name="TextBox 834"/>
          <p:cNvSpPr txBox="1"/>
          <p:nvPr/>
        </p:nvSpPr>
        <p:spPr>
          <a:xfrm>
            <a:off x="3326723" y="2723549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836" name="Oval 835"/>
          <p:cNvSpPr/>
          <p:nvPr/>
        </p:nvSpPr>
        <p:spPr>
          <a:xfrm>
            <a:off x="3259856" y="3243467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7" name="Oval 836"/>
          <p:cNvSpPr/>
          <p:nvPr/>
        </p:nvSpPr>
        <p:spPr>
          <a:xfrm>
            <a:off x="3279212" y="3262823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8" name="TextBox 837"/>
          <p:cNvSpPr txBox="1"/>
          <p:nvPr/>
        </p:nvSpPr>
        <p:spPr>
          <a:xfrm>
            <a:off x="3326723" y="3190677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839" name="Oval 838"/>
          <p:cNvSpPr/>
          <p:nvPr/>
        </p:nvSpPr>
        <p:spPr>
          <a:xfrm>
            <a:off x="7390977" y="5050446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0" name="Oval 839"/>
          <p:cNvSpPr/>
          <p:nvPr/>
        </p:nvSpPr>
        <p:spPr>
          <a:xfrm>
            <a:off x="7410333" y="5069802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1" name="TextBox 840"/>
          <p:cNvSpPr txBox="1"/>
          <p:nvPr/>
        </p:nvSpPr>
        <p:spPr>
          <a:xfrm>
            <a:off x="7457844" y="4997656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t</a:t>
            </a:r>
          </a:p>
        </p:txBody>
      </p:sp>
      <p:sp>
        <p:nvSpPr>
          <p:cNvPr id="842" name="Oval 841"/>
          <p:cNvSpPr/>
          <p:nvPr/>
        </p:nvSpPr>
        <p:spPr>
          <a:xfrm>
            <a:off x="4136383" y="3302122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3" name="Oval 842"/>
          <p:cNvSpPr/>
          <p:nvPr/>
        </p:nvSpPr>
        <p:spPr>
          <a:xfrm>
            <a:off x="4155739" y="3321478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4" name="TextBox 843"/>
          <p:cNvSpPr txBox="1"/>
          <p:nvPr/>
        </p:nvSpPr>
        <p:spPr>
          <a:xfrm>
            <a:off x="4203250" y="3249332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o</a:t>
            </a:r>
          </a:p>
        </p:txBody>
      </p:sp>
      <p:sp>
        <p:nvSpPr>
          <p:cNvPr id="845" name="Oval 844"/>
          <p:cNvSpPr/>
          <p:nvPr/>
        </p:nvSpPr>
        <p:spPr>
          <a:xfrm>
            <a:off x="4986496" y="2091865"/>
            <a:ext cx="49270" cy="4927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Freeform 112"/>
          <p:cNvSpPr/>
          <p:nvPr/>
        </p:nvSpPr>
        <p:spPr>
          <a:xfrm>
            <a:off x="4997054" y="2100663"/>
            <a:ext cx="28154" cy="26395"/>
          </a:xfrm>
          <a:custGeom>
            <a:avLst/>
            <a:gdLst/>
            <a:ahLst/>
            <a:cxnLst/>
            <a:rect l="l" t="t" r="r" b="b"/>
            <a:pathLst>
              <a:path w="28154" h="26395">
                <a:moveTo>
                  <a:pt x="14077" y="0"/>
                </a:moveTo>
                <a:lnTo>
                  <a:pt x="0" y="26395"/>
                </a:lnTo>
                <a:lnTo>
                  <a:pt x="28154" y="26395"/>
                </a:lnTo>
                <a:lnTo>
                  <a:pt x="14077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6" name="TextBox 845"/>
          <p:cNvSpPr txBox="1"/>
          <p:nvPr/>
        </p:nvSpPr>
        <p:spPr>
          <a:xfrm>
            <a:off x="5049844" y="2035555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847" name="Oval 846"/>
          <p:cNvSpPr/>
          <p:nvPr/>
        </p:nvSpPr>
        <p:spPr>
          <a:xfrm>
            <a:off x="5772478" y="2091865"/>
            <a:ext cx="49270" cy="4927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Freeform 113"/>
          <p:cNvSpPr/>
          <p:nvPr/>
        </p:nvSpPr>
        <p:spPr>
          <a:xfrm>
            <a:off x="5783036" y="2100663"/>
            <a:ext cx="28154" cy="26395"/>
          </a:xfrm>
          <a:custGeom>
            <a:avLst/>
            <a:gdLst/>
            <a:ahLst/>
            <a:cxnLst/>
            <a:rect l="l" t="t" r="r" b="b"/>
            <a:pathLst>
              <a:path w="28154" h="26395">
                <a:moveTo>
                  <a:pt x="14077" y="0"/>
                </a:moveTo>
                <a:lnTo>
                  <a:pt x="0" y="26395"/>
                </a:lnTo>
                <a:lnTo>
                  <a:pt x="28154" y="26395"/>
                </a:lnTo>
                <a:lnTo>
                  <a:pt x="14077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8" name="TextBox 847"/>
          <p:cNvSpPr txBox="1"/>
          <p:nvPr/>
        </p:nvSpPr>
        <p:spPr>
          <a:xfrm>
            <a:off x="5835826" y="2035555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849" name="Oval 848"/>
          <p:cNvSpPr/>
          <p:nvPr/>
        </p:nvSpPr>
        <p:spPr>
          <a:xfrm>
            <a:off x="6495894" y="2091865"/>
            <a:ext cx="49270" cy="4927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Freeform 114"/>
          <p:cNvSpPr/>
          <p:nvPr/>
        </p:nvSpPr>
        <p:spPr>
          <a:xfrm>
            <a:off x="6506452" y="2100663"/>
            <a:ext cx="28155" cy="26395"/>
          </a:xfrm>
          <a:custGeom>
            <a:avLst/>
            <a:gdLst/>
            <a:ahLst/>
            <a:cxnLst/>
            <a:rect l="l" t="t" r="r" b="b"/>
            <a:pathLst>
              <a:path w="28155" h="26395">
                <a:moveTo>
                  <a:pt x="14078" y="0"/>
                </a:moveTo>
                <a:lnTo>
                  <a:pt x="0" y="26395"/>
                </a:lnTo>
                <a:lnTo>
                  <a:pt x="28155" y="26395"/>
                </a:lnTo>
                <a:lnTo>
                  <a:pt x="14078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0" name="TextBox 849"/>
          <p:cNvSpPr txBox="1"/>
          <p:nvPr/>
        </p:nvSpPr>
        <p:spPr>
          <a:xfrm>
            <a:off x="6559242" y="2035555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851" name="Oval 850"/>
          <p:cNvSpPr/>
          <p:nvPr/>
        </p:nvSpPr>
        <p:spPr>
          <a:xfrm>
            <a:off x="6906483" y="2093844"/>
            <a:ext cx="49270" cy="4927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Freeform 115"/>
          <p:cNvSpPr/>
          <p:nvPr/>
        </p:nvSpPr>
        <p:spPr>
          <a:xfrm>
            <a:off x="6917041" y="2102642"/>
            <a:ext cx="28155" cy="26395"/>
          </a:xfrm>
          <a:custGeom>
            <a:avLst/>
            <a:gdLst/>
            <a:ahLst/>
            <a:cxnLst/>
            <a:rect l="l" t="t" r="r" b="b"/>
            <a:pathLst>
              <a:path w="28155" h="26395">
                <a:moveTo>
                  <a:pt x="14077" y="0"/>
                </a:moveTo>
                <a:lnTo>
                  <a:pt x="0" y="26395"/>
                </a:lnTo>
                <a:lnTo>
                  <a:pt x="28155" y="26395"/>
                </a:lnTo>
                <a:lnTo>
                  <a:pt x="14077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2" name="TextBox 851"/>
          <p:cNvSpPr txBox="1"/>
          <p:nvPr/>
        </p:nvSpPr>
        <p:spPr>
          <a:xfrm>
            <a:off x="6969831" y="2037534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853" name="Oval 852"/>
          <p:cNvSpPr/>
          <p:nvPr/>
        </p:nvSpPr>
        <p:spPr>
          <a:xfrm>
            <a:off x="1495202" y="4911766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54" name="Connector 853"/>
          <p:cNvCxnSpPr/>
          <p:nvPr/>
        </p:nvCxnSpPr>
        <p:spPr>
          <a:xfrm flipV="1">
            <a:off x="1507871" y="4876655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5" name="Connector 854"/>
          <p:cNvCxnSpPr/>
          <p:nvPr/>
        </p:nvCxnSpPr>
        <p:spPr>
          <a:xfrm>
            <a:off x="1555651" y="4876655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6" name="Connector 855"/>
          <p:cNvCxnSpPr/>
          <p:nvPr/>
        </p:nvCxnSpPr>
        <p:spPr>
          <a:xfrm>
            <a:off x="1547051" y="488525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7" name="Connector 856"/>
          <p:cNvCxnSpPr/>
          <p:nvPr/>
        </p:nvCxnSpPr>
        <p:spPr>
          <a:xfrm>
            <a:off x="1538450" y="489385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8" name="Connector 857"/>
          <p:cNvCxnSpPr/>
          <p:nvPr/>
        </p:nvCxnSpPr>
        <p:spPr>
          <a:xfrm>
            <a:off x="1529850" y="4902457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9" name="Connector 858"/>
          <p:cNvCxnSpPr/>
          <p:nvPr/>
        </p:nvCxnSpPr>
        <p:spPr>
          <a:xfrm flipH="1">
            <a:off x="1472036" y="4924435"/>
            <a:ext cx="35835" cy="358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0" name="Connector 859"/>
          <p:cNvCxnSpPr/>
          <p:nvPr/>
        </p:nvCxnSpPr>
        <p:spPr>
          <a:xfrm flipH="1" flipV="1">
            <a:off x="1460091" y="4948325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1" name="TextBox 860"/>
          <p:cNvSpPr txBox="1"/>
          <p:nvPr/>
        </p:nvSpPr>
        <p:spPr>
          <a:xfrm>
            <a:off x="1562690" y="4820346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</a:t>
            </a:r>
          </a:p>
        </p:txBody>
      </p:sp>
      <p:sp>
        <p:nvSpPr>
          <p:cNvPr id="862" name="Oval 861"/>
          <p:cNvSpPr/>
          <p:nvPr/>
        </p:nvSpPr>
        <p:spPr>
          <a:xfrm>
            <a:off x="2009279" y="5137458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63" name="Connector 862"/>
          <p:cNvCxnSpPr/>
          <p:nvPr/>
        </p:nvCxnSpPr>
        <p:spPr>
          <a:xfrm flipV="1">
            <a:off x="2021948" y="5102348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4" name="Connector 863"/>
          <p:cNvCxnSpPr/>
          <p:nvPr/>
        </p:nvCxnSpPr>
        <p:spPr>
          <a:xfrm>
            <a:off x="2069728" y="5102348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5" name="Connector 864"/>
          <p:cNvCxnSpPr/>
          <p:nvPr/>
        </p:nvCxnSpPr>
        <p:spPr>
          <a:xfrm>
            <a:off x="2061128" y="5110948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6" name="TextBox 865"/>
          <p:cNvSpPr txBox="1"/>
          <p:nvPr/>
        </p:nvSpPr>
        <p:spPr>
          <a:xfrm>
            <a:off x="2076767" y="5046038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S2</a:t>
            </a:r>
          </a:p>
        </p:txBody>
      </p:sp>
      <p:sp>
        <p:nvSpPr>
          <p:cNvPr id="867" name="Oval 866"/>
          <p:cNvSpPr/>
          <p:nvPr/>
        </p:nvSpPr>
        <p:spPr>
          <a:xfrm>
            <a:off x="3003997" y="4648458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68" name="Connector 867"/>
          <p:cNvCxnSpPr/>
          <p:nvPr/>
        </p:nvCxnSpPr>
        <p:spPr>
          <a:xfrm flipV="1">
            <a:off x="3016666" y="4613348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9" name="Connector 868"/>
          <p:cNvCxnSpPr/>
          <p:nvPr/>
        </p:nvCxnSpPr>
        <p:spPr>
          <a:xfrm>
            <a:off x="3064446" y="4613348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0" name="Connector 869"/>
          <p:cNvCxnSpPr/>
          <p:nvPr/>
        </p:nvCxnSpPr>
        <p:spPr>
          <a:xfrm>
            <a:off x="3055846" y="4621948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1" name="Connector 870"/>
          <p:cNvCxnSpPr/>
          <p:nvPr/>
        </p:nvCxnSpPr>
        <p:spPr>
          <a:xfrm>
            <a:off x="3047245" y="4630549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2" name="Connector 871"/>
          <p:cNvCxnSpPr/>
          <p:nvPr/>
        </p:nvCxnSpPr>
        <p:spPr>
          <a:xfrm flipH="1">
            <a:off x="2980831" y="4661128"/>
            <a:ext cx="35835" cy="358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3" name="Connector 872"/>
          <p:cNvCxnSpPr/>
          <p:nvPr/>
        </p:nvCxnSpPr>
        <p:spPr>
          <a:xfrm flipH="1" flipV="1">
            <a:off x="2968886" y="4685018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4" name="TextBox 873"/>
          <p:cNvSpPr txBox="1"/>
          <p:nvPr/>
        </p:nvSpPr>
        <p:spPr>
          <a:xfrm>
            <a:off x="3071485" y="4557038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S3</a:t>
            </a:r>
          </a:p>
        </p:txBody>
      </p:sp>
      <p:sp>
        <p:nvSpPr>
          <p:cNvPr id="875" name="Oval 874"/>
          <p:cNvSpPr/>
          <p:nvPr/>
        </p:nvSpPr>
        <p:spPr>
          <a:xfrm>
            <a:off x="3125202" y="4991176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76" name="Connector 875"/>
          <p:cNvCxnSpPr/>
          <p:nvPr/>
        </p:nvCxnSpPr>
        <p:spPr>
          <a:xfrm flipV="1">
            <a:off x="3137871" y="4956066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7" name="Connector 876"/>
          <p:cNvCxnSpPr/>
          <p:nvPr/>
        </p:nvCxnSpPr>
        <p:spPr>
          <a:xfrm>
            <a:off x="3185651" y="495606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8" name="Connector 877"/>
          <p:cNvCxnSpPr/>
          <p:nvPr/>
        </p:nvCxnSpPr>
        <p:spPr>
          <a:xfrm>
            <a:off x="3177051" y="496466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9" name="Connector 878"/>
          <p:cNvCxnSpPr/>
          <p:nvPr/>
        </p:nvCxnSpPr>
        <p:spPr>
          <a:xfrm>
            <a:off x="3168450" y="497326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0" name="Connector 879"/>
          <p:cNvCxnSpPr/>
          <p:nvPr/>
        </p:nvCxnSpPr>
        <p:spPr>
          <a:xfrm>
            <a:off x="3159850" y="4981867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1" name="Connector 880"/>
          <p:cNvCxnSpPr/>
          <p:nvPr/>
        </p:nvCxnSpPr>
        <p:spPr>
          <a:xfrm flipH="1">
            <a:off x="3102036" y="5003846"/>
            <a:ext cx="35835" cy="358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2" name="Connector 881"/>
          <p:cNvCxnSpPr/>
          <p:nvPr/>
        </p:nvCxnSpPr>
        <p:spPr>
          <a:xfrm flipH="1" flipV="1">
            <a:off x="3090091" y="502773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3" name="TextBox 882"/>
          <p:cNvSpPr txBox="1"/>
          <p:nvPr/>
        </p:nvSpPr>
        <p:spPr>
          <a:xfrm>
            <a:off x="3192690" y="4899756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S4</a:t>
            </a:r>
          </a:p>
        </p:txBody>
      </p:sp>
      <p:sp>
        <p:nvSpPr>
          <p:cNvPr id="884" name="Oval 883"/>
          <p:cNvSpPr/>
          <p:nvPr/>
        </p:nvSpPr>
        <p:spPr>
          <a:xfrm>
            <a:off x="3192074" y="4790561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85" name="Connector 884"/>
          <p:cNvCxnSpPr/>
          <p:nvPr/>
        </p:nvCxnSpPr>
        <p:spPr>
          <a:xfrm flipV="1">
            <a:off x="3204743" y="4755450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6" name="Connector 885"/>
          <p:cNvCxnSpPr/>
          <p:nvPr/>
        </p:nvCxnSpPr>
        <p:spPr>
          <a:xfrm>
            <a:off x="3252523" y="4755450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7" name="Connector 886"/>
          <p:cNvCxnSpPr/>
          <p:nvPr/>
        </p:nvCxnSpPr>
        <p:spPr>
          <a:xfrm>
            <a:off x="3243923" y="4764051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8" name="Connector 887"/>
          <p:cNvCxnSpPr/>
          <p:nvPr/>
        </p:nvCxnSpPr>
        <p:spPr>
          <a:xfrm>
            <a:off x="3235322" y="4772651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9" name="Connector 888"/>
          <p:cNvCxnSpPr/>
          <p:nvPr/>
        </p:nvCxnSpPr>
        <p:spPr>
          <a:xfrm flipH="1">
            <a:off x="3168908" y="4803230"/>
            <a:ext cx="35835" cy="358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0" name="Connector 889"/>
          <p:cNvCxnSpPr/>
          <p:nvPr/>
        </p:nvCxnSpPr>
        <p:spPr>
          <a:xfrm flipH="1" flipV="1">
            <a:off x="3156963" y="4827120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1" name="TextBox 890"/>
          <p:cNvSpPr txBox="1"/>
          <p:nvPr/>
        </p:nvSpPr>
        <p:spPr>
          <a:xfrm>
            <a:off x="3259562" y="4699141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S5</a:t>
            </a:r>
          </a:p>
        </p:txBody>
      </p:sp>
      <p:sp>
        <p:nvSpPr>
          <p:cNvPr id="892" name="Oval 891"/>
          <p:cNvSpPr/>
          <p:nvPr/>
        </p:nvSpPr>
        <p:spPr>
          <a:xfrm>
            <a:off x="3192074" y="5425843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93" name="Connector 892"/>
          <p:cNvCxnSpPr/>
          <p:nvPr/>
        </p:nvCxnSpPr>
        <p:spPr>
          <a:xfrm flipV="1">
            <a:off x="3204743" y="5390732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4" name="Connector 893"/>
          <p:cNvCxnSpPr/>
          <p:nvPr/>
        </p:nvCxnSpPr>
        <p:spPr>
          <a:xfrm>
            <a:off x="3252523" y="5390732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5" name="TextBox 894"/>
          <p:cNvSpPr txBox="1"/>
          <p:nvPr/>
        </p:nvSpPr>
        <p:spPr>
          <a:xfrm>
            <a:off x="3259562" y="5334423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S6</a:t>
            </a:r>
          </a:p>
        </p:txBody>
      </p:sp>
      <p:sp>
        <p:nvSpPr>
          <p:cNvPr id="896" name="Oval 895"/>
          <p:cNvSpPr/>
          <p:nvPr/>
        </p:nvSpPr>
        <p:spPr>
          <a:xfrm>
            <a:off x="4445920" y="4163638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97" name="Connector 896"/>
          <p:cNvCxnSpPr/>
          <p:nvPr/>
        </p:nvCxnSpPr>
        <p:spPr>
          <a:xfrm flipV="1">
            <a:off x="4458589" y="4128527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8" name="Connector 897"/>
          <p:cNvCxnSpPr/>
          <p:nvPr/>
        </p:nvCxnSpPr>
        <p:spPr>
          <a:xfrm>
            <a:off x="4506369" y="4128527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9" name="Connector 898"/>
          <p:cNvCxnSpPr/>
          <p:nvPr/>
        </p:nvCxnSpPr>
        <p:spPr>
          <a:xfrm>
            <a:off x="4497769" y="4137128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0" name="Connector 899"/>
          <p:cNvCxnSpPr/>
          <p:nvPr/>
        </p:nvCxnSpPr>
        <p:spPr>
          <a:xfrm flipH="1">
            <a:off x="4422754" y="4176307"/>
            <a:ext cx="35835" cy="358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1" name="Connector 900"/>
          <p:cNvCxnSpPr/>
          <p:nvPr/>
        </p:nvCxnSpPr>
        <p:spPr>
          <a:xfrm flipH="1" flipV="1">
            <a:off x="4410809" y="4200197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2" name="TextBox 901"/>
          <p:cNvSpPr txBox="1"/>
          <p:nvPr/>
        </p:nvSpPr>
        <p:spPr>
          <a:xfrm>
            <a:off x="4513408" y="4072218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S7</a:t>
            </a:r>
          </a:p>
        </p:txBody>
      </p:sp>
      <p:sp>
        <p:nvSpPr>
          <p:cNvPr id="903" name="Oval 902"/>
          <p:cNvSpPr/>
          <p:nvPr/>
        </p:nvSpPr>
        <p:spPr>
          <a:xfrm>
            <a:off x="3020715" y="3369535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04" name="Connector 903"/>
          <p:cNvCxnSpPr/>
          <p:nvPr/>
        </p:nvCxnSpPr>
        <p:spPr>
          <a:xfrm flipV="1">
            <a:off x="3033384" y="3334425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5" name="Connector 904"/>
          <p:cNvCxnSpPr/>
          <p:nvPr/>
        </p:nvCxnSpPr>
        <p:spPr>
          <a:xfrm>
            <a:off x="3081164" y="3334425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6" name="Connector 905"/>
          <p:cNvCxnSpPr/>
          <p:nvPr/>
        </p:nvCxnSpPr>
        <p:spPr>
          <a:xfrm>
            <a:off x="3072564" y="3343025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7" name="Connector 906"/>
          <p:cNvCxnSpPr/>
          <p:nvPr/>
        </p:nvCxnSpPr>
        <p:spPr>
          <a:xfrm>
            <a:off x="3063963" y="3351625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8" name="Connector 907"/>
          <p:cNvCxnSpPr/>
          <p:nvPr/>
        </p:nvCxnSpPr>
        <p:spPr>
          <a:xfrm>
            <a:off x="3055363" y="336022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9" name="Connector 908"/>
          <p:cNvCxnSpPr/>
          <p:nvPr/>
        </p:nvCxnSpPr>
        <p:spPr>
          <a:xfrm flipH="1">
            <a:off x="2997549" y="3382205"/>
            <a:ext cx="35835" cy="358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0" name="Connector 909"/>
          <p:cNvCxnSpPr/>
          <p:nvPr/>
        </p:nvCxnSpPr>
        <p:spPr>
          <a:xfrm flipH="1" flipV="1">
            <a:off x="2985604" y="3406095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1" name="TextBox 910"/>
          <p:cNvSpPr txBox="1"/>
          <p:nvPr/>
        </p:nvSpPr>
        <p:spPr>
          <a:xfrm>
            <a:off x="3088203" y="3278115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S8</a:t>
            </a:r>
          </a:p>
        </p:txBody>
      </p:sp>
      <p:sp>
        <p:nvSpPr>
          <p:cNvPr id="912" name="Oval 911"/>
          <p:cNvSpPr/>
          <p:nvPr/>
        </p:nvSpPr>
        <p:spPr>
          <a:xfrm>
            <a:off x="2042715" y="2470945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13" name="Connector 912"/>
          <p:cNvCxnSpPr/>
          <p:nvPr/>
        </p:nvCxnSpPr>
        <p:spPr>
          <a:xfrm flipV="1">
            <a:off x="2055384" y="2435835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4" name="Connector 913"/>
          <p:cNvCxnSpPr/>
          <p:nvPr/>
        </p:nvCxnSpPr>
        <p:spPr>
          <a:xfrm>
            <a:off x="2103164" y="2435835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5" name="Connector 914"/>
          <p:cNvCxnSpPr/>
          <p:nvPr/>
        </p:nvCxnSpPr>
        <p:spPr>
          <a:xfrm>
            <a:off x="2094564" y="2444435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6" name="Connector 915"/>
          <p:cNvCxnSpPr/>
          <p:nvPr/>
        </p:nvCxnSpPr>
        <p:spPr>
          <a:xfrm>
            <a:off x="2085963" y="245303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7" name="Connector 916"/>
          <p:cNvCxnSpPr/>
          <p:nvPr/>
        </p:nvCxnSpPr>
        <p:spPr>
          <a:xfrm>
            <a:off x="2077363" y="246163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8" name="Connector 917"/>
          <p:cNvCxnSpPr/>
          <p:nvPr/>
        </p:nvCxnSpPr>
        <p:spPr>
          <a:xfrm flipH="1">
            <a:off x="2019549" y="2483615"/>
            <a:ext cx="35835" cy="358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9" name="Connector 918"/>
          <p:cNvCxnSpPr/>
          <p:nvPr/>
        </p:nvCxnSpPr>
        <p:spPr>
          <a:xfrm flipH="1" flipV="1">
            <a:off x="2007604" y="2507505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0" name="TextBox 919"/>
          <p:cNvSpPr txBox="1"/>
          <p:nvPr/>
        </p:nvSpPr>
        <p:spPr>
          <a:xfrm>
            <a:off x="2110203" y="2379526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S9</a:t>
            </a:r>
          </a:p>
        </p:txBody>
      </p:sp>
      <p:sp>
        <p:nvSpPr>
          <p:cNvPr id="921" name="Oval 920"/>
          <p:cNvSpPr/>
          <p:nvPr/>
        </p:nvSpPr>
        <p:spPr>
          <a:xfrm>
            <a:off x="4057227" y="2997561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22" name="Connector 921"/>
          <p:cNvCxnSpPr/>
          <p:nvPr/>
        </p:nvCxnSpPr>
        <p:spPr>
          <a:xfrm flipV="1">
            <a:off x="4069897" y="2962450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3" name="Connector 922"/>
          <p:cNvCxnSpPr/>
          <p:nvPr/>
        </p:nvCxnSpPr>
        <p:spPr>
          <a:xfrm>
            <a:off x="4117677" y="2962450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4" name="TextBox 923"/>
          <p:cNvSpPr txBox="1"/>
          <p:nvPr/>
        </p:nvSpPr>
        <p:spPr>
          <a:xfrm>
            <a:off x="4124716" y="2906141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S10</a:t>
            </a:r>
          </a:p>
        </p:txBody>
      </p:sp>
      <p:sp>
        <p:nvSpPr>
          <p:cNvPr id="925" name="Oval 924"/>
          <p:cNvSpPr/>
          <p:nvPr/>
        </p:nvSpPr>
        <p:spPr>
          <a:xfrm>
            <a:off x="4445920" y="2299586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26" name="Connector 925"/>
          <p:cNvCxnSpPr/>
          <p:nvPr/>
        </p:nvCxnSpPr>
        <p:spPr>
          <a:xfrm flipV="1">
            <a:off x="4458589" y="2264476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7" name="Connector 926"/>
          <p:cNvCxnSpPr/>
          <p:nvPr/>
        </p:nvCxnSpPr>
        <p:spPr>
          <a:xfrm>
            <a:off x="4506369" y="226447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8" name="Connector 927"/>
          <p:cNvCxnSpPr/>
          <p:nvPr/>
        </p:nvCxnSpPr>
        <p:spPr>
          <a:xfrm>
            <a:off x="4497769" y="227307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9" name="Connector 928"/>
          <p:cNvCxnSpPr/>
          <p:nvPr/>
        </p:nvCxnSpPr>
        <p:spPr>
          <a:xfrm flipH="1">
            <a:off x="4422754" y="2312256"/>
            <a:ext cx="35835" cy="358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0" name="Connector 929"/>
          <p:cNvCxnSpPr/>
          <p:nvPr/>
        </p:nvCxnSpPr>
        <p:spPr>
          <a:xfrm flipH="1" flipV="1">
            <a:off x="4410809" y="233614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1" name="TextBox 930"/>
          <p:cNvSpPr txBox="1"/>
          <p:nvPr/>
        </p:nvSpPr>
        <p:spPr>
          <a:xfrm>
            <a:off x="4513408" y="2208167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S11</a:t>
            </a:r>
          </a:p>
        </p:txBody>
      </p:sp>
      <p:sp>
        <p:nvSpPr>
          <p:cNvPr id="932" name="Oval 931"/>
          <p:cNvSpPr/>
          <p:nvPr/>
        </p:nvSpPr>
        <p:spPr>
          <a:xfrm>
            <a:off x="5457356" y="4380971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33" name="Connector 932"/>
          <p:cNvCxnSpPr/>
          <p:nvPr/>
        </p:nvCxnSpPr>
        <p:spPr>
          <a:xfrm flipV="1">
            <a:off x="5470025" y="4345861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4" name="Connector 933"/>
          <p:cNvCxnSpPr/>
          <p:nvPr/>
        </p:nvCxnSpPr>
        <p:spPr>
          <a:xfrm>
            <a:off x="5517805" y="4345861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5" name="Connector 934"/>
          <p:cNvCxnSpPr/>
          <p:nvPr/>
        </p:nvCxnSpPr>
        <p:spPr>
          <a:xfrm>
            <a:off x="5509205" y="4354461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6" name="Connector 935"/>
          <p:cNvCxnSpPr/>
          <p:nvPr/>
        </p:nvCxnSpPr>
        <p:spPr>
          <a:xfrm flipH="1">
            <a:off x="5434190" y="4393641"/>
            <a:ext cx="35835" cy="358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7" name="Connector 936"/>
          <p:cNvCxnSpPr/>
          <p:nvPr/>
        </p:nvCxnSpPr>
        <p:spPr>
          <a:xfrm flipH="1" flipV="1">
            <a:off x="5422245" y="4417531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8" name="TextBox 937"/>
          <p:cNvSpPr txBox="1"/>
          <p:nvPr/>
        </p:nvSpPr>
        <p:spPr>
          <a:xfrm>
            <a:off x="5524844" y="4289551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S12</a:t>
            </a:r>
          </a:p>
        </p:txBody>
      </p:sp>
      <p:sp>
        <p:nvSpPr>
          <p:cNvPr id="939" name="Oval 938"/>
          <p:cNvSpPr/>
          <p:nvPr/>
        </p:nvSpPr>
        <p:spPr>
          <a:xfrm>
            <a:off x="4709227" y="4719509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40" name="Connector 939"/>
          <p:cNvCxnSpPr/>
          <p:nvPr/>
        </p:nvCxnSpPr>
        <p:spPr>
          <a:xfrm flipV="1">
            <a:off x="4721897" y="4684399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1" name="Connector 940"/>
          <p:cNvCxnSpPr/>
          <p:nvPr/>
        </p:nvCxnSpPr>
        <p:spPr>
          <a:xfrm>
            <a:off x="4769677" y="4684399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2" name="Connector 941"/>
          <p:cNvCxnSpPr/>
          <p:nvPr/>
        </p:nvCxnSpPr>
        <p:spPr>
          <a:xfrm>
            <a:off x="4761077" y="4692999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3" name="TextBox 942"/>
          <p:cNvSpPr txBox="1"/>
          <p:nvPr/>
        </p:nvSpPr>
        <p:spPr>
          <a:xfrm>
            <a:off x="4776716" y="4628090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S13</a:t>
            </a:r>
          </a:p>
        </p:txBody>
      </p:sp>
      <p:sp>
        <p:nvSpPr>
          <p:cNvPr id="944" name="Oval 943"/>
          <p:cNvSpPr/>
          <p:nvPr/>
        </p:nvSpPr>
        <p:spPr>
          <a:xfrm>
            <a:off x="7241997" y="4727868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45" name="Connector 944"/>
          <p:cNvCxnSpPr/>
          <p:nvPr/>
        </p:nvCxnSpPr>
        <p:spPr>
          <a:xfrm flipV="1">
            <a:off x="7254666" y="4692758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6" name="Connector 945"/>
          <p:cNvCxnSpPr/>
          <p:nvPr/>
        </p:nvCxnSpPr>
        <p:spPr>
          <a:xfrm>
            <a:off x="7302446" y="4692758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7" name="TextBox 946"/>
          <p:cNvSpPr txBox="1"/>
          <p:nvPr/>
        </p:nvSpPr>
        <p:spPr>
          <a:xfrm>
            <a:off x="7309485" y="4636449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S14</a:t>
            </a:r>
          </a:p>
        </p:txBody>
      </p:sp>
      <p:sp>
        <p:nvSpPr>
          <p:cNvPr id="948" name="Oval 947"/>
          <p:cNvSpPr/>
          <p:nvPr/>
        </p:nvSpPr>
        <p:spPr>
          <a:xfrm>
            <a:off x="7580535" y="4727868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49" name="Connector 948"/>
          <p:cNvCxnSpPr/>
          <p:nvPr/>
        </p:nvCxnSpPr>
        <p:spPr>
          <a:xfrm flipV="1">
            <a:off x="7593205" y="4692758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0" name="Connector 949"/>
          <p:cNvCxnSpPr/>
          <p:nvPr/>
        </p:nvCxnSpPr>
        <p:spPr>
          <a:xfrm>
            <a:off x="7640985" y="4692758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1" name="TextBox 950"/>
          <p:cNvSpPr txBox="1"/>
          <p:nvPr/>
        </p:nvSpPr>
        <p:spPr>
          <a:xfrm>
            <a:off x="7648023" y="4636449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S15</a:t>
            </a:r>
          </a:p>
        </p:txBody>
      </p:sp>
      <p:sp>
        <p:nvSpPr>
          <p:cNvPr id="952" name="Rectangle 951"/>
          <p:cNvSpPr/>
          <p:nvPr/>
        </p:nvSpPr>
        <p:spPr>
          <a:xfrm>
            <a:off x="5631137" y="5431299"/>
            <a:ext cx="95725" cy="47862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3" name="TextBox 952"/>
          <p:cNvSpPr txBox="1"/>
          <p:nvPr/>
        </p:nvSpPr>
        <p:spPr>
          <a:xfrm>
            <a:off x="5631137" y="5431299"/>
            <a:ext cx="95725" cy="478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954" name="Rectangle 953"/>
          <p:cNvSpPr/>
          <p:nvPr/>
        </p:nvSpPr>
        <p:spPr>
          <a:xfrm>
            <a:off x="6521367" y="5473094"/>
            <a:ext cx="95725" cy="47862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5" name="TextBox 954"/>
          <p:cNvSpPr txBox="1"/>
          <p:nvPr/>
        </p:nvSpPr>
        <p:spPr>
          <a:xfrm>
            <a:off x="6521367" y="5473094"/>
            <a:ext cx="95725" cy="478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956" name="Rectangle 955"/>
          <p:cNvSpPr/>
          <p:nvPr/>
        </p:nvSpPr>
        <p:spPr>
          <a:xfrm>
            <a:off x="6755419" y="5431299"/>
            <a:ext cx="95725" cy="47862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7" name="TextBox 956"/>
          <p:cNvSpPr txBox="1"/>
          <p:nvPr/>
        </p:nvSpPr>
        <p:spPr>
          <a:xfrm>
            <a:off x="6755419" y="5431299"/>
            <a:ext cx="95725" cy="478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958" name="Rectangle 957"/>
          <p:cNvSpPr/>
          <p:nvPr/>
        </p:nvSpPr>
        <p:spPr>
          <a:xfrm>
            <a:off x="7261137" y="5397863"/>
            <a:ext cx="95725" cy="47862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9" name="TextBox 958"/>
          <p:cNvSpPr txBox="1"/>
          <p:nvPr/>
        </p:nvSpPr>
        <p:spPr>
          <a:xfrm>
            <a:off x="7261137" y="5397863"/>
            <a:ext cx="95725" cy="478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960" name="Rectangle 959"/>
          <p:cNvSpPr/>
          <p:nvPr/>
        </p:nvSpPr>
        <p:spPr>
          <a:xfrm>
            <a:off x="7478470" y="5414581"/>
            <a:ext cx="95725" cy="47862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1" name="TextBox 960"/>
          <p:cNvSpPr txBox="1"/>
          <p:nvPr/>
        </p:nvSpPr>
        <p:spPr>
          <a:xfrm>
            <a:off x="7478470" y="5414581"/>
            <a:ext cx="95725" cy="478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cxnSp>
        <p:nvCxnSpPr>
          <p:cNvPr id="962" name="Connector 961"/>
          <p:cNvCxnSpPr/>
          <p:nvPr/>
        </p:nvCxnSpPr>
        <p:spPr>
          <a:xfrm flipV="1">
            <a:off x="3204743" y="5267450"/>
            <a:ext cx="793553" cy="171062"/>
          </a:xfrm>
          <a:prstGeom prst="line">
            <a:avLst/>
          </a:prstGeom>
          <a:ln w="9525">
            <a:solidFill>
              <a:srgbClr val="C0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3" name="Oval 962"/>
          <p:cNvSpPr/>
          <p:nvPr/>
        </p:nvSpPr>
        <p:spPr>
          <a:xfrm>
            <a:off x="3956064" y="5225218"/>
            <a:ext cx="84463" cy="844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64" name="Connector 963"/>
          <p:cNvCxnSpPr/>
          <p:nvPr/>
        </p:nvCxnSpPr>
        <p:spPr>
          <a:xfrm>
            <a:off x="3968438" y="5237592"/>
            <a:ext cx="59716" cy="59716"/>
          </a:xfrm>
          <a:prstGeom prst="line">
            <a:avLst/>
          </a:prstGeom>
          <a:ln w="952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5" name="Connector 964"/>
          <p:cNvCxnSpPr/>
          <p:nvPr/>
        </p:nvCxnSpPr>
        <p:spPr>
          <a:xfrm flipV="1">
            <a:off x="3968438" y="5237592"/>
            <a:ext cx="59716" cy="59716"/>
          </a:xfrm>
          <a:prstGeom prst="line">
            <a:avLst/>
          </a:prstGeom>
          <a:ln w="952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6" name="TextBox 965"/>
          <p:cNvSpPr txBox="1"/>
          <p:nvPr/>
        </p:nvSpPr>
        <p:spPr>
          <a:xfrm>
            <a:off x="4051086" y="5192450"/>
            <a:ext cx="22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1">
                <a:solidFill>
                  <a:srgbClr val="C00000"/>
                </a:solidFill>
                <a:latin typeface="Microsoft YaHei"/>
              </a:rPr>
              <a:t>二层楼梯吊灯 F06（在楼上，S6 控）</a:t>
            </a:r>
          </a:p>
        </p:txBody>
      </p:sp>
      <p:sp>
        <p:nvSpPr>
          <p:cNvPr id="967" name="TextBox 966"/>
          <p:cNvSpPr txBox="1"/>
          <p:nvPr/>
        </p:nvSpPr>
        <p:spPr>
          <a:xfrm>
            <a:off x="8710000" y="300000"/>
            <a:ext cx="3300000" cy="20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说明：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1. 灯旁字母 = 控制它的开关键，见电施-07。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2. 粗实线 = AL1 引出回路 WL1/WL2/WL3（先到开关盒）；细实线 = 同一字母灯具之间；点线 = 开关到所控灯；长虚线 = 双控联络线。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3. 线上短斜线 = 导线根数，未标注为 3 根。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4. 分区放大见电施-03~电施-05。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5. S# = 开关编号；MK = 门控开关。</a:t>
            </a:r>
          </a:p>
        </p:txBody>
      </p:sp>
      <p:sp>
        <p:nvSpPr>
          <p:cNvPr id="968" name="Rectangle 967"/>
          <p:cNvSpPr/>
          <p:nvPr/>
        </p:nvSpPr>
        <p:spPr>
          <a:xfrm>
            <a:off x="425384" y="3352948"/>
            <a:ext cx="4346666" cy="2361410"/>
          </a:xfrm>
          <a:prstGeom prst="rect">
            <a:avLst/>
          </a:prstGeom>
          <a:noFill/>
          <a:ln w="12700">
            <a:solidFill>
              <a:srgbClr val="C0000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9" name="TextBox 968"/>
          <p:cNvSpPr txBox="1"/>
          <p:nvPr/>
        </p:nvSpPr>
        <p:spPr>
          <a:xfrm>
            <a:off x="465384" y="3382948"/>
            <a:ext cx="20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C00000"/>
                </a:solidFill>
                <a:latin typeface="Microsoft YaHei"/>
              </a:rPr>
              <a:t>电施-03</a:t>
            </a:r>
          </a:p>
        </p:txBody>
      </p:sp>
      <p:sp>
        <p:nvSpPr>
          <p:cNvPr id="970" name="Rectangle 969"/>
          <p:cNvSpPr/>
          <p:nvPr/>
        </p:nvSpPr>
        <p:spPr>
          <a:xfrm>
            <a:off x="759743" y="1764743"/>
            <a:ext cx="4012307" cy="1838974"/>
          </a:xfrm>
          <a:prstGeom prst="rect">
            <a:avLst/>
          </a:prstGeom>
          <a:noFill/>
          <a:ln w="12700">
            <a:solidFill>
              <a:srgbClr val="C0000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1" name="TextBox 970"/>
          <p:cNvSpPr txBox="1"/>
          <p:nvPr/>
        </p:nvSpPr>
        <p:spPr>
          <a:xfrm>
            <a:off x="799743" y="1794743"/>
            <a:ext cx="20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C00000"/>
                </a:solidFill>
                <a:latin typeface="Microsoft YaHei"/>
              </a:rPr>
              <a:t>电施-04</a:t>
            </a:r>
          </a:p>
        </p:txBody>
      </p:sp>
      <p:sp>
        <p:nvSpPr>
          <p:cNvPr id="972" name="Rectangle 971"/>
          <p:cNvSpPr/>
          <p:nvPr/>
        </p:nvSpPr>
        <p:spPr>
          <a:xfrm>
            <a:off x="4270512" y="1806538"/>
            <a:ext cx="4179487" cy="3970512"/>
          </a:xfrm>
          <a:prstGeom prst="rect">
            <a:avLst/>
          </a:prstGeom>
          <a:noFill/>
          <a:ln w="12700">
            <a:solidFill>
              <a:srgbClr val="C0000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3" name="TextBox 972"/>
          <p:cNvSpPr txBox="1"/>
          <p:nvPr/>
        </p:nvSpPr>
        <p:spPr>
          <a:xfrm>
            <a:off x="4310512" y="1836538"/>
            <a:ext cx="20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C00000"/>
                </a:solidFill>
                <a:latin typeface="Microsoft YaHei"/>
              </a:rPr>
              <a:t>电施-05</a:t>
            </a:r>
          </a:p>
        </p:txBody>
      </p:sp>
      <p:sp>
        <p:nvSpPr>
          <p:cNvPr id="974" name="Rectangle 973"/>
          <p:cNvSpPr/>
          <p:nvPr/>
        </p:nvSpPr>
        <p:spPr>
          <a:xfrm>
            <a:off x="400000" y="6540000"/>
            <a:ext cx="391036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5" name="Rectangle 974"/>
          <p:cNvSpPr/>
          <p:nvPr/>
        </p:nvSpPr>
        <p:spPr>
          <a:xfrm>
            <a:off x="791036" y="6540000"/>
            <a:ext cx="391036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6" name="Rectangle 975"/>
          <p:cNvSpPr/>
          <p:nvPr/>
        </p:nvSpPr>
        <p:spPr>
          <a:xfrm>
            <a:off x="1182073" y="6540000"/>
            <a:ext cx="391036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7" name="TextBox 976"/>
          <p:cNvSpPr txBox="1"/>
          <p:nvPr/>
        </p:nvSpPr>
        <p:spPr>
          <a:xfrm>
            <a:off x="1613109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3 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37" name="Group 536">
            <a:extLst>
              <a:ext uri="{FF2B5EF4-FFF2-40B4-BE49-F238E27FC236}">
                <a16:creationId xmlns:a16="http://schemas.microsoft.com/office/drawing/2014/main" id="{C0720C8A-57E7-2187-373E-7A1E2B212779}"/>
              </a:ext>
            </a:extLst>
          </p:cNvPr>
          <p:cNvGrpSpPr/>
          <p:nvPr/>
        </p:nvGrpSpPr>
        <p:grpSpPr>
          <a:xfrm rot="5400000">
            <a:off x="4169018" y="-4513604"/>
            <a:ext cx="6837926" cy="13973804"/>
            <a:chOff x="358703" y="843064"/>
            <a:chExt cx="2312689" cy="4726150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5E1F18B8-B18C-FAFE-C9CA-5201F7783D28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8703" y="1008790"/>
              <a:ext cx="2244687" cy="4199488"/>
              <a:chOff x="358703" y="1008790"/>
              <a:chExt cx="2244687" cy="4199488"/>
            </a:xfrm>
          </p:grpSpPr>
          <p:sp>
            <p:nvSpPr>
              <p:cNvPr id="4" name="墙_GF_Wall_Shell">
                <a:extLst>
                  <a:ext uri="{FF2B5EF4-FFF2-40B4-BE49-F238E27FC236}">
                    <a16:creationId xmlns:a16="http://schemas.microsoft.com/office/drawing/2014/main" id="{184A8DC7-17CB-F4DE-A1A9-66AAE14C41A4}"/>
                  </a:ext>
                </a:extLst>
              </p:cNvPr>
              <p:cNvSpPr/>
              <p:nvPr/>
            </p:nvSpPr>
            <p:spPr>
              <a:xfrm>
                <a:off x="358703" y="1008790"/>
                <a:ext cx="2244687" cy="4199488"/>
              </a:xfrm>
              <a:custGeom>
                <a:avLst/>
                <a:gdLst/>
                <a:ahLst/>
                <a:cxnLst/>
                <a:rect l="l" t="t" r="r" b="b"/>
                <a:pathLst>
                  <a:path w="2244687" h="4199488">
                    <a:moveTo>
                      <a:pt x="1918764" y="3678985"/>
                    </a:moveTo>
                    <a:lnTo>
                      <a:pt x="1918764" y="3601616"/>
                    </a:lnTo>
                    <a:lnTo>
                      <a:pt x="1918516" y="3601616"/>
                    </a:lnTo>
                    <a:lnTo>
                      <a:pt x="1918516" y="3596607"/>
                    </a:lnTo>
                    <a:lnTo>
                      <a:pt x="1944775" y="3596607"/>
                    </a:lnTo>
                    <a:lnTo>
                      <a:pt x="1944775" y="3560154"/>
                    </a:lnTo>
                    <a:lnTo>
                      <a:pt x="1918516" y="3560154"/>
                    </a:lnTo>
                    <a:lnTo>
                      <a:pt x="1918516" y="3166664"/>
                    </a:lnTo>
                    <a:lnTo>
                      <a:pt x="1918516" y="2968283"/>
                    </a:lnTo>
                    <a:lnTo>
                      <a:pt x="1902895" y="2968283"/>
                    </a:lnTo>
                    <a:lnTo>
                      <a:pt x="1902895" y="2953404"/>
                    </a:lnTo>
                    <a:lnTo>
                      <a:pt x="1732519" y="2953404"/>
                    </a:lnTo>
                    <a:lnTo>
                      <a:pt x="1672685" y="2953404"/>
                    </a:lnTo>
                    <a:lnTo>
                      <a:pt x="1659667" y="2953404"/>
                    </a:lnTo>
                    <a:lnTo>
                      <a:pt x="1659667" y="2983162"/>
                    </a:lnTo>
                    <a:lnTo>
                      <a:pt x="1702590" y="2983162"/>
                    </a:lnTo>
                    <a:lnTo>
                      <a:pt x="1887298" y="2983162"/>
                    </a:lnTo>
                    <a:lnTo>
                      <a:pt x="1887298" y="3166664"/>
                    </a:lnTo>
                    <a:lnTo>
                      <a:pt x="1887298" y="3578306"/>
                    </a:lnTo>
                    <a:lnTo>
                      <a:pt x="1887298" y="3601616"/>
                    </a:lnTo>
                    <a:lnTo>
                      <a:pt x="1887050" y="3601616"/>
                    </a:lnTo>
                    <a:lnTo>
                      <a:pt x="1887050" y="3678985"/>
                    </a:lnTo>
                    <a:close/>
                    <a:moveTo>
                      <a:pt x="2133228" y="3560154"/>
                    </a:moveTo>
                    <a:lnTo>
                      <a:pt x="2133228" y="3596607"/>
                    </a:lnTo>
                    <a:lnTo>
                      <a:pt x="2185176" y="3596607"/>
                    </a:lnTo>
                    <a:lnTo>
                      <a:pt x="2185176" y="3945312"/>
                    </a:lnTo>
                    <a:lnTo>
                      <a:pt x="2194598" y="3945312"/>
                    </a:lnTo>
                    <a:lnTo>
                      <a:pt x="2194598" y="3973829"/>
                    </a:lnTo>
                    <a:lnTo>
                      <a:pt x="2207493" y="3973829"/>
                    </a:lnTo>
                    <a:lnTo>
                      <a:pt x="2207493" y="3945312"/>
                    </a:lnTo>
                    <a:lnTo>
                      <a:pt x="2211212" y="3945312"/>
                    </a:lnTo>
                    <a:lnTo>
                      <a:pt x="2237248" y="3945312"/>
                    </a:lnTo>
                    <a:lnTo>
                      <a:pt x="2237248" y="3578306"/>
                    </a:lnTo>
                    <a:lnTo>
                      <a:pt x="2237248" y="3166664"/>
                    </a:lnTo>
                    <a:lnTo>
                      <a:pt x="2237248" y="2968283"/>
                    </a:lnTo>
                    <a:lnTo>
                      <a:pt x="2237248" y="2799659"/>
                    </a:lnTo>
                    <a:lnTo>
                      <a:pt x="2237248" y="2008613"/>
                    </a:lnTo>
                    <a:lnTo>
                      <a:pt x="2244687" y="2008613"/>
                    </a:lnTo>
                    <a:lnTo>
                      <a:pt x="2244687" y="1730878"/>
                    </a:lnTo>
                    <a:lnTo>
                      <a:pt x="2244687" y="1383711"/>
                    </a:lnTo>
                    <a:lnTo>
                      <a:pt x="2244687" y="1066300"/>
                    </a:lnTo>
                    <a:lnTo>
                      <a:pt x="2244687" y="369486"/>
                    </a:lnTo>
                    <a:lnTo>
                      <a:pt x="2244687" y="28517"/>
                    </a:lnTo>
                    <a:lnTo>
                      <a:pt x="2214931" y="28517"/>
                    </a:lnTo>
                    <a:lnTo>
                      <a:pt x="2214931" y="0"/>
                    </a:lnTo>
                    <a:lnTo>
                      <a:pt x="2087602" y="0"/>
                    </a:lnTo>
                    <a:lnTo>
                      <a:pt x="1931509" y="0"/>
                    </a:lnTo>
                    <a:lnTo>
                      <a:pt x="1739016" y="0"/>
                    </a:lnTo>
                    <a:lnTo>
                      <a:pt x="1739016" y="28517"/>
                    </a:lnTo>
                    <a:lnTo>
                      <a:pt x="1739016" y="57035"/>
                    </a:lnTo>
                    <a:lnTo>
                      <a:pt x="1931509" y="57035"/>
                    </a:lnTo>
                    <a:lnTo>
                      <a:pt x="2087602" y="57035"/>
                    </a:lnTo>
                    <a:lnTo>
                      <a:pt x="2214931" y="57035"/>
                    </a:lnTo>
                    <a:lnTo>
                      <a:pt x="2214931" y="87437"/>
                    </a:lnTo>
                    <a:lnTo>
                      <a:pt x="2185176" y="87437"/>
                    </a:lnTo>
                    <a:lnTo>
                      <a:pt x="2185176" y="354607"/>
                    </a:lnTo>
                    <a:lnTo>
                      <a:pt x="1675289" y="354607"/>
                    </a:lnTo>
                    <a:lnTo>
                      <a:pt x="1675289" y="384364"/>
                    </a:lnTo>
                    <a:lnTo>
                      <a:pt x="2185176" y="384364"/>
                    </a:lnTo>
                    <a:lnTo>
                      <a:pt x="2185176" y="1031584"/>
                    </a:lnTo>
                    <a:lnTo>
                      <a:pt x="2056384" y="1031584"/>
                    </a:lnTo>
                    <a:lnTo>
                      <a:pt x="2056384" y="1101017"/>
                    </a:lnTo>
                    <a:lnTo>
                      <a:pt x="2185176" y="1101017"/>
                    </a:lnTo>
                    <a:lnTo>
                      <a:pt x="2185176" y="1383711"/>
                    </a:lnTo>
                    <a:lnTo>
                      <a:pt x="2185176" y="1730878"/>
                    </a:lnTo>
                    <a:lnTo>
                      <a:pt x="2185176" y="1993734"/>
                    </a:lnTo>
                    <a:lnTo>
                      <a:pt x="1948669" y="1993734"/>
                    </a:lnTo>
                    <a:lnTo>
                      <a:pt x="1948669" y="2023491"/>
                    </a:lnTo>
                    <a:lnTo>
                      <a:pt x="2177737" y="2023491"/>
                    </a:lnTo>
                    <a:lnTo>
                      <a:pt x="2177737" y="2008613"/>
                    </a:lnTo>
                    <a:lnTo>
                      <a:pt x="2185176" y="2008613"/>
                    </a:lnTo>
                    <a:lnTo>
                      <a:pt x="2185176" y="2799659"/>
                    </a:lnTo>
                    <a:lnTo>
                      <a:pt x="2185176" y="2968283"/>
                    </a:lnTo>
                    <a:lnTo>
                      <a:pt x="2185176" y="3166664"/>
                    </a:lnTo>
                    <a:lnTo>
                      <a:pt x="2185176" y="3560154"/>
                    </a:lnTo>
                    <a:close/>
                    <a:moveTo>
                      <a:pt x="1407811" y="0"/>
                    </a:moveTo>
                    <a:lnTo>
                      <a:pt x="1427648" y="0"/>
                    </a:lnTo>
                    <a:lnTo>
                      <a:pt x="1427648" y="28517"/>
                    </a:lnTo>
                    <a:lnTo>
                      <a:pt x="1436327" y="28517"/>
                    </a:lnTo>
                    <a:lnTo>
                      <a:pt x="1436327" y="109135"/>
                    </a:lnTo>
                    <a:lnTo>
                      <a:pt x="1407811" y="109135"/>
                    </a:lnTo>
                    <a:lnTo>
                      <a:pt x="1379295" y="109135"/>
                    </a:lnTo>
                    <a:lnTo>
                      <a:pt x="1379295" y="28517"/>
                    </a:lnTo>
                    <a:lnTo>
                      <a:pt x="1407811" y="28517"/>
                    </a:lnTo>
                    <a:close/>
                    <a:moveTo>
                      <a:pt x="730872" y="2017292"/>
                    </a:moveTo>
                    <a:lnTo>
                      <a:pt x="879650" y="2017292"/>
                    </a:lnTo>
                    <a:lnTo>
                      <a:pt x="944120" y="2017292"/>
                    </a:lnTo>
                    <a:lnTo>
                      <a:pt x="1026444" y="2017292"/>
                    </a:lnTo>
                    <a:lnTo>
                      <a:pt x="1026444" y="2045809"/>
                    </a:lnTo>
                    <a:lnTo>
                      <a:pt x="1026444" y="2074326"/>
                    </a:lnTo>
                    <a:lnTo>
                      <a:pt x="958998" y="2074326"/>
                    </a:lnTo>
                    <a:lnTo>
                      <a:pt x="958998" y="2462410"/>
                    </a:lnTo>
                    <a:lnTo>
                      <a:pt x="958998" y="2693029"/>
                    </a:lnTo>
                    <a:lnTo>
                      <a:pt x="929242" y="2693029"/>
                    </a:lnTo>
                    <a:lnTo>
                      <a:pt x="929242" y="2477289"/>
                    </a:lnTo>
                    <a:lnTo>
                      <a:pt x="651523" y="2477289"/>
                    </a:lnTo>
                    <a:lnTo>
                      <a:pt x="651523" y="2447532"/>
                    </a:lnTo>
                    <a:lnTo>
                      <a:pt x="651523" y="2316104"/>
                    </a:lnTo>
                    <a:lnTo>
                      <a:pt x="681279" y="2316104"/>
                    </a:lnTo>
                    <a:lnTo>
                      <a:pt x="681279" y="2447532"/>
                    </a:lnTo>
                    <a:lnTo>
                      <a:pt x="929242" y="2447532"/>
                    </a:lnTo>
                    <a:lnTo>
                      <a:pt x="929242" y="2074326"/>
                    </a:lnTo>
                    <a:lnTo>
                      <a:pt x="879650" y="2074326"/>
                    </a:lnTo>
                    <a:lnTo>
                      <a:pt x="730872" y="2074326"/>
                    </a:lnTo>
                    <a:lnTo>
                      <a:pt x="681279" y="2074326"/>
                    </a:lnTo>
                    <a:lnTo>
                      <a:pt x="681279" y="2147480"/>
                    </a:lnTo>
                    <a:lnTo>
                      <a:pt x="651523" y="2147480"/>
                    </a:lnTo>
                    <a:lnTo>
                      <a:pt x="651523" y="2086428"/>
                    </a:lnTo>
                    <a:lnTo>
                      <a:pt x="652639" y="2086428"/>
                    </a:lnTo>
                    <a:lnTo>
                      <a:pt x="652639" y="2017292"/>
                    </a:lnTo>
                    <a:close/>
                    <a:moveTo>
                      <a:pt x="130677" y="2074326"/>
                    </a:moveTo>
                    <a:lnTo>
                      <a:pt x="130677" y="2017292"/>
                    </a:lnTo>
                    <a:lnTo>
                      <a:pt x="29136" y="2017292"/>
                    </a:lnTo>
                    <a:lnTo>
                      <a:pt x="0" y="2017292"/>
                    </a:lnTo>
                    <a:lnTo>
                      <a:pt x="0" y="2074326"/>
                    </a:lnTo>
                    <a:lnTo>
                      <a:pt x="620" y="2074326"/>
                    </a:lnTo>
                    <a:lnTo>
                      <a:pt x="620" y="2536803"/>
                    </a:lnTo>
                    <a:lnTo>
                      <a:pt x="620" y="3684936"/>
                    </a:lnTo>
                    <a:lnTo>
                      <a:pt x="620" y="3823803"/>
                    </a:lnTo>
                    <a:lnTo>
                      <a:pt x="29136" y="3823803"/>
                    </a:lnTo>
                    <a:lnTo>
                      <a:pt x="29136" y="3852320"/>
                    </a:lnTo>
                    <a:lnTo>
                      <a:pt x="175434" y="3852320"/>
                    </a:lnTo>
                    <a:lnTo>
                      <a:pt x="175434" y="3823803"/>
                    </a:lnTo>
                    <a:lnTo>
                      <a:pt x="175434" y="3795286"/>
                    </a:lnTo>
                    <a:lnTo>
                      <a:pt x="57651" y="3795286"/>
                    </a:lnTo>
                    <a:lnTo>
                      <a:pt x="57651" y="3713453"/>
                    </a:lnTo>
                    <a:lnTo>
                      <a:pt x="89143" y="3713453"/>
                    </a:lnTo>
                    <a:lnTo>
                      <a:pt x="89143" y="3684936"/>
                    </a:lnTo>
                    <a:lnTo>
                      <a:pt x="89143" y="3656419"/>
                    </a:lnTo>
                    <a:lnTo>
                      <a:pt x="57651" y="3656419"/>
                    </a:lnTo>
                    <a:lnTo>
                      <a:pt x="57651" y="2536803"/>
                    </a:lnTo>
                    <a:lnTo>
                      <a:pt x="57651" y="2074326"/>
                    </a:lnTo>
                    <a:close/>
                    <a:moveTo>
                      <a:pt x="1027188" y="2953404"/>
                    </a:moveTo>
                    <a:lnTo>
                      <a:pt x="1027188" y="2983162"/>
                    </a:lnTo>
                    <a:lnTo>
                      <a:pt x="958998" y="2983162"/>
                    </a:lnTo>
                    <a:lnTo>
                      <a:pt x="958998" y="2968283"/>
                    </a:lnTo>
                    <a:lnTo>
                      <a:pt x="944120" y="2968283"/>
                    </a:lnTo>
                    <a:lnTo>
                      <a:pt x="944120" y="2953404"/>
                    </a:lnTo>
                    <a:close/>
                    <a:moveTo>
                      <a:pt x="672104" y="3656419"/>
                    </a:moveTo>
                    <a:lnTo>
                      <a:pt x="672104" y="3684936"/>
                    </a:lnTo>
                    <a:lnTo>
                      <a:pt x="672104" y="3713453"/>
                    </a:lnTo>
                    <a:lnTo>
                      <a:pt x="680039" y="3713453"/>
                    </a:lnTo>
                    <a:lnTo>
                      <a:pt x="680039" y="3823803"/>
                    </a:lnTo>
                    <a:lnTo>
                      <a:pt x="708555" y="3823803"/>
                    </a:lnTo>
                    <a:close/>
                    <a:moveTo>
                      <a:pt x="708555" y="3656419"/>
                    </a:moveTo>
                    <a:lnTo>
                      <a:pt x="708555" y="3684936"/>
                    </a:lnTo>
                    <a:lnTo>
                      <a:pt x="737071" y="3684936"/>
                    </a:lnTo>
                    <a:lnTo>
                      <a:pt x="737071" y="3795286"/>
                    </a:lnTo>
                    <a:lnTo>
                      <a:pt x="929242" y="3795286"/>
                    </a:lnTo>
                    <a:lnTo>
                      <a:pt x="929242" y="3823803"/>
                    </a:lnTo>
                    <a:lnTo>
                      <a:pt x="944120" y="3823803"/>
                    </a:lnTo>
                    <a:lnTo>
                      <a:pt x="946352" y="3823803"/>
                    </a:lnTo>
                    <a:lnTo>
                      <a:pt x="958998" y="3823803"/>
                    </a:lnTo>
                    <a:lnTo>
                      <a:pt x="972636" y="3823803"/>
                    </a:lnTo>
                    <a:lnTo>
                      <a:pt x="972636" y="3945312"/>
                    </a:lnTo>
                    <a:lnTo>
                      <a:pt x="972636" y="4015985"/>
                    </a:lnTo>
                    <a:lnTo>
                      <a:pt x="1100337" y="4015985"/>
                    </a:lnTo>
                    <a:lnTo>
                      <a:pt x="1100337" y="4040386"/>
                    </a:lnTo>
                    <a:lnTo>
                      <a:pt x="1114223" y="4021565"/>
                    </a:lnTo>
                    <a:lnTo>
                      <a:pt x="1149334" y="4047528"/>
                    </a:lnTo>
                    <a:lnTo>
                      <a:pt x="1132374" y="4070441"/>
                    </a:lnTo>
                    <a:lnTo>
                      <a:pt x="1115438" y="4093379"/>
                    </a:lnTo>
                    <a:lnTo>
                      <a:pt x="1087889" y="4073020"/>
                    </a:lnTo>
                    <a:lnTo>
                      <a:pt x="944120" y="4073020"/>
                    </a:lnTo>
                    <a:lnTo>
                      <a:pt x="944120" y="4044502"/>
                    </a:lnTo>
                    <a:lnTo>
                      <a:pt x="915604" y="4044502"/>
                    </a:lnTo>
                    <a:lnTo>
                      <a:pt x="915604" y="3945312"/>
                    </a:lnTo>
                    <a:lnTo>
                      <a:pt x="915604" y="3852320"/>
                    </a:lnTo>
                    <a:lnTo>
                      <a:pt x="708555" y="3852320"/>
                    </a:lnTo>
                    <a:lnTo>
                      <a:pt x="708555" y="3823803"/>
                    </a:lnTo>
                    <a:close/>
                    <a:moveTo>
                      <a:pt x="1926848" y="3916794"/>
                    </a:moveTo>
                    <a:lnTo>
                      <a:pt x="1913309" y="3916794"/>
                    </a:lnTo>
                    <a:lnTo>
                      <a:pt x="1913309" y="3930433"/>
                    </a:lnTo>
                    <a:lnTo>
                      <a:pt x="1902895" y="3930433"/>
                    </a:lnTo>
                    <a:lnTo>
                      <a:pt x="1902895" y="3941493"/>
                    </a:lnTo>
                    <a:lnTo>
                      <a:pt x="1883405" y="3941468"/>
                    </a:lnTo>
                    <a:lnTo>
                      <a:pt x="1883405" y="4015985"/>
                    </a:lnTo>
                    <a:lnTo>
                      <a:pt x="1691605" y="4015985"/>
                    </a:lnTo>
                    <a:lnTo>
                      <a:pt x="1691605" y="4016828"/>
                    </a:lnTo>
                    <a:lnTo>
                      <a:pt x="1691233" y="4016233"/>
                    </a:lnTo>
                    <a:lnTo>
                      <a:pt x="1651361" y="4046585"/>
                    </a:lnTo>
                    <a:lnTo>
                      <a:pt x="1669834" y="4069003"/>
                    </a:lnTo>
                    <a:lnTo>
                      <a:pt x="1688307" y="4091444"/>
                    </a:lnTo>
                    <a:lnTo>
                      <a:pt x="1721063" y="4066944"/>
                    </a:lnTo>
                    <a:lnTo>
                      <a:pt x="1712930" y="4073020"/>
                    </a:lnTo>
                    <a:lnTo>
                      <a:pt x="1913309" y="4073020"/>
                    </a:lnTo>
                    <a:lnTo>
                      <a:pt x="1913309" y="4044502"/>
                    </a:lnTo>
                    <a:lnTo>
                      <a:pt x="1943238" y="4044502"/>
                    </a:lnTo>
                    <a:lnTo>
                      <a:pt x="1943238" y="3941468"/>
                    </a:lnTo>
                    <a:lnTo>
                      <a:pt x="1926848" y="3941468"/>
                    </a:lnTo>
                    <a:close/>
                    <a:moveTo>
                      <a:pt x="1407811" y="318427"/>
                    </a:moveTo>
                    <a:lnTo>
                      <a:pt x="1379295" y="318427"/>
                    </a:lnTo>
                    <a:lnTo>
                      <a:pt x="1379295" y="369486"/>
                    </a:lnTo>
                    <a:lnTo>
                      <a:pt x="1379295" y="534167"/>
                    </a:lnTo>
                    <a:lnTo>
                      <a:pt x="1407811" y="534167"/>
                    </a:lnTo>
                    <a:lnTo>
                      <a:pt x="1436327" y="534167"/>
                    </a:lnTo>
                    <a:lnTo>
                      <a:pt x="1436327" y="369486"/>
                    </a:lnTo>
                    <a:lnTo>
                      <a:pt x="1436327" y="318427"/>
                    </a:lnTo>
                    <a:close/>
                    <a:moveTo>
                      <a:pt x="1407811" y="901693"/>
                    </a:moveTo>
                    <a:lnTo>
                      <a:pt x="1379295" y="901693"/>
                    </a:lnTo>
                    <a:lnTo>
                      <a:pt x="1379295" y="1066300"/>
                    </a:lnTo>
                    <a:lnTo>
                      <a:pt x="1379295" y="1475462"/>
                    </a:lnTo>
                    <a:lnTo>
                      <a:pt x="1407811" y="1475462"/>
                    </a:lnTo>
                    <a:lnTo>
                      <a:pt x="1436327" y="1475462"/>
                    </a:lnTo>
                    <a:lnTo>
                      <a:pt x="1436327" y="1066300"/>
                    </a:lnTo>
                    <a:lnTo>
                      <a:pt x="1436327" y="901693"/>
                    </a:lnTo>
                    <a:close/>
                    <a:moveTo>
                      <a:pt x="1233270" y="4145032"/>
                    </a:moveTo>
                    <a:lnTo>
                      <a:pt x="1216334" y="4167970"/>
                    </a:lnTo>
                    <a:lnTo>
                      <a:pt x="1254991" y="4196537"/>
                    </a:lnTo>
                    <a:lnTo>
                      <a:pt x="1267414" y="4179352"/>
                    </a:lnTo>
                    <a:lnTo>
                      <a:pt x="1265877" y="4199488"/>
                    </a:lnTo>
                    <a:lnTo>
                      <a:pt x="1275647" y="4199488"/>
                    </a:lnTo>
                    <a:lnTo>
                      <a:pt x="1275647" y="4170971"/>
                    </a:lnTo>
                    <a:lnTo>
                      <a:pt x="1275647" y="4166086"/>
                    </a:lnTo>
                    <a:lnTo>
                      <a:pt x="1285317" y="4148033"/>
                    </a:lnTo>
                    <a:lnTo>
                      <a:pt x="1250231" y="4122094"/>
                    </a:lnTo>
                    <a:close/>
                    <a:moveTo>
                      <a:pt x="1702267" y="2008637"/>
                    </a:moveTo>
                    <a:lnTo>
                      <a:pt x="1705193" y="2008613"/>
                    </a:lnTo>
                    <a:lnTo>
                      <a:pt x="1728328" y="2008613"/>
                    </a:lnTo>
                    <a:lnTo>
                      <a:pt x="1743851" y="2008613"/>
                    </a:lnTo>
                    <a:lnTo>
                      <a:pt x="1759547" y="2008613"/>
                    </a:lnTo>
                    <a:lnTo>
                      <a:pt x="1759497" y="2045809"/>
                    </a:lnTo>
                    <a:lnTo>
                      <a:pt x="1759473" y="2083006"/>
                    </a:lnTo>
                    <a:lnTo>
                      <a:pt x="1705193" y="2083006"/>
                    </a:lnTo>
                    <a:lnTo>
                      <a:pt x="1702243" y="2083006"/>
                    </a:lnTo>
                    <a:lnTo>
                      <a:pt x="1407811" y="2083006"/>
                    </a:lnTo>
                    <a:lnTo>
                      <a:pt x="1407811" y="2074326"/>
                    </a:lnTo>
                    <a:lnTo>
                      <a:pt x="1325487" y="2074326"/>
                    </a:lnTo>
                    <a:lnTo>
                      <a:pt x="1325487" y="2045809"/>
                    </a:lnTo>
                    <a:lnTo>
                      <a:pt x="1325487" y="2017292"/>
                    </a:lnTo>
                    <a:lnTo>
                      <a:pt x="1379295" y="2017292"/>
                    </a:lnTo>
                    <a:lnTo>
                      <a:pt x="1379295" y="1882144"/>
                    </a:lnTo>
                    <a:lnTo>
                      <a:pt x="1407811" y="1882144"/>
                    </a:lnTo>
                    <a:lnTo>
                      <a:pt x="1436327" y="1882144"/>
                    </a:lnTo>
                    <a:lnTo>
                      <a:pt x="1436327" y="2008613"/>
                    </a:lnTo>
                    <a:close/>
                    <a:moveTo>
                      <a:pt x="1542629" y="4199488"/>
                    </a:moveTo>
                    <a:lnTo>
                      <a:pt x="1529090" y="4199488"/>
                    </a:lnTo>
                    <a:lnTo>
                      <a:pt x="1529090" y="4173773"/>
                    </a:lnTo>
                    <a:lnTo>
                      <a:pt x="1515055" y="4148529"/>
                    </a:lnTo>
                    <a:lnTo>
                      <a:pt x="1547811" y="4124029"/>
                    </a:lnTo>
                    <a:lnTo>
                      <a:pt x="1566284" y="4146471"/>
                    </a:lnTo>
                    <a:lnTo>
                      <a:pt x="1584733" y="4168912"/>
                    </a:lnTo>
                    <a:lnTo>
                      <a:pt x="1544885" y="4199240"/>
                    </a:lnTo>
                    <a:lnTo>
                      <a:pt x="1541959" y="419452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Wall_GF_KitchenSmallWindow_Infill">
                <a:extLst>
                  <a:ext uri="{FF2B5EF4-FFF2-40B4-BE49-F238E27FC236}">
                    <a16:creationId xmlns:a16="http://schemas.microsoft.com/office/drawing/2014/main" id="{7F35B348-141E-82D2-814C-2105AE8F9159}"/>
                  </a:ext>
                </a:extLst>
              </p:cNvPr>
              <p:cNvSpPr/>
              <p:nvPr/>
            </p:nvSpPr>
            <p:spPr>
              <a:xfrm>
                <a:off x="1737874" y="1229192"/>
                <a:ext cx="57032" cy="97951"/>
              </a:xfrm>
              <a:custGeom>
                <a:avLst/>
                <a:gdLst/>
                <a:ahLst/>
                <a:cxnLst/>
                <a:rect l="l" t="t" r="r" b="b"/>
                <a:pathLst>
                  <a:path w="57032" h="97951">
                    <a:moveTo>
                      <a:pt x="57032" y="0"/>
                    </a:moveTo>
                    <a:lnTo>
                      <a:pt x="57032" y="97951"/>
                    </a:lnTo>
                    <a:lnTo>
                      <a:pt x="0" y="979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Stair_Tread_06">
                <a:extLst>
                  <a:ext uri="{FF2B5EF4-FFF2-40B4-BE49-F238E27FC236}">
                    <a16:creationId xmlns:a16="http://schemas.microsoft.com/office/drawing/2014/main" id="{1896FE24-C49E-2E98-4BBA-6DE36034CED1}"/>
                  </a:ext>
                </a:extLst>
              </p:cNvPr>
              <p:cNvSpPr/>
              <p:nvPr/>
            </p:nvSpPr>
            <p:spPr>
              <a:xfrm>
                <a:off x="2303231" y="3467704"/>
                <a:ext cx="240648" cy="54927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54927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54927"/>
                    </a:lnTo>
                    <a:lnTo>
                      <a:pt x="0" y="5492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Stair_Riser_06">
                <a:extLst>
                  <a:ext uri="{FF2B5EF4-FFF2-40B4-BE49-F238E27FC236}">
                    <a16:creationId xmlns:a16="http://schemas.microsoft.com/office/drawing/2014/main" id="{7583E6B4-0B00-91CB-C458-3EC6D265A8C4}"/>
                  </a:ext>
                </a:extLst>
              </p:cNvPr>
              <p:cNvSpPr/>
              <p:nvPr/>
            </p:nvSpPr>
            <p:spPr>
              <a:xfrm>
                <a:off x="2303231" y="3515166"/>
                <a:ext cx="240648" cy="7465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7465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7465"/>
                    </a:lnTo>
                    <a:lnTo>
                      <a:pt x="0" y="746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Stair_Baluster">
                <a:extLst>
                  <a:ext uri="{FF2B5EF4-FFF2-40B4-BE49-F238E27FC236}">
                    <a16:creationId xmlns:a16="http://schemas.microsoft.com/office/drawing/2014/main" id="{01BB6607-B57E-0D3A-AA1D-2F847212E4A6}"/>
                  </a:ext>
                </a:extLst>
              </p:cNvPr>
              <p:cNvSpPr/>
              <p:nvPr/>
            </p:nvSpPr>
            <p:spPr>
              <a:xfrm>
                <a:off x="2307074" y="3729443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Stair_Baluster.001">
                <a:extLst>
                  <a:ext uri="{FF2B5EF4-FFF2-40B4-BE49-F238E27FC236}">
                    <a16:creationId xmlns:a16="http://schemas.microsoft.com/office/drawing/2014/main" id="{BECDFC8D-723E-A482-7907-EB16CF938CDD}"/>
                  </a:ext>
                </a:extLst>
              </p:cNvPr>
              <p:cNvSpPr/>
              <p:nvPr/>
            </p:nvSpPr>
            <p:spPr>
              <a:xfrm>
                <a:off x="2307074" y="3712184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3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墙_Stair_Baluster.002">
                <a:extLst>
                  <a:ext uri="{FF2B5EF4-FFF2-40B4-BE49-F238E27FC236}">
                    <a16:creationId xmlns:a16="http://schemas.microsoft.com/office/drawing/2014/main" id="{C139AE8C-6413-A531-B496-2EB8FE8F6E88}"/>
                  </a:ext>
                </a:extLst>
              </p:cNvPr>
              <p:cNvSpPr/>
              <p:nvPr/>
            </p:nvSpPr>
            <p:spPr>
              <a:xfrm>
                <a:off x="2303503" y="3694925"/>
                <a:ext cx="1063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83">
                    <a:moveTo>
                      <a:pt x="9596" y="4414"/>
                    </a:moveTo>
                    <a:lnTo>
                      <a:pt x="8456" y="4984"/>
                    </a:lnTo>
                    <a:lnTo>
                      <a:pt x="7092" y="5183"/>
                    </a:lnTo>
                    <a:lnTo>
                      <a:pt x="5753" y="4984"/>
                    </a:lnTo>
                    <a:lnTo>
                      <a:pt x="4612" y="4414"/>
                    </a:lnTo>
                    <a:lnTo>
                      <a:pt x="199" y="4563"/>
                    </a:lnTo>
                    <a:lnTo>
                      <a:pt x="0" y="3546"/>
                    </a:lnTo>
                    <a:lnTo>
                      <a:pt x="199" y="595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墙_Stair_Baluster.003">
                <a:extLst>
                  <a:ext uri="{FF2B5EF4-FFF2-40B4-BE49-F238E27FC236}">
                    <a16:creationId xmlns:a16="http://schemas.microsoft.com/office/drawing/2014/main" id="{DCE1443F-6B8F-EFCD-C543-E9D446DFB392}"/>
                  </a:ext>
                </a:extLst>
              </p:cNvPr>
              <p:cNvSpPr/>
              <p:nvPr/>
            </p:nvSpPr>
            <p:spPr>
              <a:xfrm>
                <a:off x="2303503" y="3677666"/>
                <a:ext cx="10638" cy="515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58">
                    <a:moveTo>
                      <a:pt x="9596" y="4414"/>
                    </a:moveTo>
                    <a:lnTo>
                      <a:pt x="8456" y="4959"/>
                    </a:lnTo>
                    <a:lnTo>
                      <a:pt x="7092" y="5158"/>
                    </a:lnTo>
                    <a:lnTo>
                      <a:pt x="5753" y="4959"/>
                    </a:lnTo>
                    <a:lnTo>
                      <a:pt x="4612" y="4414"/>
                    </a:lnTo>
                    <a:lnTo>
                      <a:pt x="199" y="4562"/>
                    </a:lnTo>
                    <a:lnTo>
                      <a:pt x="0" y="3546"/>
                    </a:lnTo>
                    <a:lnTo>
                      <a:pt x="3844" y="1587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Stair_Baluster.004">
                <a:extLst>
                  <a:ext uri="{FF2B5EF4-FFF2-40B4-BE49-F238E27FC236}">
                    <a16:creationId xmlns:a16="http://schemas.microsoft.com/office/drawing/2014/main" id="{1FE4FF15-5CD2-FC48-9A3D-DAF52B149F0D}"/>
                  </a:ext>
                </a:extLst>
              </p:cNvPr>
              <p:cNvSpPr/>
              <p:nvPr/>
            </p:nvSpPr>
            <p:spPr>
              <a:xfrm>
                <a:off x="2303528" y="3660382"/>
                <a:ext cx="10613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2">
                    <a:moveTo>
                      <a:pt x="9571" y="4438"/>
                    </a:moveTo>
                    <a:lnTo>
                      <a:pt x="8431" y="4984"/>
                    </a:lnTo>
                    <a:lnTo>
                      <a:pt x="7067" y="5182"/>
                    </a:lnTo>
                    <a:lnTo>
                      <a:pt x="5728" y="4984"/>
                    </a:lnTo>
                    <a:lnTo>
                      <a:pt x="4587" y="4438"/>
                    </a:lnTo>
                    <a:lnTo>
                      <a:pt x="3819" y="3595"/>
                    </a:lnTo>
                    <a:lnTo>
                      <a:pt x="0" y="1636"/>
                    </a:lnTo>
                    <a:lnTo>
                      <a:pt x="174" y="620"/>
                    </a:lnTo>
                    <a:lnTo>
                      <a:pt x="4587" y="768"/>
                    </a:lnTo>
                    <a:lnTo>
                      <a:pt x="5728" y="198"/>
                    </a:lnTo>
                    <a:lnTo>
                      <a:pt x="7067" y="0"/>
                    </a:lnTo>
                    <a:lnTo>
                      <a:pt x="8431" y="198"/>
                    </a:lnTo>
                    <a:lnTo>
                      <a:pt x="9571" y="768"/>
                    </a:lnTo>
                    <a:lnTo>
                      <a:pt x="10340" y="1612"/>
                    </a:lnTo>
                    <a:lnTo>
                      <a:pt x="10613" y="2603"/>
                    </a:lnTo>
                    <a:lnTo>
                      <a:pt x="10340" y="359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Stair_Baluster.005">
                <a:extLst>
                  <a:ext uri="{FF2B5EF4-FFF2-40B4-BE49-F238E27FC236}">
                    <a16:creationId xmlns:a16="http://schemas.microsoft.com/office/drawing/2014/main" id="{AFF075DC-7603-8ECD-CB64-D0DFFF379214}"/>
                  </a:ext>
                </a:extLst>
              </p:cNvPr>
              <p:cNvSpPr/>
              <p:nvPr/>
            </p:nvSpPr>
            <p:spPr>
              <a:xfrm>
                <a:off x="2303528" y="3643122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71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Stair_Baluster.006">
                <a:extLst>
                  <a:ext uri="{FF2B5EF4-FFF2-40B4-BE49-F238E27FC236}">
                    <a16:creationId xmlns:a16="http://schemas.microsoft.com/office/drawing/2014/main" id="{01C2E669-D9B3-83C5-69FD-107F171F40E9}"/>
                  </a:ext>
                </a:extLst>
              </p:cNvPr>
              <p:cNvSpPr/>
              <p:nvPr/>
            </p:nvSpPr>
            <p:spPr>
              <a:xfrm>
                <a:off x="2303528" y="3625863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46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Stair_Baluster.007">
                <a:extLst>
                  <a:ext uri="{FF2B5EF4-FFF2-40B4-BE49-F238E27FC236}">
                    <a16:creationId xmlns:a16="http://schemas.microsoft.com/office/drawing/2014/main" id="{ED7C3B2C-5D9D-BBDF-86AA-9350995F8CE0}"/>
                  </a:ext>
                </a:extLst>
              </p:cNvPr>
              <p:cNvSpPr/>
              <p:nvPr/>
            </p:nvSpPr>
            <p:spPr>
              <a:xfrm>
                <a:off x="2303553" y="3608604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3794" y="3596"/>
                    </a:lnTo>
                    <a:lnTo>
                      <a:pt x="0" y="1637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9"/>
                    </a:lnTo>
                    <a:lnTo>
                      <a:pt x="7042" y="0"/>
                    </a:lnTo>
                    <a:lnTo>
                      <a:pt x="8406" y="199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604"/>
                    </a:lnTo>
                    <a:lnTo>
                      <a:pt x="10315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Stair_Baluster.008">
                <a:extLst>
                  <a:ext uri="{FF2B5EF4-FFF2-40B4-BE49-F238E27FC236}">
                    <a16:creationId xmlns:a16="http://schemas.microsoft.com/office/drawing/2014/main" id="{22F321B9-B09C-A2E6-BE01-78E939AD49DE}"/>
                  </a:ext>
                </a:extLst>
              </p:cNvPr>
              <p:cNvSpPr/>
              <p:nvPr/>
            </p:nvSpPr>
            <p:spPr>
              <a:xfrm>
                <a:off x="2303553" y="3591345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99" y="4588"/>
                    </a:lnTo>
                    <a:lnTo>
                      <a:pt x="0" y="3546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8"/>
                    </a:lnTo>
                    <a:lnTo>
                      <a:pt x="7042" y="0"/>
                    </a:lnTo>
                    <a:lnTo>
                      <a:pt x="8406" y="198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579"/>
                    </a:lnTo>
                    <a:lnTo>
                      <a:pt x="1031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Stair_Baluster.009">
                <a:extLst>
                  <a:ext uri="{FF2B5EF4-FFF2-40B4-BE49-F238E27FC236}">
                    <a16:creationId xmlns:a16="http://schemas.microsoft.com/office/drawing/2014/main" id="{DB187B17-6B9D-6CB4-EE37-DE568097B63D}"/>
                  </a:ext>
                </a:extLst>
              </p:cNvPr>
              <p:cNvSpPr/>
              <p:nvPr/>
            </p:nvSpPr>
            <p:spPr>
              <a:xfrm>
                <a:off x="2303553" y="3573218"/>
                <a:ext cx="10588" cy="6050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6050">
                    <a:moveTo>
                      <a:pt x="9546" y="5282"/>
                    </a:moveTo>
                    <a:lnTo>
                      <a:pt x="8406" y="5852"/>
                    </a:lnTo>
                    <a:lnTo>
                      <a:pt x="7042" y="6050"/>
                    </a:lnTo>
                    <a:lnTo>
                      <a:pt x="5703" y="5852"/>
                    </a:lnTo>
                    <a:lnTo>
                      <a:pt x="4562" y="5282"/>
                    </a:lnTo>
                    <a:lnTo>
                      <a:pt x="99" y="5455"/>
                    </a:lnTo>
                    <a:lnTo>
                      <a:pt x="0" y="4414"/>
                    </a:lnTo>
                    <a:lnTo>
                      <a:pt x="99" y="1463"/>
                    </a:lnTo>
                    <a:lnTo>
                      <a:pt x="3868" y="223"/>
                    </a:lnTo>
                    <a:lnTo>
                      <a:pt x="5182" y="0"/>
                    </a:lnTo>
                    <a:lnTo>
                      <a:pt x="6943" y="49"/>
                    </a:lnTo>
                    <a:lnTo>
                      <a:pt x="8555" y="124"/>
                    </a:lnTo>
                    <a:lnTo>
                      <a:pt x="10241" y="223"/>
                    </a:lnTo>
                    <a:lnTo>
                      <a:pt x="10315" y="2455"/>
                    </a:lnTo>
                    <a:lnTo>
                      <a:pt x="10588" y="3447"/>
                    </a:lnTo>
                    <a:lnTo>
                      <a:pt x="10315" y="4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Stair_Baluster.010">
                <a:extLst>
                  <a:ext uri="{FF2B5EF4-FFF2-40B4-BE49-F238E27FC236}">
                    <a16:creationId xmlns:a16="http://schemas.microsoft.com/office/drawing/2014/main" id="{E56438DC-F250-DE1A-11D5-A1D30113C14D}"/>
                  </a:ext>
                </a:extLst>
              </p:cNvPr>
              <p:cNvSpPr/>
              <p:nvPr/>
            </p:nvSpPr>
            <p:spPr>
              <a:xfrm>
                <a:off x="2307074" y="3556827"/>
                <a:ext cx="7067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2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2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0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3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3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Stair_Baluster.011">
                <a:extLst>
                  <a:ext uri="{FF2B5EF4-FFF2-40B4-BE49-F238E27FC236}">
                    <a16:creationId xmlns:a16="http://schemas.microsoft.com/office/drawing/2014/main" id="{2FDFABCD-2AEC-CCF2-FF5B-46E4DDCB9D71}"/>
                  </a:ext>
                </a:extLst>
              </p:cNvPr>
              <p:cNvSpPr/>
              <p:nvPr/>
            </p:nvSpPr>
            <p:spPr>
              <a:xfrm>
                <a:off x="2307074" y="3539567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17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Stair_Baluster.012">
                <a:extLst>
                  <a:ext uri="{FF2B5EF4-FFF2-40B4-BE49-F238E27FC236}">
                    <a16:creationId xmlns:a16="http://schemas.microsoft.com/office/drawing/2014/main" id="{C1761588-7738-DB15-5AF7-AB8290784407}"/>
                  </a:ext>
                </a:extLst>
              </p:cNvPr>
              <p:cNvSpPr/>
              <p:nvPr/>
            </p:nvSpPr>
            <p:spPr>
              <a:xfrm>
                <a:off x="2303602" y="3520448"/>
                <a:ext cx="10638" cy="701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7018">
                    <a:moveTo>
                      <a:pt x="9497" y="6274"/>
                    </a:moveTo>
                    <a:lnTo>
                      <a:pt x="8357" y="6845"/>
                    </a:lnTo>
                    <a:lnTo>
                      <a:pt x="6993" y="7018"/>
                    </a:lnTo>
                    <a:lnTo>
                      <a:pt x="5654" y="6845"/>
                    </a:lnTo>
                    <a:lnTo>
                      <a:pt x="4513" y="6274"/>
                    </a:lnTo>
                    <a:lnTo>
                      <a:pt x="25" y="6448"/>
                    </a:lnTo>
                    <a:lnTo>
                      <a:pt x="0" y="5381"/>
                    </a:lnTo>
                    <a:lnTo>
                      <a:pt x="25" y="2431"/>
                    </a:lnTo>
                    <a:lnTo>
                      <a:pt x="3249" y="25"/>
                    </a:lnTo>
                    <a:lnTo>
                      <a:pt x="4637" y="0"/>
                    </a:lnTo>
                    <a:lnTo>
                      <a:pt x="6745" y="0"/>
                    </a:lnTo>
                    <a:lnTo>
                      <a:pt x="8654" y="100"/>
                    </a:lnTo>
                    <a:lnTo>
                      <a:pt x="10638" y="298"/>
                    </a:lnTo>
                    <a:lnTo>
                      <a:pt x="10266" y="3447"/>
                    </a:lnTo>
                    <a:lnTo>
                      <a:pt x="10539" y="4439"/>
                    </a:lnTo>
                    <a:lnTo>
                      <a:pt x="10266" y="543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DuoClassic_CurvedShell">
                <a:extLst>
                  <a:ext uri="{FF2B5EF4-FFF2-40B4-BE49-F238E27FC236}">
                    <a16:creationId xmlns:a16="http://schemas.microsoft.com/office/drawing/2014/main" id="{E4F604B3-E67F-9703-357C-F8924AC3C771}"/>
                  </a:ext>
                </a:extLst>
              </p:cNvPr>
              <p:cNvSpPr/>
              <p:nvPr/>
            </p:nvSpPr>
            <p:spPr>
              <a:xfrm>
                <a:off x="1049281" y="3484541"/>
                <a:ext cx="229118" cy="221196"/>
              </a:xfrm>
              <a:custGeom>
                <a:avLst/>
                <a:gdLst/>
                <a:ahLst/>
                <a:cxnLst/>
                <a:rect l="l" t="t" r="r" b="b"/>
                <a:pathLst>
                  <a:path w="229118" h="221196">
                    <a:moveTo>
                      <a:pt x="16365" y="110598"/>
                    </a:moveTo>
                    <a:lnTo>
                      <a:pt x="16836" y="103233"/>
                    </a:lnTo>
                    <a:lnTo>
                      <a:pt x="18250" y="95943"/>
                    </a:lnTo>
                    <a:lnTo>
                      <a:pt x="20605" y="88776"/>
                    </a:lnTo>
                    <a:lnTo>
                      <a:pt x="23829" y="81833"/>
                    </a:lnTo>
                    <a:lnTo>
                      <a:pt x="27970" y="75187"/>
                    </a:lnTo>
                    <a:lnTo>
                      <a:pt x="32904" y="68863"/>
                    </a:lnTo>
                    <a:lnTo>
                      <a:pt x="38657" y="62937"/>
                    </a:lnTo>
                    <a:lnTo>
                      <a:pt x="45129" y="57457"/>
                    </a:lnTo>
                    <a:lnTo>
                      <a:pt x="52270" y="52522"/>
                    </a:lnTo>
                    <a:lnTo>
                      <a:pt x="60007" y="48133"/>
                    </a:lnTo>
                    <a:lnTo>
                      <a:pt x="68264" y="44339"/>
                    </a:lnTo>
                    <a:lnTo>
                      <a:pt x="76992" y="41189"/>
                    </a:lnTo>
                    <a:lnTo>
                      <a:pt x="86043" y="38685"/>
                    </a:lnTo>
                    <a:lnTo>
                      <a:pt x="95391" y="36899"/>
                    </a:lnTo>
                    <a:lnTo>
                      <a:pt x="104938" y="35833"/>
                    </a:lnTo>
                    <a:lnTo>
                      <a:pt x="114559" y="35461"/>
                    </a:lnTo>
                    <a:lnTo>
                      <a:pt x="124180" y="35833"/>
                    </a:lnTo>
                    <a:lnTo>
                      <a:pt x="133726" y="36899"/>
                    </a:lnTo>
                    <a:lnTo>
                      <a:pt x="143074" y="38685"/>
                    </a:lnTo>
                    <a:lnTo>
                      <a:pt x="152125" y="41189"/>
                    </a:lnTo>
                    <a:lnTo>
                      <a:pt x="160853" y="44339"/>
                    </a:lnTo>
                    <a:lnTo>
                      <a:pt x="169110" y="48133"/>
                    </a:lnTo>
                    <a:lnTo>
                      <a:pt x="176847" y="52522"/>
                    </a:lnTo>
                    <a:lnTo>
                      <a:pt x="183988" y="57457"/>
                    </a:lnTo>
                    <a:lnTo>
                      <a:pt x="190460" y="62937"/>
                    </a:lnTo>
                    <a:lnTo>
                      <a:pt x="196213" y="68863"/>
                    </a:lnTo>
                    <a:lnTo>
                      <a:pt x="201147" y="75187"/>
                    </a:lnTo>
                    <a:lnTo>
                      <a:pt x="205288" y="81833"/>
                    </a:lnTo>
                    <a:lnTo>
                      <a:pt x="208512" y="88776"/>
                    </a:lnTo>
                    <a:lnTo>
                      <a:pt x="210867" y="95943"/>
                    </a:lnTo>
                    <a:lnTo>
                      <a:pt x="212281" y="103233"/>
                    </a:lnTo>
                    <a:lnTo>
                      <a:pt x="212752" y="110598"/>
                    </a:lnTo>
                    <a:lnTo>
                      <a:pt x="212752" y="189951"/>
                    </a:lnTo>
                    <a:lnTo>
                      <a:pt x="187460" y="189951"/>
                    </a:lnTo>
                    <a:lnTo>
                      <a:pt x="187460" y="221196"/>
                    </a:lnTo>
                    <a:lnTo>
                      <a:pt x="229118" y="221196"/>
                    </a:lnTo>
                    <a:lnTo>
                      <a:pt x="229118" y="110598"/>
                    </a:lnTo>
                    <a:lnTo>
                      <a:pt x="228572" y="99761"/>
                    </a:lnTo>
                    <a:lnTo>
                      <a:pt x="226911" y="89024"/>
                    </a:lnTo>
                    <a:lnTo>
                      <a:pt x="224183" y="78485"/>
                    </a:lnTo>
                    <a:lnTo>
                      <a:pt x="220389" y="68268"/>
                    </a:lnTo>
                    <a:lnTo>
                      <a:pt x="215579" y="58473"/>
                    </a:lnTo>
                    <a:lnTo>
                      <a:pt x="209801" y="49149"/>
                    </a:lnTo>
                    <a:lnTo>
                      <a:pt x="203106" y="40445"/>
                    </a:lnTo>
                    <a:lnTo>
                      <a:pt x="195568" y="32386"/>
                    </a:lnTo>
                    <a:lnTo>
                      <a:pt x="187237" y="25096"/>
                    </a:lnTo>
                    <a:lnTo>
                      <a:pt x="178211" y="18648"/>
                    </a:lnTo>
                    <a:lnTo>
                      <a:pt x="168565" y="13069"/>
                    </a:lnTo>
                    <a:lnTo>
                      <a:pt x="158398" y="8407"/>
                    </a:lnTo>
                    <a:lnTo>
                      <a:pt x="147810" y="4761"/>
                    </a:lnTo>
                    <a:lnTo>
                      <a:pt x="136900" y="2133"/>
                    </a:lnTo>
                    <a:lnTo>
                      <a:pt x="125791" y="521"/>
                    </a:lnTo>
                    <a:lnTo>
                      <a:pt x="114559" y="0"/>
                    </a:lnTo>
                    <a:lnTo>
                      <a:pt x="103326" y="521"/>
                    </a:lnTo>
                    <a:lnTo>
                      <a:pt x="92217" y="2133"/>
                    </a:lnTo>
                    <a:lnTo>
                      <a:pt x="81307" y="4761"/>
                    </a:lnTo>
                    <a:lnTo>
                      <a:pt x="70719" y="8407"/>
                    </a:lnTo>
                    <a:lnTo>
                      <a:pt x="60552" y="13069"/>
                    </a:lnTo>
                    <a:lnTo>
                      <a:pt x="50906" y="18648"/>
                    </a:lnTo>
                    <a:lnTo>
                      <a:pt x="41881" y="25096"/>
                    </a:lnTo>
                    <a:lnTo>
                      <a:pt x="33549" y="32386"/>
                    </a:lnTo>
                    <a:lnTo>
                      <a:pt x="26011" y="40445"/>
                    </a:lnTo>
                    <a:lnTo>
                      <a:pt x="19316" y="49149"/>
                    </a:lnTo>
                    <a:lnTo>
                      <a:pt x="13538" y="58473"/>
                    </a:lnTo>
                    <a:lnTo>
                      <a:pt x="8728" y="68268"/>
                    </a:lnTo>
                    <a:lnTo>
                      <a:pt x="4934" y="78485"/>
                    </a:lnTo>
                    <a:lnTo>
                      <a:pt x="2206" y="89024"/>
                    </a:lnTo>
                    <a:lnTo>
                      <a:pt x="545" y="99761"/>
                    </a:lnTo>
                    <a:lnTo>
                      <a:pt x="0" y="110598"/>
                    </a:lnTo>
                    <a:lnTo>
                      <a:pt x="0" y="221196"/>
                    </a:lnTo>
                    <a:lnTo>
                      <a:pt x="41657" y="221196"/>
                    </a:lnTo>
                    <a:lnTo>
                      <a:pt x="41657" y="189951"/>
                    </a:lnTo>
                    <a:lnTo>
                      <a:pt x="16365" y="189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ift_Guide_Duo_-1">
                <a:extLst>
                  <a:ext uri="{FF2B5EF4-FFF2-40B4-BE49-F238E27FC236}">
                    <a16:creationId xmlns:a16="http://schemas.microsoft.com/office/drawing/2014/main" id="{FD042812-4121-BD28-5B18-38DA2C933E7D}"/>
                  </a:ext>
                </a:extLst>
              </p:cNvPr>
              <p:cNvSpPr/>
              <p:nvPr/>
            </p:nvSpPr>
            <p:spPr>
              <a:xfrm>
                <a:off x="1030435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1">
                <a:extLst>
                  <a:ext uri="{FF2B5EF4-FFF2-40B4-BE49-F238E27FC236}">
                    <a16:creationId xmlns:a16="http://schemas.microsoft.com/office/drawing/2014/main" id="{CA09D8FB-9E4D-716F-DE03-CAD3725F48E8}"/>
                  </a:ext>
                </a:extLst>
              </p:cNvPr>
              <p:cNvSpPr/>
              <p:nvPr/>
            </p:nvSpPr>
            <p:spPr>
              <a:xfrm>
                <a:off x="1274803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FrameJamb.006">
                <a:extLst>
                  <a:ext uri="{FF2B5EF4-FFF2-40B4-BE49-F238E27FC236}">
                    <a16:creationId xmlns:a16="http://schemas.microsoft.com/office/drawing/2014/main" id="{A75B7AA9-FEFA-DC2B-3465-261E9A3A87DC}"/>
                  </a:ext>
                </a:extLst>
              </p:cNvPr>
              <p:cNvSpPr/>
              <p:nvPr/>
            </p:nvSpPr>
            <p:spPr>
              <a:xfrm>
                <a:off x="2242752" y="4942943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07">
                <a:extLst>
                  <a:ext uri="{FF2B5EF4-FFF2-40B4-BE49-F238E27FC236}">
                    <a16:creationId xmlns:a16="http://schemas.microsoft.com/office/drawing/2014/main" id="{4AE2796B-22C2-59F9-3F94-109B002AA54D}"/>
                  </a:ext>
                </a:extLst>
              </p:cNvPr>
              <p:cNvSpPr/>
              <p:nvPr/>
            </p:nvSpPr>
            <p:spPr>
              <a:xfrm>
                <a:off x="2242752" y="4687527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10">
                <a:extLst>
                  <a:ext uri="{FF2B5EF4-FFF2-40B4-BE49-F238E27FC236}">
                    <a16:creationId xmlns:a16="http://schemas.microsoft.com/office/drawing/2014/main" id="{6BE9F1C2-D85D-C05E-9944-8044B8DE9B7C}"/>
                  </a:ext>
                </a:extLst>
              </p:cNvPr>
              <p:cNvSpPr/>
              <p:nvPr/>
            </p:nvSpPr>
            <p:spPr>
              <a:xfrm>
                <a:off x="1777672" y="1360297"/>
                <a:ext cx="7439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439" h="35957">
                    <a:moveTo>
                      <a:pt x="0" y="0"/>
                    </a:moveTo>
                    <a:lnTo>
                      <a:pt x="7439" y="0"/>
                    </a:lnTo>
                    <a:lnTo>
                      <a:pt x="7439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FrameJamb.011">
                <a:extLst>
                  <a:ext uri="{FF2B5EF4-FFF2-40B4-BE49-F238E27FC236}">
                    <a16:creationId xmlns:a16="http://schemas.microsoft.com/office/drawing/2014/main" id="{59F74163-E344-674A-9FD8-BFBE93DB4CBB}"/>
                  </a:ext>
                </a:extLst>
              </p:cNvPr>
              <p:cNvSpPr/>
              <p:nvPr/>
            </p:nvSpPr>
            <p:spPr>
              <a:xfrm>
                <a:off x="2026181" y="1360297"/>
                <a:ext cx="7811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811" h="35957">
                    <a:moveTo>
                      <a:pt x="0" y="0"/>
                    </a:moveTo>
                    <a:lnTo>
                      <a:pt x="7811" y="0"/>
                    </a:lnTo>
                    <a:lnTo>
                      <a:pt x="7811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DoorLeaf.003">
                <a:extLst>
                  <a:ext uri="{FF2B5EF4-FFF2-40B4-BE49-F238E27FC236}">
                    <a16:creationId xmlns:a16="http://schemas.microsoft.com/office/drawing/2014/main" id="{380EE58B-2B8E-6408-0864-6EF980404B22}"/>
                  </a:ext>
                </a:extLst>
              </p:cNvPr>
              <p:cNvSpPr/>
              <p:nvPr/>
            </p:nvSpPr>
            <p:spPr>
              <a:xfrm>
                <a:off x="1780946" y="1160477"/>
                <a:ext cx="40988" cy="218270"/>
              </a:xfrm>
              <a:custGeom>
                <a:avLst/>
                <a:gdLst/>
                <a:ahLst/>
                <a:cxnLst/>
                <a:rect l="l" t="t" r="r" b="b"/>
                <a:pathLst>
                  <a:path w="40988" h="218270">
                    <a:moveTo>
                      <a:pt x="24" y="216608"/>
                    </a:moveTo>
                    <a:lnTo>
                      <a:pt x="0" y="216211"/>
                    </a:lnTo>
                    <a:lnTo>
                      <a:pt x="31962" y="844"/>
                    </a:lnTo>
                    <a:lnTo>
                      <a:pt x="32086" y="496"/>
                    </a:lnTo>
                    <a:lnTo>
                      <a:pt x="32359" y="199"/>
                    </a:lnTo>
                    <a:lnTo>
                      <a:pt x="32706" y="25"/>
                    </a:lnTo>
                    <a:lnTo>
                      <a:pt x="33103" y="0"/>
                    </a:lnTo>
                    <a:lnTo>
                      <a:pt x="40145" y="893"/>
                    </a:lnTo>
                    <a:lnTo>
                      <a:pt x="40517" y="1017"/>
                    </a:lnTo>
                    <a:lnTo>
                      <a:pt x="40790" y="1265"/>
                    </a:lnTo>
                    <a:lnTo>
                      <a:pt x="40963" y="1612"/>
                    </a:lnTo>
                    <a:lnTo>
                      <a:pt x="40988" y="2009"/>
                    </a:lnTo>
                    <a:lnTo>
                      <a:pt x="8604" y="217427"/>
                    </a:lnTo>
                    <a:lnTo>
                      <a:pt x="8480" y="217799"/>
                    </a:lnTo>
                    <a:lnTo>
                      <a:pt x="8207" y="218071"/>
                    </a:lnTo>
                    <a:lnTo>
                      <a:pt x="7860" y="218245"/>
                    </a:lnTo>
                    <a:lnTo>
                      <a:pt x="7463" y="218270"/>
                    </a:lnTo>
                    <a:lnTo>
                      <a:pt x="843" y="217327"/>
                    </a:lnTo>
                    <a:lnTo>
                      <a:pt x="471" y="217203"/>
                    </a:lnTo>
                    <a:lnTo>
                      <a:pt x="198" y="21695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Wall_GF_OldWindow_Infill">
                <a:extLst>
                  <a:ext uri="{FF2B5EF4-FFF2-40B4-BE49-F238E27FC236}">
                    <a16:creationId xmlns:a16="http://schemas.microsoft.com/office/drawing/2014/main" id="{C32309B8-8544-7BB1-9D09-90CFA4DFFC69}"/>
                  </a:ext>
                </a:extLst>
              </p:cNvPr>
              <p:cNvSpPr/>
              <p:nvPr/>
            </p:nvSpPr>
            <p:spPr>
              <a:xfrm>
                <a:off x="447722" y="4665159"/>
                <a:ext cx="235069" cy="57035"/>
              </a:xfrm>
              <a:custGeom>
                <a:avLst/>
                <a:gdLst/>
                <a:ahLst/>
                <a:cxnLst/>
                <a:rect l="l" t="t" r="r" b="b"/>
                <a:pathLst>
                  <a:path w="235069" h="57035">
                    <a:moveTo>
                      <a:pt x="235069" y="0"/>
                    </a:moveTo>
                    <a:lnTo>
                      <a:pt x="235069" y="57035"/>
                    </a:lnTo>
                    <a:lnTo>
                      <a:pt x="0" y="570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DDA_Frame">
                <a:extLst>
                  <a:ext uri="{FF2B5EF4-FFF2-40B4-BE49-F238E27FC236}">
                    <a16:creationId xmlns:a16="http://schemas.microsoft.com/office/drawing/2014/main" id="{A89F86A9-3CC8-6DFD-417A-1C580DD9FC28}"/>
                  </a:ext>
                </a:extLst>
              </p:cNvPr>
              <p:cNvSpPr/>
              <p:nvPr/>
            </p:nvSpPr>
            <p:spPr>
              <a:xfrm>
                <a:off x="682791" y="4684501"/>
                <a:ext cx="347892" cy="18599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8599">
                    <a:moveTo>
                      <a:pt x="347793" y="99"/>
                    </a:moveTo>
                    <a:lnTo>
                      <a:pt x="347520" y="0"/>
                    </a:lnTo>
                    <a:lnTo>
                      <a:pt x="335370" y="0"/>
                    </a:lnTo>
                    <a:lnTo>
                      <a:pt x="335023" y="75"/>
                    </a:lnTo>
                    <a:lnTo>
                      <a:pt x="334725" y="273"/>
                    </a:lnTo>
                    <a:lnTo>
                      <a:pt x="334527" y="471"/>
                    </a:lnTo>
                    <a:lnTo>
                      <a:pt x="334329" y="769"/>
                    </a:lnTo>
                    <a:lnTo>
                      <a:pt x="334254" y="1116"/>
                    </a:lnTo>
                    <a:lnTo>
                      <a:pt x="334254" y="13267"/>
                    </a:lnTo>
                    <a:lnTo>
                      <a:pt x="334155" y="13540"/>
                    </a:lnTo>
                    <a:lnTo>
                      <a:pt x="333882" y="13639"/>
                    </a:lnTo>
                    <a:lnTo>
                      <a:pt x="332395" y="13639"/>
                    </a:lnTo>
                    <a:lnTo>
                      <a:pt x="332047" y="13713"/>
                    </a:lnTo>
                    <a:lnTo>
                      <a:pt x="331725" y="13887"/>
                    </a:lnTo>
                    <a:lnTo>
                      <a:pt x="331576" y="14011"/>
                    </a:lnTo>
                    <a:lnTo>
                      <a:pt x="331353" y="14284"/>
                    </a:lnTo>
                    <a:lnTo>
                      <a:pt x="331279" y="14631"/>
                    </a:lnTo>
                    <a:lnTo>
                      <a:pt x="331279" y="18227"/>
                    </a:lnTo>
                    <a:lnTo>
                      <a:pt x="331378" y="18499"/>
                    </a:lnTo>
                    <a:lnTo>
                      <a:pt x="331651" y="18599"/>
                    </a:lnTo>
                    <a:lnTo>
                      <a:pt x="347520" y="18599"/>
                    </a:lnTo>
                    <a:lnTo>
                      <a:pt x="347793" y="18499"/>
                    </a:lnTo>
                    <a:lnTo>
                      <a:pt x="347892" y="18227"/>
                    </a:lnTo>
                    <a:lnTo>
                      <a:pt x="347892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522" y="0"/>
                    </a:lnTo>
                    <a:lnTo>
                      <a:pt x="12869" y="75"/>
                    </a:lnTo>
                    <a:lnTo>
                      <a:pt x="13167" y="273"/>
                    </a:lnTo>
                    <a:lnTo>
                      <a:pt x="13365" y="471"/>
                    </a:lnTo>
                    <a:lnTo>
                      <a:pt x="13564" y="769"/>
                    </a:lnTo>
                    <a:lnTo>
                      <a:pt x="13638" y="1116"/>
                    </a:lnTo>
                    <a:lnTo>
                      <a:pt x="13638" y="13267"/>
                    </a:lnTo>
                    <a:lnTo>
                      <a:pt x="13737" y="13540"/>
                    </a:lnTo>
                    <a:lnTo>
                      <a:pt x="14010" y="13639"/>
                    </a:lnTo>
                    <a:lnTo>
                      <a:pt x="15498" y="13639"/>
                    </a:lnTo>
                    <a:lnTo>
                      <a:pt x="15845" y="13713"/>
                    </a:lnTo>
                    <a:lnTo>
                      <a:pt x="16167" y="13887"/>
                    </a:lnTo>
                    <a:lnTo>
                      <a:pt x="16316" y="14011"/>
                    </a:lnTo>
                    <a:lnTo>
                      <a:pt x="16539" y="14284"/>
                    </a:lnTo>
                    <a:lnTo>
                      <a:pt x="16613" y="14631"/>
                    </a:lnTo>
                    <a:lnTo>
                      <a:pt x="16613" y="18227"/>
                    </a:lnTo>
                    <a:lnTo>
                      <a:pt x="16514" y="18499"/>
                    </a:lnTo>
                    <a:lnTo>
                      <a:pt x="16242" y="18599"/>
                    </a:lnTo>
                    <a:lnTo>
                      <a:pt x="372" y="18599"/>
                    </a:lnTo>
                    <a:lnTo>
                      <a:pt x="99" y="18499"/>
                    </a:lnTo>
                    <a:lnTo>
                      <a:pt x="0" y="18227"/>
                    </a:lnTo>
                    <a:lnTo>
                      <a:pt x="0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DDA_Architrave">
                <a:extLst>
                  <a:ext uri="{FF2B5EF4-FFF2-40B4-BE49-F238E27FC236}">
                    <a16:creationId xmlns:a16="http://schemas.microsoft.com/office/drawing/2014/main" id="{087E23B9-76AB-FEF0-8664-B77A05BB8AED}"/>
                  </a:ext>
                </a:extLst>
              </p:cNvPr>
              <p:cNvSpPr/>
              <p:nvPr/>
            </p:nvSpPr>
            <p:spPr>
              <a:xfrm>
                <a:off x="665433" y="4659704"/>
                <a:ext cx="382608" cy="5455"/>
              </a:xfrm>
              <a:custGeom>
                <a:avLst/>
                <a:gdLst/>
                <a:ahLst/>
                <a:cxnLst/>
                <a:rect l="l" t="t" r="r" b="b"/>
                <a:pathLst>
                  <a:path w="382608" h="5455">
                    <a:moveTo>
                      <a:pt x="370706" y="248"/>
                    </a:moveTo>
                    <a:lnTo>
                      <a:pt x="367730" y="0"/>
                    </a:lnTo>
                    <a:lnTo>
                      <a:pt x="365250" y="0"/>
                    </a:lnTo>
                    <a:lnTo>
                      <a:pt x="351116" y="0"/>
                    </a:lnTo>
                    <a:lnTo>
                      <a:pt x="350943" y="74"/>
                    </a:lnTo>
                    <a:lnTo>
                      <a:pt x="350868" y="248"/>
                    </a:lnTo>
                    <a:lnTo>
                      <a:pt x="350868" y="5207"/>
                    </a:lnTo>
                    <a:lnTo>
                      <a:pt x="350943" y="5381"/>
                    </a:lnTo>
                    <a:lnTo>
                      <a:pt x="351116" y="5455"/>
                    </a:lnTo>
                    <a:lnTo>
                      <a:pt x="382360" y="5455"/>
                    </a:lnTo>
                    <a:lnTo>
                      <a:pt x="382533" y="5381"/>
                    </a:lnTo>
                    <a:lnTo>
                      <a:pt x="382608" y="5207"/>
                    </a:lnTo>
                    <a:lnTo>
                      <a:pt x="382608" y="3223"/>
                    </a:lnTo>
                    <a:lnTo>
                      <a:pt x="382558" y="3000"/>
                    </a:lnTo>
                    <a:lnTo>
                      <a:pt x="382459" y="2777"/>
                    </a:lnTo>
                    <a:lnTo>
                      <a:pt x="381765" y="1934"/>
                    </a:lnTo>
                    <a:lnTo>
                      <a:pt x="381591" y="1785"/>
                    </a:lnTo>
                    <a:lnTo>
                      <a:pt x="381368" y="1686"/>
                    </a:lnTo>
                    <a:lnTo>
                      <a:pt x="379632" y="1239"/>
                    </a:lnTo>
                    <a:lnTo>
                      <a:pt x="376409" y="1239"/>
                    </a:lnTo>
                    <a:lnTo>
                      <a:pt x="373929" y="744"/>
                    </a:lnTo>
                    <a:close/>
                    <a:moveTo>
                      <a:pt x="14878" y="0"/>
                    </a:moveTo>
                    <a:lnTo>
                      <a:pt x="17358" y="0"/>
                    </a:lnTo>
                    <a:lnTo>
                      <a:pt x="31492" y="0"/>
                    </a:lnTo>
                    <a:lnTo>
                      <a:pt x="31665" y="74"/>
                    </a:lnTo>
                    <a:lnTo>
                      <a:pt x="31740" y="248"/>
                    </a:lnTo>
                    <a:lnTo>
                      <a:pt x="31740" y="5207"/>
                    </a:lnTo>
                    <a:lnTo>
                      <a:pt x="31665" y="5381"/>
                    </a:lnTo>
                    <a:lnTo>
                      <a:pt x="31492" y="5455"/>
                    </a:lnTo>
                    <a:lnTo>
                      <a:pt x="248" y="5455"/>
                    </a:lnTo>
                    <a:lnTo>
                      <a:pt x="75" y="5381"/>
                    </a:lnTo>
                    <a:lnTo>
                      <a:pt x="0" y="5207"/>
                    </a:lnTo>
                    <a:lnTo>
                      <a:pt x="0" y="3223"/>
                    </a:lnTo>
                    <a:lnTo>
                      <a:pt x="50" y="3000"/>
                    </a:lnTo>
                    <a:lnTo>
                      <a:pt x="149" y="2777"/>
                    </a:lnTo>
                    <a:lnTo>
                      <a:pt x="844" y="1934"/>
                    </a:lnTo>
                    <a:lnTo>
                      <a:pt x="1017" y="1785"/>
                    </a:lnTo>
                    <a:lnTo>
                      <a:pt x="1240" y="1686"/>
                    </a:lnTo>
                    <a:lnTo>
                      <a:pt x="2976" y="1239"/>
                    </a:lnTo>
                    <a:lnTo>
                      <a:pt x="6200" y="1239"/>
                    </a:lnTo>
                    <a:lnTo>
                      <a:pt x="8679" y="744"/>
                    </a:lnTo>
                    <a:lnTo>
                      <a:pt x="11903" y="24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DDA_RevealLining">
                <a:extLst>
                  <a:ext uri="{FF2B5EF4-FFF2-40B4-BE49-F238E27FC236}">
                    <a16:creationId xmlns:a16="http://schemas.microsoft.com/office/drawing/2014/main" id="{46A88D7F-0127-AB01-64B1-4401001B457E}"/>
                  </a:ext>
                </a:extLst>
              </p:cNvPr>
              <p:cNvSpPr/>
              <p:nvPr/>
            </p:nvSpPr>
            <p:spPr>
              <a:xfrm>
                <a:off x="682791" y="4665159"/>
                <a:ext cx="347892" cy="19342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9342">
                    <a:moveTo>
                      <a:pt x="344917" y="0"/>
                    </a:moveTo>
                    <a:lnTo>
                      <a:pt x="344917" y="19342"/>
                    </a:lnTo>
                    <a:lnTo>
                      <a:pt x="347892" y="19342"/>
                    </a:lnTo>
                    <a:lnTo>
                      <a:pt x="347892" y="0"/>
                    </a:lnTo>
                    <a:close/>
                    <a:moveTo>
                      <a:pt x="2975" y="0"/>
                    </a:moveTo>
                    <a:lnTo>
                      <a:pt x="2975" y="19342"/>
                    </a:lnTo>
                    <a:lnTo>
                      <a:pt x="0" y="193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DA_Main_LeafFrame">
                <a:extLst>
                  <a:ext uri="{FF2B5EF4-FFF2-40B4-BE49-F238E27FC236}">
                    <a16:creationId xmlns:a16="http://schemas.microsoft.com/office/drawing/2014/main" id="{D5CD302D-5775-5A55-359D-DEF4E6EB90CE}"/>
                  </a:ext>
                </a:extLst>
              </p:cNvPr>
              <p:cNvSpPr/>
              <p:nvPr/>
            </p:nvSpPr>
            <p:spPr>
              <a:xfrm>
                <a:off x="820411" y="4684625"/>
                <a:ext cx="196138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96138" h="13143">
                    <a:moveTo>
                      <a:pt x="195915" y="223"/>
                    </a:moveTo>
                    <a:lnTo>
                      <a:pt x="195395" y="0"/>
                    </a:lnTo>
                    <a:lnTo>
                      <a:pt x="172086" y="0"/>
                    </a:lnTo>
                    <a:lnTo>
                      <a:pt x="171565" y="223"/>
                    </a:lnTo>
                    <a:lnTo>
                      <a:pt x="171342" y="744"/>
                    </a:lnTo>
                    <a:lnTo>
                      <a:pt x="171342" y="12399"/>
                    </a:lnTo>
                    <a:lnTo>
                      <a:pt x="171565" y="12920"/>
                    </a:lnTo>
                    <a:lnTo>
                      <a:pt x="172086" y="13143"/>
                    </a:lnTo>
                    <a:lnTo>
                      <a:pt x="195395" y="13143"/>
                    </a:lnTo>
                    <a:lnTo>
                      <a:pt x="195915" y="12920"/>
                    </a:lnTo>
                    <a:lnTo>
                      <a:pt x="196138" y="12399"/>
                    </a:lnTo>
                    <a:lnTo>
                      <a:pt x="196138" y="744"/>
                    </a:lnTo>
                    <a:close/>
                    <a:moveTo>
                      <a:pt x="24573" y="223"/>
                    </a:moveTo>
                    <a:lnTo>
                      <a:pt x="24052" y="0"/>
                    </a:lnTo>
                    <a:lnTo>
                      <a:pt x="743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3" y="13143"/>
                    </a:lnTo>
                    <a:lnTo>
                      <a:pt x="24052" y="13143"/>
                    </a:lnTo>
                    <a:lnTo>
                      <a:pt x="24573" y="12920"/>
                    </a:lnTo>
                    <a:lnTo>
                      <a:pt x="24796" y="12399"/>
                    </a:lnTo>
                    <a:lnTo>
                      <a:pt x="24796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DDA_Main_Mould_3o">
                <a:extLst>
                  <a:ext uri="{FF2B5EF4-FFF2-40B4-BE49-F238E27FC236}">
                    <a16:creationId xmlns:a16="http://schemas.microsoft.com/office/drawing/2014/main" id="{66F13EE7-0395-7B0B-0BA6-3AAED396348F}"/>
                  </a:ext>
                </a:extLst>
              </p:cNvPr>
              <p:cNvSpPr/>
              <p:nvPr/>
            </p:nvSpPr>
            <p:spPr>
              <a:xfrm>
                <a:off x="845207" y="4697768"/>
                <a:ext cx="146546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1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146546" y="0"/>
                    </a:moveTo>
                    <a:lnTo>
                      <a:pt x="146546" y="496"/>
                    </a:lnTo>
                    <a:lnTo>
                      <a:pt x="145554" y="2232"/>
                    </a:lnTo>
                    <a:lnTo>
                      <a:pt x="144314" y="2976"/>
                    </a:lnTo>
                    <a:lnTo>
                      <a:pt x="142579" y="3224"/>
                    </a:lnTo>
                    <a:lnTo>
                      <a:pt x="142083" y="3224"/>
                    </a:lnTo>
                    <a:lnTo>
                      <a:pt x="14208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DDA_Main_Mould_3i">
                <a:extLst>
                  <a:ext uri="{FF2B5EF4-FFF2-40B4-BE49-F238E27FC236}">
                    <a16:creationId xmlns:a16="http://schemas.microsoft.com/office/drawing/2014/main" id="{05200743-A1AB-651F-C7D3-BEF9EDF1F3D2}"/>
                  </a:ext>
                </a:extLst>
              </p:cNvPr>
              <p:cNvSpPr/>
              <p:nvPr/>
            </p:nvSpPr>
            <p:spPr>
              <a:xfrm>
                <a:off x="845207" y="4681402"/>
                <a:ext cx="146546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1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142083" y="3223"/>
                    </a:moveTo>
                    <a:lnTo>
                      <a:pt x="142083" y="0"/>
                    </a:lnTo>
                    <a:lnTo>
                      <a:pt x="142579" y="0"/>
                    </a:lnTo>
                    <a:lnTo>
                      <a:pt x="144314" y="248"/>
                    </a:lnTo>
                    <a:lnTo>
                      <a:pt x="145554" y="991"/>
                    </a:lnTo>
                    <a:lnTo>
                      <a:pt x="146546" y="2727"/>
                    </a:lnTo>
                    <a:lnTo>
                      <a:pt x="146546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DDA_Main_Panel_3">
                <a:extLst>
                  <a:ext uri="{FF2B5EF4-FFF2-40B4-BE49-F238E27FC236}">
                    <a16:creationId xmlns:a16="http://schemas.microsoft.com/office/drawing/2014/main" id="{68D26BF4-A8D9-C9C3-ABE9-3FFBC0546795}"/>
                  </a:ext>
                </a:extLst>
              </p:cNvPr>
              <p:cNvSpPr/>
              <p:nvPr/>
            </p:nvSpPr>
            <p:spPr>
              <a:xfrm>
                <a:off x="844215" y="4687477"/>
                <a:ext cx="148530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148530" h="7439">
                    <a:moveTo>
                      <a:pt x="141860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141860" y="0"/>
                    </a:lnTo>
                    <a:lnTo>
                      <a:pt x="148530" y="1488"/>
                    </a:lnTo>
                    <a:lnTo>
                      <a:pt x="148530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DDA_Side_LeafFrame">
                <a:extLst>
                  <a:ext uri="{FF2B5EF4-FFF2-40B4-BE49-F238E27FC236}">
                    <a16:creationId xmlns:a16="http://schemas.microsoft.com/office/drawing/2014/main" id="{6B0EEAA3-84E8-C91F-5C68-6F5C4EAA451F}"/>
                  </a:ext>
                </a:extLst>
              </p:cNvPr>
              <p:cNvSpPr/>
              <p:nvPr/>
            </p:nvSpPr>
            <p:spPr>
              <a:xfrm>
                <a:off x="696925" y="4684625"/>
                <a:ext cx="122494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22494" h="13143">
                    <a:moveTo>
                      <a:pt x="122270" y="223"/>
                    </a:moveTo>
                    <a:lnTo>
                      <a:pt x="121750" y="0"/>
                    </a:lnTo>
                    <a:lnTo>
                      <a:pt x="103400" y="0"/>
                    </a:lnTo>
                    <a:lnTo>
                      <a:pt x="102880" y="223"/>
                    </a:lnTo>
                    <a:lnTo>
                      <a:pt x="102657" y="744"/>
                    </a:lnTo>
                    <a:lnTo>
                      <a:pt x="102657" y="12399"/>
                    </a:lnTo>
                    <a:lnTo>
                      <a:pt x="102880" y="12920"/>
                    </a:lnTo>
                    <a:lnTo>
                      <a:pt x="103400" y="13143"/>
                    </a:lnTo>
                    <a:lnTo>
                      <a:pt x="121750" y="13143"/>
                    </a:lnTo>
                    <a:lnTo>
                      <a:pt x="122270" y="12920"/>
                    </a:lnTo>
                    <a:lnTo>
                      <a:pt x="122494" y="12399"/>
                    </a:lnTo>
                    <a:lnTo>
                      <a:pt x="122494" y="744"/>
                    </a:lnTo>
                    <a:close/>
                    <a:moveTo>
                      <a:pt x="19614" y="223"/>
                    </a:moveTo>
                    <a:lnTo>
                      <a:pt x="19093" y="0"/>
                    </a:lnTo>
                    <a:lnTo>
                      <a:pt x="744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4" y="13143"/>
                    </a:lnTo>
                    <a:lnTo>
                      <a:pt x="19093" y="13143"/>
                    </a:lnTo>
                    <a:lnTo>
                      <a:pt x="19614" y="12920"/>
                    </a:lnTo>
                    <a:lnTo>
                      <a:pt x="19837" y="12399"/>
                    </a:lnTo>
                    <a:lnTo>
                      <a:pt x="19837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DDA_Side_Mould_3o">
                <a:extLst>
                  <a:ext uri="{FF2B5EF4-FFF2-40B4-BE49-F238E27FC236}">
                    <a16:creationId xmlns:a16="http://schemas.microsoft.com/office/drawing/2014/main" id="{2767ED0A-B858-ADEF-9700-386642C0827D}"/>
                  </a:ext>
                </a:extLst>
              </p:cNvPr>
              <p:cNvSpPr/>
              <p:nvPr/>
            </p:nvSpPr>
            <p:spPr>
              <a:xfrm>
                <a:off x="716762" y="4697768"/>
                <a:ext cx="82820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2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82820" y="0"/>
                    </a:moveTo>
                    <a:lnTo>
                      <a:pt x="82820" y="496"/>
                    </a:lnTo>
                    <a:lnTo>
                      <a:pt x="81828" y="2232"/>
                    </a:lnTo>
                    <a:lnTo>
                      <a:pt x="80588" y="2976"/>
                    </a:lnTo>
                    <a:lnTo>
                      <a:pt x="78852" y="3224"/>
                    </a:lnTo>
                    <a:lnTo>
                      <a:pt x="78356" y="3224"/>
                    </a:lnTo>
                    <a:lnTo>
                      <a:pt x="7835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DDA_Side_Mould_3i">
                <a:extLst>
                  <a:ext uri="{FF2B5EF4-FFF2-40B4-BE49-F238E27FC236}">
                    <a16:creationId xmlns:a16="http://schemas.microsoft.com/office/drawing/2014/main" id="{98091F39-BE51-0121-31F2-91C867D184F4}"/>
                  </a:ext>
                </a:extLst>
              </p:cNvPr>
              <p:cNvSpPr/>
              <p:nvPr/>
            </p:nvSpPr>
            <p:spPr>
              <a:xfrm>
                <a:off x="716762" y="4681402"/>
                <a:ext cx="82820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2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78356" y="3223"/>
                    </a:moveTo>
                    <a:lnTo>
                      <a:pt x="78356" y="0"/>
                    </a:lnTo>
                    <a:lnTo>
                      <a:pt x="78852" y="0"/>
                    </a:lnTo>
                    <a:lnTo>
                      <a:pt x="80588" y="248"/>
                    </a:lnTo>
                    <a:lnTo>
                      <a:pt x="81828" y="991"/>
                    </a:lnTo>
                    <a:lnTo>
                      <a:pt x="82820" y="2727"/>
                    </a:lnTo>
                    <a:lnTo>
                      <a:pt x="82820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DDA_Side_Panel_3">
                <a:extLst>
                  <a:ext uri="{FF2B5EF4-FFF2-40B4-BE49-F238E27FC236}">
                    <a16:creationId xmlns:a16="http://schemas.microsoft.com/office/drawing/2014/main" id="{F14A0A95-9DED-0DB4-D754-80209AEDBDEB}"/>
                  </a:ext>
                </a:extLst>
              </p:cNvPr>
              <p:cNvSpPr/>
              <p:nvPr/>
            </p:nvSpPr>
            <p:spPr>
              <a:xfrm>
                <a:off x="715770" y="4687477"/>
                <a:ext cx="84803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84803" h="7439">
                    <a:moveTo>
                      <a:pt x="78133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78133" y="0"/>
                    </a:lnTo>
                    <a:lnTo>
                      <a:pt x="84803" y="1488"/>
                    </a:lnTo>
                    <a:lnTo>
                      <a:pt x="84803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DDA_Main_Astragal">
                <a:extLst>
                  <a:ext uri="{FF2B5EF4-FFF2-40B4-BE49-F238E27FC236}">
                    <a16:creationId xmlns:a16="http://schemas.microsoft.com/office/drawing/2014/main" id="{34661EAD-8B22-752C-BC77-2302B636BCEB}"/>
                  </a:ext>
                </a:extLst>
              </p:cNvPr>
              <p:cNvSpPr/>
              <p:nvPr/>
            </p:nvSpPr>
            <p:spPr>
              <a:xfrm>
                <a:off x="812228" y="4697768"/>
                <a:ext cx="15621" cy="2976"/>
              </a:xfrm>
              <a:custGeom>
                <a:avLst/>
                <a:gdLst/>
                <a:ahLst/>
                <a:cxnLst/>
                <a:rect l="l" t="t" r="r" b="b"/>
                <a:pathLst>
                  <a:path w="15621" h="2976">
                    <a:moveTo>
                      <a:pt x="5207" y="0"/>
                    </a:moveTo>
                    <a:lnTo>
                      <a:pt x="10414" y="992"/>
                    </a:lnTo>
                    <a:lnTo>
                      <a:pt x="10017" y="1761"/>
                    </a:lnTo>
                    <a:lnTo>
                      <a:pt x="8877" y="2405"/>
                    </a:lnTo>
                    <a:lnTo>
                      <a:pt x="7191" y="2827"/>
                    </a:lnTo>
                    <a:lnTo>
                      <a:pt x="5207" y="2976"/>
                    </a:lnTo>
                    <a:lnTo>
                      <a:pt x="3223" y="2827"/>
                    </a:lnTo>
                    <a:lnTo>
                      <a:pt x="1537" y="2405"/>
                    </a:lnTo>
                    <a:lnTo>
                      <a:pt x="396" y="1761"/>
                    </a:lnTo>
                    <a:lnTo>
                      <a:pt x="0" y="992"/>
                    </a:lnTo>
                    <a:lnTo>
                      <a:pt x="15621" y="992"/>
                    </a:lnTo>
                    <a:lnTo>
                      <a:pt x="15621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02_03_Utility Single Door_OuterR">
                <a:extLst>
                  <a:ext uri="{FF2B5EF4-FFF2-40B4-BE49-F238E27FC236}">
                    <a16:creationId xmlns:a16="http://schemas.microsoft.com/office/drawing/2014/main" id="{5F6199FB-8E08-C472-68D9-EB298CFD1241}"/>
                  </a:ext>
                </a:extLst>
              </p:cNvPr>
              <p:cNvSpPr/>
              <p:nvPr/>
            </p:nvSpPr>
            <p:spPr>
              <a:xfrm>
                <a:off x="1794906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02_03_Utility Single Door_OuterL">
                <a:extLst>
                  <a:ext uri="{FF2B5EF4-FFF2-40B4-BE49-F238E27FC236}">
                    <a16:creationId xmlns:a16="http://schemas.microsoft.com/office/drawing/2014/main" id="{2529E3AA-2ACB-8F76-CD7C-B9EB3231FF87}"/>
                  </a:ext>
                </a:extLst>
              </p:cNvPr>
              <p:cNvSpPr/>
              <p:nvPr/>
            </p:nvSpPr>
            <p:spPr>
              <a:xfrm>
                <a:off x="2001955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02_03_Utility Single Door_LeafR">
                <a:extLst>
                  <a:ext uri="{FF2B5EF4-FFF2-40B4-BE49-F238E27FC236}">
                    <a16:creationId xmlns:a16="http://schemas.microsoft.com/office/drawing/2014/main" id="{42C43CC6-F8AC-C7AB-54DA-33CAF502E789}"/>
                  </a:ext>
                </a:extLst>
              </p:cNvPr>
              <p:cNvSpPr/>
              <p:nvPr/>
            </p:nvSpPr>
            <p:spPr>
              <a:xfrm>
                <a:off x="1808544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02_03_Utility Single Door_LeafL">
                <a:extLst>
                  <a:ext uri="{FF2B5EF4-FFF2-40B4-BE49-F238E27FC236}">
                    <a16:creationId xmlns:a16="http://schemas.microsoft.com/office/drawing/2014/main" id="{E1ABFDFF-B9FC-9843-EA33-9097706A430C}"/>
                  </a:ext>
                </a:extLst>
              </p:cNvPr>
              <p:cNvSpPr/>
              <p:nvPr/>
            </p:nvSpPr>
            <p:spPr>
              <a:xfrm>
                <a:off x="1994020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03_04_Front Entrance Door_BlueLeafL">
                <a:extLst>
                  <a:ext uri="{FF2B5EF4-FFF2-40B4-BE49-F238E27FC236}">
                    <a16:creationId xmlns:a16="http://schemas.microsoft.com/office/drawing/2014/main" id="{C0DEC79D-081F-237D-85E8-BDD1EF46CF66}"/>
                  </a:ext>
                </a:extLst>
              </p:cNvPr>
              <p:cNvSpPr/>
              <p:nvPr/>
            </p:nvSpPr>
            <p:spPr>
              <a:xfrm>
                <a:off x="2298569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03_04_Front Entrance Door_BlueLeafR">
                <a:extLst>
                  <a:ext uri="{FF2B5EF4-FFF2-40B4-BE49-F238E27FC236}">
                    <a16:creationId xmlns:a16="http://schemas.microsoft.com/office/drawing/2014/main" id="{ABAF0DFF-D86C-8690-FB58-8DEECA656AA7}"/>
                  </a:ext>
                </a:extLst>
              </p:cNvPr>
              <p:cNvSpPr/>
              <p:nvPr/>
            </p:nvSpPr>
            <p:spPr>
              <a:xfrm>
                <a:off x="2506858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03_04_Front Entrance Door_DoorHandle">
                <a:extLst>
                  <a:ext uri="{FF2B5EF4-FFF2-40B4-BE49-F238E27FC236}">
                    <a16:creationId xmlns:a16="http://schemas.microsoft.com/office/drawing/2014/main" id="{E0BED2A4-4F94-4027-0420-998B8318CC30}"/>
                  </a:ext>
                </a:extLst>
              </p:cNvPr>
              <p:cNvSpPr/>
              <p:nvPr/>
            </p:nvSpPr>
            <p:spPr>
              <a:xfrm>
                <a:off x="2499667" y="4937562"/>
                <a:ext cx="4463" cy="6199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6199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6199"/>
                    </a:lnTo>
                    <a:lnTo>
                      <a:pt x="0" y="619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03_04_Front Entrance Door_UpperPanel">
                <a:extLst>
                  <a:ext uri="{FF2B5EF4-FFF2-40B4-BE49-F238E27FC236}">
                    <a16:creationId xmlns:a16="http://schemas.microsoft.com/office/drawing/2014/main" id="{CCEBF2AB-4570-7148-0B05-7E120C939050}"/>
                  </a:ext>
                </a:extLst>
              </p:cNvPr>
              <p:cNvSpPr/>
              <p:nvPr/>
            </p:nvSpPr>
            <p:spPr>
              <a:xfrm>
                <a:off x="2318406" y="4949961"/>
                <a:ext cx="188452" cy="11158"/>
              </a:xfrm>
              <a:custGeom>
                <a:avLst/>
                <a:gdLst/>
                <a:ahLst/>
                <a:cxnLst/>
                <a:rect l="l" t="t" r="r" b="b"/>
                <a:pathLst>
                  <a:path w="188452" h="11158">
                    <a:moveTo>
                      <a:pt x="0" y="0"/>
                    </a:moveTo>
                    <a:lnTo>
                      <a:pt x="188452" y="0"/>
                    </a:lnTo>
                    <a:lnTo>
                      <a:pt x="188452" y="11158"/>
                    </a:lnTo>
                    <a:lnTo>
                      <a:pt x="0" y="1115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WD_03_04_Front Entrance Door_OuterL">
                <a:extLst>
                  <a:ext uri="{FF2B5EF4-FFF2-40B4-BE49-F238E27FC236}">
                    <a16:creationId xmlns:a16="http://schemas.microsoft.com/office/drawing/2014/main" id="{1367541D-9E22-90F2-560D-4AE9DC4FB3C4}"/>
                  </a:ext>
                </a:extLst>
              </p:cNvPr>
              <p:cNvSpPr/>
              <p:nvPr/>
            </p:nvSpPr>
            <p:spPr>
              <a:xfrm>
                <a:off x="2284931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WD_03_04_Front Entrance Door_OuterR">
                <a:extLst>
                  <a:ext uri="{FF2B5EF4-FFF2-40B4-BE49-F238E27FC236}">
                    <a16:creationId xmlns:a16="http://schemas.microsoft.com/office/drawing/2014/main" id="{92B99839-4C43-93AB-FCBC-9CA70333BD12}"/>
                  </a:ext>
                </a:extLst>
              </p:cNvPr>
              <p:cNvSpPr/>
              <p:nvPr/>
            </p:nvSpPr>
            <p:spPr>
              <a:xfrm>
                <a:off x="2526695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WD_06_07_Lounge Bay Window_LowerL">
                <a:extLst>
                  <a:ext uri="{FF2B5EF4-FFF2-40B4-BE49-F238E27FC236}">
                    <a16:creationId xmlns:a16="http://schemas.microsoft.com/office/drawing/2014/main" id="{D43898BA-499C-9287-C267-5A0876BFABC8}"/>
                  </a:ext>
                </a:extLst>
              </p:cNvPr>
              <p:cNvSpPr/>
              <p:nvPr/>
            </p:nvSpPr>
            <p:spPr>
              <a:xfrm>
                <a:off x="1571565" y="5133067"/>
                <a:ext cx="17432" cy="19689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89">
                    <a:moveTo>
                      <a:pt x="6373" y="19689"/>
                    </a:moveTo>
                    <a:lnTo>
                      <a:pt x="0" y="14977"/>
                    </a:lnTo>
                    <a:lnTo>
                      <a:pt x="11035" y="0"/>
                    </a:lnTo>
                    <a:lnTo>
                      <a:pt x="17432" y="473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WD_06_07_Lounge Bay Window_LowerR">
                <a:extLst>
                  <a:ext uri="{FF2B5EF4-FFF2-40B4-BE49-F238E27FC236}">
                    <a16:creationId xmlns:a16="http://schemas.microsoft.com/office/drawing/2014/main" id="{00026297-81D4-54A3-C737-167C839AADD5}"/>
                  </a:ext>
                </a:extLst>
              </p:cNvPr>
              <p:cNvSpPr/>
              <p:nvPr/>
            </p:nvSpPr>
            <p:spPr>
              <a:xfrm>
                <a:off x="1500177" y="5080297"/>
                <a:ext cx="17432" cy="19690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90">
                    <a:moveTo>
                      <a:pt x="6373" y="19690"/>
                    </a:moveTo>
                    <a:lnTo>
                      <a:pt x="0" y="14978"/>
                    </a:lnTo>
                    <a:lnTo>
                      <a:pt x="11034" y="0"/>
                    </a:lnTo>
                    <a:lnTo>
                      <a:pt x="17432" y="47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WD_06_07_Lounge Bay Window_OuterL">
                <a:extLst>
                  <a:ext uri="{FF2B5EF4-FFF2-40B4-BE49-F238E27FC236}">
                    <a16:creationId xmlns:a16="http://schemas.microsoft.com/office/drawing/2014/main" id="{0816A902-5B49-BC24-B28A-D63119A7CA70}"/>
                  </a:ext>
                </a:extLst>
              </p:cNvPr>
              <p:cNvSpPr/>
              <p:nvPr/>
            </p:nvSpPr>
            <p:spPr>
              <a:xfrm>
                <a:off x="1577938" y="513780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60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10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WD_06_07_Lounge Bay Window_OuterR">
                <a:extLst>
                  <a:ext uri="{FF2B5EF4-FFF2-40B4-BE49-F238E27FC236}">
                    <a16:creationId xmlns:a16="http://schemas.microsoft.com/office/drawing/2014/main" id="{47AED7CC-2514-41D2-C228-CF59C31F94DA}"/>
                  </a:ext>
                </a:extLst>
              </p:cNvPr>
              <p:cNvSpPr/>
              <p:nvPr/>
            </p:nvSpPr>
            <p:spPr>
              <a:xfrm>
                <a:off x="1489192" y="507221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85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08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WD_06_08_Lounge Bay Window_LowerL">
                <a:extLst>
                  <a:ext uri="{FF2B5EF4-FFF2-40B4-BE49-F238E27FC236}">
                    <a16:creationId xmlns:a16="http://schemas.microsoft.com/office/drawing/2014/main" id="{F593EE31-CC10-EB23-C232-C3FA47C48371}"/>
                  </a:ext>
                </a:extLst>
              </p:cNvPr>
              <p:cNvSpPr/>
              <p:nvPr/>
            </p:nvSpPr>
            <p:spPr>
              <a:xfrm>
                <a:off x="1648732" y="5170462"/>
                <a:ext cx="7934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4" h="18598">
                    <a:moveTo>
                      <a:pt x="0" y="0"/>
                    </a:moveTo>
                    <a:lnTo>
                      <a:pt x="7934" y="0"/>
                    </a:lnTo>
                    <a:lnTo>
                      <a:pt x="7934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WD_06_08_Lounge Bay Window_LowerR">
                <a:extLst>
                  <a:ext uri="{FF2B5EF4-FFF2-40B4-BE49-F238E27FC236}">
                    <a16:creationId xmlns:a16="http://schemas.microsoft.com/office/drawing/2014/main" id="{FD4FE8B2-AB8E-7AB4-FFF7-FA185CB40DD4}"/>
                  </a:ext>
                </a:extLst>
              </p:cNvPr>
              <p:cNvSpPr/>
              <p:nvPr/>
            </p:nvSpPr>
            <p:spPr>
              <a:xfrm>
                <a:off x="1861484" y="5170462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0" y="0"/>
                    </a:moveTo>
                    <a:lnTo>
                      <a:pt x="7935" y="0"/>
                    </a:lnTo>
                    <a:lnTo>
                      <a:pt x="7935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D_06_08_Lounge Bay Window_OuterL">
                <a:extLst>
                  <a:ext uri="{FF2B5EF4-FFF2-40B4-BE49-F238E27FC236}">
                    <a16:creationId xmlns:a16="http://schemas.microsoft.com/office/drawing/2014/main" id="{CA221B1F-561C-A7EB-D898-11CABF9686A6}"/>
                  </a:ext>
                </a:extLst>
              </p:cNvPr>
              <p:cNvSpPr/>
              <p:nvPr/>
            </p:nvSpPr>
            <p:spPr>
              <a:xfrm>
                <a:off x="1635094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D_06_08_Lounge Bay Window_OuterR">
                <a:extLst>
                  <a:ext uri="{FF2B5EF4-FFF2-40B4-BE49-F238E27FC236}">
                    <a16:creationId xmlns:a16="http://schemas.microsoft.com/office/drawing/2014/main" id="{A21C431F-9FC5-2259-6195-FF04DFCB786F}"/>
                  </a:ext>
                </a:extLst>
              </p:cNvPr>
              <p:cNvSpPr/>
              <p:nvPr/>
            </p:nvSpPr>
            <p:spPr>
              <a:xfrm>
                <a:off x="1869419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D_06_09_Lounge Bay Window_LowerL">
                <a:extLst>
                  <a:ext uri="{FF2B5EF4-FFF2-40B4-BE49-F238E27FC236}">
                    <a16:creationId xmlns:a16="http://schemas.microsoft.com/office/drawing/2014/main" id="{BCD58066-44E9-63CD-4836-9DA7C04BAFFD}"/>
                  </a:ext>
                </a:extLst>
              </p:cNvPr>
              <p:cNvSpPr/>
              <p:nvPr/>
            </p:nvSpPr>
            <p:spPr>
              <a:xfrm>
                <a:off x="2002377" y="5079355"/>
                <a:ext cx="17704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04" h="19540">
                    <a:moveTo>
                      <a:pt x="17704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D_06_09_Lounge Bay Window_LowerR">
                <a:extLst>
                  <a:ext uri="{FF2B5EF4-FFF2-40B4-BE49-F238E27FC236}">
                    <a16:creationId xmlns:a16="http://schemas.microsoft.com/office/drawing/2014/main" id="{009C1C98-8ED5-2E78-E911-9ACAAB4ED125}"/>
                  </a:ext>
                </a:extLst>
              </p:cNvPr>
              <p:cNvSpPr/>
              <p:nvPr/>
            </p:nvSpPr>
            <p:spPr>
              <a:xfrm>
                <a:off x="1932526" y="5134158"/>
                <a:ext cx="17729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29" h="19540">
                    <a:moveTo>
                      <a:pt x="17729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4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D_06_09_Lounge Bay Window_OuterL">
                <a:extLst>
                  <a:ext uri="{FF2B5EF4-FFF2-40B4-BE49-F238E27FC236}">
                    <a16:creationId xmlns:a16="http://schemas.microsoft.com/office/drawing/2014/main" id="{70C951E9-8005-DC2A-F0B5-4F86AD243CA8}"/>
                  </a:ext>
                </a:extLst>
              </p:cNvPr>
              <p:cNvSpPr/>
              <p:nvPr/>
            </p:nvSpPr>
            <p:spPr>
              <a:xfrm>
                <a:off x="2008601" y="507094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1"/>
                    </a:moveTo>
                    <a:lnTo>
                      <a:pt x="11480" y="23037"/>
                    </a:lnTo>
                    <a:lnTo>
                      <a:pt x="0" y="8407"/>
                    </a:lnTo>
                    <a:lnTo>
                      <a:pt x="1073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5" name="墙_WD_06_09_Lounge Bay Window_OuterR">
                <a:extLst>
                  <a:ext uri="{FF2B5EF4-FFF2-40B4-BE49-F238E27FC236}">
                    <a16:creationId xmlns:a16="http://schemas.microsoft.com/office/drawing/2014/main" id="{F2EE4D63-9456-4756-91D5-ECB2EFE6AD8D}"/>
                  </a:ext>
                </a:extLst>
              </p:cNvPr>
              <p:cNvSpPr/>
              <p:nvPr/>
            </p:nvSpPr>
            <p:spPr>
              <a:xfrm>
                <a:off x="1921789" y="513906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0"/>
                    </a:moveTo>
                    <a:lnTo>
                      <a:pt x="11480" y="23037"/>
                    </a:lnTo>
                    <a:lnTo>
                      <a:pt x="0" y="8406"/>
                    </a:lnTo>
                    <a:lnTo>
                      <a:pt x="1073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6" name="墙_WD_12_18_Kitchen Large Window_FixedMiddleB">
                <a:extLst>
                  <a:ext uri="{FF2B5EF4-FFF2-40B4-BE49-F238E27FC236}">
                    <a16:creationId xmlns:a16="http://schemas.microsoft.com/office/drawing/2014/main" id="{5D594EBE-CD3F-4CB1-6894-AEE4FA053BAE}"/>
                  </a:ext>
                </a:extLst>
              </p:cNvPr>
              <p:cNvSpPr/>
              <p:nvPr/>
            </p:nvSpPr>
            <p:spPr>
              <a:xfrm>
                <a:off x="1757216" y="1670938"/>
                <a:ext cx="18597" cy="11158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11589">
                    <a:moveTo>
                      <a:pt x="0" y="11158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1158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7" name="墙_WD_12_18_Kitchen Large Window_OuterL">
                <a:extLst>
                  <a:ext uri="{FF2B5EF4-FFF2-40B4-BE49-F238E27FC236}">
                    <a16:creationId xmlns:a16="http://schemas.microsoft.com/office/drawing/2014/main" id="{F6647B01-3BAA-5D4A-B1D3-FA23A89538EA}"/>
                  </a:ext>
                </a:extLst>
              </p:cNvPr>
              <p:cNvSpPr/>
              <p:nvPr/>
            </p:nvSpPr>
            <p:spPr>
              <a:xfrm>
                <a:off x="1757216" y="189535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8" name="墙_WD_12_18_Kitchen Large Window_OuterR">
                <a:extLst>
                  <a:ext uri="{FF2B5EF4-FFF2-40B4-BE49-F238E27FC236}">
                    <a16:creationId xmlns:a16="http://schemas.microsoft.com/office/drawing/2014/main" id="{D1E11A80-3BCC-2F62-3AAB-A308B90D84AD}"/>
                  </a:ext>
                </a:extLst>
              </p:cNvPr>
              <p:cNvSpPr/>
              <p:nvPr/>
            </p:nvSpPr>
            <p:spPr>
              <a:xfrm>
                <a:off x="1757216" y="1544470"/>
                <a:ext cx="18597" cy="13638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8">
                    <a:moveTo>
                      <a:pt x="0" y="13638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9" name="墙_WD_12_18_Kitchen Large Window_Side0L">
                <a:extLst>
                  <a:ext uri="{FF2B5EF4-FFF2-40B4-BE49-F238E27FC236}">
                    <a16:creationId xmlns:a16="http://schemas.microsoft.com/office/drawing/2014/main" id="{96A8D9E1-94C2-8A9B-2638-55AA138AF412}"/>
                  </a:ext>
                </a:extLst>
              </p:cNvPr>
              <p:cNvSpPr/>
              <p:nvPr/>
            </p:nvSpPr>
            <p:spPr>
              <a:xfrm>
                <a:off x="1757216" y="189424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0" name="墙_WD_12_18_Kitchen Large Window_Side0R">
                <a:extLst>
                  <a:ext uri="{FF2B5EF4-FFF2-40B4-BE49-F238E27FC236}">
                    <a16:creationId xmlns:a16="http://schemas.microsoft.com/office/drawing/2014/main" id="{A7A51D3D-2C9C-0EE5-3E42-CDA1D1357A2B}"/>
                  </a:ext>
                </a:extLst>
              </p:cNvPr>
              <p:cNvSpPr/>
              <p:nvPr/>
            </p:nvSpPr>
            <p:spPr>
              <a:xfrm>
                <a:off x="1757216" y="1789347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1" name="墙_WD_12_18_Kitchen Large Window_Side2L">
                <a:extLst>
                  <a:ext uri="{FF2B5EF4-FFF2-40B4-BE49-F238E27FC236}">
                    <a16:creationId xmlns:a16="http://schemas.microsoft.com/office/drawing/2014/main" id="{14416D6C-377F-63F8-10C9-72E05C940266}"/>
                  </a:ext>
                </a:extLst>
              </p:cNvPr>
              <p:cNvSpPr/>
              <p:nvPr/>
            </p:nvSpPr>
            <p:spPr>
              <a:xfrm>
                <a:off x="1757216" y="1656183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2" name="墙_WD_12_18_Kitchen Large Window_Side2R">
                <a:extLst>
                  <a:ext uri="{FF2B5EF4-FFF2-40B4-BE49-F238E27FC236}">
                    <a16:creationId xmlns:a16="http://schemas.microsoft.com/office/drawing/2014/main" id="{186511F7-FCCF-C1DA-3643-364BE2004B7D}"/>
                  </a:ext>
                </a:extLst>
              </p:cNvPr>
              <p:cNvSpPr/>
              <p:nvPr/>
            </p:nvSpPr>
            <p:spPr>
              <a:xfrm>
                <a:off x="1757216" y="1551289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3" name="墙_WD_13_19_Kitchen Small Window_OuterL">
                <a:extLst>
                  <a:ext uri="{FF2B5EF4-FFF2-40B4-BE49-F238E27FC236}">
                    <a16:creationId xmlns:a16="http://schemas.microsoft.com/office/drawing/2014/main" id="{7053E45C-E96F-36D9-8844-B2918D07EE4B}"/>
                  </a:ext>
                </a:extLst>
              </p:cNvPr>
              <p:cNvSpPr/>
              <p:nvPr/>
            </p:nvSpPr>
            <p:spPr>
              <a:xfrm>
                <a:off x="1757216" y="121562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4" name="墙_WD_13_19_Kitchen Small Window_OuterR">
                <a:extLst>
                  <a:ext uri="{FF2B5EF4-FFF2-40B4-BE49-F238E27FC236}">
                    <a16:creationId xmlns:a16="http://schemas.microsoft.com/office/drawing/2014/main" id="{8FB0F1F0-BFB5-3EC5-FB36-CAB532CD721C}"/>
                  </a:ext>
                </a:extLst>
              </p:cNvPr>
              <p:cNvSpPr/>
              <p:nvPr/>
            </p:nvSpPr>
            <p:spPr>
              <a:xfrm>
                <a:off x="1757216" y="1110981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5" name="墙_WD_13_19_Kitchen Small Window_Side1L">
                <a:extLst>
                  <a:ext uri="{FF2B5EF4-FFF2-40B4-BE49-F238E27FC236}">
                    <a16:creationId xmlns:a16="http://schemas.microsoft.com/office/drawing/2014/main" id="{77BE0F13-578F-4E38-855F-C40DD71BD886}"/>
                  </a:ext>
                </a:extLst>
              </p:cNvPr>
              <p:cNvSpPr/>
              <p:nvPr/>
            </p:nvSpPr>
            <p:spPr>
              <a:xfrm>
                <a:off x="1757216" y="1207816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6" name="墙_WD_13_19_Kitchen Small Window_Side1R">
                <a:extLst>
                  <a:ext uri="{FF2B5EF4-FFF2-40B4-BE49-F238E27FC236}">
                    <a16:creationId xmlns:a16="http://schemas.microsoft.com/office/drawing/2014/main" id="{41EEF4A9-0C09-B045-82F9-DB379125CBCB}"/>
                  </a:ext>
                </a:extLst>
              </p:cNvPr>
              <p:cNvSpPr/>
              <p:nvPr/>
            </p:nvSpPr>
            <p:spPr>
              <a:xfrm>
                <a:off x="1757216" y="111780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7" name="墙_WC200_DoorJamb">
                <a:extLst>
                  <a:ext uri="{FF2B5EF4-FFF2-40B4-BE49-F238E27FC236}">
                    <a16:creationId xmlns:a16="http://schemas.microsoft.com/office/drawing/2014/main" id="{635BB4F2-BD47-9DEF-C9C1-008FC82D93C2}"/>
                  </a:ext>
                </a:extLst>
              </p:cNvPr>
              <p:cNvSpPr/>
              <p:nvPr/>
            </p:nvSpPr>
            <p:spPr>
              <a:xfrm>
                <a:off x="1007747" y="3317454"/>
                <a:ext cx="34715" cy="7440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40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40"/>
                    </a:lnTo>
                    <a:lnTo>
                      <a:pt x="0" y="744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8" name="墙_WC200_DoorJamb.001">
                <a:extLst>
                  <a:ext uri="{FF2B5EF4-FFF2-40B4-BE49-F238E27FC236}">
                    <a16:creationId xmlns:a16="http://schemas.microsoft.com/office/drawing/2014/main" id="{664ECBBE-824F-D1AE-1CF8-C306AB21B3E8}"/>
                  </a:ext>
                </a:extLst>
              </p:cNvPr>
              <p:cNvSpPr/>
              <p:nvPr/>
            </p:nvSpPr>
            <p:spPr>
              <a:xfrm>
                <a:off x="1007747" y="3156270"/>
                <a:ext cx="34715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39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39"/>
                    </a:lnTo>
                    <a:lnTo>
                      <a:pt x="0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9" name="墙_DoorLeaf_WC200">
                <a:extLst>
                  <a:ext uri="{FF2B5EF4-FFF2-40B4-BE49-F238E27FC236}">
                    <a16:creationId xmlns:a16="http://schemas.microsoft.com/office/drawing/2014/main" id="{7BB084FD-DB28-3FF2-8FB6-7DEA7E3019ED}"/>
                  </a:ext>
                </a:extLst>
              </p:cNvPr>
              <p:cNvSpPr/>
              <p:nvPr/>
            </p:nvSpPr>
            <p:spPr>
              <a:xfrm>
                <a:off x="872235" y="3159295"/>
                <a:ext cx="153489" cy="30228"/>
              </a:xfrm>
              <a:custGeom>
                <a:avLst/>
                <a:gdLst/>
                <a:ahLst/>
                <a:cxnLst/>
                <a:rect l="l" t="t" r="r" b="b"/>
                <a:pathLst>
                  <a:path w="153489" h="30228">
                    <a:moveTo>
                      <a:pt x="153489" y="8828"/>
                    </a:moveTo>
                    <a:lnTo>
                      <a:pt x="1240" y="30228"/>
                    </a:lnTo>
                    <a:lnTo>
                      <a:pt x="0" y="21400"/>
                    </a:lnTo>
                    <a:lnTo>
                      <a:pt x="15224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0" name="墙_Utility_FlushAccessDoor">
                <a:extLst>
                  <a:ext uri="{FF2B5EF4-FFF2-40B4-BE49-F238E27FC236}">
                    <a16:creationId xmlns:a16="http://schemas.microsoft.com/office/drawing/2014/main" id="{767695DE-A393-03B0-727C-80FF46C05EFA}"/>
                  </a:ext>
                </a:extLst>
              </p:cNvPr>
              <p:cNvSpPr/>
              <p:nvPr/>
            </p:nvSpPr>
            <p:spPr>
              <a:xfrm>
                <a:off x="2302239" y="3212114"/>
                <a:ext cx="4463" cy="151266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151266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151266"/>
                    </a:lnTo>
                    <a:lnTo>
                      <a:pt x="0" y="15126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1" name="墙_Understair_TurnClosure_Stair_Winder_12">
                <a:extLst>
                  <a:ext uri="{FF2B5EF4-FFF2-40B4-BE49-F238E27FC236}">
                    <a16:creationId xmlns:a16="http://schemas.microsoft.com/office/drawing/2014/main" id="{A03E1C75-2B50-2559-1CAA-7FC753AC78F6}"/>
                  </a:ext>
                </a:extLst>
              </p:cNvPr>
              <p:cNvSpPr/>
              <p:nvPr/>
            </p:nvSpPr>
            <p:spPr>
              <a:xfrm>
                <a:off x="2303726" y="3085993"/>
                <a:ext cx="24797" cy="11739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17392">
                    <a:moveTo>
                      <a:pt x="24797" y="0"/>
                    </a:moveTo>
                    <a:lnTo>
                      <a:pt x="24797" y="117392"/>
                    </a:lnTo>
                    <a:lnTo>
                      <a:pt x="0" y="1173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2" name="墙_Understair_TurnClosure_Stair_Winder_13">
                <a:extLst>
                  <a:ext uri="{FF2B5EF4-FFF2-40B4-BE49-F238E27FC236}">
                    <a16:creationId xmlns:a16="http://schemas.microsoft.com/office/drawing/2014/main" id="{0CE7E101-C0A4-B9DC-BA15-C68124F26846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9342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93422">
                    <a:moveTo>
                      <a:pt x="24797" y="0"/>
                    </a:moveTo>
                    <a:lnTo>
                      <a:pt x="24797" y="193422"/>
                    </a:lnTo>
                    <a:lnTo>
                      <a:pt x="0" y="1934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3" name="墙_Understair_TurnClosure_Stair_Winder_14">
                <a:extLst>
                  <a:ext uri="{FF2B5EF4-FFF2-40B4-BE49-F238E27FC236}">
                    <a16:creationId xmlns:a16="http://schemas.microsoft.com/office/drawing/2014/main" id="{C6D2D993-8629-0C5B-92E5-25E00FE05A4A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86156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86156">
                    <a:moveTo>
                      <a:pt x="24797" y="0"/>
                    </a:moveTo>
                    <a:lnTo>
                      <a:pt x="24797" y="186156"/>
                    </a:lnTo>
                    <a:lnTo>
                      <a:pt x="0" y="18615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4" name="墙_V11_Continuous_Stair_Side">
                <a:extLst>
                  <a:ext uri="{FF2B5EF4-FFF2-40B4-BE49-F238E27FC236}">
                    <a16:creationId xmlns:a16="http://schemas.microsoft.com/office/drawing/2014/main" id="{4A53C7A8-B71B-9872-346F-CEB9F0F66AC1}"/>
                  </a:ext>
                </a:extLst>
              </p:cNvPr>
              <p:cNvSpPr/>
              <p:nvPr/>
            </p:nvSpPr>
            <p:spPr>
              <a:xfrm>
                <a:off x="2303726" y="3203385"/>
                <a:ext cx="25293" cy="323263"/>
              </a:xfrm>
              <a:custGeom>
                <a:avLst/>
                <a:gdLst/>
                <a:ahLst/>
                <a:cxnLst/>
                <a:rect l="l" t="t" r="r" b="b"/>
                <a:pathLst>
                  <a:path w="25293" h="323263">
                    <a:moveTo>
                      <a:pt x="25293" y="323263"/>
                    </a:moveTo>
                    <a:lnTo>
                      <a:pt x="25293" y="160739"/>
                    </a:lnTo>
                    <a:lnTo>
                      <a:pt x="0" y="160739"/>
                    </a:lnTo>
                    <a:lnTo>
                      <a:pt x="0" y="323263"/>
                    </a:lnTo>
                    <a:close/>
                    <a:moveTo>
                      <a:pt x="25293" y="0"/>
                    </a:moveTo>
                    <a:lnTo>
                      <a:pt x="25293" y="7985"/>
                    </a:lnTo>
                    <a:lnTo>
                      <a:pt x="0" y="79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5" name="墙_V11_Winder_Side_Transition">
                <a:extLst>
                  <a:ext uri="{FF2B5EF4-FFF2-40B4-BE49-F238E27FC236}">
                    <a16:creationId xmlns:a16="http://schemas.microsoft.com/office/drawing/2014/main" id="{88DC4D8D-D847-B9A8-69C0-536927CDC144}"/>
                  </a:ext>
                </a:extLst>
              </p:cNvPr>
              <p:cNvSpPr/>
              <p:nvPr/>
            </p:nvSpPr>
            <p:spPr>
              <a:xfrm>
                <a:off x="2303726" y="3174570"/>
                <a:ext cx="24797" cy="2926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29262">
                    <a:moveTo>
                      <a:pt x="24797" y="0"/>
                    </a:moveTo>
                    <a:lnTo>
                      <a:pt x="24797" y="29262"/>
                    </a:lnTo>
                    <a:lnTo>
                      <a:pt x="0" y="292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6" name="墙_V11_Passage_Right_Jamb_Closure">
                <a:extLst>
                  <a:ext uri="{FF2B5EF4-FFF2-40B4-BE49-F238E27FC236}">
                    <a16:creationId xmlns:a16="http://schemas.microsoft.com/office/drawing/2014/main" id="{A4CE3349-25BF-9623-906E-EDF58CD0D9F7}"/>
                  </a:ext>
                </a:extLst>
              </p:cNvPr>
              <p:cNvSpPr/>
              <p:nvPr/>
            </p:nvSpPr>
            <p:spPr>
              <a:xfrm>
                <a:off x="2303726" y="3002474"/>
                <a:ext cx="10415" cy="45628"/>
              </a:xfrm>
              <a:custGeom>
                <a:avLst/>
                <a:gdLst/>
                <a:ahLst/>
                <a:cxnLst/>
                <a:rect l="l" t="t" r="r" b="b"/>
                <a:pathLst>
                  <a:path w="10415" h="45628">
                    <a:moveTo>
                      <a:pt x="10415" y="0"/>
                    </a:moveTo>
                    <a:lnTo>
                      <a:pt x="10415" y="45628"/>
                    </a:lnTo>
                    <a:lnTo>
                      <a:pt x="0" y="456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7" name="墙_V13_Lounge_FrenchLeaf-1L">
                <a:extLst>
                  <a:ext uri="{FF2B5EF4-FFF2-40B4-BE49-F238E27FC236}">
                    <a16:creationId xmlns:a16="http://schemas.microsoft.com/office/drawing/2014/main" id="{CBEE8835-1110-2C86-4DBF-8008E87F61D0}"/>
                  </a:ext>
                </a:extLst>
              </p:cNvPr>
              <p:cNvSpPr/>
              <p:nvPr/>
            </p:nvSpPr>
            <p:spPr>
              <a:xfrm>
                <a:off x="1657782" y="3013980"/>
                <a:ext cx="20061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4">
                    <a:moveTo>
                      <a:pt x="3968" y="16144"/>
                    </a:moveTo>
                    <a:lnTo>
                      <a:pt x="0" y="9300"/>
                    </a:lnTo>
                    <a:lnTo>
                      <a:pt x="16118" y="0"/>
                    </a:lnTo>
                    <a:lnTo>
                      <a:pt x="20061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8" name="墙_V13_Lounge_FrenchLeaf-1R">
                <a:extLst>
                  <a:ext uri="{FF2B5EF4-FFF2-40B4-BE49-F238E27FC236}">
                    <a16:creationId xmlns:a16="http://schemas.microsoft.com/office/drawing/2014/main" id="{F6C98DD5-D196-E3B9-1036-144F6DAE2FBD}"/>
                  </a:ext>
                </a:extLst>
              </p:cNvPr>
              <p:cNvSpPr/>
              <p:nvPr/>
            </p:nvSpPr>
            <p:spPr>
              <a:xfrm>
                <a:off x="1594428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2" y="16143"/>
                    </a:moveTo>
                    <a:lnTo>
                      <a:pt x="0" y="9299"/>
                    </a:lnTo>
                    <a:lnTo>
                      <a:pt x="16092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9" name="墙_V13_Lounge_FrenchLeaf1L">
                <a:extLst>
                  <a:ext uri="{FF2B5EF4-FFF2-40B4-BE49-F238E27FC236}">
                    <a16:creationId xmlns:a16="http://schemas.microsoft.com/office/drawing/2014/main" id="{88C4E636-14A6-A75C-D3EC-E33CE2AE05E5}"/>
                  </a:ext>
                </a:extLst>
              </p:cNvPr>
              <p:cNvSpPr/>
              <p:nvPr/>
            </p:nvSpPr>
            <p:spPr>
              <a:xfrm>
                <a:off x="1454824" y="2904201"/>
                <a:ext cx="20061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3">
                    <a:moveTo>
                      <a:pt x="20061" y="9299"/>
                    </a:moveTo>
                    <a:lnTo>
                      <a:pt x="16118" y="16143"/>
                    </a:lnTo>
                    <a:lnTo>
                      <a:pt x="0" y="6844"/>
                    </a:lnTo>
                    <a:lnTo>
                      <a:pt x="396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0" name="墙_V13_Lounge_FrenchLeaf1R">
                <a:extLst>
                  <a:ext uri="{FF2B5EF4-FFF2-40B4-BE49-F238E27FC236}">
                    <a16:creationId xmlns:a16="http://schemas.microsoft.com/office/drawing/2014/main" id="{E799A0DD-72F0-E36E-9E4D-2A9468251C5D}"/>
                  </a:ext>
                </a:extLst>
              </p:cNvPr>
              <p:cNvSpPr/>
              <p:nvPr/>
            </p:nvSpPr>
            <p:spPr>
              <a:xfrm>
                <a:off x="1391470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1" name="墙_V13_Lounge_OuterL">
                <a:extLst>
                  <a:ext uri="{FF2B5EF4-FFF2-40B4-BE49-F238E27FC236}">
                    <a16:creationId xmlns:a16="http://schemas.microsoft.com/office/drawing/2014/main" id="{0507861C-46B0-23CD-F158-845AFB11AB90}"/>
                  </a:ext>
                </a:extLst>
              </p:cNvPr>
              <p:cNvSpPr/>
              <p:nvPr/>
            </p:nvSpPr>
            <p:spPr>
              <a:xfrm>
                <a:off x="1669808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2" name="墙_V13_Lounge_OuterR">
                <a:extLst>
                  <a:ext uri="{FF2B5EF4-FFF2-40B4-BE49-F238E27FC236}">
                    <a16:creationId xmlns:a16="http://schemas.microsoft.com/office/drawing/2014/main" id="{A287E7AA-2A38-D858-4517-75260AED1527}"/>
                  </a:ext>
                </a:extLst>
              </p:cNvPr>
              <p:cNvSpPr/>
              <p:nvPr/>
            </p:nvSpPr>
            <p:spPr>
              <a:xfrm>
                <a:off x="1385023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3" name="墙_V13_Utility_FrenchLeaf-1L">
                <a:extLst>
                  <a:ext uri="{FF2B5EF4-FFF2-40B4-BE49-F238E27FC236}">
                    <a16:creationId xmlns:a16="http://schemas.microsoft.com/office/drawing/2014/main" id="{2A51B9EB-386C-9EB8-A25A-B6B17A35B6D5}"/>
                  </a:ext>
                </a:extLst>
              </p:cNvPr>
              <p:cNvSpPr/>
              <p:nvPr/>
            </p:nvSpPr>
            <p:spPr>
              <a:xfrm>
                <a:off x="872979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3967" y="16144"/>
                    </a:moveTo>
                    <a:lnTo>
                      <a:pt x="0" y="9300"/>
                    </a:lnTo>
                    <a:lnTo>
                      <a:pt x="16117" y="0"/>
                    </a:lnTo>
                    <a:lnTo>
                      <a:pt x="20060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4" name="墙_V13_Utility_FrenchLeaf-1R">
                <a:extLst>
                  <a:ext uri="{FF2B5EF4-FFF2-40B4-BE49-F238E27FC236}">
                    <a16:creationId xmlns:a16="http://schemas.microsoft.com/office/drawing/2014/main" id="{8ED825F5-6315-BE09-F1DD-E74160CCAE36}"/>
                  </a:ext>
                </a:extLst>
              </p:cNvPr>
              <p:cNvSpPr/>
              <p:nvPr/>
            </p:nvSpPr>
            <p:spPr>
              <a:xfrm>
                <a:off x="809624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3" y="16143"/>
                    </a:moveTo>
                    <a:lnTo>
                      <a:pt x="0" y="9299"/>
                    </a:lnTo>
                    <a:lnTo>
                      <a:pt x="16093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5" name="墙_V13_Utility_FrenchLeaf1L">
                <a:extLst>
                  <a:ext uri="{FF2B5EF4-FFF2-40B4-BE49-F238E27FC236}">
                    <a16:creationId xmlns:a16="http://schemas.microsoft.com/office/drawing/2014/main" id="{0B664272-1A8A-8D0E-88E2-94A497516B50}"/>
                  </a:ext>
                </a:extLst>
              </p:cNvPr>
              <p:cNvSpPr/>
              <p:nvPr/>
            </p:nvSpPr>
            <p:spPr>
              <a:xfrm>
                <a:off x="670021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20060" y="9299"/>
                    </a:moveTo>
                    <a:lnTo>
                      <a:pt x="16117" y="16143"/>
                    </a:lnTo>
                    <a:lnTo>
                      <a:pt x="0" y="6844"/>
                    </a:lnTo>
                    <a:lnTo>
                      <a:pt x="396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6" name="墙_V13_Utility_FrenchLeaf1R">
                <a:extLst>
                  <a:ext uri="{FF2B5EF4-FFF2-40B4-BE49-F238E27FC236}">
                    <a16:creationId xmlns:a16="http://schemas.microsoft.com/office/drawing/2014/main" id="{FAC57386-327F-B5ED-3587-50EF8F7A07AE}"/>
                  </a:ext>
                </a:extLst>
              </p:cNvPr>
              <p:cNvSpPr/>
              <p:nvPr/>
            </p:nvSpPr>
            <p:spPr>
              <a:xfrm>
                <a:off x="606666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7" name="墙_V13_Utility_OuterL">
                <a:extLst>
                  <a:ext uri="{FF2B5EF4-FFF2-40B4-BE49-F238E27FC236}">
                    <a16:creationId xmlns:a16="http://schemas.microsoft.com/office/drawing/2014/main" id="{0B649432-5537-E3D2-17BB-EF8EA50D5262}"/>
                  </a:ext>
                </a:extLst>
              </p:cNvPr>
              <p:cNvSpPr/>
              <p:nvPr/>
            </p:nvSpPr>
            <p:spPr>
              <a:xfrm>
                <a:off x="885005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8" name="墙_V13_Utility_OuterR">
                <a:extLst>
                  <a:ext uri="{FF2B5EF4-FFF2-40B4-BE49-F238E27FC236}">
                    <a16:creationId xmlns:a16="http://schemas.microsoft.com/office/drawing/2014/main" id="{6A4A3B62-B6CA-C773-03BD-A29B95E38C3A}"/>
                  </a:ext>
                </a:extLst>
              </p:cNvPr>
              <p:cNvSpPr/>
              <p:nvPr/>
            </p:nvSpPr>
            <p:spPr>
              <a:xfrm>
                <a:off x="601087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9" name="墙_V13_KitchenSide_FrenchLeaf-1L">
                <a:extLst>
                  <a:ext uri="{FF2B5EF4-FFF2-40B4-BE49-F238E27FC236}">
                    <a16:creationId xmlns:a16="http://schemas.microsoft.com/office/drawing/2014/main" id="{51A42284-5489-8A1E-F3D9-C8E7522A44A1}"/>
                  </a:ext>
                </a:extLst>
              </p:cNvPr>
              <p:cNvSpPr/>
              <p:nvPr/>
            </p:nvSpPr>
            <p:spPr>
              <a:xfrm>
                <a:off x="1723393" y="2495510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18622" y="16119"/>
                    </a:moveTo>
                    <a:lnTo>
                      <a:pt x="9299" y="21500"/>
                    </a:lnTo>
                    <a:lnTo>
                      <a:pt x="0" y="5406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" name="墙_V13_KitchenSide_FrenchLeaf-1R">
                <a:extLst>
                  <a:ext uri="{FF2B5EF4-FFF2-40B4-BE49-F238E27FC236}">
                    <a16:creationId xmlns:a16="http://schemas.microsoft.com/office/drawing/2014/main" id="{03E9288A-5660-635F-A07D-E8D8BC6EA8B8}"/>
                  </a:ext>
                </a:extLst>
              </p:cNvPr>
              <p:cNvSpPr/>
              <p:nvPr/>
            </p:nvSpPr>
            <p:spPr>
              <a:xfrm>
                <a:off x="1573797" y="2581906"/>
                <a:ext cx="18622" cy="21474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74">
                    <a:moveTo>
                      <a:pt x="18622" y="16093"/>
                    </a:moveTo>
                    <a:lnTo>
                      <a:pt x="9299" y="21474"/>
                    </a:lnTo>
                    <a:lnTo>
                      <a:pt x="0" y="5381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1" name="墙_V13_KitchenSide_FrenchLeaf1L">
                <a:extLst>
                  <a:ext uri="{FF2B5EF4-FFF2-40B4-BE49-F238E27FC236}">
                    <a16:creationId xmlns:a16="http://schemas.microsoft.com/office/drawing/2014/main" id="{0D73072E-0227-51DB-8926-AD392C396696}"/>
                  </a:ext>
                </a:extLst>
              </p:cNvPr>
              <p:cNvSpPr/>
              <p:nvPr/>
            </p:nvSpPr>
            <p:spPr>
              <a:xfrm>
                <a:off x="1573797" y="2771806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500"/>
                    </a:lnTo>
                    <a:lnTo>
                      <a:pt x="0" y="160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2" name="墙_V13_KitchenSide_FrenchLeaf1R">
                <a:extLst>
                  <a:ext uri="{FF2B5EF4-FFF2-40B4-BE49-F238E27FC236}">
                    <a16:creationId xmlns:a16="http://schemas.microsoft.com/office/drawing/2014/main" id="{05ABA440-0D2B-BAE1-9C8A-65360A022679}"/>
                  </a:ext>
                </a:extLst>
              </p:cNvPr>
              <p:cNvSpPr/>
              <p:nvPr/>
            </p:nvSpPr>
            <p:spPr>
              <a:xfrm>
                <a:off x="1723393" y="2858177"/>
                <a:ext cx="18622" cy="21499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99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499"/>
                    </a:lnTo>
                    <a:lnTo>
                      <a:pt x="0" y="16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3" name="墙_V13_KitchenSide_OuterL">
                <a:extLst>
                  <a:ext uri="{FF2B5EF4-FFF2-40B4-BE49-F238E27FC236}">
                    <a16:creationId xmlns:a16="http://schemas.microsoft.com/office/drawing/2014/main" id="{6E655BA2-A2A6-5CD5-093A-8E82505F6C44}"/>
                  </a:ext>
                </a:extLst>
              </p:cNvPr>
              <p:cNvSpPr/>
              <p:nvPr/>
            </p:nvSpPr>
            <p:spPr>
              <a:xfrm>
                <a:off x="1736039" y="2484128"/>
                <a:ext cx="19937" cy="19442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2">
                    <a:moveTo>
                      <a:pt x="19937" y="0"/>
                    </a:moveTo>
                    <a:lnTo>
                      <a:pt x="19937" y="19442"/>
                    </a:lnTo>
                    <a:lnTo>
                      <a:pt x="0" y="194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4" name="墙_V13_KitchenSide_OuterR">
                <a:extLst>
                  <a:ext uri="{FF2B5EF4-FFF2-40B4-BE49-F238E27FC236}">
                    <a16:creationId xmlns:a16="http://schemas.microsoft.com/office/drawing/2014/main" id="{08ECE110-4EB1-83F0-4A9D-E1005F0830B1}"/>
                  </a:ext>
                </a:extLst>
              </p:cNvPr>
              <p:cNvSpPr/>
              <p:nvPr/>
            </p:nvSpPr>
            <p:spPr>
              <a:xfrm>
                <a:off x="1736039" y="2871617"/>
                <a:ext cx="19937" cy="19441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1">
                    <a:moveTo>
                      <a:pt x="19937" y="0"/>
                    </a:moveTo>
                    <a:lnTo>
                      <a:pt x="19937" y="19441"/>
                    </a:lnTo>
                    <a:lnTo>
                      <a:pt x="0" y="194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5" name="墙_SP_OuterFrame">
                <a:extLst>
                  <a:ext uri="{FF2B5EF4-FFF2-40B4-BE49-F238E27FC236}">
                    <a16:creationId xmlns:a16="http://schemas.microsoft.com/office/drawing/2014/main" id="{388245DE-1398-003B-5F84-DF28D231BB85}"/>
                  </a:ext>
                </a:extLst>
              </p:cNvPr>
              <p:cNvSpPr/>
              <p:nvPr/>
            </p:nvSpPr>
            <p:spPr>
              <a:xfrm>
                <a:off x="489380" y="3025536"/>
                <a:ext cx="520722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520722" h="18598">
                    <a:moveTo>
                      <a:pt x="111484" y="99"/>
                    </a:moveTo>
                    <a:lnTo>
                      <a:pt x="111211" y="0"/>
                    </a:lnTo>
                    <a:lnTo>
                      <a:pt x="99309" y="0"/>
                    </a:lnTo>
                    <a:lnTo>
                      <a:pt x="98962" y="75"/>
                    </a:lnTo>
                    <a:lnTo>
                      <a:pt x="98639" y="223"/>
                    </a:lnTo>
                    <a:lnTo>
                      <a:pt x="95267" y="2753"/>
                    </a:lnTo>
                    <a:lnTo>
                      <a:pt x="95069" y="3025"/>
                    </a:lnTo>
                    <a:lnTo>
                      <a:pt x="94970" y="3348"/>
                    </a:lnTo>
                    <a:lnTo>
                      <a:pt x="94970" y="4588"/>
                    </a:lnTo>
                    <a:lnTo>
                      <a:pt x="95069" y="4860"/>
                    </a:lnTo>
                    <a:lnTo>
                      <a:pt x="95341" y="4960"/>
                    </a:lnTo>
                    <a:lnTo>
                      <a:pt x="97573" y="4960"/>
                    </a:lnTo>
                    <a:lnTo>
                      <a:pt x="97846" y="5059"/>
                    </a:lnTo>
                    <a:lnTo>
                      <a:pt x="97945" y="5332"/>
                    </a:lnTo>
                    <a:lnTo>
                      <a:pt x="97945" y="18226"/>
                    </a:lnTo>
                    <a:lnTo>
                      <a:pt x="98044" y="18499"/>
                    </a:lnTo>
                    <a:lnTo>
                      <a:pt x="98317" y="18598"/>
                    </a:lnTo>
                    <a:lnTo>
                      <a:pt x="111211" y="18598"/>
                    </a:lnTo>
                    <a:lnTo>
                      <a:pt x="111484" y="18499"/>
                    </a:lnTo>
                    <a:lnTo>
                      <a:pt x="111583" y="18226"/>
                    </a:lnTo>
                    <a:lnTo>
                      <a:pt x="111583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274" y="0"/>
                    </a:lnTo>
                    <a:lnTo>
                      <a:pt x="12621" y="75"/>
                    </a:lnTo>
                    <a:lnTo>
                      <a:pt x="12943" y="223"/>
                    </a:lnTo>
                    <a:lnTo>
                      <a:pt x="16316" y="2753"/>
                    </a:lnTo>
                    <a:lnTo>
                      <a:pt x="16514" y="3025"/>
                    </a:lnTo>
                    <a:lnTo>
                      <a:pt x="16613" y="3348"/>
                    </a:lnTo>
                    <a:lnTo>
                      <a:pt x="16613" y="4588"/>
                    </a:lnTo>
                    <a:lnTo>
                      <a:pt x="16514" y="4860"/>
                    </a:lnTo>
                    <a:lnTo>
                      <a:pt x="16241" y="4960"/>
                    </a:lnTo>
                    <a:lnTo>
                      <a:pt x="14010" y="4960"/>
                    </a:lnTo>
                    <a:lnTo>
                      <a:pt x="13737" y="5059"/>
                    </a:lnTo>
                    <a:lnTo>
                      <a:pt x="13638" y="5332"/>
                    </a:lnTo>
                    <a:lnTo>
                      <a:pt x="13638" y="18226"/>
                    </a:lnTo>
                    <a:lnTo>
                      <a:pt x="13538" y="18499"/>
                    </a:lnTo>
                    <a:lnTo>
                      <a:pt x="13266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close/>
                    <a:moveTo>
                      <a:pt x="520623" y="99"/>
                    </a:moveTo>
                    <a:lnTo>
                      <a:pt x="520350" y="0"/>
                    </a:lnTo>
                    <a:lnTo>
                      <a:pt x="508448" y="0"/>
                    </a:lnTo>
                    <a:lnTo>
                      <a:pt x="508101" y="75"/>
                    </a:lnTo>
                    <a:lnTo>
                      <a:pt x="507779" y="223"/>
                    </a:lnTo>
                    <a:lnTo>
                      <a:pt x="504406" y="2753"/>
                    </a:lnTo>
                    <a:lnTo>
                      <a:pt x="504208" y="3025"/>
                    </a:lnTo>
                    <a:lnTo>
                      <a:pt x="504109" y="3348"/>
                    </a:lnTo>
                    <a:lnTo>
                      <a:pt x="504109" y="4588"/>
                    </a:lnTo>
                    <a:lnTo>
                      <a:pt x="504208" y="4860"/>
                    </a:lnTo>
                    <a:lnTo>
                      <a:pt x="504481" y="4960"/>
                    </a:lnTo>
                    <a:lnTo>
                      <a:pt x="506712" y="4960"/>
                    </a:lnTo>
                    <a:lnTo>
                      <a:pt x="506985" y="5059"/>
                    </a:lnTo>
                    <a:lnTo>
                      <a:pt x="507084" y="5332"/>
                    </a:lnTo>
                    <a:lnTo>
                      <a:pt x="507084" y="18226"/>
                    </a:lnTo>
                    <a:lnTo>
                      <a:pt x="507184" y="18499"/>
                    </a:lnTo>
                    <a:lnTo>
                      <a:pt x="507456" y="18598"/>
                    </a:lnTo>
                    <a:lnTo>
                      <a:pt x="520350" y="18598"/>
                    </a:lnTo>
                    <a:lnTo>
                      <a:pt x="520623" y="18499"/>
                    </a:lnTo>
                    <a:lnTo>
                      <a:pt x="520722" y="18226"/>
                    </a:lnTo>
                    <a:lnTo>
                      <a:pt x="520722" y="372"/>
                    </a:lnTo>
                    <a:close/>
                    <a:moveTo>
                      <a:pt x="409238" y="99"/>
                    </a:moveTo>
                    <a:lnTo>
                      <a:pt x="409511" y="0"/>
                    </a:lnTo>
                    <a:lnTo>
                      <a:pt x="421413" y="0"/>
                    </a:lnTo>
                    <a:lnTo>
                      <a:pt x="421760" y="75"/>
                    </a:lnTo>
                    <a:lnTo>
                      <a:pt x="422083" y="223"/>
                    </a:lnTo>
                    <a:lnTo>
                      <a:pt x="425455" y="2753"/>
                    </a:lnTo>
                    <a:lnTo>
                      <a:pt x="425653" y="3025"/>
                    </a:lnTo>
                    <a:lnTo>
                      <a:pt x="425752" y="3348"/>
                    </a:lnTo>
                    <a:lnTo>
                      <a:pt x="425752" y="4588"/>
                    </a:lnTo>
                    <a:lnTo>
                      <a:pt x="425653" y="4860"/>
                    </a:lnTo>
                    <a:lnTo>
                      <a:pt x="425381" y="4960"/>
                    </a:lnTo>
                    <a:lnTo>
                      <a:pt x="423149" y="4960"/>
                    </a:lnTo>
                    <a:lnTo>
                      <a:pt x="422876" y="5059"/>
                    </a:lnTo>
                    <a:lnTo>
                      <a:pt x="422777" y="5332"/>
                    </a:lnTo>
                    <a:lnTo>
                      <a:pt x="422777" y="18226"/>
                    </a:lnTo>
                    <a:lnTo>
                      <a:pt x="422678" y="18499"/>
                    </a:lnTo>
                    <a:lnTo>
                      <a:pt x="422405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6" name="墙_SP_Transom">
                <a:extLst>
                  <a:ext uri="{FF2B5EF4-FFF2-40B4-BE49-F238E27FC236}">
                    <a16:creationId xmlns:a16="http://schemas.microsoft.com/office/drawing/2014/main" id="{9877F1F9-4FD0-123E-5926-508A91A725D6}"/>
                  </a:ext>
                </a:extLst>
              </p:cNvPr>
              <p:cNvSpPr/>
              <p:nvPr/>
            </p:nvSpPr>
            <p:spPr>
              <a:xfrm>
                <a:off x="503018" y="3025536"/>
                <a:ext cx="493446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493446" h="18598">
                    <a:moveTo>
                      <a:pt x="84208" y="124"/>
                    </a:moveTo>
                    <a:lnTo>
                      <a:pt x="84307" y="372"/>
                    </a:lnTo>
                    <a:lnTo>
                      <a:pt x="84307" y="18226"/>
                    </a:lnTo>
                    <a:lnTo>
                      <a:pt x="84208" y="18499"/>
                    </a:lnTo>
                    <a:lnTo>
                      <a:pt x="83935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lnTo>
                      <a:pt x="99" y="124"/>
                    </a:lnTo>
                    <a:lnTo>
                      <a:pt x="372" y="0"/>
                    </a:lnTo>
                    <a:lnTo>
                      <a:pt x="83935" y="0"/>
                    </a:lnTo>
                    <a:close/>
                    <a:moveTo>
                      <a:pt x="493347" y="124"/>
                    </a:moveTo>
                    <a:lnTo>
                      <a:pt x="493446" y="372"/>
                    </a:lnTo>
                    <a:lnTo>
                      <a:pt x="493446" y="18226"/>
                    </a:lnTo>
                    <a:lnTo>
                      <a:pt x="493347" y="18499"/>
                    </a:lnTo>
                    <a:lnTo>
                      <a:pt x="493074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lnTo>
                      <a:pt x="409238" y="124"/>
                    </a:lnTo>
                    <a:lnTo>
                      <a:pt x="409511" y="0"/>
                    </a:lnTo>
                    <a:lnTo>
                      <a:pt x="49307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7" name="墙_V15_Fixed_Acoustic_Wall">
                <a:extLst>
                  <a:ext uri="{FF2B5EF4-FFF2-40B4-BE49-F238E27FC236}">
                    <a16:creationId xmlns:a16="http://schemas.microsoft.com/office/drawing/2014/main" id="{1D0B5870-81FA-F4C0-B868-FCCF678A737E}"/>
                  </a:ext>
                </a:extLst>
              </p:cNvPr>
              <p:cNvSpPr/>
              <p:nvPr/>
            </p:nvSpPr>
            <p:spPr>
              <a:xfrm>
                <a:off x="1317577" y="3083315"/>
                <a:ext cx="11406" cy="628522"/>
              </a:xfrm>
              <a:custGeom>
                <a:avLst/>
                <a:gdLst/>
                <a:ahLst/>
                <a:cxnLst/>
                <a:rect l="l" t="t" r="r" b="b"/>
                <a:pathLst>
                  <a:path w="11406" h="628522">
                    <a:moveTo>
                      <a:pt x="11356" y="49"/>
                    </a:moveTo>
                    <a:lnTo>
                      <a:pt x="11406" y="149"/>
                    </a:lnTo>
                    <a:lnTo>
                      <a:pt x="11406" y="5802"/>
                    </a:lnTo>
                    <a:lnTo>
                      <a:pt x="11356" y="5902"/>
                    </a:lnTo>
                    <a:lnTo>
                      <a:pt x="11257" y="5951"/>
                    </a:lnTo>
                    <a:lnTo>
                      <a:pt x="7091" y="5951"/>
                    </a:lnTo>
                    <a:lnTo>
                      <a:pt x="6992" y="5902"/>
                    </a:lnTo>
                    <a:lnTo>
                      <a:pt x="6943" y="5802"/>
                    </a:lnTo>
                    <a:lnTo>
                      <a:pt x="6943" y="149"/>
                    </a:lnTo>
                    <a:lnTo>
                      <a:pt x="6992" y="49"/>
                    </a:lnTo>
                    <a:lnTo>
                      <a:pt x="7091" y="0"/>
                    </a:lnTo>
                    <a:lnTo>
                      <a:pt x="11257" y="0"/>
                    </a:lnTo>
                    <a:close/>
                    <a:moveTo>
                      <a:pt x="11356" y="8977"/>
                    </a:moveTo>
                    <a:lnTo>
                      <a:pt x="11406" y="9076"/>
                    </a:lnTo>
                    <a:lnTo>
                      <a:pt x="11406" y="15721"/>
                    </a:lnTo>
                    <a:lnTo>
                      <a:pt x="11356" y="15821"/>
                    </a:lnTo>
                    <a:lnTo>
                      <a:pt x="11257" y="15870"/>
                    </a:lnTo>
                    <a:lnTo>
                      <a:pt x="7091" y="15870"/>
                    </a:lnTo>
                    <a:lnTo>
                      <a:pt x="6992" y="15821"/>
                    </a:lnTo>
                    <a:lnTo>
                      <a:pt x="6943" y="15721"/>
                    </a:lnTo>
                    <a:lnTo>
                      <a:pt x="6943" y="9076"/>
                    </a:lnTo>
                    <a:lnTo>
                      <a:pt x="6992" y="8977"/>
                    </a:lnTo>
                    <a:lnTo>
                      <a:pt x="7091" y="8927"/>
                    </a:lnTo>
                    <a:lnTo>
                      <a:pt x="11257" y="8927"/>
                    </a:lnTo>
                    <a:close/>
                    <a:moveTo>
                      <a:pt x="11356" y="18896"/>
                    </a:moveTo>
                    <a:lnTo>
                      <a:pt x="11406" y="18995"/>
                    </a:lnTo>
                    <a:lnTo>
                      <a:pt x="11406" y="25641"/>
                    </a:lnTo>
                    <a:lnTo>
                      <a:pt x="11356" y="25740"/>
                    </a:lnTo>
                    <a:lnTo>
                      <a:pt x="11257" y="25789"/>
                    </a:lnTo>
                    <a:lnTo>
                      <a:pt x="7091" y="25789"/>
                    </a:lnTo>
                    <a:lnTo>
                      <a:pt x="6992" y="25740"/>
                    </a:lnTo>
                    <a:lnTo>
                      <a:pt x="6943" y="25641"/>
                    </a:lnTo>
                    <a:lnTo>
                      <a:pt x="6943" y="18995"/>
                    </a:lnTo>
                    <a:lnTo>
                      <a:pt x="6992" y="18896"/>
                    </a:lnTo>
                    <a:lnTo>
                      <a:pt x="7091" y="18846"/>
                    </a:lnTo>
                    <a:lnTo>
                      <a:pt x="11257" y="18846"/>
                    </a:lnTo>
                    <a:close/>
                    <a:moveTo>
                      <a:pt x="11356" y="28815"/>
                    </a:moveTo>
                    <a:lnTo>
                      <a:pt x="11406" y="28914"/>
                    </a:lnTo>
                    <a:lnTo>
                      <a:pt x="11406" y="35560"/>
                    </a:lnTo>
                    <a:lnTo>
                      <a:pt x="11356" y="35659"/>
                    </a:lnTo>
                    <a:lnTo>
                      <a:pt x="11257" y="35708"/>
                    </a:lnTo>
                    <a:lnTo>
                      <a:pt x="7091" y="35708"/>
                    </a:lnTo>
                    <a:lnTo>
                      <a:pt x="6992" y="35659"/>
                    </a:lnTo>
                    <a:lnTo>
                      <a:pt x="6943" y="35560"/>
                    </a:lnTo>
                    <a:lnTo>
                      <a:pt x="6943" y="28914"/>
                    </a:lnTo>
                    <a:lnTo>
                      <a:pt x="6992" y="28815"/>
                    </a:lnTo>
                    <a:lnTo>
                      <a:pt x="7091" y="28765"/>
                    </a:lnTo>
                    <a:lnTo>
                      <a:pt x="11257" y="28765"/>
                    </a:lnTo>
                    <a:close/>
                    <a:moveTo>
                      <a:pt x="11356" y="38734"/>
                    </a:moveTo>
                    <a:lnTo>
                      <a:pt x="11406" y="38833"/>
                    </a:lnTo>
                    <a:lnTo>
                      <a:pt x="11406" y="45479"/>
                    </a:lnTo>
                    <a:lnTo>
                      <a:pt x="11356" y="45578"/>
                    </a:lnTo>
                    <a:lnTo>
                      <a:pt x="11257" y="45627"/>
                    </a:lnTo>
                    <a:lnTo>
                      <a:pt x="7091" y="45627"/>
                    </a:lnTo>
                    <a:lnTo>
                      <a:pt x="6992" y="45578"/>
                    </a:lnTo>
                    <a:lnTo>
                      <a:pt x="6943" y="45479"/>
                    </a:lnTo>
                    <a:lnTo>
                      <a:pt x="6943" y="38833"/>
                    </a:lnTo>
                    <a:lnTo>
                      <a:pt x="6992" y="38734"/>
                    </a:lnTo>
                    <a:lnTo>
                      <a:pt x="7091" y="38684"/>
                    </a:lnTo>
                    <a:lnTo>
                      <a:pt x="11257" y="38684"/>
                    </a:lnTo>
                    <a:close/>
                    <a:moveTo>
                      <a:pt x="11356" y="48653"/>
                    </a:moveTo>
                    <a:lnTo>
                      <a:pt x="11406" y="48752"/>
                    </a:lnTo>
                    <a:lnTo>
                      <a:pt x="11406" y="55398"/>
                    </a:lnTo>
                    <a:lnTo>
                      <a:pt x="11356" y="55497"/>
                    </a:lnTo>
                    <a:lnTo>
                      <a:pt x="11257" y="55547"/>
                    </a:lnTo>
                    <a:lnTo>
                      <a:pt x="7091" y="55547"/>
                    </a:lnTo>
                    <a:lnTo>
                      <a:pt x="6992" y="55497"/>
                    </a:lnTo>
                    <a:lnTo>
                      <a:pt x="6943" y="55398"/>
                    </a:lnTo>
                    <a:lnTo>
                      <a:pt x="6943" y="48752"/>
                    </a:lnTo>
                    <a:lnTo>
                      <a:pt x="6992" y="48653"/>
                    </a:lnTo>
                    <a:lnTo>
                      <a:pt x="7091" y="48603"/>
                    </a:lnTo>
                    <a:lnTo>
                      <a:pt x="11257" y="48603"/>
                    </a:lnTo>
                    <a:close/>
                    <a:moveTo>
                      <a:pt x="11356" y="58572"/>
                    </a:moveTo>
                    <a:lnTo>
                      <a:pt x="11406" y="58671"/>
                    </a:lnTo>
                    <a:lnTo>
                      <a:pt x="11406" y="65317"/>
                    </a:lnTo>
                    <a:lnTo>
                      <a:pt x="11356" y="65416"/>
                    </a:lnTo>
                    <a:lnTo>
                      <a:pt x="11257" y="65466"/>
                    </a:lnTo>
                    <a:lnTo>
                      <a:pt x="7091" y="65466"/>
                    </a:lnTo>
                    <a:lnTo>
                      <a:pt x="6992" y="65416"/>
                    </a:lnTo>
                    <a:lnTo>
                      <a:pt x="6943" y="65317"/>
                    </a:lnTo>
                    <a:lnTo>
                      <a:pt x="6943" y="58671"/>
                    </a:lnTo>
                    <a:lnTo>
                      <a:pt x="6992" y="58572"/>
                    </a:lnTo>
                    <a:lnTo>
                      <a:pt x="7091" y="58522"/>
                    </a:lnTo>
                    <a:lnTo>
                      <a:pt x="11257" y="58522"/>
                    </a:lnTo>
                    <a:close/>
                    <a:moveTo>
                      <a:pt x="11356" y="68491"/>
                    </a:moveTo>
                    <a:lnTo>
                      <a:pt x="11406" y="68590"/>
                    </a:lnTo>
                    <a:lnTo>
                      <a:pt x="11406" y="75236"/>
                    </a:lnTo>
                    <a:lnTo>
                      <a:pt x="11356" y="75335"/>
                    </a:lnTo>
                    <a:lnTo>
                      <a:pt x="11257" y="75385"/>
                    </a:lnTo>
                    <a:lnTo>
                      <a:pt x="7091" y="75385"/>
                    </a:lnTo>
                    <a:lnTo>
                      <a:pt x="6992" y="75335"/>
                    </a:lnTo>
                    <a:lnTo>
                      <a:pt x="6943" y="75236"/>
                    </a:lnTo>
                    <a:lnTo>
                      <a:pt x="6943" y="68590"/>
                    </a:lnTo>
                    <a:lnTo>
                      <a:pt x="6992" y="68491"/>
                    </a:lnTo>
                    <a:lnTo>
                      <a:pt x="7091" y="68441"/>
                    </a:lnTo>
                    <a:lnTo>
                      <a:pt x="11257" y="68441"/>
                    </a:lnTo>
                    <a:close/>
                    <a:moveTo>
                      <a:pt x="11356" y="78410"/>
                    </a:moveTo>
                    <a:lnTo>
                      <a:pt x="11406" y="78509"/>
                    </a:lnTo>
                    <a:lnTo>
                      <a:pt x="11406" y="85155"/>
                    </a:lnTo>
                    <a:lnTo>
                      <a:pt x="11356" y="85254"/>
                    </a:lnTo>
                    <a:lnTo>
                      <a:pt x="11257" y="85304"/>
                    </a:lnTo>
                    <a:lnTo>
                      <a:pt x="7091" y="85304"/>
                    </a:lnTo>
                    <a:lnTo>
                      <a:pt x="6992" y="85254"/>
                    </a:lnTo>
                    <a:lnTo>
                      <a:pt x="6943" y="85155"/>
                    </a:lnTo>
                    <a:lnTo>
                      <a:pt x="6943" y="78509"/>
                    </a:lnTo>
                    <a:lnTo>
                      <a:pt x="6992" y="78410"/>
                    </a:lnTo>
                    <a:lnTo>
                      <a:pt x="7091" y="78360"/>
                    </a:lnTo>
                    <a:lnTo>
                      <a:pt x="11257" y="78360"/>
                    </a:lnTo>
                    <a:close/>
                    <a:moveTo>
                      <a:pt x="11356" y="88329"/>
                    </a:moveTo>
                    <a:lnTo>
                      <a:pt x="11406" y="88428"/>
                    </a:lnTo>
                    <a:lnTo>
                      <a:pt x="11406" y="95074"/>
                    </a:lnTo>
                    <a:lnTo>
                      <a:pt x="11356" y="95173"/>
                    </a:lnTo>
                    <a:lnTo>
                      <a:pt x="11257" y="95223"/>
                    </a:lnTo>
                    <a:lnTo>
                      <a:pt x="7091" y="95223"/>
                    </a:lnTo>
                    <a:lnTo>
                      <a:pt x="6992" y="95173"/>
                    </a:lnTo>
                    <a:lnTo>
                      <a:pt x="6943" y="95074"/>
                    </a:lnTo>
                    <a:lnTo>
                      <a:pt x="6943" y="88428"/>
                    </a:lnTo>
                    <a:lnTo>
                      <a:pt x="6992" y="88329"/>
                    </a:lnTo>
                    <a:lnTo>
                      <a:pt x="7091" y="88280"/>
                    </a:lnTo>
                    <a:lnTo>
                      <a:pt x="11257" y="88280"/>
                    </a:lnTo>
                    <a:close/>
                    <a:moveTo>
                      <a:pt x="11356" y="98248"/>
                    </a:moveTo>
                    <a:lnTo>
                      <a:pt x="11406" y="98347"/>
                    </a:lnTo>
                    <a:lnTo>
                      <a:pt x="11406" y="104993"/>
                    </a:lnTo>
                    <a:lnTo>
                      <a:pt x="11356" y="105092"/>
                    </a:lnTo>
                    <a:lnTo>
                      <a:pt x="11257" y="105142"/>
                    </a:lnTo>
                    <a:lnTo>
                      <a:pt x="7091" y="105142"/>
                    </a:lnTo>
                    <a:lnTo>
                      <a:pt x="6992" y="105092"/>
                    </a:lnTo>
                    <a:lnTo>
                      <a:pt x="6943" y="104993"/>
                    </a:lnTo>
                    <a:lnTo>
                      <a:pt x="6943" y="98347"/>
                    </a:lnTo>
                    <a:lnTo>
                      <a:pt x="6992" y="98248"/>
                    </a:lnTo>
                    <a:lnTo>
                      <a:pt x="7091" y="98199"/>
                    </a:lnTo>
                    <a:lnTo>
                      <a:pt x="11257" y="98199"/>
                    </a:lnTo>
                    <a:close/>
                    <a:moveTo>
                      <a:pt x="11356" y="108167"/>
                    </a:moveTo>
                    <a:lnTo>
                      <a:pt x="11406" y="108266"/>
                    </a:lnTo>
                    <a:lnTo>
                      <a:pt x="11406" y="114912"/>
                    </a:lnTo>
                    <a:lnTo>
                      <a:pt x="11356" y="115011"/>
                    </a:lnTo>
                    <a:lnTo>
                      <a:pt x="11257" y="115061"/>
                    </a:lnTo>
                    <a:lnTo>
                      <a:pt x="7091" y="115061"/>
                    </a:lnTo>
                    <a:lnTo>
                      <a:pt x="6992" y="115011"/>
                    </a:lnTo>
                    <a:lnTo>
                      <a:pt x="6943" y="114912"/>
                    </a:lnTo>
                    <a:lnTo>
                      <a:pt x="6943" y="108266"/>
                    </a:lnTo>
                    <a:lnTo>
                      <a:pt x="6992" y="108167"/>
                    </a:lnTo>
                    <a:lnTo>
                      <a:pt x="7091" y="108118"/>
                    </a:lnTo>
                    <a:lnTo>
                      <a:pt x="11257" y="108118"/>
                    </a:lnTo>
                    <a:close/>
                    <a:moveTo>
                      <a:pt x="11356" y="118086"/>
                    </a:moveTo>
                    <a:lnTo>
                      <a:pt x="11406" y="118186"/>
                    </a:lnTo>
                    <a:lnTo>
                      <a:pt x="11406" y="124831"/>
                    </a:lnTo>
                    <a:lnTo>
                      <a:pt x="11356" y="124930"/>
                    </a:lnTo>
                    <a:lnTo>
                      <a:pt x="11257" y="124980"/>
                    </a:lnTo>
                    <a:lnTo>
                      <a:pt x="7091" y="124980"/>
                    </a:lnTo>
                    <a:lnTo>
                      <a:pt x="6992" y="124930"/>
                    </a:lnTo>
                    <a:lnTo>
                      <a:pt x="6943" y="124831"/>
                    </a:lnTo>
                    <a:lnTo>
                      <a:pt x="6943" y="118186"/>
                    </a:lnTo>
                    <a:lnTo>
                      <a:pt x="6992" y="118086"/>
                    </a:lnTo>
                    <a:lnTo>
                      <a:pt x="7091" y="118037"/>
                    </a:lnTo>
                    <a:lnTo>
                      <a:pt x="11257" y="118037"/>
                    </a:lnTo>
                    <a:close/>
                    <a:moveTo>
                      <a:pt x="11356" y="128005"/>
                    </a:moveTo>
                    <a:lnTo>
                      <a:pt x="11406" y="128105"/>
                    </a:lnTo>
                    <a:lnTo>
                      <a:pt x="11406" y="134750"/>
                    </a:lnTo>
                    <a:lnTo>
                      <a:pt x="11356" y="134850"/>
                    </a:lnTo>
                    <a:lnTo>
                      <a:pt x="11257" y="134899"/>
                    </a:lnTo>
                    <a:lnTo>
                      <a:pt x="7091" y="134899"/>
                    </a:lnTo>
                    <a:lnTo>
                      <a:pt x="6992" y="134850"/>
                    </a:lnTo>
                    <a:lnTo>
                      <a:pt x="6943" y="134750"/>
                    </a:lnTo>
                    <a:lnTo>
                      <a:pt x="6943" y="128105"/>
                    </a:lnTo>
                    <a:lnTo>
                      <a:pt x="6992" y="128005"/>
                    </a:lnTo>
                    <a:lnTo>
                      <a:pt x="7091" y="127956"/>
                    </a:lnTo>
                    <a:lnTo>
                      <a:pt x="11257" y="127956"/>
                    </a:lnTo>
                    <a:close/>
                    <a:moveTo>
                      <a:pt x="11356" y="137924"/>
                    </a:moveTo>
                    <a:lnTo>
                      <a:pt x="11406" y="138024"/>
                    </a:lnTo>
                    <a:lnTo>
                      <a:pt x="11406" y="144669"/>
                    </a:lnTo>
                    <a:lnTo>
                      <a:pt x="11356" y="144769"/>
                    </a:lnTo>
                    <a:lnTo>
                      <a:pt x="11257" y="144818"/>
                    </a:lnTo>
                    <a:lnTo>
                      <a:pt x="7091" y="144818"/>
                    </a:lnTo>
                    <a:lnTo>
                      <a:pt x="6992" y="144769"/>
                    </a:lnTo>
                    <a:lnTo>
                      <a:pt x="6943" y="144669"/>
                    </a:lnTo>
                    <a:lnTo>
                      <a:pt x="6943" y="138024"/>
                    </a:lnTo>
                    <a:lnTo>
                      <a:pt x="6992" y="137924"/>
                    </a:lnTo>
                    <a:lnTo>
                      <a:pt x="7091" y="137875"/>
                    </a:lnTo>
                    <a:lnTo>
                      <a:pt x="11257" y="137875"/>
                    </a:lnTo>
                    <a:close/>
                    <a:moveTo>
                      <a:pt x="11356" y="147844"/>
                    </a:moveTo>
                    <a:lnTo>
                      <a:pt x="11406" y="147943"/>
                    </a:lnTo>
                    <a:lnTo>
                      <a:pt x="11406" y="154589"/>
                    </a:lnTo>
                    <a:lnTo>
                      <a:pt x="11356" y="154688"/>
                    </a:lnTo>
                    <a:lnTo>
                      <a:pt x="11257" y="154737"/>
                    </a:lnTo>
                    <a:lnTo>
                      <a:pt x="7091" y="154737"/>
                    </a:lnTo>
                    <a:lnTo>
                      <a:pt x="6992" y="154688"/>
                    </a:lnTo>
                    <a:lnTo>
                      <a:pt x="6943" y="154589"/>
                    </a:lnTo>
                    <a:lnTo>
                      <a:pt x="6943" y="147943"/>
                    </a:lnTo>
                    <a:lnTo>
                      <a:pt x="6992" y="147844"/>
                    </a:lnTo>
                    <a:lnTo>
                      <a:pt x="7091" y="147794"/>
                    </a:lnTo>
                    <a:lnTo>
                      <a:pt x="11257" y="147794"/>
                    </a:lnTo>
                    <a:close/>
                    <a:moveTo>
                      <a:pt x="11356" y="157763"/>
                    </a:moveTo>
                    <a:lnTo>
                      <a:pt x="11406" y="157862"/>
                    </a:lnTo>
                    <a:lnTo>
                      <a:pt x="11406" y="164508"/>
                    </a:lnTo>
                    <a:lnTo>
                      <a:pt x="11356" y="164607"/>
                    </a:lnTo>
                    <a:lnTo>
                      <a:pt x="11257" y="164656"/>
                    </a:lnTo>
                    <a:lnTo>
                      <a:pt x="7091" y="164656"/>
                    </a:lnTo>
                    <a:lnTo>
                      <a:pt x="6992" y="164607"/>
                    </a:lnTo>
                    <a:lnTo>
                      <a:pt x="6943" y="164508"/>
                    </a:lnTo>
                    <a:lnTo>
                      <a:pt x="6943" y="157862"/>
                    </a:lnTo>
                    <a:lnTo>
                      <a:pt x="6992" y="157763"/>
                    </a:lnTo>
                    <a:lnTo>
                      <a:pt x="7091" y="157713"/>
                    </a:lnTo>
                    <a:lnTo>
                      <a:pt x="11257" y="157713"/>
                    </a:lnTo>
                    <a:close/>
                    <a:moveTo>
                      <a:pt x="11356" y="168351"/>
                    </a:moveTo>
                    <a:lnTo>
                      <a:pt x="11406" y="168450"/>
                    </a:lnTo>
                    <a:lnTo>
                      <a:pt x="11406" y="174427"/>
                    </a:lnTo>
                    <a:lnTo>
                      <a:pt x="11356" y="174526"/>
                    </a:lnTo>
                    <a:lnTo>
                      <a:pt x="11257" y="174575"/>
                    </a:lnTo>
                    <a:lnTo>
                      <a:pt x="7091" y="174575"/>
                    </a:lnTo>
                    <a:lnTo>
                      <a:pt x="6992" y="174526"/>
                    </a:lnTo>
                    <a:lnTo>
                      <a:pt x="6943" y="174427"/>
                    </a:lnTo>
                    <a:lnTo>
                      <a:pt x="6943" y="168450"/>
                    </a:lnTo>
                    <a:lnTo>
                      <a:pt x="6992" y="168351"/>
                    </a:lnTo>
                    <a:lnTo>
                      <a:pt x="7091" y="168302"/>
                    </a:lnTo>
                    <a:lnTo>
                      <a:pt x="11257" y="168302"/>
                    </a:lnTo>
                    <a:close/>
                    <a:moveTo>
                      <a:pt x="11356" y="167682"/>
                    </a:moveTo>
                    <a:lnTo>
                      <a:pt x="11406" y="167781"/>
                    </a:lnTo>
                    <a:lnTo>
                      <a:pt x="11406" y="168153"/>
                    </a:lnTo>
                    <a:lnTo>
                      <a:pt x="11356" y="168252"/>
                    </a:lnTo>
                    <a:lnTo>
                      <a:pt x="11257" y="168302"/>
                    </a:lnTo>
                    <a:lnTo>
                      <a:pt x="7091" y="168302"/>
                    </a:lnTo>
                    <a:lnTo>
                      <a:pt x="6992" y="168252"/>
                    </a:lnTo>
                    <a:lnTo>
                      <a:pt x="6943" y="168153"/>
                    </a:lnTo>
                    <a:lnTo>
                      <a:pt x="6943" y="167781"/>
                    </a:lnTo>
                    <a:lnTo>
                      <a:pt x="6992" y="167682"/>
                    </a:lnTo>
                    <a:lnTo>
                      <a:pt x="7091" y="167632"/>
                    </a:lnTo>
                    <a:lnTo>
                      <a:pt x="11257" y="167632"/>
                    </a:lnTo>
                    <a:close/>
                    <a:moveTo>
                      <a:pt x="11356" y="177601"/>
                    </a:moveTo>
                    <a:lnTo>
                      <a:pt x="11406" y="177700"/>
                    </a:lnTo>
                    <a:lnTo>
                      <a:pt x="11406" y="184346"/>
                    </a:lnTo>
                    <a:lnTo>
                      <a:pt x="11356" y="184445"/>
                    </a:lnTo>
                    <a:lnTo>
                      <a:pt x="11257" y="184495"/>
                    </a:lnTo>
                    <a:lnTo>
                      <a:pt x="7091" y="184495"/>
                    </a:lnTo>
                    <a:lnTo>
                      <a:pt x="6992" y="184445"/>
                    </a:lnTo>
                    <a:lnTo>
                      <a:pt x="6943" y="184346"/>
                    </a:lnTo>
                    <a:lnTo>
                      <a:pt x="6943" y="177700"/>
                    </a:lnTo>
                    <a:lnTo>
                      <a:pt x="6992" y="177601"/>
                    </a:lnTo>
                    <a:lnTo>
                      <a:pt x="7091" y="177551"/>
                    </a:lnTo>
                    <a:lnTo>
                      <a:pt x="11257" y="177551"/>
                    </a:lnTo>
                    <a:close/>
                    <a:moveTo>
                      <a:pt x="11356" y="187520"/>
                    </a:moveTo>
                    <a:lnTo>
                      <a:pt x="11406" y="187619"/>
                    </a:lnTo>
                    <a:lnTo>
                      <a:pt x="11406" y="194265"/>
                    </a:lnTo>
                    <a:lnTo>
                      <a:pt x="11356" y="194364"/>
                    </a:lnTo>
                    <a:lnTo>
                      <a:pt x="11257" y="194414"/>
                    </a:lnTo>
                    <a:lnTo>
                      <a:pt x="7091" y="194414"/>
                    </a:lnTo>
                    <a:lnTo>
                      <a:pt x="6992" y="194364"/>
                    </a:lnTo>
                    <a:lnTo>
                      <a:pt x="6943" y="194265"/>
                    </a:lnTo>
                    <a:lnTo>
                      <a:pt x="6943" y="187619"/>
                    </a:lnTo>
                    <a:lnTo>
                      <a:pt x="6992" y="187520"/>
                    </a:lnTo>
                    <a:lnTo>
                      <a:pt x="7091" y="187470"/>
                    </a:lnTo>
                    <a:lnTo>
                      <a:pt x="11257" y="187470"/>
                    </a:lnTo>
                    <a:close/>
                    <a:moveTo>
                      <a:pt x="11356" y="197439"/>
                    </a:moveTo>
                    <a:lnTo>
                      <a:pt x="11406" y="197538"/>
                    </a:lnTo>
                    <a:lnTo>
                      <a:pt x="11406" y="204184"/>
                    </a:lnTo>
                    <a:lnTo>
                      <a:pt x="11356" y="204283"/>
                    </a:lnTo>
                    <a:lnTo>
                      <a:pt x="11257" y="204333"/>
                    </a:lnTo>
                    <a:lnTo>
                      <a:pt x="7091" y="204333"/>
                    </a:lnTo>
                    <a:lnTo>
                      <a:pt x="6992" y="204283"/>
                    </a:lnTo>
                    <a:lnTo>
                      <a:pt x="6943" y="204184"/>
                    </a:lnTo>
                    <a:lnTo>
                      <a:pt x="6943" y="197538"/>
                    </a:lnTo>
                    <a:lnTo>
                      <a:pt x="6992" y="197439"/>
                    </a:lnTo>
                    <a:lnTo>
                      <a:pt x="7091" y="197389"/>
                    </a:lnTo>
                    <a:lnTo>
                      <a:pt x="11257" y="197389"/>
                    </a:lnTo>
                    <a:close/>
                    <a:moveTo>
                      <a:pt x="11356" y="207358"/>
                    </a:moveTo>
                    <a:lnTo>
                      <a:pt x="11406" y="207457"/>
                    </a:lnTo>
                    <a:lnTo>
                      <a:pt x="11406" y="214103"/>
                    </a:lnTo>
                    <a:lnTo>
                      <a:pt x="11356" y="214202"/>
                    </a:lnTo>
                    <a:lnTo>
                      <a:pt x="11257" y="214252"/>
                    </a:lnTo>
                    <a:lnTo>
                      <a:pt x="7091" y="214252"/>
                    </a:lnTo>
                    <a:lnTo>
                      <a:pt x="6992" y="214202"/>
                    </a:lnTo>
                    <a:lnTo>
                      <a:pt x="6943" y="214103"/>
                    </a:lnTo>
                    <a:lnTo>
                      <a:pt x="6943" y="207457"/>
                    </a:lnTo>
                    <a:lnTo>
                      <a:pt x="6992" y="207358"/>
                    </a:lnTo>
                    <a:lnTo>
                      <a:pt x="7091" y="207308"/>
                    </a:lnTo>
                    <a:lnTo>
                      <a:pt x="11257" y="207308"/>
                    </a:lnTo>
                    <a:close/>
                    <a:moveTo>
                      <a:pt x="11356" y="217277"/>
                    </a:moveTo>
                    <a:lnTo>
                      <a:pt x="11406" y="217376"/>
                    </a:lnTo>
                    <a:lnTo>
                      <a:pt x="11406" y="224022"/>
                    </a:lnTo>
                    <a:lnTo>
                      <a:pt x="11356" y="224121"/>
                    </a:lnTo>
                    <a:lnTo>
                      <a:pt x="11257" y="224171"/>
                    </a:lnTo>
                    <a:lnTo>
                      <a:pt x="7091" y="224171"/>
                    </a:lnTo>
                    <a:lnTo>
                      <a:pt x="6992" y="224121"/>
                    </a:lnTo>
                    <a:lnTo>
                      <a:pt x="6943" y="224022"/>
                    </a:lnTo>
                    <a:lnTo>
                      <a:pt x="6943" y="217376"/>
                    </a:lnTo>
                    <a:lnTo>
                      <a:pt x="6992" y="217277"/>
                    </a:lnTo>
                    <a:lnTo>
                      <a:pt x="7091" y="217227"/>
                    </a:lnTo>
                    <a:lnTo>
                      <a:pt x="11257" y="217227"/>
                    </a:lnTo>
                    <a:close/>
                    <a:moveTo>
                      <a:pt x="11356" y="227196"/>
                    </a:moveTo>
                    <a:lnTo>
                      <a:pt x="11406" y="227295"/>
                    </a:lnTo>
                    <a:lnTo>
                      <a:pt x="11406" y="233941"/>
                    </a:lnTo>
                    <a:lnTo>
                      <a:pt x="11356" y="234040"/>
                    </a:lnTo>
                    <a:lnTo>
                      <a:pt x="11257" y="234090"/>
                    </a:lnTo>
                    <a:lnTo>
                      <a:pt x="7091" y="234090"/>
                    </a:lnTo>
                    <a:lnTo>
                      <a:pt x="6992" y="234040"/>
                    </a:lnTo>
                    <a:lnTo>
                      <a:pt x="6943" y="233941"/>
                    </a:lnTo>
                    <a:lnTo>
                      <a:pt x="6943" y="227295"/>
                    </a:lnTo>
                    <a:lnTo>
                      <a:pt x="6992" y="227196"/>
                    </a:lnTo>
                    <a:lnTo>
                      <a:pt x="7091" y="227147"/>
                    </a:lnTo>
                    <a:lnTo>
                      <a:pt x="11257" y="227147"/>
                    </a:lnTo>
                    <a:close/>
                    <a:moveTo>
                      <a:pt x="11356" y="237115"/>
                    </a:moveTo>
                    <a:lnTo>
                      <a:pt x="11406" y="237214"/>
                    </a:lnTo>
                    <a:lnTo>
                      <a:pt x="11406" y="243860"/>
                    </a:lnTo>
                    <a:lnTo>
                      <a:pt x="11356" y="243959"/>
                    </a:lnTo>
                    <a:lnTo>
                      <a:pt x="11257" y="244009"/>
                    </a:lnTo>
                    <a:lnTo>
                      <a:pt x="7091" y="244009"/>
                    </a:lnTo>
                    <a:lnTo>
                      <a:pt x="6992" y="243959"/>
                    </a:lnTo>
                    <a:lnTo>
                      <a:pt x="6943" y="243860"/>
                    </a:lnTo>
                    <a:lnTo>
                      <a:pt x="6943" y="237214"/>
                    </a:lnTo>
                    <a:lnTo>
                      <a:pt x="6992" y="237115"/>
                    </a:lnTo>
                    <a:lnTo>
                      <a:pt x="7091" y="237066"/>
                    </a:lnTo>
                    <a:lnTo>
                      <a:pt x="11257" y="237066"/>
                    </a:lnTo>
                    <a:close/>
                    <a:moveTo>
                      <a:pt x="11356" y="247034"/>
                    </a:moveTo>
                    <a:lnTo>
                      <a:pt x="11406" y="247133"/>
                    </a:lnTo>
                    <a:lnTo>
                      <a:pt x="11406" y="253779"/>
                    </a:lnTo>
                    <a:lnTo>
                      <a:pt x="11356" y="253878"/>
                    </a:lnTo>
                    <a:lnTo>
                      <a:pt x="11257" y="253928"/>
                    </a:lnTo>
                    <a:lnTo>
                      <a:pt x="7091" y="253928"/>
                    </a:lnTo>
                    <a:lnTo>
                      <a:pt x="6992" y="253878"/>
                    </a:lnTo>
                    <a:lnTo>
                      <a:pt x="6943" y="253779"/>
                    </a:lnTo>
                    <a:lnTo>
                      <a:pt x="6943" y="247133"/>
                    </a:lnTo>
                    <a:lnTo>
                      <a:pt x="6992" y="247034"/>
                    </a:lnTo>
                    <a:lnTo>
                      <a:pt x="7091" y="246985"/>
                    </a:lnTo>
                    <a:lnTo>
                      <a:pt x="11257" y="246985"/>
                    </a:lnTo>
                    <a:close/>
                    <a:moveTo>
                      <a:pt x="11356" y="256953"/>
                    </a:moveTo>
                    <a:lnTo>
                      <a:pt x="11406" y="257053"/>
                    </a:lnTo>
                    <a:lnTo>
                      <a:pt x="11406" y="263698"/>
                    </a:lnTo>
                    <a:lnTo>
                      <a:pt x="11356" y="263798"/>
                    </a:lnTo>
                    <a:lnTo>
                      <a:pt x="11257" y="263847"/>
                    </a:lnTo>
                    <a:lnTo>
                      <a:pt x="7091" y="263847"/>
                    </a:lnTo>
                    <a:lnTo>
                      <a:pt x="6992" y="263798"/>
                    </a:lnTo>
                    <a:lnTo>
                      <a:pt x="6943" y="263698"/>
                    </a:lnTo>
                    <a:lnTo>
                      <a:pt x="6943" y="257053"/>
                    </a:lnTo>
                    <a:lnTo>
                      <a:pt x="6992" y="256953"/>
                    </a:lnTo>
                    <a:lnTo>
                      <a:pt x="7091" y="256904"/>
                    </a:lnTo>
                    <a:lnTo>
                      <a:pt x="11257" y="256904"/>
                    </a:lnTo>
                    <a:close/>
                    <a:moveTo>
                      <a:pt x="11356" y="266872"/>
                    </a:moveTo>
                    <a:lnTo>
                      <a:pt x="11406" y="266972"/>
                    </a:lnTo>
                    <a:lnTo>
                      <a:pt x="11406" y="273617"/>
                    </a:lnTo>
                    <a:lnTo>
                      <a:pt x="11356" y="273717"/>
                    </a:lnTo>
                    <a:lnTo>
                      <a:pt x="11257" y="273766"/>
                    </a:lnTo>
                    <a:lnTo>
                      <a:pt x="7091" y="273766"/>
                    </a:lnTo>
                    <a:lnTo>
                      <a:pt x="6992" y="273717"/>
                    </a:lnTo>
                    <a:lnTo>
                      <a:pt x="6943" y="273617"/>
                    </a:lnTo>
                    <a:lnTo>
                      <a:pt x="6943" y="266972"/>
                    </a:lnTo>
                    <a:lnTo>
                      <a:pt x="6992" y="266872"/>
                    </a:lnTo>
                    <a:lnTo>
                      <a:pt x="7091" y="266823"/>
                    </a:lnTo>
                    <a:lnTo>
                      <a:pt x="11257" y="266823"/>
                    </a:lnTo>
                    <a:close/>
                    <a:moveTo>
                      <a:pt x="11356" y="276792"/>
                    </a:moveTo>
                    <a:lnTo>
                      <a:pt x="11406" y="276891"/>
                    </a:lnTo>
                    <a:lnTo>
                      <a:pt x="11406" y="283536"/>
                    </a:lnTo>
                    <a:lnTo>
                      <a:pt x="11356" y="283636"/>
                    </a:lnTo>
                    <a:lnTo>
                      <a:pt x="11257" y="283685"/>
                    </a:lnTo>
                    <a:lnTo>
                      <a:pt x="7091" y="283685"/>
                    </a:lnTo>
                    <a:lnTo>
                      <a:pt x="6992" y="283636"/>
                    </a:lnTo>
                    <a:lnTo>
                      <a:pt x="6943" y="283536"/>
                    </a:lnTo>
                    <a:lnTo>
                      <a:pt x="6943" y="276891"/>
                    </a:lnTo>
                    <a:lnTo>
                      <a:pt x="6992" y="276792"/>
                    </a:lnTo>
                    <a:lnTo>
                      <a:pt x="7091" y="276742"/>
                    </a:lnTo>
                    <a:lnTo>
                      <a:pt x="11257" y="276742"/>
                    </a:lnTo>
                    <a:close/>
                    <a:moveTo>
                      <a:pt x="11356" y="286711"/>
                    </a:moveTo>
                    <a:lnTo>
                      <a:pt x="11406" y="286810"/>
                    </a:lnTo>
                    <a:lnTo>
                      <a:pt x="11406" y="293456"/>
                    </a:lnTo>
                    <a:lnTo>
                      <a:pt x="11356" y="293555"/>
                    </a:lnTo>
                    <a:lnTo>
                      <a:pt x="11257" y="293604"/>
                    </a:lnTo>
                    <a:lnTo>
                      <a:pt x="7091" y="293604"/>
                    </a:lnTo>
                    <a:lnTo>
                      <a:pt x="6992" y="293555"/>
                    </a:lnTo>
                    <a:lnTo>
                      <a:pt x="6943" y="293456"/>
                    </a:lnTo>
                    <a:lnTo>
                      <a:pt x="6943" y="286810"/>
                    </a:lnTo>
                    <a:lnTo>
                      <a:pt x="6992" y="286711"/>
                    </a:lnTo>
                    <a:lnTo>
                      <a:pt x="7091" y="286661"/>
                    </a:lnTo>
                    <a:lnTo>
                      <a:pt x="11257" y="286661"/>
                    </a:lnTo>
                    <a:close/>
                    <a:moveTo>
                      <a:pt x="11356" y="296630"/>
                    </a:moveTo>
                    <a:lnTo>
                      <a:pt x="11406" y="296729"/>
                    </a:lnTo>
                    <a:lnTo>
                      <a:pt x="11406" y="303375"/>
                    </a:lnTo>
                    <a:lnTo>
                      <a:pt x="11356" y="303474"/>
                    </a:lnTo>
                    <a:lnTo>
                      <a:pt x="11257" y="303523"/>
                    </a:lnTo>
                    <a:lnTo>
                      <a:pt x="7091" y="303523"/>
                    </a:lnTo>
                    <a:lnTo>
                      <a:pt x="6992" y="303474"/>
                    </a:lnTo>
                    <a:lnTo>
                      <a:pt x="6943" y="303375"/>
                    </a:lnTo>
                    <a:lnTo>
                      <a:pt x="6943" y="296729"/>
                    </a:lnTo>
                    <a:lnTo>
                      <a:pt x="6992" y="296630"/>
                    </a:lnTo>
                    <a:lnTo>
                      <a:pt x="7091" y="296580"/>
                    </a:lnTo>
                    <a:lnTo>
                      <a:pt x="11257" y="296580"/>
                    </a:lnTo>
                    <a:close/>
                    <a:moveTo>
                      <a:pt x="11356" y="306549"/>
                    </a:moveTo>
                    <a:lnTo>
                      <a:pt x="11406" y="306648"/>
                    </a:lnTo>
                    <a:lnTo>
                      <a:pt x="11406" y="313294"/>
                    </a:lnTo>
                    <a:lnTo>
                      <a:pt x="11356" y="313393"/>
                    </a:lnTo>
                    <a:lnTo>
                      <a:pt x="11257" y="313442"/>
                    </a:lnTo>
                    <a:lnTo>
                      <a:pt x="7091" y="313442"/>
                    </a:lnTo>
                    <a:lnTo>
                      <a:pt x="6992" y="313393"/>
                    </a:lnTo>
                    <a:lnTo>
                      <a:pt x="6943" y="313294"/>
                    </a:lnTo>
                    <a:lnTo>
                      <a:pt x="6943" y="306648"/>
                    </a:lnTo>
                    <a:lnTo>
                      <a:pt x="6992" y="306549"/>
                    </a:lnTo>
                    <a:lnTo>
                      <a:pt x="7091" y="306499"/>
                    </a:lnTo>
                    <a:lnTo>
                      <a:pt x="11257" y="306499"/>
                    </a:lnTo>
                    <a:close/>
                    <a:moveTo>
                      <a:pt x="11356" y="316468"/>
                    </a:moveTo>
                    <a:lnTo>
                      <a:pt x="11406" y="316567"/>
                    </a:lnTo>
                    <a:lnTo>
                      <a:pt x="11406" y="323213"/>
                    </a:lnTo>
                    <a:lnTo>
                      <a:pt x="11356" y="323312"/>
                    </a:lnTo>
                    <a:lnTo>
                      <a:pt x="11257" y="323362"/>
                    </a:lnTo>
                    <a:lnTo>
                      <a:pt x="7091" y="323362"/>
                    </a:lnTo>
                    <a:lnTo>
                      <a:pt x="6992" y="323312"/>
                    </a:lnTo>
                    <a:lnTo>
                      <a:pt x="6943" y="323213"/>
                    </a:lnTo>
                    <a:lnTo>
                      <a:pt x="6943" y="316567"/>
                    </a:lnTo>
                    <a:lnTo>
                      <a:pt x="6992" y="316468"/>
                    </a:lnTo>
                    <a:lnTo>
                      <a:pt x="7091" y="316418"/>
                    </a:lnTo>
                    <a:lnTo>
                      <a:pt x="11257" y="316418"/>
                    </a:lnTo>
                    <a:close/>
                    <a:moveTo>
                      <a:pt x="11356" y="326387"/>
                    </a:moveTo>
                    <a:lnTo>
                      <a:pt x="11406" y="326486"/>
                    </a:lnTo>
                    <a:lnTo>
                      <a:pt x="11406" y="333132"/>
                    </a:lnTo>
                    <a:lnTo>
                      <a:pt x="11356" y="333231"/>
                    </a:lnTo>
                    <a:lnTo>
                      <a:pt x="11257" y="333281"/>
                    </a:lnTo>
                    <a:lnTo>
                      <a:pt x="7091" y="333281"/>
                    </a:lnTo>
                    <a:lnTo>
                      <a:pt x="6992" y="333231"/>
                    </a:lnTo>
                    <a:lnTo>
                      <a:pt x="6943" y="333132"/>
                    </a:lnTo>
                    <a:lnTo>
                      <a:pt x="6943" y="326486"/>
                    </a:lnTo>
                    <a:lnTo>
                      <a:pt x="6992" y="326387"/>
                    </a:lnTo>
                    <a:lnTo>
                      <a:pt x="7091" y="326337"/>
                    </a:lnTo>
                    <a:lnTo>
                      <a:pt x="11257" y="326337"/>
                    </a:lnTo>
                    <a:close/>
                    <a:moveTo>
                      <a:pt x="11356" y="336306"/>
                    </a:moveTo>
                    <a:lnTo>
                      <a:pt x="11406" y="336405"/>
                    </a:lnTo>
                    <a:lnTo>
                      <a:pt x="11406" y="343051"/>
                    </a:lnTo>
                    <a:lnTo>
                      <a:pt x="11356" y="343150"/>
                    </a:lnTo>
                    <a:lnTo>
                      <a:pt x="11257" y="343200"/>
                    </a:lnTo>
                    <a:lnTo>
                      <a:pt x="7091" y="343200"/>
                    </a:lnTo>
                    <a:lnTo>
                      <a:pt x="6992" y="343150"/>
                    </a:lnTo>
                    <a:lnTo>
                      <a:pt x="6943" y="343051"/>
                    </a:lnTo>
                    <a:lnTo>
                      <a:pt x="6943" y="336405"/>
                    </a:lnTo>
                    <a:lnTo>
                      <a:pt x="6992" y="336306"/>
                    </a:lnTo>
                    <a:lnTo>
                      <a:pt x="7091" y="336256"/>
                    </a:lnTo>
                    <a:lnTo>
                      <a:pt x="11257" y="336256"/>
                    </a:lnTo>
                    <a:close/>
                    <a:moveTo>
                      <a:pt x="11356" y="346225"/>
                    </a:moveTo>
                    <a:lnTo>
                      <a:pt x="11406" y="346324"/>
                    </a:lnTo>
                    <a:lnTo>
                      <a:pt x="11406" y="352970"/>
                    </a:lnTo>
                    <a:lnTo>
                      <a:pt x="11356" y="353069"/>
                    </a:lnTo>
                    <a:lnTo>
                      <a:pt x="11257" y="353119"/>
                    </a:lnTo>
                    <a:lnTo>
                      <a:pt x="7091" y="353119"/>
                    </a:lnTo>
                    <a:lnTo>
                      <a:pt x="6992" y="353069"/>
                    </a:lnTo>
                    <a:lnTo>
                      <a:pt x="6943" y="352970"/>
                    </a:lnTo>
                    <a:lnTo>
                      <a:pt x="6943" y="346324"/>
                    </a:lnTo>
                    <a:lnTo>
                      <a:pt x="6992" y="346225"/>
                    </a:lnTo>
                    <a:lnTo>
                      <a:pt x="7091" y="346175"/>
                    </a:lnTo>
                    <a:lnTo>
                      <a:pt x="11257" y="346175"/>
                    </a:lnTo>
                    <a:close/>
                    <a:moveTo>
                      <a:pt x="11356" y="356144"/>
                    </a:moveTo>
                    <a:lnTo>
                      <a:pt x="11406" y="356243"/>
                    </a:lnTo>
                    <a:lnTo>
                      <a:pt x="11406" y="362889"/>
                    </a:lnTo>
                    <a:lnTo>
                      <a:pt x="11356" y="362988"/>
                    </a:lnTo>
                    <a:lnTo>
                      <a:pt x="11257" y="363038"/>
                    </a:lnTo>
                    <a:lnTo>
                      <a:pt x="7091" y="363038"/>
                    </a:lnTo>
                    <a:lnTo>
                      <a:pt x="6992" y="362988"/>
                    </a:lnTo>
                    <a:lnTo>
                      <a:pt x="6943" y="362889"/>
                    </a:lnTo>
                    <a:lnTo>
                      <a:pt x="6943" y="356243"/>
                    </a:lnTo>
                    <a:lnTo>
                      <a:pt x="6992" y="356144"/>
                    </a:lnTo>
                    <a:lnTo>
                      <a:pt x="7091" y="356095"/>
                    </a:lnTo>
                    <a:lnTo>
                      <a:pt x="11257" y="356095"/>
                    </a:lnTo>
                    <a:close/>
                    <a:moveTo>
                      <a:pt x="11356" y="366063"/>
                    </a:moveTo>
                    <a:lnTo>
                      <a:pt x="11406" y="366162"/>
                    </a:lnTo>
                    <a:lnTo>
                      <a:pt x="11406" y="372808"/>
                    </a:lnTo>
                    <a:lnTo>
                      <a:pt x="11356" y="372907"/>
                    </a:lnTo>
                    <a:lnTo>
                      <a:pt x="11257" y="372957"/>
                    </a:lnTo>
                    <a:lnTo>
                      <a:pt x="7091" y="372957"/>
                    </a:lnTo>
                    <a:lnTo>
                      <a:pt x="6992" y="372907"/>
                    </a:lnTo>
                    <a:lnTo>
                      <a:pt x="6943" y="372808"/>
                    </a:lnTo>
                    <a:lnTo>
                      <a:pt x="6943" y="366162"/>
                    </a:lnTo>
                    <a:lnTo>
                      <a:pt x="6992" y="366063"/>
                    </a:lnTo>
                    <a:lnTo>
                      <a:pt x="7091" y="366014"/>
                    </a:lnTo>
                    <a:lnTo>
                      <a:pt x="11257" y="366014"/>
                    </a:lnTo>
                    <a:close/>
                    <a:moveTo>
                      <a:pt x="11356" y="375982"/>
                    </a:moveTo>
                    <a:lnTo>
                      <a:pt x="11406" y="376081"/>
                    </a:lnTo>
                    <a:lnTo>
                      <a:pt x="11406" y="382727"/>
                    </a:lnTo>
                    <a:lnTo>
                      <a:pt x="11356" y="382826"/>
                    </a:lnTo>
                    <a:lnTo>
                      <a:pt x="11257" y="382876"/>
                    </a:lnTo>
                    <a:lnTo>
                      <a:pt x="7091" y="382876"/>
                    </a:lnTo>
                    <a:lnTo>
                      <a:pt x="6992" y="382826"/>
                    </a:lnTo>
                    <a:lnTo>
                      <a:pt x="6943" y="382727"/>
                    </a:lnTo>
                    <a:lnTo>
                      <a:pt x="6943" y="376081"/>
                    </a:lnTo>
                    <a:lnTo>
                      <a:pt x="6992" y="375982"/>
                    </a:lnTo>
                    <a:lnTo>
                      <a:pt x="7091" y="375933"/>
                    </a:lnTo>
                    <a:lnTo>
                      <a:pt x="11257" y="375933"/>
                    </a:lnTo>
                    <a:close/>
                    <a:moveTo>
                      <a:pt x="11356" y="385901"/>
                    </a:moveTo>
                    <a:lnTo>
                      <a:pt x="11406" y="386001"/>
                    </a:lnTo>
                    <a:lnTo>
                      <a:pt x="11406" y="392646"/>
                    </a:lnTo>
                    <a:lnTo>
                      <a:pt x="11356" y="392745"/>
                    </a:lnTo>
                    <a:lnTo>
                      <a:pt x="11257" y="392795"/>
                    </a:lnTo>
                    <a:lnTo>
                      <a:pt x="7091" y="392795"/>
                    </a:lnTo>
                    <a:lnTo>
                      <a:pt x="6992" y="392745"/>
                    </a:lnTo>
                    <a:lnTo>
                      <a:pt x="6943" y="392646"/>
                    </a:lnTo>
                    <a:lnTo>
                      <a:pt x="6943" y="386001"/>
                    </a:lnTo>
                    <a:lnTo>
                      <a:pt x="6992" y="385901"/>
                    </a:lnTo>
                    <a:lnTo>
                      <a:pt x="7091" y="385852"/>
                    </a:lnTo>
                    <a:lnTo>
                      <a:pt x="11257" y="385852"/>
                    </a:lnTo>
                    <a:close/>
                    <a:moveTo>
                      <a:pt x="11356" y="395820"/>
                    </a:moveTo>
                    <a:lnTo>
                      <a:pt x="11406" y="395920"/>
                    </a:lnTo>
                    <a:lnTo>
                      <a:pt x="11406" y="402565"/>
                    </a:lnTo>
                    <a:lnTo>
                      <a:pt x="11356" y="402665"/>
                    </a:lnTo>
                    <a:lnTo>
                      <a:pt x="11257" y="402714"/>
                    </a:lnTo>
                    <a:lnTo>
                      <a:pt x="7091" y="402714"/>
                    </a:lnTo>
                    <a:lnTo>
                      <a:pt x="6992" y="402665"/>
                    </a:lnTo>
                    <a:lnTo>
                      <a:pt x="6943" y="402565"/>
                    </a:lnTo>
                    <a:lnTo>
                      <a:pt x="6943" y="395920"/>
                    </a:lnTo>
                    <a:lnTo>
                      <a:pt x="6992" y="395820"/>
                    </a:lnTo>
                    <a:lnTo>
                      <a:pt x="7091" y="395771"/>
                    </a:lnTo>
                    <a:lnTo>
                      <a:pt x="11257" y="395771"/>
                    </a:lnTo>
                    <a:close/>
                    <a:moveTo>
                      <a:pt x="11356" y="405739"/>
                    </a:moveTo>
                    <a:lnTo>
                      <a:pt x="11406" y="405839"/>
                    </a:lnTo>
                    <a:lnTo>
                      <a:pt x="11406" y="412484"/>
                    </a:lnTo>
                    <a:lnTo>
                      <a:pt x="11356" y="412584"/>
                    </a:lnTo>
                    <a:lnTo>
                      <a:pt x="11257" y="412633"/>
                    </a:lnTo>
                    <a:lnTo>
                      <a:pt x="7091" y="412633"/>
                    </a:lnTo>
                    <a:lnTo>
                      <a:pt x="6992" y="412584"/>
                    </a:lnTo>
                    <a:lnTo>
                      <a:pt x="6943" y="412484"/>
                    </a:lnTo>
                    <a:lnTo>
                      <a:pt x="6943" y="405839"/>
                    </a:lnTo>
                    <a:lnTo>
                      <a:pt x="6992" y="405739"/>
                    </a:lnTo>
                    <a:lnTo>
                      <a:pt x="7091" y="405690"/>
                    </a:lnTo>
                    <a:lnTo>
                      <a:pt x="11257" y="405690"/>
                    </a:lnTo>
                    <a:close/>
                    <a:moveTo>
                      <a:pt x="11356" y="415659"/>
                    </a:moveTo>
                    <a:lnTo>
                      <a:pt x="11406" y="415758"/>
                    </a:lnTo>
                    <a:lnTo>
                      <a:pt x="11406" y="422404"/>
                    </a:lnTo>
                    <a:lnTo>
                      <a:pt x="11356" y="422503"/>
                    </a:lnTo>
                    <a:lnTo>
                      <a:pt x="11257" y="422552"/>
                    </a:lnTo>
                    <a:lnTo>
                      <a:pt x="7091" y="422552"/>
                    </a:lnTo>
                    <a:lnTo>
                      <a:pt x="6992" y="422503"/>
                    </a:lnTo>
                    <a:lnTo>
                      <a:pt x="6943" y="422404"/>
                    </a:lnTo>
                    <a:lnTo>
                      <a:pt x="6943" y="415758"/>
                    </a:lnTo>
                    <a:lnTo>
                      <a:pt x="6992" y="415659"/>
                    </a:lnTo>
                    <a:lnTo>
                      <a:pt x="7091" y="415609"/>
                    </a:lnTo>
                    <a:lnTo>
                      <a:pt x="11257" y="415609"/>
                    </a:lnTo>
                    <a:close/>
                    <a:moveTo>
                      <a:pt x="11356" y="425578"/>
                    </a:moveTo>
                    <a:lnTo>
                      <a:pt x="11406" y="425677"/>
                    </a:lnTo>
                    <a:lnTo>
                      <a:pt x="11406" y="432323"/>
                    </a:lnTo>
                    <a:lnTo>
                      <a:pt x="11356" y="432422"/>
                    </a:lnTo>
                    <a:lnTo>
                      <a:pt x="11257" y="432471"/>
                    </a:lnTo>
                    <a:lnTo>
                      <a:pt x="7091" y="432471"/>
                    </a:lnTo>
                    <a:lnTo>
                      <a:pt x="6992" y="432422"/>
                    </a:lnTo>
                    <a:lnTo>
                      <a:pt x="6943" y="432323"/>
                    </a:lnTo>
                    <a:lnTo>
                      <a:pt x="6943" y="425677"/>
                    </a:lnTo>
                    <a:lnTo>
                      <a:pt x="6992" y="425578"/>
                    </a:lnTo>
                    <a:lnTo>
                      <a:pt x="7091" y="425528"/>
                    </a:lnTo>
                    <a:lnTo>
                      <a:pt x="11257" y="425528"/>
                    </a:lnTo>
                    <a:close/>
                    <a:moveTo>
                      <a:pt x="11356" y="435497"/>
                    </a:moveTo>
                    <a:lnTo>
                      <a:pt x="11406" y="435596"/>
                    </a:lnTo>
                    <a:lnTo>
                      <a:pt x="11406" y="442242"/>
                    </a:lnTo>
                    <a:lnTo>
                      <a:pt x="11356" y="442341"/>
                    </a:lnTo>
                    <a:lnTo>
                      <a:pt x="11257" y="442390"/>
                    </a:lnTo>
                    <a:lnTo>
                      <a:pt x="7091" y="442390"/>
                    </a:lnTo>
                    <a:lnTo>
                      <a:pt x="6992" y="442341"/>
                    </a:lnTo>
                    <a:lnTo>
                      <a:pt x="6943" y="442242"/>
                    </a:lnTo>
                    <a:lnTo>
                      <a:pt x="6943" y="435596"/>
                    </a:lnTo>
                    <a:lnTo>
                      <a:pt x="6992" y="435497"/>
                    </a:lnTo>
                    <a:lnTo>
                      <a:pt x="7091" y="435447"/>
                    </a:lnTo>
                    <a:lnTo>
                      <a:pt x="11257" y="435447"/>
                    </a:lnTo>
                    <a:close/>
                    <a:moveTo>
                      <a:pt x="11356" y="445416"/>
                    </a:moveTo>
                    <a:lnTo>
                      <a:pt x="11406" y="445515"/>
                    </a:lnTo>
                    <a:lnTo>
                      <a:pt x="11406" y="452161"/>
                    </a:lnTo>
                    <a:lnTo>
                      <a:pt x="11356" y="452260"/>
                    </a:lnTo>
                    <a:lnTo>
                      <a:pt x="11257" y="452310"/>
                    </a:lnTo>
                    <a:lnTo>
                      <a:pt x="7091" y="452310"/>
                    </a:lnTo>
                    <a:lnTo>
                      <a:pt x="6992" y="452260"/>
                    </a:lnTo>
                    <a:lnTo>
                      <a:pt x="6943" y="452161"/>
                    </a:lnTo>
                    <a:lnTo>
                      <a:pt x="6943" y="445515"/>
                    </a:lnTo>
                    <a:lnTo>
                      <a:pt x="6992" y="445416"/>
                    </a:lnTo>
                    <a:lnTo>
                      <a:pt x="7091" y="445366"/>
                    </a:lnTo>
                    <a:lnTo>
                      <a:pt x="11257" y="445366"/>
                    </a:lnTo>
                    <a:close/>
                    <a:moveTo>
                      <a:pt x="11356" y="455335"/>
                    </a:moveTo>
                    <a:lnTo>
                      <a:pt x="11406" y="455434"/>
                    </a:lnTo>
                    <a:lnTo>
                      <a:pt x="11406" y="462080"/>
                    </a:lnTo>
                    <a:lnTo>
                      <a:pt x="11356" y="462179"/>
                    </a:lnTo>
                    <a:lnTo>
                      <a:pt x="11257" y="462229"/>
                    </a:lnTo>
                    <a:lnTo>
                      <a:pt x="7091" y="462229"/>
                    </a:lnTo>
                    <a:lnTo>
                      <a:pt x="6992" y="462179"/>
                    </a:lnTo>
                    <a:lnTo>
                      <a:pt x="6943" y="462080"/>
                    </a:lnTo>
                    <a:lnTo>
                      <a:pt x="6943" y="455434"/>
                    </a:lnTo>
                    <a:lnTo>
                      <a:pt x="6992" y="455335"/>
                    </a:lnTo>
                    <a:lnTo>
                      <a:pt x="7091" y="455285"/>
                    </a:lnTo>
                    <a:lnTo>
                      <a:pt x="11257" y="455285"/>
                    </a:lnTo>
                    <a:close/>
                    <a:moveTo>
                      <a:pt x="11356" y="465254"/>
                    </a:moveTo>
                    <a:lnTo>
                      <a:pt x="11406" y="465353"/>
                    </a:lnTo>
                    <a:lnTo>
                      <a:pt x="11406" y="471999"/>
                    </a:lnTo>
                    <a:lnTo>
                      <a:pt x="11356" y="472098"/>
                    </a:lnTo>
                    <a:lnTo>
                      <a:pt x="11257" y="472148"/>
                    </a:lnTo>
                    <a:lnTo>
                      <a:pt x="7091" y="472148"/>
                    </a:lnTo>
                    <a:lnTo>
                      <a:pt x="6992" y="472098"/>
                    </a:lnTo>
                    <a:lnTo>
                      <a:pt x="6943" y="471999"/>
                    </a:lnTo>
                    <a:lnTo>
                      <a:pt x="6943" y="465353"/>
                    </a:lnTo>
                    <a:lnTo>
                      <a:pt x="6992" y="465254"/>
                    </a:lnTo>
                    <a:lnTo>
                      <a:pt x="7091" y="465204"/>
                    </a:lnTo>
                    <a:lnTo>
                      <a:pt x="11257" y="465204"/>
                    </a:lnTo>
                    <a:close/>
                    <a:moveTo>
                      <a:pt x="11356" y="475173"/>
                    </a:moveTo>
                    <a:lnTo>
                      <a:pt x="11406" y="475272"/>
                    </a:lnTo>
                    <a:lnTo>
                      <a:pt x="11406" y="481918"/>
                    </a:lnTo>
                    <a:lnTo>
                      <a:pt x="11356" y="482017"/>
                    </a:lnTo>
                    <a:lnTo>
                      <a:pt x="11257" y="482067"/>
                    </a:lnTo>
                    <a:lnTo>
                      <a:pt x="7091" y="482067"/>
                    </a:lnTo>
                    <a:lnTo>
                      <a:pt x="6992" y="482017"/>
                    </a:lnTo>
                    <a:lnTo>
                      <a:pt x="6943" y="481918"/>
                    </a:lnTo>
                    <a:lnTo>
                      <a:pt x="6943" y="475272"/>
                    </a:lnTo>
                    <a:lnTo>
                      <a:pt x="6992" y="475173"/>
                    </a:lnTo>
                    <a:lnTo>
                      <a:pt x="7091" y="475123"/>
                    </a:lnTo>
                    <a:lnTo>
                      <a:pt x="11257" y="475123"/>
                    </a:lnTo>
                    <a:close/>
                    <a:moveTo>
                      <a:pt x="11356" y="485092"/>
                    </a:moveTo>
                    <a:lnTo>
                      <a:pt x="11406" y="485191"/>
                    </a:lnTo>
                    <a:lnTo>
                      <a:pt x="11406" y="491837"/>
                    </a:lnTo>
                    <a:lnTo>
                      <a:pt x="11356" y="491936"/>
                    </a:lnTo>
                    <a:lnTo>
                      <a:pt x="11257" y="491986"/>
                    </a:lnTo>
                    <a:lnTo>
                      <a:pt x="7091" y="491986"/>
                    </a:lnTo>
                    <a:lnTo>
                      <a:pt x="6992" y="491936"/>
                    </a:lnTo>
                    <a:lnTo>
                      <a:pt x="6943" y="491837"/>
                    </a:lnTo>
                    <a:lnTo>
                      <a:pt x="6943" y="485191"/>
                    </a:lnTo>
                    <a:lnTo>
                      <a:pt x="6992" y="485092"/>
                    </a:lnTo>
                    <a:lnTo>
                      <a:pt x="7091" y="485042"/>
                    </a:lnTo>
                    <a:lnTo>
                      <a:pt x="11257" y="485042"/>
                    </a:lnTo>
                    <a:close/>
                    <a:moveTo>
                      <a:pt x="11356" y="495011"/>
                    </a:moveTo>
                    <a:lnTo>
                      <a:pt x="11406" y="495110"/>
                    </a:lnTo>
                    <a:lnTo>
                      <a:pt x="11406" y="501756"/>
                    </a:lnTo>
                    <a:lnTo>
                      <a:pt x="11356" y="501855"/>
                    </a:lnTo>
                    <a:lnTo>
                      <a:pt x="11257" y="501905"/>
                    </a:lnTo>
                    <a:lnTo>
                      <a:pt x="7091" y="501905"/>
                    </a:lnTo>
                    <a:lnTo>
                      <a:pt x="6992" y="501855"/>
                    </a:lnTo>
                    <a:lnTo>
                      <a:pt x="6943" y="501756"/>
                    </a:lnTo>
                    <a:lnTo>
                      <a:pt x="6943" y="495110"/>
                    </a:lnTo>
                    <a:lnTo>
                      <a:pt x="6992" y="495011"/>
                    </a:lnTo>
                    <a:lnTo>
                      <a:pt x="7091" y="494962"/>
                    </a:lnTo>
                    <a:lnTo>
                      <a:pt x="11257" y="494962"/>
                    </a:lnTo>
                    <a:close/>
                    <a:moveTo>
                      <a:pt x="11356" y="504930"/>
                    </a:moveTo>
                    <a:lnTo>
                      <a:pt x="11406" y="505029"/>
                    </a:lnTo>
                    <a:lnTo>
                      <a:pt x="11406" y="511675"/>
                    </a:lnTo>
                    <a:lnTo>
                      <a:pt x="11356" y="511774"/>
                    </a:lnTo>
                    <a:lnTo>
                      <a:pt x="11257" y="511824"/>
                    </a:lnTo>
                    <a:lnTo>
                      <a:pt x="7091" y="511824"/>
                    </a:lnTo>
                    <a:lnTo>
                      <a:pt x="6992" y="511774"/>
                    </a:lnTo>
                    <a:lnTo>
                      <a:pt x="6943" y="511675"/>
                    </a:lnTo>
                    <a:lnTo>
                      <a:pt x="6943" y="505029"/>
                    </a:lnTo>
                    <a:lnTo>
                      <a:pt x="6992" y="504930"/>
                    </a:lnTo>
                    <a:lnTo>
                      <a:pt x="7091" y="504881"/>
                    </a:lnTo>
                    <a:lnTo>
                      <a:pt x="11257" y="504881"/>
                    </a:lnTo>
                    <a:close/>
                    <a:moveTo>
                      <a:pt x="11356" y="514849"/>
                    </a:moveTo>
                    <a:lnTo>
                      <a:pt x="11406" y="514948"/>
                    </a:lnTo>
                    <a:lnTo>
                      <a:pt x="11406" y="521594"/>
                    </a:lnTo>
                    <a:lnTo>
                      <a:pt x="11356" y="521693"/>
                    </a:lnTo>
                    <a:lnTo>
                      <a:pt x="11257" y="521743"/>
                    </a:lnTo>
                    <a:lnTo>
                      <a:pt x="7091" y="521743"/>
                    </a:lnTo>
                    <a:lnTo>
                      <a:pt x="6992" y="521693"/>
                    </a:lnTo>
                    <a:lnTo>
                      <a:pt x="6943" y="521594"/>
                    </a:lnTo>
                    <a:lnTo>
                      <a:pt x="6943" y="514948"/>
                    </a:lnTo>
                    <a:lnTo>
                      <a:pt x="6992" y="514849"/>
                    </a:lnTo>
                    <a:lnTo>
                      <a:pt x="7091" y="514800"/>
                    </a:lnTo>
                    <a:lnTo>
                      <a:pt x="11257" y="514800"/>
                    </a:lnTo>
                    <a:close/>
                    <a:moveTo>
                      <a:pt x="11356" y="524768"/>
                    </a:moveTo>
                    <a:lnTo>
                      <a:pt x="11406" y="524868"/>
                    </a:lnTo>
                    <a:lnTo>
                      <a:pt x="11406" y="531513"/>
                    </a:lnTo>
                    <a:lnTo>
                      <a:pt x="11356" y="531613"/>
                    </a:lnTo>
                    <a:lnTo>
                      <a:pt x="11257" y="531662"/>
                    </a:lnTo>
                    <a:lnTo>
                      <a:pt x="7091" y="531662"/>
                    </a:lnTo>
                    <a:lnTo>
                      <a:pt x="6992" y="531613"/>
                    </a:lnTo>
                    <a:lnTo>
                      <a:pt x="6943" y="531513"/>
                    </a:lnTo>
                    <a:lnTo>
                      <a:pt x="6943" y="524868"/>
                    </a:lnTo>
                    <a:lnTo>
                      <a:pt x="6992" y="524768"/>
                    </a:lnTo>
                    <a:lnTo>
                      <a:pt x="7091" y="524719"/>
                    </a:lnTo>
                    <a:lnTo>
                      <a:pt x="11257" y="524719"/>
                    </a:lnTo>
                    <a:close/>
                    <a:moveTo>
                      <a:pt x="11356" y="534687"/>
                    </a:moveTo>
                    <a:lnTo>
                      <a:pt x="11406" y="534787"/>
                    </a:lnTo>
                    <a:lnTo>
                      <a:pt x="11406" y="541432"/>
                    </a:lnTo>
                    <a:lnTo>
                      <a:pt x="11356" y="541532"/>
                    </a:lnTo>
                    <a:lnTo>
                      <a:pt x="11257" y="541581"/>
                    </a:lnTo>
                    <a:lnTo>
                      <a:pt x="7091" y="541581"/>
                    </a:lnTo>
                    <a:lnTo>
                      <a:pt x="6992" y="541532"/>
                    </a:lnTo>
                    <a:lnTo>
                      <a:pt x="6943" y="541432"/>
                    </a:lnTo>
                    <a:lnTo>
                      <a:pt x="6943" y="534787"/>
                    </a:lnTo>
                    <a:lnTo>
                      <a:pt x="6992" y="534687"/>
                    </a:lnTo>
                    <a:lnTo>
                      <a:pt x="7091" y="534638"/>
                    </a:lnTo>
                    <a:lnTo>
                      <a:pt x="11257" y="534638"/>
                    </a:lnTo>
                    <a:close/>
                    <a:moveTo>
                      <a:pt x="11356" y="544607"/>
                    </a:moveTo>
                    <a:lnTo>
                      <a:pt x="11406" y="544706"/>
                    </a:lnTo>
                    <a:lnTo>
                      <a:pt x="11406" y="551351"/>
                    </a:lnTo>
                    <a:lnTo>
                      <a:pt x="11356" y="551451"/>
                    </a:lnTo>
                    <a:lnTo>
                      <a:pt x="11257" y="551500"/>
                    </a:lnTo>
                    <a:lnTo>
                      <a:pt x="7091" y="551500"/>
                    </a:lnTo>
                    <a:lnTo>
                      <a:pt x="6992" y="551451"/>
                    </a:lnTo>
                    <a:lnTo>
                      <a:pt x="6943" y="551351"/>
                    </a:lnTo>
                    <a:lnTo>
                      <a:pt x="6943" y="544706"/>
                    </a:lnTo>
                    <a:lnTo>
                      <a:pt x="6992" y="544607"/>
                    </a:lnTo>
                    <a:lnTo>
                      <a:pt x="7091" y="544557"/>
                    </a:lnTo>
                    <a:lnTo>
                      <a:pt x="11257" y="544557"/>
                    </a:lnTo>
                    <a:close/>
                    <a:moveTo>
                      <a:pt x="11356" y="554526"/>
                    </a:moveTo>
                    <a:lnTo>
                      <a:pt x="11406" y="554625"/>
                    </a:lnTo>
                    <a:lnTo>
                      <a:pt x="11406" y="561271"/>
                    </a:lnTo>
                    <a:lnTo>
                      <a:pt x="11356" y="561370"/>
                    </a:lnTo>
                    <a:lnTo>
                      <a:pt x="11257" y="561419"/>
                    </a:lnTo>
                    <a:lnTo>
                      <a:pt x="7091" y="561419"/>
                    </a:lnTo>
                    <a:lnTo>
                      <a:pt x="6992" y="561370"/>
                    </a:lnTo>
                    <a:lnTo>
                      <a:pt x="6943" y="561271"/>
                    </a:lnTo>
                    <a:lnTo>
                      <a:pt x="6943" y="554625"/>
                    </a:lnTo>
                    <a:lnTo>
                      <a:pt x="6992" y="554526"/>
                    </a:lnTo>
                    <a:lnTo>
                      <a:pt x="7091" y="554476"/>
                    </a:lnTo>
                    <a:lnTo>
                      <a:pt x="11257" y="554476"/>
                    </a:lnTo>
                    <a:close/>
                    <a:moveTo>
                      <a:pt x="11356" y="564445"/>
                    </a:moveTo>
                    <a:lnTo>
                      <a:pt x="11406" y="564544"/>
                    </a:lnTo>
                    <a:lnTo>
                      <a:pt x="11406" y="571190"/>
                    </a:lnTo>
                    <a:lnTo>
                      <a:pt x="11356" y="571289"/>
                    </a:lnTo>
                    <a:lnTo>
                      <a:pt x="11257" y="571338"/>
                    </a:lnTo>
                    <a:lnTo>
                      <a:pt x="7091" y="571338"/>
                    </a:lnTo>
                    <a:lnTo>
                      <a:pt x="6992" y="571289"/>
                    </a:lnTo>
                    <a:lnTo>
                      <a:pt x="6943" y="571190"/>
                    </a:lnTo>
                    <a:lnTo>
                      <a:pt x="6943" y="564544"/>
                    </a:lnTo>
                    <a:lnTo>
                      <a:pt x="6992" y="564445"/>
                    </a:lnTo>
                    <a:lnTo>
                      <a:pt x="7091" y="564395"/>
                    </a:lnTo>
                    <a:lnTo>
                      <a:pt x="11257" y="564395"/>
                    </a:lnTo>
                    <a:close/>
                    <a:moveTo>
                      <a:pt x="11356" y="574364"/>
                    </a:moveTo>
                    <a:lnTo>
                      <a:pt x="11406" y="574463"/>
                    </a:lnTo>
                    <a:lnTo>
                      <a:pt x="11406" y="581109"/>
                    </a:lnTo>
                    <a:lnTo>
                      <a:pt x="11356" y="581208"/>
                    </a:lnTo>
                    <a:lnTo>
                      <a:pt x="11257" y="581257"/>
                    </a:lnTo>
                    <a:lnTo>
                      <a:pt x="7091" y="581257"/>
                    </a:lnTo>
                    <a:lnTo>
                      <a:pt x="6992" y="581208"/>
                    </a:lnTo>
                    <a:lnTo>
                      <a:pt x="6943" y="581109"/>
                    </a:lnTo>
                    <a:lnTo>
                      <a:pt x="6943" y="574463"/>
                    </a:lnTo>
                    <a:lnTo>
                      <a:pt x="6992" y="574364"/>
                    </a:lnTo>
                    <a:lnTo>
                      <a:pt x="7091" y="574314"/>
                    </a:lnTo>
                    <a:lnTo>
                      <a:pt x="11257" y="574314"/>
                    </a:lnTo>
                    <a:close/>
                    <a:moveTo>
                      <a:pt x="11356" y="584283"/>
                    </a:moveTo>
                    <a:lnTo>
                      <a:pt x="11406" y="584382"/>
                    </a:lnTo>
                    <a:lnTo>
                      <a:pt x="11406" y="591028"/>
                    </a:lnTo>
                    <a:lnTo>
                      <a:pt x="11356" y="591127"/>
                    </a:lnTo>
                    <a:lnTo>
                      <a:pt x="11257" y="591177"/>
                    </a:lnTo>
                    <a:lnTo>
                      <a:pt x="7091" y="591177"/>
                    </a:lnTo>
                    <a:lnTo>
                      <a:pt x="6992" y="591127"/>
                    </a:lnTo>
                    <a:lnTo>
                      <a:pt x="6943" y="591028"/>
                    </a:lnTo>
                    <a:lnTo>
                      <a:pt x="6943" y="584382"/>
                    </a:lnTo>
                    <a:lnTo>
                      <a:pt x="6992" y="584283"/>
                    </a:lnTo>
                    <a:lnTo>
                      <a:pt x="7091" y="584233"/>
                    </a:lnTo>
                    <a:lnTo>
                      <a:pt x="11257" y="584233"/>
                    </a:lnTo>
                    <a:close/>
                    <a:moveTo>
                      <a:pt x="11356" y="594202"/>
                    </a:moveTo>
                    <a:lnTo>
                      <a:pt x="11406" y="594301"/>
                    </a:lnTo>
                    <a:lnTo>
                      <a:pt x="11406" y="600947"/>
                    </a:lnTo>
                    <a:lnTo>
                      <a:pt x="11356" y="601046"/>
                    </a:lnTo>
                    <a:lnTo>
                      <a:pt x="11257" y="601096"/>
                    </a:lnTo>
                    <a:lnTo>
                      <a:pt x="7091" y="601096"/>
                    </a:lnTo>
                    <a:lnTo>
                      <a:pt x="6992" y="601046"/>
                    </a:lnTo>
                    <a:lnTo>
                      <a:pt x="6943" y="600947"/>
                    </a:lnTo>
                    <a:lnTo>
                      <a:pt x="6943" y="594301"/>
                    </a:lnTo>
                    <a:lnTo>
                      <a:pt x="6992" y="594202"/>
                    </a:lnTo>
                    <a:lnTo>
                      <a:pt x="7091" y="594152"/>
                    </a:lnTo>
                    <a:lnTo>
                      <a:pt x="11257" y="594152"/>
                    </a:lnTo>
                    <a:close/>
                    <a:moveTo>
                      <a:pt x="11356" y="604121"/>
                    </a:moveTo>
                    <a:lnTo>
                      <a:pt x="11406" y="604220"/>
                    </a:lnTo>
                    <a:lnTo>
                      <a:pt x="11406" y="610866"/>
                    </a:lnTo>
                    <a:lnTo>
                      <a:pt x="11356" y="610965"/>
                    </a:lnTo>
                    <a:lnTo>
                      <a:pt x="11257" y="611015"/>
                    </a:lnTo>
                    <a:lnTo>
                      <a:pt x="7091" y="611015"/>
                    </a:lnTo>
                    <a:lnTo>
                      <a:pt x="6992" y="610965"/>
                    </a:lnTo>
                    <a:lnTo>
                      <a:pt x="6943" y="610866"/>
                    </a:lnTo>
                    <a:lnTo>
                      <a:pt x="6943" y="604220"/>
                    </a:lnTo>
                    <a:lnTo>
                      <a:pt x="6992" y="604121"/>
                    </a:lnTo>
                    <a:lnTo>
                      <a:pt x="7091" y="604071"/>
                    </a:lnTo>
                    <a:lnTo>
                      <a:pt x="11257" y="604071"/>
                    </a:lnTo>
                    <a:close/>
                    <a:moveTo>
                      <a:pt x="11356" y="614040"/>
                    </a:moveTo>
                    <a:lnTo>
                      <a:pt x="11406" y="614139"/>
                    </a:lnTo>
                    <a:lnTo>
                      <a:pt x="11406" y="620785"/>
                    </a:lnTo>
                    <a:lnTo>
                      <a:pt x="11356" y="620884"/>
                    </a:lnTo>
                    <a:lnTo>
                      <a:pt x="11257" y="620934"/>
                    </a:lnTo>
                    <a:lnTo>
                      <a:pt x="7091" y="620934"/>
                    </a:lnTo>
                    <a:lnTo>
                      <a:pt x="6992" y="620884"/>
                    </a:lnTo>
                    <a:lnTo>
                      <a:pt x="6943" y="620785"/>
                    </a:lnTo>
                    <a:lnTo>
                      <a:pt x="6943" y="614139"/>
                    </a:lnTo>
                    <a:lnTo>
                      <a:pt x="6992" y="614040"/>
                    </a:lnTo>
                    <a:lnTo>
                      <a:pt x="7091" y="613990"/>
                    </a:lnTo>
                    <a:lnTo>
                      <a:pt x="11257" y="613990"/>
                    </a:lnTo>
                    <a:close/>
                    <a:moveTo>
                      <a:pt x="11356" y="623959"/>
                    </a:moveTo>
                    <a:lnTo>
                      <a:pt x="11406" y="624058"/>
                    </a:lnTo>
                    <a:lnTo>
                      <a:pt x="11406" y="628373"/>
                    </a:lnTo>
                    <a:lnTo>
                      <a:pt x="11356" y="628472"/>
                    </a:lnTo>
                    <a:lnTo>
                      <a:pt x="11257" y="628522"/>
                    </a:lnTo>
                    <a:lnTo>
                      <a:pt x="7091" y="628522"/>
                    </a:lnTo>
                    <a:lnTo>
                      <a:pt x="6992" y="628472"/>
                    </a:lnTo>
                    <a:lnTo>
                      <a:pt x="6943" y="628373"/>
                    </a:lnTo>
                    <a:lnTo>
                      <a:pt x="6943" y="624058"/>
                    </a:lnTo>
                    <a:lnTo>
                      <a:pt x="6992" y="623959"/>
                    </a:lnTo>
                    <a:lnTo>
                      <a:pt x="7091" y="623910"/>
                    </a:lnTo>
                    <a:lnTo>
                      <a:pt x="11257" y="623910"/>
                    </a:lnTo>
                    <a:close/>
                    <a:moveTo>
                      <a:pt x="6893" y="168351"/>
                    </a:moveTo>
                    <a:lnTo>
                      <a:pt x="6943" y="168450"/>
                    </a:lnTo>
                    <a:lnTo>
                      <a:pt x="6943" y="206837"/>
                    </a:lnTo>
                    <a:lnTo>
                      <a:pt x="6893" y="206936"/>
                    </a:lnTo>
                    <a:lnTo>
                      <a:pt x="6794" y="206986"/>
                    </a:lnTo>
                    <a:lnTo>
                      <a:pt x="149" y="206986"/>
                    </a:lnTo>
                    <a:lnTo>
                      <a:pt x="25" y="206936"/>
                    </a:lnTo>
                    <a:lnTo>
                      <a:pt x="0" y="206837"/>
                    </a:lnTo>
                    <a:lnTo>
                      <a:pt x="0" y="168450"/>
                    </a:lnTo>
                    <a:lnTo>
                      <a:pt x="25" y="168351"/>
                    </a:lnTo>
                    <a:lnTo>
                      <a:pt x="149" y="168302"/>
                    </a:lnTo>
                    <a:lnTo>
                      <a:pt x="6794" y="168302"/>
                    </a:lnTo>
                    <a:close/>
                    <a:moveTo>
                      <a:pt x="6893" y="49"/>
                    </a:moveTo>
                    <a:lnTo>
                      <a:pt x="6943" y="149"/>
                    </a:lnTo>
                    <a:lnTo>
                      <a:pt x="6943" y="168153"/>
                    </a:lnTo>
                    <a:lnTo>
                      <a:pt x="6893" y="168252"/>
                    </a:lnTo>
                    <a:lnTo>
                      <a:pt x="6794" y="168302"/>
                    </a:lnTo>
                    <a:lnTo>
                      <a:pt x="149" y="168302"/>
                    </a:lnTo>
                    <a:lnTo>
                      <a:pt x="25" y="168252"/>
                    </a:lnTo>
                    <a:lnTo>
                      <a:pt x="0" y="168153"/>
                    </a:lnTo>
                    <a:lnTo>
                      <a:pt x="0" y="149"/>
                    </a:lnTo>
                    <a:lnTo>
                      <a:pt x="25" y="49"/>
                    </a:lnTo>
                    <a:lnTo>
                      <a:pt x="149" y="0"/>
                    </a:lnTo>
                    <a:lnTo>
                      <a:pt x="6794" y="0"/>
                    </a:lnTo>
                    <a:close/>
                    <a:moveTo>
                      <a:pt x="6893" y="207036"/>
                    </a:moveTo>
                    <a:lnTo>
                      <a:pt x="6943" y="207135"/>
                    </a:lnTo>
                    <a:lnTo>
                      <a:pt x="6943" y="628373"/>
                    </a:lnTo>
                    <a:lnTo>
                      <a:pt x="6893" y="628472"/>
                    </a:lnTo>
                    <a:lnTo>
                      <a:pt x="6794" y="628522"/>
                    </a:lnTo>
                    <a:lnTo>
                      <a:pt x="1388" y="628522"/>
                    </a:lnTo>
                    <a:lnTo>
                      <a:pt x="1289" y="628472"/>
                    </a:lnTo>
                    <a:lnTo>
                      <a:pt x="1240" y="628373"/>
                    </a:lnTo>
                    <a:lnTo>
                      <a:pt x="1240" y="207135"/>
                    </a:lnTo>
                    <a:lnTo>
                      <a:pt x="1289" y="207036"/>
                    </a:lnTo>
                    <a:lnTo>
                      <a:pt x="1388" y="206986"/>
                    </a:lnTo>
                    <a:lnTo>
                      <a:pt x="6794" y="20698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8" name="墙_V15_Concealed_Door_Leaf">
                <a:extLst>
                  <a:ext uri="{FF2B5EF4-FFF2-40B4-BE49-F238E27FC236}">
                    <a16:creationId xmlns:a16="http://schemas.microsoft.com/office/drawing/2014/main" id="{8D731464-C3FB-3C24-D5F1-3ED6884EFEF6}"/>
                  </a:ext>
                </a:extLst>
              </p:cNvPr>
              <p:cNvSpPr/>
              <p:nvPr/>
            </p:nvSpPr>
            <p:spPr>
              <a:xfrm>
                <a:off x="1318817" y="3711688"/>
                <a:ext cx="10166" cy="248969"/>
              </a:xfrm>
              <a:custGeom>
                <a:avLst/>
                <a:gdLst/>
                <a:ahLst/>
                <a:cxnLst/>
                <a:rect l="l" t="t" r="r" b="b"/>
                <a:pathLst>
                  <a:path w="10166" h="248969">
                    <a:moveTo>
                      <a:pt x="10116" y="50"/>
                    </a:moveTo>
                    <a:lnTo>
                      <a:pt x="10166" y="149"/>
                    </a:lnTo>
                    <a:lnTo>
                      <a:pt x="10166" y="2331"/>
                    </a:lnTo>
                    <a:lnTo>
                      <a:pt x="10116" y="2430"/>
                    </a:lnTo>
                    <a:lnTo>
                      <a:pt x="10017" y="2480"/>
                    </a:lnTo>
                    <a:lnTo>
                      <a:pt x="5851" y="2480"/>
                    </a:lnTo>
                    <a:lnTo>
                      <a:pt x="5752" y="2430"/>
                    </a:lnTo>
                    <a:lnTo>
                      <a:pt x="5703" y="2331"/>
                    </a:lnTo>
                    <a:lnTo>
                      <a:pt x="5703" y="149"/>
                    </a:lnTo>
                    <a:lnTo>
                      <a:pt x="5752" y="50"/>
                    </a:lnTo>
                    <a:lnTo>
                      <a:pt x="5851" y="0"/>
                    </a:lnTo>
                    <a:lnTo>
                      <a:pt x="10017" y="0"/>
                    </a:lnTo>
                    <a:close/>
                    <a:moveTo>
                      <a:pt x="10116" y="5505"/>
                    </a:moveTo>
                    <a:lnTo>
                      <a:pt x="10166" y="5604"/>
                    </a:lnTo>
                    <a:lnTo>
                      <a:pt x="10166" y="12250"/>
                    </a:lnTo>
                    <a:lnTo>
                      <a:pt x="10116" y="12349"/>
                    </a:lnTo>
                    <a:lnTo>
                      <a:pt x="10017" y="12399"/>
                    </a:lnTo>
                    <a:lnTo>
                      <a:pt x="5851" y="12399"/>
                    </a:lnTo>
                    <a:lnTo>
                      <a:pt x="5752" y="12349"/>
                    </a:lnTo>
                    <a:lnTo>
                      <a:pt x="5703" y="12250"/>
                    </a:lnTo>
                    <a:lnTo>
                      <a:pt x="5703" y="5604"/>
                    </a:lnTo>
                    <a:lnTo>
                      <a:pt x="5752" y="5505"/>
                    </a:lnTo>
                    <a:lnTo>
                      <a:pt x="5851" y="5456"/>
                    </a:lnTo>
                    <a:lnTo>
                      <a:pt x="10017" y="5456"/>
                    </a:lnTo>
                    <a:close/>
                    <a:moveTo>
                      <a:pt x="10116" y="15424"/>
                    </a:moveTo>
                    <a:lnTo>
                      <a:pt x="10166" y="15523"/>
                    </a:lnTo>
                    <a:lnTo>
                      <a:pt x="10166" y="22169"/>
                    </a:lnTo>
                    <a:lnTo>
                      <a:pt x="10116" y="22268"/>
                    </a:lnTo>
                    <a:lnTo>
                      <a:pt x="10017" y="22318"/>
                    </a:lnTo>
                    <a:lnTo>
                      <a:pt x="5851" y="22318"/>
                    </a:lnTo>
                    <a:lnTo>
                      <a:pt x="5752" y="22268"/>
                    </a:lnTo>
                    <a:lnTo>
                      <a:pt x="5703" y="22169"/>
                    </a:lnTo>
                    <a:lnTo>
                      <a:pt x="5703" y="15523"/>
                    </a:lnTo>
                    <a:lnTo>
                      <a:pt x="5752" y="15424"/>
                    </a:lnTo>
                    <a:lnTo>
                      <a:pt x="5851" y="15375"/>
                    </a:lnTo>
                    <a:lnTo>
                      <a:pt x="10017" y="15375"/>
                    </a:lnTo>
                    <a:close/>
                    <a:moveTo>
                      <a:pt x="10116" y="25343"/>
                    </a:moveTo>
                    <a:lnTo>
                      <a:pt x="10166" y="25443"/>
                    </a:lnTo>
                    <a:lnTo>
                      <a:pt x="10166" y="32088"/>
                    </a:lnTo>
                    <a:lnTo>
                      <a:pt x="10116" y="32187"/>
                    </a:lnTo>
                    <a:lnTo>
                      <a:pt x="10017" y="32237"/>
                    </a:lnTo>
                    <a:lnTo>
                      <a:pt x="5851" y="32237"/>
                    </a:lnTo>
                    <a:lnTo>
                      <a:pt x="5752" y="32187"/>
                    </a:lnTo>
                    <a:lnTo>
                      <a:pt x="5703" y="32088"/>
                    </a:lnTo>
                    <a:lnTo>
                      <a:pt x="5703" y="25443"/>
                    </a:lnTo>
                    <a:lnTo>
                      <a:pt x="5752" y="25343"/>
                    </a:lnTo>
                    <a:lnTo>
                      <a:pt x="5851" y="25294"/>
                    </a:lnTo>
                    <a:lnTo>
                      <a:pt x="10017" y="25294"/>
                    </a:lnTo>
                    <a:close/>
                    <a:moveTo>
                      <a:pt x="10116" y="35262"/>
                    </a:moveTo>
                    <a:lnTo>
                      <a:pt x="10166" y="35362"/>
                    </a:lnTo>
                    <a:lnTo>
                      <a:pt x="10166" y="42007"/>
                    </a:lnTo>
                    <a:lnTo>
                      <a:pt x="10116" y="42107"/>
                    </a:lnTo>
                    <a:lnTo>
                      <a:pt x="10017" y="42156"/>
                    </a:lnTo>
                    <a:lnTo>
                      <a:pt x="5851" y="42156"/>
                    </a:lnTo>
                    <a:lnTo>
                      <a:pt x="5752" y="42107"/>
                    </a:lnTo>
                    <a:lnTo>
                      <a:pt x="5703" y="42007"/>
                    </a:lnTo>
                    <a:lnTo>
                      <a:pt x="5703" y="35362"/>
                    </a:lnTo>
                    <a:lnTo>
                      <a:pt x="5752" y="35262"/>
                    </a:lnTo>
                    <a:lnTo>
                      <a:pt x="5851" y="35213"/>
                    </a:lnTo>
                    <a:lnTo>
                      <a:pt x="10017" y="35213"/>
                    </a:lnTo>
                    <a:close/>
                    <a:moveTo>
                      <a:pt x="10116" y="45181"/>
                    </a:moveTo>
                    <a:lnTo>
                      <a:pt x="10166" y="45281"/>
                    </a:lnTo>
                    <a:lnTo>
                      <a:pt x="10166" y="51926"/>
                    </a:lnTo>
                    <a:lnTo>
                      <a:pt x="10116" y="52026"/>
                    </a:lnTo>
                    <a:lnTo>
                      <a:pt x="10017" y="52075"/>
                    </a:lnTo>
                    <a:lnTo>
                      <a:pt x="5851" y="52075"/>
                    </a:lnTo>
                    <a:lnTo>
                      <a:pt x="5752" y="52026"/>
                    </a:lnTo>
                    <a:lnTo>
                      <a:pt x="5703" y="51926"/>
                    </a:lnTo>
                    <a:lnTo>
                      <a:pt x="5703" y="45281"/>
                    </a:lnTo>
                    <a:lnTo>
                      <a:pt x="5752" y="45181"/>
                    </a:lnTo>
                    <a:lnTo>
                      <a:pt x="5851" y="45132"/>
                    </a:lnTo>
                    <a:lnTo>
                      <a:pt x="10017" y="45132"/>
                    </a:lnTo>
                    <a:close/>
                    <a:moveTo>
                      <a:pt x="10116" y="55101"/>
                    </a:moveTo>
                    <a:lnTo>
                      <a:pt x="10166" y="55200"/>
                    </a:lnTo>
                    <a:lnTo>
                      <a:pt x="10166" y="61846"/>
                    </a:lnTo>
                    <a:lnTo>
                      <a:pt x="10116" y="61945"/>
                    </a:lnTo>
                    <a:lnTo>
                      <a:pt x="10017" y="61994"/>
                    </a:lnTo>
                    <a:lnTo>
                      <a:pt x="5851" y="61994"/>
                    </a:lnTo>
                    <a:lnTo>
                      <a:pt x="5752" y="61945"/>
                    </a:lnTo>
                    <a:lnTo>
                      <a:pt x="5703" y="61846"/>
                    </a:lnTo>
                    <a:lnTo>
                      <a:pt x="5703" y="55200"/>
                    </a:lnTo>
                    <a:lnTo>
                      <a:pt x="5752" y="55101"/>
                    </a:lnTo>
                    <a:lnTo>
                      <a:pt x="5851" y="55051"/>
                    </a:lnTo>
                    <a:lnTo>
                      <a:pt x="10017" y="55051"/>
                    </a:lnTo>
                    <a:close/>
                    <a:moveTo>
                      <a:pt x="10116" y="65020"/>
                    </a:moveTo>
                    <a:lnTo>
                      <a:pt x="10166" y="65119"/>
                    </a:lnTo>
                    <a:lnTo>
                      <a:pt x="10166" y="71765"/>
                    </a:lnTo>
                    <a:lnTo>
                      <a:pt x="10116" y="71864"/>
                    </a:lnTo>
                    <a:lnTo>
                      <a:pt x="10017" y="71913"/>
                    </a:lnTo>
                    <a:lnTo>
                      <a:pt x="5851" y="71913"/>
                    </a:lnTo>
                    <a:lnTo>
                      <a:pt x="5752" y="71864"/>
                    </a:lnTo>
                    <a:lnTo>
                      <a:pt x="5703" y="71765"/>
                    </a:lnTo>
                    <a:lnTo>
                      <a:pt x="5703" y="65119"/>
                    </a:lnTo>
                    <a:lnTo>
                      <a:pt x="5752" y="65020"/>
                    </a:lnTo>
                    <a:lnTo>
                      <a:pt x="5851" y="64970"/>
                    </a:lnTo>
                    <a:lnTo>
                      <a:pt x="10017" y="64970"/>
                    </a:lnTo>
                    <a:close/>
                    <a:moveTo>
                      <a:pt x="10116" y="74939"/>
                    </a:moveTo>
                    <a:lnTo>
                      <a:pt x="10166" y="75038"/>
                    </a:lnTo>
                    <a:lnTo>
                      <a:pt x="10166" y="81684"/>
                    </a:lnTo>
                    <a:lnTo>
                      <a:pt x="10116" y="81783"/>
                    </a:lnTo>
                    <a:lnTo>
                      <a:pt x="10017" y="81832"/>
                    </a:lnTo>
                    <a:lnTo>
                      <a:pt x="5851" y="81832"/>
                    </a:lnTo>
                    <a:lnTo>
                      <a:pt x="5752" y="81783"/>
                    </a:lnTo>
                    <a:lnTo>
                      <a:pt x="5703" y="81684"/>
                    </a:lnTo>
                    <a:lnTo>
                      <a:pt x="5703" y="75038"/>
                    </a:lnTo>
                    <a:lnTo>
                      <a:pt x="5752" y="74939"/>
                    </a:lnTo>
                    <a:lnTo>
                      <a:pt x="5851" y="74889"/>
                    </a:lnTo>
                    <a:lnTo>
                      <a:pt x="10017" y="74889"/>
                    </a:lnTo>
                    <a:close/>
                    <a:moveTo>
                      <a:pt x="10116" y="84858"/>
                    </a:moveTo>
                    <a:lnTo>
                      <a:pt x="10166" y="84957"/>
                    </a:lnTo>
                    <a:lnTo>
                      <a:pt x="10166" y="91603"/>
                    </a:lnTo>
                    <a:lnTo>
                      <a:pt x="10116" y="91702"/>
                    </a:lnTo>
                    <a:lnTo>
                      <a:pt x="10017" y="91752"/>
                    </a:lnTo>
                    <a:lnTo>
                      <a:pt x="5851" y="91752"/>
                    </a:lnTo>
                    <a:lnTo>
                      <a:pt x="5752" y="91702"/>
                    </a:lnTo>
                    <a:lnTo>
                      <a:pt x="5703" y="91603"/>
                    </a:lnTo>
                    <a:lnTo>
                      <a:pt x="5703" y="84957"/>
                    </a:lnTo>
                    <a:lnTo>
                      <a:pt x="5752" y="84858"/>
                    </a:lnTo>
                    <a:lnTo>
                      <a:pt x="5851" y="84808"/>
                    </a:lnTo>
                    <a:lnTo>
                      <a:pt x="10017" y="84808"/>
                    </a:lnTo>
                    <a:close/>
                    <a:moveTo>
                      <a:pt x="10116" y="94777"/>
                    </a:moveTo>
                    <a:lnTo>
                      <a:pt x="10166" y="94876"/>
                    </a:lnTo>
                    <a:lnTo>
                      <a:pt x="10166" y="101522"/>
                    </a:lnTo>
                    <a:lnTo>
                      <a:pt x="10116" y="101621"/>
                    </a:lnTo>
                    <a:lnTo>
                      <a:pt x="10017" y="101671"/>
                    </a:lnTo>
                    <a:lnTo>
                      <a:pt x="5851" y="101671"/>
                    </a:lnTo>
                    <a:lnTo>
                      <a:pt x="5752" y="101621"/>
                    </a:lnTo>
                    <a:lnTo>
                      <a:pt x="5703" y="101522"/>
                    </a:lnTo>
                    <a:lnTo>
                      <a:pt x="5703" y="94876"/>
                    </a:lnTo>
                    <a:lnTo>
                      <a:pt x="5752" y="94777"/>
                    </a:lnTo>
                    <a:lnTo>
                      <a:pt x="5851" y="94727"/>
                    </a:lnTo>
                    <a:lnTo>
                      <a:pt x="10017" y="94727"/>
                    </a:lnTo>
                    <a:close/>
                    <a:moveTo>
                      <a:pt x="10116" y="104696"/>
                    </a:moveTo>
                    <a:lnTo>
                      <a:pt x="10166" y="104795"/>
                    </a:lnTo>
                    <a:lnTo>
                      <a:pt x="10166" y="111441"/>
                    </a:lnTo>
                    <a:lnTo>
                      <a:pt x="10116" y="111540"/>
                    </a:lnTo>
                    <a:lnTo>
                      <a:pt x="10017" y="111590"/>
                    </a:lnTo>
                    <a:lnTo>
                      <a:pt x="5851" y="111590"/>
                    </a:lnTo>
                    <a:lnTo>
                      <a:pt x="5752" y="111540"/>
                    </a:lnTo>
                    <a:lnTo>
                      <a:pt x="5703" y="111441"/>
                    </a:lnTo>
                    <a:lnTo>
                      <a:pt x="5703" y="104795"/>
                    </a:lnTo>
                    <a:lnTo>
                      <a:pt x="5752" y="104696"/>
                    </a:lnTo>
                    <a:lnTo>
                      <a:pt x="5851" y="104646"/>
                    </a:lnTo>
                    <a:lnTo>
                      <a:pt x="10017" y="104646"/>
                    </a:lnTo>
                    <a:close/>
                    <a:moveTo>
                      <a:pt x="10116" y="114615"/>
                    </a:moveTo>
                    <a:lnTo>
                      <a:pt x="10166" y="114714"/>
                    </a:lnTo>
                    <a:lnTo>
                      <a:pt x="10166" y="121360"/>
                    </a:lnTo>
                    <a:lnTo>
                      <a:pt x="10116" y="121459"/>
                    </a:lnTo>
                    <a:lnTo>
                      <a:pt x="10017" y="121509"/>
                    </a:lnTo>
                    <a:lnTo>
                      <a:pt x="5851" y="121509"/>
                    </a:lnTo>
                    <a:lnTo>
                      <a:pt x="5752" y="121459"/>
                    </a:lnTo>
                    <a:lnTo>
                      <a:pt x="5703" y="121360"/>
                    </a:lnTo>
                    <a:lnTo>
                      <a:pt x="5703" y="114714"/>
                    </a:lnTo>
                    <a:lnTo>
                      <a:pt x="5752" y="114615"/>
                    </a:lnTo>
                    <a:lnTo>
                      <a:pt x="5851" y="114565"/>
                    </a:lnTo>
                    <a:lnTo>
                      <a:pt x="10017" y="114565"/>
                    </a:lnTo>
                    <a:close/>
                    <a:moveTo>
                      <a:pt x="10116" y="124534"/>
                    </a:moveTo>
                    <a:lnTo>
                      <a:pt x="10166" y="124633"/>
                    </a:lnTo>
                    <a:lnTo>
                      <a:pt x="10166" y="131279"/>
                    </a:lnTo>
                    <a:lnTo>
                      <a:pt x="10116" y="131378"/>
                    </a:lnTo>
                    <a:lnTo>
                      <a:pt x="10017" y="131428"/>
                    </a:lnTo>
                    <a:lnTo>
                      <a:pt x="5851" y="131428"/>
                    </a:lnTo>
                    <a:lnTo>
                      <a:pt x="5752" y="131378"/>
                    </a:lnTo>
                    <a:lnTo>
                      <a:pt x="5703" y="131279"/>
                    </a:lnTo>
                    <a:lnTo>
                      <a:pt x="5703" y="124633"/>
                    </a:lnTo>
                    <a:lnTo>
                      <a:pt x="5752" y="124534"/>
                    </a:lnTo>
                    <a:lnTo>
                      <a:pt x="5851" y="124484"/>
                    </a:lnTo>
                    <a:lnTo>
                      <a:pt x="10017" y="124484"/>
                    </a:lnTo>
                    <a:close/>
                    <a:moveTo>
                      <a:pt x="10116" y="134453"/>
                    </a:moveTo>
                    <a:lnTo>
                      <a:pt x="10166" y="134552"/>
                    </a:lnTo>
                    <a:lnTo>
                      <a:pt x="10166" y="141198"/>
                    </a:lnTo>
                    <a:lnTo>
                      <a:pt x="10116" y="141297"/>
                    </a:lnTo>
                    <a:lnTo>
                      <a:pt x="10017" y="141347"/>
                    </a:lnTo>
                    <a:lnTo>
                      <a:pt x="5851" y="141347"/>
                    </a:lnTo>
                    <a:lnTo>
                      <a:pt x="5752" y="141297"/>
                    </a:lnTo>
                    <a:lnTo>
                      <a:pt x="5703" y="141198"/>
                    </a:lnTo>
                    <a:lnTo>
                      <a:pt x="5703" y="134552"/>
                    </a:lnTo>
                    <a:lnTo>
                      <a:pt x="5752" y="134453"/>
                    </a:lnTo>
                    <a:lnTo>
                      <a:pt x="5851" y="134404"/>
                    </a:lnTo>
                    <a:lnTo>
                      <a:pt x="10017" y="134404"/>
                    </a:lnTo>
                    <a:close/>
                    <a:moveTo>
                      <a:pt x="10116" y="144372"/>
                    </a:moveTo>
                    <a:lnTo>
                      <a:pt x="10166" y="144471"/>
                    </a:lnTo>
                    <a:lnTo>
                      <a:pt x="10166" y="151117"/>
                    </a:lnTo>
                    <a:lnTo>
                      <a:pt x="10116" y="151216"/>
                    </a:lnTo>
                    <a:lnTo>
                      <a:pt x="10017" y="151266"/>
                    </a:lnTo>
                    <a:lnTo>
                      <a:pt x="5851" y="151266"/>
                    </a:lnTo>
                    <a:lnTo>
                      <a:pt x="5752" y="151216"/>
                    </a:lnTo>
                    <a:lnTo>
                      <a:pt x="5703" y="151117"/>
                    </a:lnTo>
                    <a:lnTo>
                      <a:pt x="5703" y="144471"/>
                    </a:lnTo>
                    <a:lnTo>
                      <a:pt x="5752" y="144372"/>
                    </a:lnTo>
                    <a:lnTo>
                      <a:pt x="5851" y="144323"/>
                    </a:lnTo>
                    <a:lnTo>
                      <a:pt x="10017" y="144323"/>
                    </a:lnTo>
                    <a:close/>
                    <a:moveTo>
                      <a:pt x="10116" y="154291"/>
                    </a:moveTo>
                    <a:lnTo>
                      <a:pt x="10166" y="154390"/>
                    </a:lnTo>
                    <a:lnTo>
                      <a:pt x="10166" y="161036"/>
                    </a:lnTo>
                    <a:lnTo>
                      <a:pt x="10116" y="161135"/>
                    </a:lnTo>
                    <a:lnTo>
                      <a:pt x="10017" y="161185"/>
                    </a:lnTo>
                    <a:lnTo>
                      <a:pt x="5851" y="161185"/>
                    </a:lnTo>
                    <a:lnTo>
                      <a:pt x="5752" y="161135"/>
                    </a:lnTo>
                    <a:lnTo>
                      <a:pt x="5703" y="161036"/>
                    </a:lnTo>
                    <a:lnTo>
                      <a:pt x="5703" y="154390"/>
                    </a:lnTo>
                    <a:lnTo>
                      <a:pt x="5752" y="154291"/>
                    </a:lnTo>
                    <a:lnTo>
                      <a:pt x="5851" y="154242"/>
                    </a:lnTo>
                    <a:lnTo>
                      <a:pt x="10017" y="154242"/>
                    </a:lnTo>
                    <a:close/>
                    <a:moveTo>
                      <a:pt x="10116" y="164210"/>
                    </a:moveTo>
                    <a:lnTo>
                      <a:pt x="10166" y="164310"/>
                    </a:lnTo>
                    <a:lnTo>
                      <a:pt x="10166" y="170955"/>
                    </a:lnTo>
                    <a:lnTo>
                      <a:pt x="10116" y="171055"/>
                    </a:lnTo>
                    <a:lnTo>
                      <a:pt x="10017" y="171104"/>
                    </a:lnTo>
                    <a:lnTo>
                      <a:pt x="5851" y="171104"/>
                    </a:lnTo>
                    <a:lnTo>
                      <a:pt x="5752" y="171055"/>
                    </a:lnTo>
                    <a:lnTo>
                      <a:pt x="5703" y="170955"/>
                    </a:lnTo>
                    <a:lnTo>
                      <a:pt x="5703" y="164310"/>
                    </a:lnTo>
                    <a:lnTo>
                      <a:pt x="5752" y="164210"/>
                    </a:lnTo>
                    <a:lnTo>
                      <a:pt x="5851" y="164161"/>
                    </a:lnTo>
                    <a:lnTo>
                      <a:pt x="10017" y="164161"/>
                    </a:lnTo>
                    <a:close/>
                    <a:moveTo>
                      <a:pt x="10116" y="174129"/>
                    </a:moveTo>
                    <a:lnTo>
                      <a:pt x="10166" y="174229"/>
                    </a:lnTo>
                    <a:lnTo>
                      <a:pt x="10166" y="180874"/>
                    </a:lnTo>
                    <a:lnTo>
                      <a:pt x="10116" y="180974"/>
                    </a:lnTo>
                    <a:lnTo>
                      <a:pt x="10017" y="181023"/>
                    </a:lnTo>
                    <a:lnTo>
                      <a:pt x="5851" y="181023"/>
                    </a:lnTo>
                    <a:lnTo>
                      <a:pt x="5752" y="180974"/>
                    </a:lnTo>
                    <a:lnTo>
                      <a:pt x="5703" y="180874"/>
                    </a:lnTo>
                    <a:lnTo>
                      <a:pt x="5703" y="174229"/>
                    </a:lnTo>
                    <a:lnTo>
                      <a:pt x="5752" y="174129"/>
                    </a:lnTo>
                    <a:lnTo>
                      <a:pt x="5851" y="174080"/>
                    </a:lnTo>
                    <a:lnTo>
                      <a:pt x="10017" y="174080"/>
                    </a:lnTo>
                    <a:close/>
                    <a:moveTo>
                      <a:pt x="10116" y="184049"/>
                    </a:moveTo>
                    <a:lnTo>
                      <a:pt x="10166" y="184148"/>
                    </a:lnTo>
                    <a:lnTo>
                      <a:pt x="10166" y="190793"/>
                    </a:lnTo>
                    <a:lnTo>
                      <a:pt x="10116" y="190893"/>
                    </a:lnTo>
                    <a:lnTo>
                      <a:pt x="10017" y="190942"/>
                    </a:lnTo>
                    <a:lnTo>
                      <a:pt x="5851" y="190942"/>
                    </a:lnTo>
                    <a:lnTo>
                      <a:pt x="5752" y="190893"/>
                    </a:lnTo>
                    <a:lnTo>
                      <a:pt x="5703" y="190793"/>
                    </a:lnTo>
                    <a:lnTo>
                      <a:pt x="5703" y="184148"/>
                    </a:lnTo>
                    <a:lnTo>
                      <a:pt x="5752" y="184049"/>
                    </a:lnTo>
                    <a:lnTo>
                      <a:pt x="5851" y="183999"/>
                    </a:lnTo>
                    <a:lnTo>
                      <a:pt x="10017" y="183999"/>
                    </a:lnTo>
                    <a:close/>
                    <a:moveTo>
                      <a:pt x="10116" y="193968"/>
                    </a:moveTo>
                    <a:lnTo>
                      <a:pt x="10166" y="194067"/>
                    </a:lnTo>
                    <a:lnTo>
                      <a:pt x="10166" y="200713"/>
                    </a:lnTo>
                    <a:lnTo>
                      <a:pt x="10116" y="200812"/>
                    </a:lnTo>
                    <a:lnTo>
                      <a:pt x="10017" y="200861"/>
                    </a:lnTo>
                    <a:lnTo>
                      <a:pt x="5851" y="200861"/>
                    </a:lnTo>
                    <a:lnTo>
                      <a:pt x="5752" y="200812"/>
                    </a:lnTo>
                    <a:lnTo>
                      <a:pt x="5703" y="200713"/>
                    </a:lnTo>
                    <a:lnTo>
                      <a:pt x="5703" y="194067"/>
                    </a:lnTo>
                    <a:lnTo>
                      <a:pt x="5752" y="193968"/>
                    </a:lnTo>
                    <a:lnTo>
                      <a:pt x="5851" y="193918"/>
                    </a:lnTo>
                    <a:lnTo>
                      <a:pt x="10017" y="193918"/>
                    </a:lnTo>
                    <a:close/>
                    <a:moveTo>
                      <a:pt x="10116" y="203887"/>
                    </a:moveTo>
                    <a:lnTo>
                      <a:pt x="10166" y="203986"/>
                    </a:lnTo>
                    <a:lnTo>
                      <a:pt x="10166" y="210632"/>
                    </a:lnTo>
                    <a:lnTo>
                      <a:pt x="10116" y="210731"/>
                    </a:lnTo>
                    <a:lnTo>
                      <a:pt x="10017" y="210780"/>
                    </a:lnTo>
                    <a:lnTo>
                      <a:pt x="5851" y="210780"/>
                    </a:lnTo>
                    <a:lnTo>
                      <a:pt x="5752" y="210731"/>
                    </a:lnTo>
                    <a:lnTo>
                      <a:pt x="5703" y="210632"/>
                    </a:lnTo>
                    <a:lnTo>
                      <a:pt x="5703" y="203986"/>
                    </a:lnTo>
                    <a:lnTo>
                      <a:pt x="5752" y="203887"/>
                    </a:lnTo>
                    <a:lnTo>
                      <a:pt x="5851" y="203837"/>
                    </a:lnTo>
                    <a:lnTo>
                      <a:pt x="10017" y="203837"/>
                    </a:lnTo>
                    <a:close/>
                    <a:moveTo>
                      <a:pt x="10116" y="213806"/>
                    </a:moveTo>
                    <a:lnTo>
                      <a:pt x="10166" y="213905"/>
                    </a:lnTo>
                    <a:lnTo>
                      <a:pt x="10166" y="220551"/>
                    </a:lnTo>
                    <a:lnTo>
                      <a:pt x="10116" y="220650"/>
                    </a:lnTo>
                    <a:lnTo>
                      <a:pt x="10017" y="220699"/>
                    </a:lnTo>
                    <a:lnTo>
                      <a:pt x="5851" y="220699"/>
                    </a:lnTo>
                    <a:lnTo>
                      <a:pt x="5752" y="220650"/>
                    </a:lnTo>
                    <a:lnTo>
                      <a:pt x="5703" y="220551"/>
                    </a:lnTo>
                    <a:lnTo>
                      <a:pt x="5703" y="213905"/>
                    </a:lnTo>
                    <a:lnTo>
                      <a:pt x="5752" y="213806"/>
                    </a:lnTo>
                    <a:lnTo>
                      <a:pt x="5851" y="213756"/>
                    </a:lnTo>
                    <a:lnTo>
                      <a:pt x="10017" y="213756"/>
                    </a:lnTo>
                    <a:close/>
                    <a:moveTo>
                      <a:pt x="10116" y="223725"/>
                    </a:moveTo>
                    <a:lnTo>
                      <a:pt x="10166" y="223824"/>
                    </a:lnTo>
                    <a:lnTo>
                      <a:pt x="10166" y="230470"/>
                    </a:lnTo>
                    <a:lnTo>
                      <a:pt x="10116" y="230569"/>
                    </a:lnTo>
                    <a:lnTo>
                      <a:pt x="10017" y="230619"/>
                    </a:lnTo>
                    <a:lnTo>
                      <a:pt x="5851" y="230619"/>
                    </a:lnTo>
                    <a:lnTo>
                      <a:pt x="5752" y="230569"/>
                    </a:lnTo>
                    <a:lnTo>
                      <a:pt x="5703" y="230470"/>
                    </a:lnTo>
                    <a:lnTo>
                      <a:pt x="5703" y="223824"/>
                    </a:lnTo>
                    <a:lnTo>
                      <a:pt x="5752" y="223725"/>
                    </a:lnTo>
                    <a:lnTo>
                      <a:pt x="5851" y="223675"/>
                    </a:lnTo>
                    <a:lnTo>
                      <a:pt x="10017" y="223675"/>
                    </a:lnTo>
                    <a:close/>
                    <a:moveTo>
                      <a:pt x="10116" y="233644"/>
                    </a:moveTo>
                    <a:lnTo>
                      <a:pt x="10166" y="233743"/>
                    </a:lnTo>
                    <a:lnTo>
                      <a:pt x="10166" y="240389"/>
                    </a:lnTo>
                    <a:lnTo>
                      <a:pt x="10116" y="240488"/>
                    </a:lnTo>
                    <a:lnTo>
                      <a:pt x="10017" y="240538"/>
                    </a:lnTo>
                    <a:lnTo>
                      <a:pt x="5851" y="240538"/>
                    </a:lnTo>
                    <a:lnTo>
                      <a:pt x="5752" y="240488"/>
                    </a:lnTo>
                    <a:lnTo>
                      <a:pt x="5703" y="240389"/>
                    </a:lnTo>
                    <a:lnTo>
                      <a:pt x="5703" y="233743"/>
                    </a:lnTo>
                    <a:lnTo>
                      <a:pt x="5752" y="233644"/>
                    </a:lnTo>
                    <a:lnTo>
                      <a:pt x="5851" y="233594"/>
                    </a:lnTo>
                    <a:lnTo>
                      <a:pt x="10017" y="233594"/>
                    </a:lnTo>
                    <a:close/>
                    <a:moveTo>
                      <a:pt x="10116" y="243563"/>
                    </a:moveTo>
                    <a:lnTo>
                      <a:pt x="10166" y="243662"/>
                    </a:lnTo>
                    <a:lnTo>
                      <a:pt x="10166" y="248820"/>
                    </a:lnTo>
                    <a:lnTo>
                      <a:pt x="10116" y="248919"/>
                    </a:lnTo>
                    <a:lnTo>
                      <a:pt x="10017" y="248969"/>
                    </a:lnTo>
                    <a:lnTo>
                      <a:pt x="5851" y="248969"/>
                    </a:lnTo>
                    <a:lnTo>
                      <a:pt x="5752" y="248919"/>
                    </a:lnTo>
                    <a:lnTo>
                      <a:pt x="5703" y="248820"/>
                    </a:lnTo>
                    <a:lnTo>
                      <a:pt x="5703" y="243662"/>
                    </a:lnTo>
                    <a:lnTo>
                      <a:pt x="5752" y="243563"/>
                    </a:lnTo>
                    <a:lnTo>
                      <a:pt x="5851" y="243513"/>
                    </a:lnTo>
                    <a:lnTo>
                      <a:pt x="10017" y="243513"/>
                    </a:lnTo>
                    <a:close/>
                    <a:moveTo>
                      <a:pt x="5653" y="50"/>
                    </a:moveTo>
                    <a:lnTo>
                      <a:pt x="5703" y="149"/>
                    </a:lnTo>
                    <a:lnTo>
                      <a:pt x="5703" y="248820"/>
                    </a:lnTo>
                    <a:lnTo>
                      <a:pt x="5653" y="248919"/>
                    </a:lnTo>
                    <a:lnTo>
                      <a:pt x="5554" y="248969"/>
                    </a:lnTo>
                    <a:lnTo>
                      <a:pt x="148" y="248969"/>
                    </a:lnTo>
                    <a:lnTo>
                      <a:pt x="49" y="248919"/>
                    </a:lnTo>
                    <a:lnTo>
                      <a:pt x="0" y="248820"/>
                    </a:lnTo>
                    <a:lnTo>
                      <a:pt x="0" y="149"/>
                    </a:lnTo>
                    <a:lnTo>
                      <a:pt x="49" y="50"/>
                    </a:lnTo>
                    <a:lnTo>
                      <a:pt x="148" y="0"/>
                    </a:lnTo>
                    <a:lnTo>
                      <a:pt x="555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9" name="墙_V17_Storage_North_Casing">
                <a:extLst>
                  <a:ext uri="{FF2B5EF4-FFF2-40B4-BE49-F238E27FC236}">
                    <a16:creationId xmlns:a16="http://schemas.microsoft.com/office/drawing/2014/main" id="{4A43F4A0-8ED9-211A-4AAC-537CF13F280A}"/>
                  </a:ext>
                </a:extLst>
              </p:cNvPr>
              <p:cNvSpPr/>
              <p:nvPr/>
            </p:nvSpPr>
            <p:spPr>
              <a:xfrm>
                <a:off x="2240297" y="4676368"/>
                <a:ext cx="4960" cy="11159"/>
              </a:xfrm>
              <a:custGeom>
                <a:avLst/>
                <a:gdLst/>
                <a:ahLst/>
                <a:cxnLst/>
                <a:rect l="l" t="t" r="r" b="b"/>
                <a:pathLst>
                  <a:path w="4960" h="11159">
                    <a:moveTo>
                      <a:pt x="4960" y="0"/>
                    </a:moveTo>
                    <a:lnTo>
                      <a:pt x="0" y="0"/>
                    </a:lnTo>
                    <a:lnTo>
                      <a:pt x="0" y="11159"/>
                    </a:lnTo>
                    <a:lnTo>
                      <a:pt x="4960" y="1115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423" name="房间名（沿用施工图）">
              <a:extLst>
                <a:ext uri="{FF2B5EF4-FFF2-40B4-BE49-F238E27FC236}">
                  <a16:creationId xmlns:a16="http://schemas.microsoft.com/office/drawing/2014/main" id="{999474E9-7318-2C4D-EF6E-2949F8F8533D}"/>
                </a:ext>
              </a:extLst>
            </p:cNvPr>
            <p:cNvGrpSpPr/>
            <p:nvPr/>
          </p:nvGrpSpPr>
          <p:grpSpPr>
            <a:xfrm>
              <a:off x="658780" y="1171576"/>
              <a:ext cx="1914044" cy="4397638"/>
              <a:chOff x="658780" y="1171576"/>
              <a:chExt cx="1914044" cy="4397638"/>
            </a:xfrm>
          </p:grpSpPr>
          <p:sp>
            <p:nvSpPr>
              <p:cNvPr id="424" name="TextBox 423">
                <a:extLst>
                  <a:ext uri="{FF2B5EF4-FFF2-40B4-BE49-F238E27FC236}">
                    <a16:creationId xmlns:a16="http://schemas.microsoft.com/office/drawing/2014/main" id="{43FEC776-CEDF-3216-2E0A-B9CE63EE2390}"/>
                  </a:ext>
                </a:extLst>
              </p:cNvPr>
              <p:cNvSpPr txBox="1"/>
              <p:nvPr/>
            </p:nvSpPr>
            <p:spPr>
              <a:xfrm rot="16200000">
                <a:off x="1704467" y="464322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起居室</a:t>
                </a:r>
              </a:p>
            </p:txBody>
          </p:sp>
          <p:sp>
            <p:nvSpPr>
              <p:cNvPr id="425" name="TextBox 424">
                <a:extLst>
                  <a:ext uri="{FF2B5EF4-FFF2-40B4-BE49-F238E27FC236}">
                    <a16:creationId xmlns:a16="http://schemas.microsoft.com/office/drawing/2014/main" id="{4E1035C1-A79A-E69F-B479-A165BD13CC06}"/>
                  </a:ext>
                </a:extLst>
              </p:cNvPr>
              <p:cNvSpPr txBox="1"/>
              <p:nvPr/>
            </p:nvSpPr>
            <p:spPr>
              <a:xfrm rot="16200000">
                <a:off x="1952573" y="2508311"/>
                <a:ext cx="54125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厨房（吧台区）</a:t>
                </a:r>
              </a:p>
            </p:txBody>
          </p:sp>
          <p:sp>
            <p:nvSpPr>
              <p:cNvPr id="426" name="TextBox 425">
                <a:extLst>
                  <a:ext uri="{FF2B5EF4-FFF2-40B4-BE49-F238E27FC236}">
                    <a16:creationId xmlns:a16="http://schemas.microsoft.com/office/drawing/2014/main" id="{58A143EE-E6E5-2CE6-EA82-045D91BC6A96}"/>
                  </a:ext>
                </a:extLst>
              </p:cNvPr>
              <p:cNvSpPr txBox="1"/>
              <p:nvPr/>
            </p:nvSpPr>
            <p:spPr>
              <a:xfrm rot="16200000">
                <a:off x="1377294" y="547717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前院</a:t>
                </a:r>
              </a:p>
            </p:txBody>
          </p:sp>
          <p:sp>
            <p:nvSpPr>
              <p:cNvPr id="427" name="TextBox 426">
                <a:extLst>
                  <a:ext uri="{FF2B5EF4-FFF2-40B4-BE49-F238E27FC236}">
                    <a16:creationId xmlns:a16="http://schemas.microsoft.com/office/drawing/2014/main" id="{A7A11826-15A1-F21D-B60C-531AAE91EB7C}"/>
                  </a:ext>
                </a:extLst>
              </p:cNvPr>
              <p:cNvSpPr txBox="1"/>
              <p:nvPr/>
            </p:nvSpPr>
            <p:spPr>
              <a:xfrm rot="16200000">
                <a:off x="1792213" y="3624550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餐厅</a:t>
                </a:r>
                <a:endParaRPr sz="1400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28" name="TextBox 427">
                <a:extLst>
                  <a:ext uri="{FF2B5EF4-FFF2-40B4-BE49-F238E27FC236}">
                    <a16:creationId xmlns:a16="http://schemas.microsoft.com/office/drawing/2014/main" id="{7343EACE-CE65-E7E9-B861-48D7090D7218}"/>
                  </a:ext>
                </a:extLst>
              </p:cNvPr>
              <p:cNvSpPr txBox="1"/>
              <p:nvPr/>
            </p:nvSpPr>
            <p:spPr>
              <a:xfrm rot="16200000">
                <a:off x="2320821" y="4239600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  <p:sp>
            <p:nvSpPr>
              <p:cNvPr id="429" name="TextBox 428">
                <a:extLst>
                  <a:ext uri="{FF2B5EF4-FFF2-40B4-BE49-F238E27FC236}">
                    <a16:creationId xmlns:a16="http://schemas.microsoft.com/office/drawing/2014/main" id="{A10F7F30-E0C5-2FE9-F6DD-3D4FE703DA0D}"/>
                  </a:ext>
                </a:extLst>
              </p:cNvPr>
              <p:cNvSpPr txBox="1"/>
              <p:nvPr/>
            </p:nvSpPr>
            <p:spPr>
              <a:xfrm rot="16200000">
                <a:off x="964969" y="201019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后花园</a:t>
                </a:r>
              </a:p>
            </p:txBody>
          </p:sp>
          <p:sp>
            <p:nvSpPr>
              <p:cNvPr id="430" name="TextBox 429">
                <a:extLst>
                  <a:ext uri="{FF2B5EF4-FFF2-40B4-BE49-F238E27FC236}">
                    <a16:creationId xmlns:a16="http://schemas.microsoft.com/office/drawing/2014/main" id="{3387C132-2888-B401-4ED1-11F4143ECB2F}"/>
                  </a:ext>
                </a:extLst>
              </p:cNvPr>
              <p:cNvSpPr txBox="1"/>
              <p:nvPr/>
            </p:nvSpPr>
            <p:spPr>
              <a:xfrm rot="16200000">
                <a:off x="2320821" y="472944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  <a:endParaRPr sz="1400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31" name="TextBox 430">
                <a:extLst>
                  <a:ext uri="{FF2B5EF4-FFF2-40B4-BE49-F238E27FC236}">
                    <a16:creationId xmlns:a16="http://schemas.microsoft.com/office/drawing/2014/main" id="{5AB5D4B4-1267-862F-370E-CB023A94A0EA}"/>
                  </a:ext>
                </a:extLst>
              </p:cNvPr>
              <p:cNvSpPr txBox="1"/>
              <p:nvPr/>
            </p:nvSpPr>
            <p:spPr>
              <a:xfrm rot="16200000">
                <a:off x="1098651" y="321923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432" name="TextBox 431">
                <a:extLst>
                  <a:ext uri="{FF2B5EF4-FFF2-40B4-BE49-F238E27FC236}">
                    <a16:creationId xmlns:a16="http://schemas.microsoft.com/office/drawing/2014/main" id="{A94F9BBF-6BA1-7A05-33AF-81559C4F895C}"/>
                  </a:ext>
                </a:extLst>
              </p:cNvPr>
              <p:cNvSpPr txBox="1"/>
              <p:nvPr/>
            </p:nvSpPr>
            <p:spPr>
              <a:xfrm rot="16200000">
                <a:off x="2378657" y="3368357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433" name="TextBox 432">
                <a:extLst>
                  <a:ext uri="{FF2B5EF4-FFF2-40B4-BE49-F238E27FC236}">
                    <a16:creationId xmlns:a16="http://schemas.microsoft.com/office/drawing/2014/main" id="{94530346-B00F-94EA-1F07-D67074D2FEC6}"/>
                  </a:ext>
                </a:extLst>
              </p:cNvPr>
              <p:cNvSpPr txBox="1"/>
              <p:nvPr/>
            </p:nvSpPr>
            <p:spPr>
              <a:xfrm rot="16200000">
                <a:off x="2120615" y="1821014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</a:t>
                </a:r>
              </a:p>
            </p:txBody>
          </p:sp>
          <p:sp>
            <p:nvSpPr>
              <p:cNvPr id="434" name="TextBox 433">
                <a:extLst>
                  <a:ext uri="{FF2B5EF4-FFF2-40B4-BE49-F238E27FC236}">
                    <a16:creationId xmlns:a16="http://schemas.microsoft.com/office/drawing/2014/main" id="{D3666B31-7E3E-C075-3FAC-62278ECCD7E6}"/>
                  </a:ext>
                </a:extLst>
              </p:cNvPr>
              <p:cNvSpPr txBox="1"/>
              <p:nvPr/>
            </p:nvSpPr>
            <p:spPr>
              <a:xfrm rot="16200000">
                <a:off x="2087745" y="117157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洗衣房</a:t>
                </a:r>
              </a:p>
            </p:txBody>
          </p:sp>
          <p:sp>
            <p:nvSpPr>
              <p:cNvPr id="435" name="TextBox 434">
                <a:extLst>
                  <a:ext uri="{FF2B5EF4-FFF2-40B4-BE49-F238E27FC236}">
                    <a16:creationId xmlns:a16="http://schemas.microsoft.com/office/drawing/2014/main" id="{121FAF64-6464-C9C9-726F-FE3A1C91C334}"/>
                  </a:ext>
                </a:extLst>
              </p:cNvPr>
              <p:cNvSpPr txBox="1"/>
              <p:nvPr/>
            </p:nvSpPr>
            <p:spPr>
              <a:xfrm rot="16200000">
                <a:off x="791437" y="404074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客厅</a:t>
                </a:r>
              </a:p>
            </p:txBody>
          </p:sp>
          <p:sp>
            <p:nvSpPr>
              <p:cNvPr id="436" name="TextBox 435">
                <a:extLst>
                  <a:ext uri="{FF2B5EF4-FFF2-40B4-BE49-F238E27FC236}">
                    <a16:creationId xmlns:a16="http://schemas.microsoft.com/office/drawing/2014/main" id="{CD08588D-5387-80FF-3321-1E90D1A52452}"/>
                  </a:ext>
                </a:extLst>
              </p:cNvPr>
              <p:cNvSpPr txBox="1"/>
              <p:nvPr/>
            </p:nvSpPr>
            <p:spPr>
              <a:xfrm rot="16200000">
                <a:off x="658780" y="4720908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</p:grpSp>
      </p:grpSp>
      <p:sp>
        <p:nvSpPr>
          <p:cNvPr id="538" name="Rectangle 537"/>
          <p:cNvSpPr/>
          <p:nvPr/>
        </p:nvSpPr>
        <p:spPr>
          <a:xfrm>
            <a:off x="0" y="0"/>
            <a:ext cx="12192000" cy="8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Rectangle 538"/>
          <p:cNvSpPr/>
          <p:nvPr/>
        </p:nvSpPr>
        <p:spPr>
          <a:xfrm>
            <a:off x="0" y="6650000"/>
            <a:ext cx="12192000" cy="2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" name="Rectangle 539"/>
          <p:cNvSpPr/>
          <p:nvPr/>
        </p:nvSpPr>
        <p:spPr>
          <a:xfrm>
            <a:off x="0" y="850000"/>
            <a:ext cx="300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" name="Rectangle 540"/>
          <p:cNvSpPr/>
          <p:nvPr/>
        </p:nvSpPr>
        <p:spPr>
          <a:xfrm>
            <a:off x="8450000" y="850000"/>
            <a:ext cx="3742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Rectangle 54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TextBox 54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一层照明平面放大图（起居室 · G07 区 · 门厅 · 楼梯）</a:t>
            </a:r>
          </a:p>
        </p:txBody>
      </p:sp>
      <p:sp>
        <p:nvSpPr>
          <p:cNvPr id="544" name="Rectangle 543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5" name="TextBox 544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546" name="TextBox 545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住宅改造（一层）</a:t>
            </a:r>
          </a:p>
        </p:txBody>
      </p:sp>
      <p:cxnSp>
        <p:nvCxnSpPr>
          <p:cNvPr id="547" name="Connector 546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8" name="TextBox 547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549" name="TextBox 548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一层照明平面放大图（起居室 · G07 区 · 门厅 · 楼梯）</a:t>
            </a:r>
          </a:p>
        </p:txBody>
      </p:sp>
      <p:cxnSp>
        <p:nvCxnSpPr>
          <p:cNvPr id="550" name="Connector 549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1" name="TextBox 550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552" name="TextBox 551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电施-03</a:t>
            </a:r>
          </a:p>
        </p:txBody>
      </p:sp>
      <p:cxnSp>
        <p:nvCxnSpPr>
          <p:cNvPr id="553" name="Connector 552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4" name="TextBox 553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555" name="TextBox 554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1:50（A3）</a:t>
            </a:r>
          </a:p>
        </p:txBody>
      </p:sp>
      <p:cxnSp>
        <p:nvCxnSpPr>
          <p:cNvPr id="556" name="Connector 555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7" name="TextBox 556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558" name="TextBox 557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G-A 2026-10-03）</a:t>
            </a:r>
          </a:p>
        </p:txBody>
      </p:sp>
      <p:cxnSp>
        <p:nvCxnSpPr>
          <p:cNvPr id="559" name="Connector 558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0" name="TextBox 559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561" name="TextBox 560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562" name="Connector 561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3" name="Connector 562"/>
          <p:cNvCxnSpPr/>
          <p:nvPr/>
        </p:nvCxnSpPr>
        <p:spPr>
          <a:xfrm>
            <a:off x="2772355" y="2444714"/>
            <a:ext cx="0" cy="802492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4" name="Connector 563"/>
          <p:cNvCxnSpPr/>
          <p:nvPr/>
        </p:nvCxnSpPr>
        <p:spPr>
          <a:xfrm>
            <a:off x="2772355" y="2444714"/>
            <a:ext cx="906228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5" name="Connector 564"/>
          <p:cNvCxnSpPr/>
          <p:nvPr/>
        </p:nvCxnSpPr>
        <p:spPr>
          <a:xfrm>
            <a:off x="3678583" y="2444714"/>
            <a:ext cx="90182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6" name="Connector 565"/>
          <p:cNvCxnSpPr/>
          <p:nvPr/>
        </p:nvCxnSpPr>
        <p:spPr>
          <a:xfrm flipV="1">
            <a:off x="4570043" y="3232541"/>
            <a:ext cx="0" cy="76424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7" name="Connector 566"/>
          <p:cNvCxnSpPr/>
          <p:nvPr/>
        </p:nvCxnSpPr>
        <p:spPr>
          <a:xfrm>
            <a:off x="4570043" y="3232541"/>
            <a:ext cx="1036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8" name="Connector 567"/>
          <p:cNvCxnSpPr/>
          <p:nvPr/>
        </p:nvCxnSpPr>
        <p:spPr>
          <a:xfrm flipH="1">
            <a:off x="3668217" y="3996789"/>
            <a:ext cx="90182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9" name="Connector 568"/>
          <p:cNvCxnSpPr/>
          <p:nvPr/>
        </p:nvCxnSpPr>
        <p:spPr>
          <a:xfrm flipH="1">
            <a:off x="2761988" y="3996789"/>
            <a:ext cx="906229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0" name="Connector 569"/>
          <p:cNvCxnSpPr/>
          <p:nvPr/>
        </p:nvCxnSpPr>
        <p:spPr>
          <a:xfrm flipV="1">
            <a:off x="5710317" y="2444714"/>
            <a:ext cx="0" cy="651541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1" name="Connector 570"/>
          <p:cNvCxnSpPr/>
          <p:nvPr/>
        </p:nvCxnSpPr>
        <p:spPr>
          <a:xfrm flipH="1">
            <a:off x="5692021" y="2444714"/>
            <a:ext cx="1829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2" name="Connector 571"/>
          <p:cNvCxnSpPr/>
          <p:nvPr/>
        </p:nvCxnSpPr>
        <p:spPr>
          <a:xfrm>
            <a:off x="5692021" y="2444714"/>
            <a:ext cx="90622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3" name="Connector 572"/>
          <p:cNvCxnSpPr/>
          <p:nvPr/>
        </p:nvCxnSpPr>
        <p:spPr>
          <a:xfrm>
            <a:off x="6598247" y="2444714"/>
            <a:ext cx="901828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4" name="Connector 573"/>
          <p:cNvCxnSpPr/>
          <p:nvPr/>
        </p:nvCxnSpPr>
        <p:spPr>
          <a:xfrm>
            <a:off x="7518371" y="3145247"/>
            <a:ext cx="0" cy="656402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5" name="Connector 574"/>
          <p:cNvCxnSpPr/>
          <p:nvPr/>
        </p:nvCxnSpPr>
        <p:spPr>
          <a:xfrm flipH="1">
            <a:off x="7500075" y="3801649"/>
            <a:ext cx="1829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6" name="Connector 575"/>
          <p:cNvCxnSpPr/>
          <p:nvPr/>
        </p:nvCxnSpPr>
        <p:spPr>
          <a:xfrm flipH="1">
            <a:off x="6598247" y="3801649"/>
            <a:ext cx="901828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7" name="Connector 576"/>
          <p:cNvCxnSpPr/>
          <p:nvPr/>
        </p:nvCxnSpPr>
        <p:spPr>
          <a:xfrm flipH="1">
            <a:off x="5692021" y="3801649"/>
            <a:ext cx="90622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8" name="Connector 577"/>
          <p:cNvCxnSpPr/>
          <p:nvPr/>
        </p:nvCxnSpPr>
        <p:spPr>
          <a:xfrm>
            <a:off x="2329663" y="4482716"/>
            <a:ext cx="963894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9" name="Connector 578"/>
          <p:cNvCxnSpPr/>
          <p:nvPr/>
        </p:nvCxnSpPr>
        <p:spPr>
          <a:xfrm>
            <a:off x="3293557" y="4482716"/>
            <a:ext cx="0" cy="42317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0" name="Connector 579"/>
          <p:cNvCxnSpPr/>
          <p:nvPr/>
        </p:nvCxnSpPr>
        <p:spPr>
          <a:xfrm>
            <a:off x="3293557" y="4905889"/>
            <a:ext cx="1865096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1" name="Connector 580"/>
          <p:cNvCxnSpPr/>
          <p:nvPr/>
        </p:nvCxnSpPr>
        <p:spPr>
          <a:xfrm flipV="1">
            <a:off x="5158653" y="3989014"/>
            <a:ext cx="0" cy="91687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2" name="Connector 581"/>
          <p:cNvCxnSpPr/>
          <p:nvPr/>
        </p:nvCxnSpPr>
        <p:spPr>
          <a:xfrm>
            <a:off x="5158653" y="3989014"/>
            <a:ext cx="352645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3" name="Connector 582"/>
          <p:cNvCxnSpPr/>
          <p:nvPr/>
        </p:nvCxnSpPr>
        <p:spPr>
          <a:xfrm>
            <a:off x="5511298" y="3989014"/>
            <a:ext cx="0" cy="26644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4" name="Connector 583"/>
          <p:cNvCxnSpPr/>
          <p:nvPr/>
        </p:nvCxnSpPr>
        <p:spPr>
          <a:xfrm>
            <a:off x="5511298" y="4255456"/>
            <a:ext cx="0" cy="37615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5" name="Connector 584"/>
          <p:cNvCxnSpPr/>
          <p:nvPr/>
        </p:nvCxnSpPr>
        <p:spPr>
          <a:xfrm flipH="1">
            <a:off x="5385913" y="4631610"/>
            <a:ext cx="125385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6" name="Connector 585"/>
          <p:cNvCxnSpPr/>
          <p:nvPr/>
        </p:nvCxnSpPr>
        <p:spPr>
          <a:xfrm flipH="1">
            <a:off x="5385913" y="5391754"/>
            <a:ext cx="1840215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7" name="Connector 586"/>
          <p:cNvCxnSpPr/>
          <p:nvPr/>
        </p:nvCxnSpPr>
        <p:spPr>
          <a:xfrm flipV="1">
            <a:off x="5385913" y="4631610"/>
            <a:ext cx="0" cy="760144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8" name="TextBox 587"/>
          <p:cNvSpPr txBox="1"/>
          <p:nvPr/>
        </p:nvSpPr>
        <p:spPr>
          <a:xfrm>
            <a:off x="5453542" y="5210289"/>
            <a:ext cx="1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WL1  BV-3×2.5 PC20 WC/CC</a:t>
            </a:r>
          </a:p>
        </p:txBody>
      </p:sp>
      <p:cxnSp>
        <p:nvCxnSpPr>
          <p:cNvPr id="589" name="Connector 588"/>
          <p:cNvCxnSpPr/>
          <p:nvPr/>
        </p:nvCxnSpPr>
        <p:spPr>
          <a:xfrm flipV="1">
            <a:off x="7322909" y="3079975"/>
            <a:ext cx="0" cy="2311779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0" name="Connector 589"/>
          <p:cNvCxnSpPr/>
          <p:nvPr/>
        </p:nvCxnSpPr>
        <p:spPr>
          <a:xfrm>
            <a:off x="7322909" y="3079975"/>
            <a:ext cx="53935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1" name="TextBox 590"/>
          <p:cNvSpPr txBox="1"/>
          <p:nvPr/>
        </p:nvSpPr>
        <p:spPr>
          <a:xfrm>
            <a:off x="5453542" y="4968335"/>
            <a:ext cx="1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WL3  BV-3×2.5 PC20 WC/CC</a:t>
            </a:r>
          </a:p>
        </p:txBody>
      </p:sp>
      <p:cxnSp>
        <p:nvCxnSpPr>
          <p:cNvPr id="592" name="Connector 591"/>
          <p:cNvCxnSpPr/>
          <p:nvPr/>
        </p:nvCxnSpPr>
        <p:spPr>
          <a:xfrm flipH="1">
            <a:off x="2243398" y="4482716"/>
            <a:ext cx="8626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3" name="Connector 592"/>
          <p:cNvCxnSpPr/>
          <p:nvPr/>
        </p:nvCxnSpPr>
        <p:spPr>
          <a:xfrm>
            <a:off x="2243398" y="4482716"/>
            <a:ext cx="0" cy="66592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4" name="Connector 593"/>
          <p:cNvCxnSpPr/>
          <p:nvPr/>
        </p:nvCxnSpPr>
        <p:spPr>
          <a:xfrm flipV="1">
            <a:off x="2329663" y="3223106"/>
            <a:ext cx="0" cy="125961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5" name="Connector 594"/>
          <p:cNvCxnSpPr/>
          <p:nvPr/>
        </p:nvCxnSpPr>
        <p:spPr>
          <a:xfrm>
            <a:off x="2329663" y="3223106"/>
            <a:ext cx="1348101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6" name="Connector 595"/>
          <p:cNvCxnSpPr/>
          <p:nvPr/>
        </p:nvCxnSpPr>
        <p:spPr>
          <a:xfrm flipV="1">
            <a:off x="2329663" y="3247206"/>
            <a:ext cx="0" cy="123551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7" name="Connector 596"/>
          <p:cNvCxnSpPr/>
          <p:nvPr/>
        </p:nvCxnSpPr>
        <p:spPr>
          <a:xfrm>
            <a:off x="2329663" y="3247206"/>
            <a:ext cx="44269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8" name="Connector 597"/>
          <p:cNvCxnSpPr/>
          <p:nvPr/>
        </p:nvCxnSpPr>
        <p:spPr>
          <a:xfrm>
            <a:off x="2329663" y="4482716"/>
            <a:ext cx="43232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9" name="Connector 598"/>
          <p:cNvCxnSpPr/>
          <p:nvPr/>
        </p:nvCxnSpPr>
        <p:spPr>
          <a:xfrm flipV="1">
            <a:off x="2761988" y="3996789"/>
            <a:ext cx="0" cy="48592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0" name="Connector 599"/>
          <p:cNvCxnSpPr/>
          <p:nvPr/>
        </p:nvCxnSpPr>
        <p:spPr>
          <a:xfrm flipH="1">
            <a:off x="2999539" y="4905889"/>
            <a:ext cx="294018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1" name="Connector 600"/>
          <p:cNvCxnSpPr/>
          <p:nvPr/>
        </p:nvCxnSpPr>
        <p:spPr>
          <a:xfrm>
            <a:off x="2999539" y="4905889"/>
            <a:ext cx="0" cy="26071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2" name="Connector 601"/>
          <p:cNvCxnSpPr/>
          <p:nvPr/>
        </p:nvCxnSpPr>
        <p:spPr>
          <a:xfrm>
            <a:off x="3293557" y="4905889"/>
            <a:ext cx="58761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3" name="Connector 602"/>
          <p:cNvCxnSpPr/>
          <p:nvPr/>
        </p:nvCxnSpPr>
        <p:spPr>
          <a:xfrm>
            <a:off x="3881167" y="4905889"/>
            <a:ext cx="0" cy="23484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4" name="Connector 603"/>
          <p:cNvCxnSpPr/>
          <p:nvPr/>
        </p:nvCxnSpPr>
        <p:spPr>
          <a:xfrm flipV="1">
            <a:off x="5158653" y="3130369"/>
            <a:ext cx="0" cy="85864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5" name="Connector 604"/>
          <p:cNvCxnSpPr/>
          <p:nvPr/>
        </p:nvCxnSpPr>
        <p:spPr>
          <a:xfrm>
            <a:off x="5158653" y="3130369"/>
            <a:ext cx="146493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6" name="Connector 605"/>
          <p:cNvCxnSpPr/>
          <p:nvPr/>
        </p:nvCxnSpPr>
        <p:spPr>
          <a:xfrm flipV="1">
            <a:off x="5158653" y="3096255"/>
            <a:ext cx="0" cy="892759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7" name="Connector 606"/>
          <p:cNvCxnSpPr/>
          <p:nvPr/>
        </p:nvCxnSpPr>
        <p:spPr>
          <a:xfrm>
            <a:off x="5158653" y="3096255"/>
            <a:ext cx="55166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8" name="Connector 607"/>
          <p:cNvCxnSpPr/>
          <p:nvPr/>
        </p:nvCxnSpPr>
        <p:spPr>
          <a:xfrm flipV="1">
            <a:off x="5158653" y="3801649"/>
            <a:ext cx="0" cy="18736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9" name="Connector 608"/>
          <p:cNvCxnSpPr/>
          <p:nvPr/>
        </p:nvCxnSpPr>
        <p:spPr>
          <a:xfrm>
            <a:off x="5158653" y="3801649"/>
            <a:ext cx="533368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0" name="Connector 609"/>
          <p:cNvCxnSpPr/>
          <p:nvPr/>
        </p:nvCxnSpPr>
        <p:spPr>
          <a:xfrm>
            <a:off x="5385913" y="4631610"/>
            <a:ext cx="7740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1" name="Connector 610"/>
          <p:cNvCxnSpPr/>
          <p:nvPr/>
        </p:nvCxnSpPr>
        <p:spPr>
          <a:xfrm flipV="1">
            <a:off x="5463318" y="4370202"/>
            <a:ext cx="0" cy="261408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2" name="Connector 611"/>
          <p:cNvCxnSpPr/>
          <p:nvPr/>
        </p:nvCxnSpPr>
        <p:spPr>
          <a:xfrm flipH="1">
            <a:off x="3677764" y="4631610"/>
            <a:ext cx="1708149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3" name="Connector 612"/>
          <p:cNvCxnSpPr/>
          <p:nvPr/>
        </p:nvCxnSpPr>
        <p:spPr>
          <a:xfrm flipV="1">
            <a:off x="3677764" y="3223106"/>
            <a:ext cx="0" cy="1408504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4" name="Connector 613"/>
          <p:cNvCxnSpPr/>
          <p:nvPr/>
        </p:nvCxnSpPr>
        <p:spPr>
          <a:xfrm flipV="1">
            <a:off x="5385913" y="2444714"/>
            <a:ext cx="0" cy="2186896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5" name="Connector 614"/>
          <p:cNvCxnSpPr/>
          <p:nvPr/>
        </p:nvCxnSpPr>
        <p:spPr>
          <a:xfrm flipH="1">
            <a:off x="4580409" y="2444714"/>
            <a:ext cx="80550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6" name="Connector 615"/>
          <p:cNvCxnSpPr/>
          <p:nvPr/>
        </p:nvCxnSpPr>
        <p:spPr>
          <a:xfrm flipH="1">
            <a:off x="4570043" y="4631610"/>
            <a:ext cx="81587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7" name="Connector 616"/>
          <p:cNvCxnSpPr/>
          <p:nvPr/>
        </p:nvCxnSpPr>
        <p:spPr>
          <a:xfrm flipV="1">
            <a:off x="4570043" y="3996789"/>
            <a:ext cx="0" cy="63482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8" name="Connector 617"/>
          <p:cNvCxnSpPr/>
          <p:nvPr/>
        </p:nvCxnSpPr>
        <p:spPr>
          <a:xfrm flipV="1">
            <a:off x="5511298" y="3130369"/>
            <a:ext cx="0" cy="112508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9" name="Connector 618"/>
          <p:cNvCxnSpPr/>
          <p:nvPr/>
        </p:nvCxnSpPr>
        <p:spPr>
          <a:xfrm>
            <a:off x="5511298" y="3130369"/>
            <a:ext cx="111229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0" name="Connector 619"/>
          <p:cNvCxnSpPr/>
          <p:nvPr/>
        </p:nvCxnSpPr>
        <p:spPr>
          <a:xfrm flipV="1">
            <a:off x="5511298" y="3096255"/>
            <a:ext cx="0" cy="115920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1" name="Connector 620"/>
          <p:cNvCxnSpPr/>
          <p:nvPr/>
        </p:nvCxnSpPr>
        <p:spPr>
          <a:xfrm>
            <a:off x="5511298" y="3096255"/>
            <a:ext cx="199019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2" name="Connector 621"/>
          <p:cNvCxnSpPr/>
          <p:nvPr/>
        </p:nvCxnSpPr>
        <p:spPr>
          <a:xfrm>
            <a:off x="5511298" y="4255456"/>
            <a:ext cx="180723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3" name="Connector 622"/>
          <p:cNvCxnSpPr/>
          <p:nvPr/>
        </p:nvCxnSpPr>
        <p:spPr>
          <a:xfrm flipV="1">
            <a:off x="5692021" y="3801649"/>
            <a:ext cx="0" cy="45380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4" name="Connector 623"/>
          <p:cNvCxnSpPr/>
          <p:nvPr/>
        </p:nvCxnSpPr>
        <p:spPr>
          <a:xfrm flipV="1">
            <a:off x="5511298" y="5204656"/>
            <a:ext cx="0" cy="24195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5" name="TextBox 624"/>
          <p:cNvSpPr txBox="1"/>
          <p:nvPr/>
        </p:nvSpPr>
        <p:spPr>
          <a:xfrm>
            <a:off x="5543558" y="5156265"/>
            <a:ext cx="2200000" cy="1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↑ 引至二层楼梯吊灯 F06</a:t>
            </a:r>
          </a:p>
        </p:txBody>
      </p:sp>
      <p:sp>
        <p:nvSpPr>
          <p:cNvPr id="626" name="TextBox 625"/>
          <p:cNvSpPr txBox="1"/>
          <p:nvPr/>
        </p:nvSpPr>
        <p:spPr>
          <a:xfrm>
            <a:off x="7910650" y="3144496"/>
            <a:ext cx="1500000" cy="1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1F4E79"/>
                </a:solidFill>
                <a:latin typeface="Microsoft YaHei"/>
              </a:rPr>
              <a:t>p → 接线见另图</a:t>
            </a:r>
          </a:p>
        </p:txBody>
      </p:sp>
      <p:sp>
        <p:nvSpPr>
          <p:cNvPr id="627" name="TextBox 626"/>
          <p:cNvSpPr txBox="1"/>
          <p:nvPr/>
        </p:nvSpPr>
        <p:spPr>
          <a:xfrm>
            <a:off x="7910650" y="3144496"/>
            <a:ext cx="1500000" cy="1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1F4E79"/>
                </a:solidFill>
                <a:latin typeface="Microsoft YaHei"/>
              </a:rPr>
              <a:t>q → 接线见另图</a:t>
            </a:r>
          </a:p>
        </p:txBody>
      </p:sp>
      <p:cxnSp>
        <p:nvCxnSpPr>
          <p:cNvPr id="628" name="Connector 627"/>
          <p:cNvCxnSpPr/>
          <p:nvPr/>
        </p:nvCxnSpPr>
        <p:spPr>
          <a:xfrm>
            <a:off x="2329663" y="4482716"/>
            <a:ext cx="3056250" cy="148894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9" name="Connector 628"/>
          <p:cNvCxnSpPr/>
          <p:nvPr/>
        </p:nvCxnSpPr>
        <p:spPr>
          <a:xfrm flipV="1">
            <a:off x="3763383" y="4519932"/>
            <a:ext cx="76032" cy="6896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0" name="Connector 629"/>
          <p:cNvCxnSpPr/>
          <p:nvPr/>
        </p:nvCxnSpPr>
        <p:spPr>
          <a:xfrm flipV="1">
            <a:off x="3791577" y="4521305"/>
            <a:ext cx="76033" cy="6896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1" name="Connector 630"/>
          <p:cNvCxnSpPr/>
          <p:nvPr/>
        </p:nvCxnSpPr>
        <p:spPr>
          <a:xfrm flipV="1">
            <a:off x="3819772" y="4522679"/>
            <a:ext cx="76032" cy="6896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2" name="Connector 631"/>
          <p:cNvCxnSpPr/>
          <p:nvPr/>
        </p:nvCxnSpPr>
        <p:spPr>
          <a:xfrm flipV="1">
            <a:off x="3847966" y="4524052"/>
            <a:ext cx="76033" cy="6896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3" name="Connector 632"/>
          <p:cNvCxnSpPr/>
          <p:nvPr/>
        </p:nvCxnSpPr>
        <p:spPr>
          <a:xfrm flipV="1">
            <a:off x="3876161" y="4525426"/>
            <a:ext cx="76032" cy="6896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4" name="TextBox 633"/>
          <p:cNvSpPr txBox="1"/>
          <p:nvPr/>
        </p:nvSpPr>
        <p:spPr>
          <a:xfrm>
            <a:off x="3906179" y="4428121"/>
            <a:ext cx="241953" cy="1129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7</a:t>
            </a:r>
          </a:p>
        </p:txBody>
      </p:sp>
      <p:cxnSp>
        <p:nvCxnSpPr>
          <p:cNvPr id="635" name="Connector 634"/>
          <p:cNvCxnSpPr/>
          <p:nvPr/>
        </p:nvCxnSpPr>
        <p:spPr>
          <a:xfrm flipH="1" flipV="1">
            <a:off x="5158653" y="3989014"/>
            <a:ext cx="352645" cy="266442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6" name="Connector 635"/>
          <p:cNvCxnSpPr/>
          <p:nvPr/>
        </p:nvCxnSpPr>
        <p:spPr>
          <a:xfrm flipH="1">
            <a:off x="5329184" y="4149190"/>
            <a:ext cx="101672" cy="1415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7" name="Connector 636"/>
          <p:cNvCxnSpPr/>
          <p:nvPr/>
        </p:nvCxnSpPr>
        <p:spPr>
          <a:xfrm flipH="1">
            <a:off x="5306662" y="4132173"/>
            <a:ext cx="101671" cy="1415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8" name="Connector 637"/>
          <p:cNvCxnSpPr/>
          <p:nvPr/>
        </p:nvCxnSpPr>
        <p:spPr>
          <a:xfrm flipH="1">
            <a:off x="5284140" y="4115157"/>
            <a:ext cx="101671" cy="1415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9" name="Connector 638"/>
          <p:cNvCxnSpPr/>
          <p:nvPr/>
        </p:nvCxnSpPr>
        <p:spPr>
          <a:xfrm flipH="1">
            <a:off x="5261618" y="4098140"/>
            <a:ext cx="101671" cy="1415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0" name="Connector 639"/>
          <p:cNvCxnSpPr/>
          <p:nvPr/>
        </p:nvCxnSpPr>
        <p:spPr>
          <a:xfrm flipH="1">
            <a:off x="5239095" y="4081123"/>
            <a:ext cx="101672" cy="1415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1" name="TextBox 640"/>
          <p:cNvSpPr txBox="1"/>
          <p:nvPr/>
        </p:nvSpPr>
        <p:spPr>
          <a:xfrm>
            <a:off x="5383366" y="3993193"/>
            <a:ext cx="241953" cy="1129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7</a:t>
            </a:r>
          </a:p>
        </p:txBody>
      </p:sp>
      <p:sp>
        <p:nvSpPr>
          <p:cNvPr id="642" name="Rectangle 641"/>
          <p:cNvSpPr/>
          <p:nvPr/>
        </p:nvSpPr>
        <p:spPr>
          <a:xfrm>
            <a:off x="3573736" y="4998959"/>
            <a:ext cx="191950" cy="95975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3" name="TextBox 642"/>
          <p:cNvSpPr txBox="1"/>
          <p:nvPr/>
        </p:nvSpPr>
        <p:spPr>
          <a:xfrm>
            <a:off x="3573736" y="4998959"/>
            <a:ext cx="191950" cy="959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MK</a:t>
            </a:r>
          </a:p>
        </p:txBody>
      </p:sp>
      <p:cxnSp>
        <p:nvCxnSpPr>
          <p:cNvPr id="644" name="Connector 643"/>
          <p:cNvCxnSpPr/>
          <p:nvPr/>
        </p:nvCxnSpPr>
        <p:spPr>
          <a:xfrm>
            <a:off x="3669711" y="5046947"/>
            <a:ext cx="21145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5" name="Connector 644"/>
          <p:cNvCxnSpPr/>
          <p:nvPr/>
        </p:nvCxnSpPr>
        <p:spPr>
          <a:xfrm>
            <a:off x="3881167" y="5046947"/>
            <a:ext cx="0" cy="9378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6" name="TextBox 645"/>
          <p:cNvSpPr txBox="1"/>
          <p:nvPr/>
        </p:nvSpPr>
        <p:spPr>
          <a:xfrm>
            <a:off x="3069711" y="4837253"/>
            <a:ext cx="1200000" cy="1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00" b="0">
                <a:solidFill>
                  <a:srgbClr val="1A1A1A"/>
                </a:solidFill>
                <a:latin typeface="Microsoft YaHei"/>
              </a:rPr>
              <a:t>MK 门控（开门亮灯）</a:t>
            </a:r>
          </a:p>
        </p:txBody>
      </p:sp>
      <p:sp>
        <p:nvSpPr>
          <p:cNvPr id="647" name="Rectangle 646"/>
          <p:cNvSpPr/>
          <p:nvPr/>
        </p:nvSpPr>
        <p:spPr>
          <a:xfrm>
            <a:off x="7129346" y="5320781"/>
            <a:ext cx="290344" cy="141946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Freeform 1"/>
          <p:cNvSpPr/>
          <p:nvPr/>
        </p:nvSpPr>
        <p:spPr>
          <a:xfrm>
            <a:off x="7129346" y="5320781"/>
            <a:ext cx="290345" cy="141946"/>
          </a:xfrm>
          <a:custGeom>
            <a:avLst/>
            <a:gdLst/>
            <a:ahLst/>
            <a:cxnLst/>
            <a:rect l="l" t="t" r="r" b="b"/>
            <a:pathLst>
              <a:path w="290345" h="141946">
                <a:moveTo>
                  <a:pt x="0" y="141946"/>
                </a:moveTo>
                <a:lnTo>
                  <a:pt x="290345" y="0"/>
                </a:lnTo>
                <a:lnTo>
                  <a:pt x="290345" y="141946"/>
                </a:lnTo>
                <a:close/>
              </a:path>
            </a:pathLst>
          </a:custGeom>
          <a:solidFill>
            <a:srgbClr val="1A1A1A"/>
          </a:solidFill>
          <a:ln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8" name="TextBox 647"/>
          <p:cNvSpPr txBox="1"/>
          <p:nvPr/>
        </p:nvSpPr>
        <p:spPr>
          <a:xfrm>
            <a:off x="7080956" y="5475632"/>
            <a:ext cx="387126" cy="11613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00" b="1">
                <a:solidFill>
                  <a:srgbClr val="1A1A1A"/>
                </a:solidFill>
                <a:latin typeface="Microsoft YaHei"/>
              </a:rPr>
              <a:t>AL1</a:t>
            </a:r>
          </a:p>
        </p:txBody>
      </p:sp>
      <p:sp>
        <p:nvSpPr>
          <p:cNvPr id="649" name="Oval 648"/>
          <p:cNvSpPr/>
          <p:nvPr/>
        </p:nvSpPr>
        <p:spPr>
          <a:xfrm>
            <a:off x="5374601" y="4281486"/>
            <a:ext cx="177432" cy="17743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5374601" y="4370202"/>
            <a:ext cx="177433" cy="88716"/>
          </a:xfrm>
          <a:custGeom>
            <a:avLst/>
            <a:gdLst/>
            <a:ahLst/>
            <a:cxnLst/>
            <a:rect l="l" t="t" r="r" b="b"/>
            <a:pathLst>
              <a:path w="177433" h="88716">
                <a:moveTo>
                  <a:pt x="177433" y="0"/>
                </a:moveTo>
                <a:lnTo>
                  <a:pt x="175728" y="17308"/>
                </a:lnTo>
                <a:lnTo>
                  <a:pt x="170680" y="33950"/>
                </a:lnTo>
                <a:lnTo>
                  <a:pt x="162482" y="49288"/>
                </a:lnTo>
                <a:lnTo>
                  <a:pt x="151449" y="62732"/>
                </a:lnTo>
                <a:lnTo>
                  <a:pt x="138005" y="73765"/>
                </a:lnTo>
                <a:lnTo>
                  <a:pt x="122667" y="81963"/>
                </a:lnTo>
                <a:lnTo>
                  <a:pt x="106024" y="87012"/>
                </a:lnTo>
                <a:lnTo>
                  <a:pt x="88717" y="88716"/>
                </a:lnTo>
                <a:lnTo>
                  <a:pt x="71409" y="87012"/>
                </a:lnTo>
                <a:lnTo>
                  <a:pt x="54766" y="81963"/>
                </a:lnTo>
                <a:lnTo>
                  <a:pt x="39428" y="73765"/>
                </a:lnTo>
                <a:lnTo>
                  <a:pt x="25985" y="62732"/>
                </a:lnTo>
                <a:lnTo>
                  <a:pt x="14952" y="49288"/>
                </a:lnTo>
                <a:lnTo>
                  <a:pt x="6753" y="33950"/>
                </a:lnTo>
                <a:lnTo>
                  <a:pt x="1705" y="17308"/>
                </a:lnTo>
                <a:lnTo>
                  <a:pt x="0" y="0"/>
                </a:lnTo>
                <a:lnTo>
                  <a:pt x="177433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0" name="TextBox 649"/>
          <p:cNvSpPr txBox="1"/>
          <p:nvPr/>
        </p:nvSpPr>
        <p:spPr>
          <a:xfrm>
            <a:off x="5552034" y="4184704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n</a:t>
            </a:r>
          </a:p>
        </p:txBody>
      </p:sp>
      <p:sp>
        <p:nvSpPr>
          <p:cNvPr id="651" name="Oval 650"/>
          <p:cNvSpPr/>
          <p:nvPr/>
        </p:nvSpPr>
        <p:spPr>
          <a:xfrm>
            <a:off x="6526807" y="3033588"/>
            <a:ext cx="193563" cy="1935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2" name="Connector 651"/>
          <p:cNvCxnSpPr/>
          <p:nvPr/>
        </p:nvCxnSpPr>
        <p:spPr>
          <a:xfrm>
            <a:off x="6555164" y="3061945"/>
            <a:ext cx="136849" cy="13684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3" name="Connector 652"/>
          <p:cNvCxnSpPr/>
          <p:nvPr/>
        </p:nvCxnSpPr>
        <p:spPr>
          <a:xfrm flipV="1">
            <a:off x="6555164" y="3061945"/>
            <a:ext cx="136849" cy="13684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4" name="TextBox 653"/>
          <p:cNvSpPr txBox="1"/>
          <p:nvPr/>
        </p:nvSpPr>
        <p:spPr>
          <a:xfrm>
            <a:off x="6712305" y="2944871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g</a:t>
            </a:r>
          </a:p>
        </p:txBody>
      </p:sp>
      <p:sp>
        <p:nvSpPr>
          <p:cNvPr id="655" name="Oval 654"/>
          <p:cNvSpPr/>
          <p:nvPr/>
        </p:nvSpPr>
        <p:spPr>
          <a:xfrm>
            <a:off x="3580982" y="3126325"/>
            <a:ext cx="193563" cy="1935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6" name="Connector 655"/>
          <p:cNvCxnSpPr/>
          <p:nvPr/>
        </p:nvCxnSpPr>
        <p:spPr>
          <a:xfrm>
            <a:off x="3609339" y="3154681"/>
            <a:ext cx="136849" cy="13685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7" name="Connector 656"/>
          <p:cNvCxnSpPr/>
          <p:nvPr/>
        </p:nvCxnSpPr>
        <p:spPr>
          <a:xfrm flipV="1">
            <a:off x="3609339" y="3154681"/>
            <a:ext cx="136849" cy="13685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8" name="TextBox 657"/>
          <p:cNvSpPr txBox="1"/>
          <p:nvPr/>
        </p:nvSpPr>
        <p:spPr>
          <a:xfrm>
            <a:off x="3766480" y="3037608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d</a:t>
            </a:r>
          </a:p>
        </p:txBody>
      </p:sp>
      <p:sp>
        <p:nvSpPr>
          <p:cNvPr id="659" name="Oval 658"/>
          <p:cNvSpPr/>
          <p:nvPr/>
        </p:nvSpPr>
        <p:spPr>
          <a:xfrm>
            <a:off x="2902757" y="5069822"/>
            <a:ext cx="193563" cy="1935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60" name="Connector 659"/>
          <p:cNvCxnSpPr/>
          <p:nvPr/>
        </p:nvCxnSpPr>
        <p:spPr>
          <a:xfrm>
            <a:off x="2931114" y="5098179"/>
            <a:ext cx="136849" cy="13684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1" name="Connector 660"/>
          <p:cNvCxnSpPr/>
          <p:nvPr/>
        </p:nvCxnSpPr>
        <p:spPr>
          <a:xfrm flipV="1">
            <a:off x="2931114" y="5098179"/>
            <a:ext cx="136849" cy="13684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2" name="TextBox 661"/>
          <p:cNvSpPr txBox="1"/>
          <p:nvPr/>
        </p:nvSpPr>
        <p:spPr>
          <a:xfrm>
            <a:off x="3088255" y="4981106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a</a:t>
            </a:r>
          </a:p>
        </p:txBody>
      </p:sp>
      <p:sp>
        <p:nvSpPr>
          <p:cNvPr id="663" name="Oval 662"/>
          <p:cNvSpPr/>
          <p:nvPr/>
        </p:nvSpPr>
        <p:spPr>
          <a:xfrm>
            <a:off x="2154682" y="5059919"/>
            <a:ext cx="177432" cy="17743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2154682" y="5148636"/>
            <a:ext cx="177433" cy="88716"/>
          </a:xfrm>
          <a:custGeom>
            <a:avLst/>
            <a:gdLst/>
            <a:ahLst/>
            <a:cxnLst/>
            <a:rect l="l" t="t" r="r" b="b"/>
            <a:pathLst>
              <a:path w="177433" h="88716">
                <a:moveTo>
                  <a:pt x="177433" y="0"/>
                </a:moveTo>
                <a:lnTo>
                  <a:pt x="175728" y="17308"/>
                </a:lnTo>
                <a:lnTo>
                  <a:pt x="170679" y="33950"/>
                </a:lnTo>
                <a:lnTo>
                  <a:pt x="162481" y="49288"/>
                </a:lnTo>
                <a:lnTo>
                  <a:pt x="151448" y="62732"/>
                </a:lnTo>
                <a:lnTo>
                  <a:pt x="138004" y="73765"/>
                </a:lnTo>
                <a:lnTo>
                  <a:pt x="122666" y="81963"/>
                </a:lnTo>
                <a:lnTo>
                  <a:pt x="106024" y="87012"/>
                </a:lnTo>
                <a:lnTo>
                  <a:pt x="88716" y="88716"/>
                </a:lnTo>
                <a:lnTo>
                  <a:pt x="71408" y="87012"/>
                </a:lnTo>
                <a:lnTo>
                  <a:pt x="54766" y="81963"/>
                </a:lnTo>
                <a:lnTo>
                  <a:pt x="39428" y="73765"/>
                </a:lnTo>
                <a:lnTo>
                  <a:pt x="25984" y="62732"/>
                </a:lnTo>
                <a:lnTo>
                  <a:pt x="14951" y="49288"/>
                </a:lnTo>
                <a:lnTo>
                  <a:pt x="6753" y="33950"/>
                </a:lnTo>
                <a:lnTo>
                  <a:pt x="1704" y="17308"/>
                </a:lnTo>
                <a:lnTo>
                  <a:pt x="0" y="0"/>
                </a:lnTo>
                <a:lnTo>
                  <a:pt x="177433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4" name="TextBox 663"/>
          <p:cNvSpPr txBox="1"/>
          <p:nvPr/>
        </p:nvSpPr>
        <p:spPr>
          <a:xfrm>
            <a:off x="2332115" y="4963138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c</a:t>
            </a:r>
          </a:p>
        </p:txBody>
      </p:sp>
      <p:sp>
        <p:nvSpPr>
          <p:cNvPr id="665" name="Oval 664"/>
          <p:cNvSpPr/>
          <p:nvPr/>
        </p:nvSpPr>
        <p:spPr>
          <a:xfrm>
            <a:off x="4505522" y="3932267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6" name="Oval 665"/>
          <p:cNvSpPr/>
          <p:nvPr/>
        </p:nvSpPr>
        <p:spPr>
          <a:xfrm>
            <a:off x="4549880" y="397662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7" name="TextBox 666"/>
          <p:cNvSpPr txBox="1"/>
          <p:nvPr/>
        </p:nvSpPr>
        <p:spPr>
          <a:xfrm>
            <a:off x="4658759" y="3811291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668" name="Oval 667"/>
          <p:cNvSpPr/>
          <p:nvPr/>
        </p:nvSpPr>
        <p:spPr>
          <a:xfrm>
            <a:off x="3603696" y="3932267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9" name="Oval 668"/>
          <p:cNvSpPr/>
          <p:nvPr/>
        </p:nvSpPr>
        <p:spPr>
          <a:xfrm>
            <a:off x="3648054" y="397662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0" name="TextBox 669"/>
          <p:cNvSpPr txBox="1"/>
          <p:nvPr/>
        </p:nvSpPr>
        <p:spPr>
          <a:xfrm>
            <a:off x="3756933" y="3811291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671" name="Oval 670"/>
          <p:cNvSpPr/>
          <p:nvPr/>
        </p:nvSpPr>
        <p:spPr>
          <a:xfrm>
            <a:off x="2697467" y="3932267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2" name="Oval 671"/>
          <p:cNvSpPr/>
          <p:nvPr/>
        </p:nvSpPr>
        <p:spPr>
          <a:xfrm>
            <a:off x="2741826" y="397662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3" name="TextBox 672"/>
          <p:cNvSpPr txBox="1"/>
          <p:nvPr/>
        </p:nvSpPr>
        <p:spPr>
          <a:xfrm>
            <a:off x="2850705" y="3811291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674" name="Oval 673"/>
          <p:cNvSpPr/>
          <p:nvPr/>
        </p:nvSpPr>
        <p:spPr>
          <a:xfrm>
            <a:off x="2707834" y="3182685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5" name="Oval 674"/>
          <p:cNvSpPr/>
          <p:nvPr/>
        </p:nvSpPr>
        <p:spPr>
          <a:xfrm>
            <a:off x="2752192" y="3227043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6" name="TextBox 675"/>
          <p:cNvSpPr txBox="1"/>
          <p:nvPr/>
        </p:nvSpPr>
        <p:spPr>
          <a:xfrm>
            <a:off x="2861071" y="3061708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677" name="Oval 676"/>
          <p:cNvSpPr/>
          <p:nvPr/>
        </p:nvSpPr>
        <p:spPr>
          <a:xfrm>
            <a:off x="3614062" y="238019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8" name="Oval 677"/>
          <p:cNvSpPr/>
          <p:nvPr/>
        </p:nvSpPr>
        <p:spPr>
          <a:xfrm>
            <a:off x="3658420" y="242455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9" name="TextBox 678"/>
          <p:cNvSpPr txBox="1"/>
          <p:nvPr/>
        </p:nvSpPr>
        <p:spPr>
          <a:xfrm>
            <a:off x="3767299" y="2259216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680" name="Oval 679"/>
          <p:cNvSpPr/>
          <p:nvPr/>
        </p:nvSpPr>
        <p:spPr>
          <a:xfrm>
            <a:off x="4515888" y="238019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1" name="Oval 680"/>
          <p:cNvSpPr/>
          <p:nvPr/>
        </p:nvSpPr>
        <p:spPr>
          <a:xfrm>
            <a:off x="4560246" y="242455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2" name="TextBox 681"/>
          <p:cNvSpPr txBox="1"/>
          <p:nvPr/>
        </p:nvSpPr>
        <p:spPr>
          <a:xfrm>
            <a:off x="4669125" y="2259216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683" name="Oval 682"/>
          <p:cNvSpPr/>
          <p:nvPr/>
        </p:nvSpPr>
        <p:spPr>
          <a:xfrm>
            <a:off x="4515888" y="3168020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4" name="Oval 683"/>
          <p:cNvSpPr/>
          <p:nvPr/>
        </p:nvSpPr>
        <p:spPr>
          <a:xfrm>
            <a:off x="4560246" y="3212378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5" name="TextBox 684"/>
          <p:cNvSpPr txBox="1"/>
          <p:nvPr/>
        </p:nvSpPr>
        <p:spPr>
          <a:xfrm>
            <a:off x="4669125" y="3047043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686" name="Oval 685"/>
          <p:cNvSpPr/>
          <p:nvPr/>
        </p:nvSpPr>
        <p:spPr>
          <a:xfrm>
            <a:off x="2707834" y="238019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7" name="Oval 686"/>
          <p:cNvSpPr/>
          <p:nvPr/>
        </p:nvSpPr>
        <p:spPr>
          <a:xfrm>
            <a:off x="2752192" y="242455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8" name="TextBox 687"/>
          <p:cNvSpPr txBox="1"/>
          <p:nvPr/>
        </p:nvSpPr>
        <p:spPr>
          <a:xfrm>
            <a:off x="2861071" y="2259216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689" name="Oval 688"/>
          <p:cNvSpPr/>
          <p:nvPr/>
        </p:nvSpPr>
        <p:spPr>
          <a:xfrm>
            <a:off x="6533726" y="3737128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0" name="Oval 689"/>
          <p:cNvSpPr/>
          <p:nvPr/>
        </p:nvSpPr>
        <p:spPr>
          <a:xfrm>
            <a:off x="6578084" y="378148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1" name="TextBox 690"/>
          <p:cNvSpPr txBox="1"/>
          <p:nvPr/>
        </p:nvSpPr>
        <p:spPr>
          <a:xfrm>
            <a:off x="6686963" y="3616151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692" name="Oval 691"/>
          <p:cNvSpPr/>
          <p:nvPr/>
        </p:nvSpPr>
        <p:spPr>
          <a:xfrm>
            <a:off x="5627500" y="3737128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3" name="Oval 692"/>
          <p:cNvSpPr/>
          <p:nvPr/>
        </p:nvSpPr>
        <p:spPr>
          <a:xfrm>
            <a:off x="5671858" y="378148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4" name="TextBox 693"/>
          <p:cNvSpPr txBox="1"/>
          <p:nvPr/>
        </p:nvSpPr>
        <p:spPr>
          <a:xfrm>
            <a:off x="5780738" y="3616151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695" name="Oval 694"/>
          <p:cNvSpPr/>
          <p:nvPr/>
        </p:nvSpPr>
        <p:spPr>
          <a:xfrm>
            <a:off x="5645796" y="3031734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6" name="Oval 695"/>
          <p:cNvSpPr/>
          <p:nvPr/>
        </p:nvSpPr>
        <p:spPr>
          <a:xfrm>
            <a:off x="5690154" y="3076092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7" name="TextBox 696"/>
          <p:cNvSpPr txBox="1"/>
          <p:nvPr/>
        </p:nvSpPr>
        <p:spPr>
          <a:xfrm>
            <a:off x="5799034" y="2910757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698" name="Oval 697"/>
          <p:cNvSpPr/>
          <p:nvPr/>
        </p:nvSpPr>
        <p:spPr>
          <a:xfrm>
            <a:off x="5627500" y="238019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9" name="Oval 698"/>
          <p:cNvSpPr/>
          <p:nvPr/>
        </p:nvSpPr>
        <p:spPr>
          <a:xfrm>
            <a:off x="5671858" y="242455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0" name="TextBox 699"/>
          <p:cNvSpPr txBox="1"/>
          <p:nvPr/>
        </p:nvSpPr>
        <p:spPr>
          <a:xfrm>
            <a:off x="5780738" y="2259216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701" name="Oval 700"/>
          <p:cNvSpPr/>
          <p:nvPr/>
        </p:nvSpPr>
        <p:spPr>
          <a:xfrm>
            <a:off x="6533726" y="238019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2" name="Oval 701"/>
          <p:cNvSpPr/>
          <p:nvPr/>
        </p:nvSpPr>
        <p:spPr>
          <a:xfrm>
            <a:off x="6578084" y="242455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3" name="TextBox 702"/>
          <p:cNvSpPr txBox="1"/>
          <p:nvPr/>
        </p:nvSpPr>
        <p:spPr>
          <a:xfrm>
            <a:off x="6686963" y="2259216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704" name="Oval 703"/>
          <p:cNvSpPr/>
          <p:nvPr/>
        </p:nvSpPr>
        <p:spPr>
          <a:xfrm>
            <a:off x="7435554" y="238019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5" name="Oval 704"/>
          <p:cNvSpPr/>
          <p:nvPr/>
        </p:nvSpPr>
        <p:spPr>
          <a:xfrm>
            <a:off x="7479912" y="242455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6" name="TextBox 705"/>
          <p:cNvSpPr txBox="1"/>
          <p:nvPr/>
        </p:nvSpPr>
        <p:spPr>
          <a:xfrm>
            <a:off x="7588792" y="2259216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707" name="Oval 706"/>
          <p:cNvSpPr/>
          <p:nvPr/>
        </p:nvSpPr>
        <p:spPr>
          <a:xfrm>
            <a:off x="7453850" y="3080726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8" name="Oval 707"/>
          <p:cNvSpPr/>
          <p:nvPr/>
        </p:nvSpPr>
        <p:spPr>
          <a:xfrm>
            <a:off x="7498209" y="3125084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9" name="TextBox 708"/>
          <p:cNvSpPr txBox="1"/>
          <p:nvPr/>
        </p:nvSpPr>
        <p:spPr>
          <a:xfrm>
            <a:off x="7607088" y="2959749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710" name="Oval 709"/>
          <p:cNvSpPr/>
          <p:nvPr/>
        </p:nvSpPr>
        <p:spPr>
          <a:xfrm>
            <a:off x="7435554" y="3737128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1" name="Oval 710"/>
          <p:cNvSpPr/>
          <p:nvPr/>
        </p:nvSpPr>
        <p:spPr>
          <a:xfrm>
            <a:off x="7479912" y="378148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2" name="TextBox 711"/>
          <p:cNvSpPr txBox="1"/>
          <p:nvPr/>
        </p:nvSpPr>
        <p:spPr>
          <a:xfrm>
            <a:off x="7588792" y="3616151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713" name="Oval 712"/>
          <p:cNvSpPr/>
          <p:nvPr/>
        </p:nvSpPr>
        <p:spPr>
          <a:xfrm>
            <a:off x="3816646" y="5076214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4" name="Oval 713"/>
          <p:cNvSpPr/>
          <p:nvPr/>
        </p:nvSpPr>
        <p:spPr>
          <a:xfrm>
            <a:off x="3861004" y="5120573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5" name="TextBox 714"/>
          <p:cNvSpPr txBox="1"/>
          <p:nvPr/>
        </p:nvSpPr>
        <p:spPr>
          <a:xfrm>
            <a:off x="3969884" y="4955238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b</a:t>
            </a:r>
          </a:p>
        </p:txBody>
      </p:sp>
      <p:sp>
        <p:nvSpPr>
          <p:cNvPr id="716" name="Oval 715"/>
          <p:cNvSpPr/>
          <p:nvPr/>
        </p:nvSpPr>
        <p:spPr>
          <a:xfrm>
            <a:off x="2300629" y="4453681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17" name="Connector 716"/>
          <p:cNvCxnSpPr/>
          <p:nvPr/>
        </p:nvCxnSpPr>
        <p:spPr>
          <a:xfrm flipV="1">
            <a:off x="2329663" y="4373220"/>
            <a:ext cx="109496" cy="10949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8" name="Connector 717"/>
          <p:cNvCxnSpPr/>
          <p:nvPr/>
        </p:nvCxnSpPr>
        <p:spPr>
          <a:xfrm>
            <a:off x="2439159" y="4373220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9" name="Connector 718"/>
          <p:cNvCxnSpPr/>
          <p:nvPr/>
        </p:nvCxnSpPr>
        <p:spPr>
          <a:xfrm>
            <a:off x="2419450" y="4392929"/>
            <a:ext cx="27373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0" name="Connector 719"/>
          <p:cNvCxnSpPr/>
          <p:nvPr/>
        </p:nvCxnSpPr>
        <p:spPr>
          <a:xfrm>
            <a:off x="2399740" y="4412639"/>
            <a:ext cx="27374" cy="2737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1" name="Connector 720"/>
          <p:cNvCxnSpPr/>
          <p:nvPr/>
        </p:nvCxnSpPr>
        <p:spPr>
          <a:xfrm>
            <a:off x="2380031" y="4432348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2" name="Connector 721"/>
          <p:cNvCxnSpPr/>
          <p:nvPr/>
        </p:nvCxnSpPr>
        <p:spPr>
          <a:xfrm flipH="1">
            <a:off x="2247541" y="4482716"/>
            <a:ext cx="82122" cy="8212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3" name="Connector 722"/>
          <p:cNvCxnSpPr/>
          <p:nvPr/>
        </p:nvCxnSpPr>
        <p:spPr>
          <a:xfrm flipH="1" flipV="1">
            <a:off x="2220167" y="4537464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4" name="TextBox 723"/>
          <p:cNvSpPr txBox="1"/>
          <p:nvPr/>
        </p:nvSpPr>
        <p:spPr>
          <a:xfrm>
            <a:off x="2455289" y="4244178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</a:t>
            </a:r>
          </a:p>
        </p:txBody>
      </p:sp>
      <p:sp>
        <p:nvSpPr>
          <p:cNvPr id="725" name="Oval 724"/>
          <p:cNvSpPr/>
          <p:nvPr/>
        </p:nvSpPr>
        <p:spPr>
          <a:xfrm>
            <a:off x="3264523" y="4876854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26" name="Connector 725"/>
          <p:cNvCxnSpPr/>
          <p:nvPr/>
        </p:nvCxnSpPr>
        <p:spPr>
          <a:xfrm flipV="1">
            <a:off x="3293557" y="4796393"/>
            <a:ext cx="109496" cy="10949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7" name="Connector 726"/>
          <p:cNvCxnSpPr/>
          <p:nvPr/>
        </p:nvCxnSpPr>
        <p:spPr>
          <a:xfrm>
            <a:off x="3403053" y="4796393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8" name="Connector 727"/>
          <p:cNvCxnSpPr/>
          <p:nvPr/>
        </p:nvCxnSpPr>
        <p:spPr>
          <a:xfrm>
            <a:off x="3383344" y="4816102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9" name="TextBox 728"/>
          <p:cNvSpPr txBox="1"/>
          <p:nvPr/>
        </p:nvSpPr>
        <p:spPr>
          <a:xfrm>
            <a:off x="3419183" y="4667351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S2</a:t>
            </a:r>
          </a:p>
        </p:txBody>
      </p:sp>
      <p:sp>
        <p:nvSpPr>
          <p:cNvPr id="730" name="Oval 729"/>
          <p:cNvSpPr/>
          <p:nvPr/>
        </p:nvSpPr>
        <p:spPr>
          <a:xfrm>
            <a:off x="5129619" y="3959979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31" name="Connector 730"/>
          <p:cNvCxnSpPr/>
          <p:nvPr/>
        </p:nvCxnSpPr>
        <p:spPr>
          <a:xfrm flipV="1">
            <a:off x="5158653" y="3879518"/>
            <a:ext cx="109496" cy="10949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2" name="Connector 731"/>
          <p:cNvCxnSpPr/>
          <p:nvPr/>
        </p:nvCxnSpPr>
        <p:spPr>
          <a:xfrm>
            <a:off x="5268149" y="3879518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3" name="Connector 732"/>
          <p:cNvCxnSpPr/>
          <p:nvPr/>
        </p:nvCxnSpPr>
        <p:spPr>
          <a:xfrm>
            <a:off x="5248440" y="3899227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4" name="Connector 733"/>
          <p:cNvCxnSpPr/>
          <p:nvPr/>
        </p:nvCxnSpPr>
        <p:spPr>
          <a:xfrm>
            <a:off x="5228731" y="3918937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5" name="Connector 734"/>
          <p:cNvCxnSpPr/>
          <p:nvPr/>
        </p:nvCxnSpPr>
        <p:spPr>
          <a:xfrm flipH="1">
            <a:off x="5076531" y="3989014"/>
            <a:ext cx="82122" cy="8212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6" name="Connector 735"/>
          <p:cNvCxnSpPr/>
          <p:nvPr/>
        </p:nvCxnSpPr>
        <p:spPr>
          <a:xfrm flipH="1" flipV="1">
            <a:off x="5049158" y="4043762"/>
            <a:ext cx="27373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7" name="TextBox 736"/>
          <p:cNvSpPr txBox="1"/>
          <p:nvPr/>
        </p:nvSpPr>
        <p:spPr>
          <a:xfrm>
            <a:off x="5284279" y="3750476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S3</a:t>
            </a:r>
          </a:p>
        </p:txBody>
      </p:sp>
      <p:sp>
        <p:nvSpPr>
          <p:cNvPr id="738" name="Oval 737"/>
          <p:cNvSpPr/>
          <p:nvPr/>
        </p:nvSpPr>
        <p:spPr>
          <a:xfrm>
            <a:off x="5356879" y="4602576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39" name="Connector 738"/>
          <p:cNvCxnSpPr/>
          <p:nvPr/>
        </p:nvCxnSpPr>
        <p:spPr>
          <a:xfrm flipV="1">
            <a:off x="5385913" y="4522114"/>
            <a:ext cx="109496" cy="10949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0" name="Connector 739"/>
          <p:cNvCxnSpPr/>
          <p:nvPr/>
        </p:nvCxnSpPr>
        <p:spPr>
          <a:xfrm>
            <a:off x="5495409" y="4522114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1" name="Connector 740"/>
          <p:cNvCxnSpPr/>
          <p:nvPr/>
        </p:nvCxnSpPr>
        <p:spPr>
          <a:xfrm>
            <a:off x="5475700" y="4541824"/>
            <a:ext cx="27373" cy="2737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2" name="Connector 741"/>
          <p:cNvCxnSpPr/>
          <p:nvPr/>
        </p:nvCxnSpPr>
        <p:spPr>
          <a:xfrm>
            <a:off x="5455990" y="4561533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3" name="Connector 742"/>
          <p:cNvCxnSpPr/>
          <p:nvPr/>
        </p:nvCxnSpPr>
        <p:spPr>
          <a:xfrm>
            <a:off x="5436281" y="4581242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4" name="Connector 743"/>
          <p:cNvCxnSpPr/>
          <p:nvPr/>
        </p:nvCxnSpPr>
        <p:spPr>
          <a:xfrm flipH="1">
            <a:off x="5303791" y="4631610"/>
            <a:ext cx="82122" cy="8212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5" name="Connector 744"/>
          <p:cNvCxnSpPr/>
          <p:nvPr/>
        </p:nvCxnSpPr>
        <p:spPr>
          <a:xfrm flipH="1" flipV="1">
            <a:off x="5276417" y="4686358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6" name="TextBox 745"/>
          <p:cNvSpPr txBox="1"/>
          <p:nvPr/>
        </p:nvSpPr>
        <p:spPr>
          <a:xfrm>
            <a:off x="5511539" y="4393072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S4</a:t>
            </a:r>
          </a:p>
        </p:txBody>
      </p:sp>
      <p:sp>
        <p:nvSpPr>
          <p:cNvPr id="747" name="Oval 746"/>
          <p:cNvSpPr/>
          <p:nvPr/>
        </p:nvSpPr>
        <p:spPr>
          <a:xfrm>
            <a:off x="5482263" y="4226422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8" name="Connector 747"/>
          <p:cNvCxnSpPr/>
          <p:nvPr/>
        </p:nvCxnSpPr>
        <p:spPr>
          <a:xfrm flipV="1">
            <a:off x="5511298" y="4145960"/>
            <a:ext cx="109495" cy="10949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9" name="Connector 748"/>
          <p:cNvCxnSpPr/>
          <p:nvPr/>
        </p:nvCxnSpPr>
        <p:spPr>
          <a:xfrm>
            <a:off x="5620793" y="4145960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0" name="Connector 749"/>
          <p:cNvCxnSpPr/>
          <p:nvPr/>
        </p:nvCxnSpPr>
        <p:spPr>
          <a:xfrm>
            <a:off x="5601084" y="4165670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1" name="Connector 750"/>
          <p:cNvCxnSpPr/>
          <p:nvPr/>
        </p:nvCxnSpPr>
        <p:spPr>
          <a:xfrm>
            <a:off x="5581375" y="4185379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2" name="Connector 751"/>
          <p:cNvCxnSpPr/>
          <p:nvPr/>
        </p:nvCxnSpPr>
        <p:spPr>
          <a:xfrm flipH="1">
            <a:off x="5429176" y="4255456"/>
            <a:ext cx="82122" cy="8212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3" name="Connector 752"/>
          <p:cNvCxnSpPr/>
          <p:nvPr/>
        </p:nvCxnSpPr>
        <p:spPr>
          <a:xfrm flipH="1" flipV="1">
            <a:off x="5401802" y="4310204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4" name="TextBox 753"/>
          <p:cNvSpPr txBox="1"/>
          <p:nvPr/>
        </p:nvSpPr>
        <p:spPr>
          <a:xfrm>
            <a:off x="5636924" y="4016918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S5</a:t>
            </a:r>
          </a:p>
        </p:txBody>
      </p:sp>
      <p:sp>
        <p:nvSpPr>
          <p:cNvPr id="755" name="Oval 754"/>
          <p:cNvSpPr/>
          <p:nvPr/>
        </p:nvSpPr>
        <p:spPr>
          <a:xfrm>
            <a:off x="5482263" y="5417576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56" name="Connector 755"/>
          <p:cNvCxnSpPr/>
          <p:nvPr/>
        </p:nvCxnSpPr>
        <p:spPr>
          <a:xfrm flipV="1">
            <a:off x="5511298" y="5337114"/>
            <a:ext cx="109495" cy="10949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7" name="Connector 756"/>
          <p:cNvCxnSpPr/>
          <p:nvPr/>
        </p:nvCxnSpPr>
        <p:spPr>
          <a:xfrm>
            <a:off x="5620793" y="5337114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8" name="TextBox 757"/>
          <p:cNvSpPr txBox="1"/>
          <p:nvPr/>
        </p:nvSpPr>
        <p:spPr>
          <a:xfrm>
            <a:off x="5636924" y="5208072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S6</a:t>
            </a:r>
          </a:p>
        </p:txBody>
      </p:sp>
      <p:sp>
        <p:nvSpPr>
          <p:cNvPr id="759" name="Oval 758"/>
          <p:cNvSpPr/>
          <p:nvPr/>
        </p:nvSpPr>
        <p:spPr>
          <a:xfrm>
            <a:off x="7833225" y="3050941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60" name="Connector 759"/>
          <p:cNvCxnSpPr/>
          <p:nvPr/>
        </p:nvCxnSpPr>
        <p:spPr>
          <a:xfrm flipV="1">
            <a:off x="7862259" y="2970480"/>
            <a:ext cx="109496" cy="10949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1" name="Connector 760"/>
          <p:cNvCxnSpPr/>
          <p:nvPr/>
        </p:nvCxnSpPr>
        <p:spPr>
          <a:xfrm>
            <a:off x="7971755" y="2970480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2" name="Connector 761"/>
          <p:cNvCxnSpPr/>
          <p:nvPr/>
        </p:nvCxnSpPr>
        <p:spPr>
          <a:xfrm>
            <a:off x="7952046" y="2990189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3" name="Connector 762"/>
          <p:cNvCxnSpPr/>
          <p:nvPr/>
        </p:nvCxnSpPr>
        <p:spPr>
          <a:xfrm flipH="1">
            <a:off x="7780137" y="3079975"/>
            <a:ext cx="82122" cy="8212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4" name="Connector 763"/>
          <p:cNvCxnSpPr/>
          <p:nvPr/>
        </p:nvCxnSpPr>
        <p:spPr>
          <a:xfrm flipH="1" flipV="1">
            <a:off x="7752763" y="3134723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5" name="TextBox 764"/>
          <p:cNvSpPr txBox="1"/>
          <p:nvPr/>
        </p:nvSpPr>
        <p:spPr>
          <a:xfrm>
            <a:off x="7987885" y="2841438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S7</a:t>
            </a:r>
          </a:p>
        </p:txBody>
      </p:sp>
      <p:cxnSp>
        <p:nvCxnSpPr>
          <p:cNvPr id="766" name="Connector 765"/>
          <p:cNvCxnSpPr/>
          <p:nvPr/>
        </p:nvCxnSpPr>
        <p:spPr>
          <a:xfrm flipV="1">
            <a:off x="5511298" y="5125867"/>
            <a:ext cx="1487911" cy="320743"/>
          </a:xfrm>
          <a:prstGeom prst="line">
            <a:avLst/>
          </a:prstGeom>
          <a:ln w="9525">
            <a:solidFill>
              <a:srgbClr val="C0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7" name="Oval 766"/>
          <p:cNvSpPr/>
          <p:nvPr/>
        </p:nvSpPr>
        <p:spPr>
          <a:xfrm>
            <a:off x="6902427" y="5029086"/>
            <a:ext cx="193563" cy="1935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68" name="Connector 767"/>
          <p:cNvCxnSpPr/>
          <p:nvPr/>
        </p:nvCxnSpPr>
        <p:spPr>
          <a:xfrm>
            <a:off x="6930784" y="5057443"/>
            <a:ext cx="136849" cy="136849"/>
          </a:xfrm>
          <a:prstGeom prst="line">
            <a:avLst/>
          </a:prstGeom>
          <a:ln w="952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9" name="Connector 768"/>
          <p:cNvCxnSpPr/>
          <p:nvPr/>
        </p:nvCxnSpPr>
        <p:spPr>
          <a:xfrm flipV="1">
            <a:off x="6930784" y="5057443"/>
            <a:ext cx="136849" cy="136849"/>
          </a:xfrm>
          <a:prstGeom prst="line">
            <a:avLst/>
          </a:prstGeom>
          <a:ln w="952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0" name="TextBox 769"/>
          <p:cNvSpPr txBox="1"/>
          <p:nvPr/>
        </p:nvSpPr>
        <p:spPr>
          <a:xfrm>
            <a:off x="7120186" y="5050867"/>
            <a:ext cx="22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C00000"/>
                </a:solidFill>
                <a:latin typeface="Microsoft YaHei"/>
              </a:rPr>
              <a:t>二层楼梯吊灯 F06（在楼上，S6 控）</a:t>
            </a:r>
          </a:p>
        </p:txBody>
      </p:sp>
      <p:sp>
        <p:nvSpPr>
          <p:cNvPr id="771" name="TextBox 770"/>
          <p:cNvSpPr txBox="1"/>
          <p:nvPr/>
        </p:nvSpPr>
        <p:spPr>
          <a:xfrm>
            <a:off x="8710000" y="300000"/>
            <a:ext cx="33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1A1A1A"/>
                </a:solidFill>
                <a:latin typeface="Microsoft YaHei"/>
              </a:rPr>
              <a:t>本图开关（键 1→键 4 从左到右）</a:t>
            </a:r>
          </a:p>
        </p:txBody>
      </p:sp>
      <p:sp>
        <p:nvSpPr>
          <p:cNvPr id="772" name="TextBox 771"/>
          <p:cNvSpPr txBox="1"/>
          <p:nvPr/>
        </p:nvSpPr>
        <p:spPr>
          <a:xfrm>
            <a:off x="8710000" y="5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  门厅 · 前门内侧</a:t>
            </a:r>
          </a:p>
        </p:txBody>
      </p:sp>
      <p:sp>
        <p:nvSpPr>
          <p:cNvPr id="773" name="TextBox 772"/>
          <p:cNvSpPr txBox="1"/>
          <p:nvPr/>
        </p:nvSpPr>
        <p:spPr>
          <a:xfrm>
            <a:off x="8910000" y="6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键1=c  键2=d  键3=e  键4=f</a:t>
            </a:r>
          </a:p>
        </p:txBody>
      </p:sp>
      <p:sp>
        <p:nvSpPr>
          <p:cNvPr id="774" name="TextBox 773"/>
          <p:cNvSpPr txBox="1"/>
          <p:nvPr/>
        </p:nvSpPr>
        <p:spPr>
          <a:xfrm>
            <a:off x="8710000" y="8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S2  门厅 · 前储物间旁</a:t>
            </a:r>
          </a:p>
        </p:txBody>
      </p:sp>
      <p:sp>
        <p:nvSpPr>
          <p:cNvPr id="775" name="TextBox 774"/>
          <p:cNvSpPr txBox="1"/>
          <p:nvPr/>
        </p:nvSpPr>
        <p:spPr>
          <a:xfrm>
            <a:off x="8910000" y="10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键1=a  键2=b</a:t>
            </a:r>
          </a:p>
        </p:txBody>
      </p:sp>
      <p:sp>
        <p:nvSpPr>
          <p:cNvPr id="776" name="TextBox 775"/>
          <p:cNvSpPr txBox="1"/>
          <p:nvPr/>
        </p:nvSpPr>
        <p:spPr>
          <a:xfrm>
            <a:off x="8710000" y="12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S3  起居室侧 · 拱门旁</a:t>
            </a:r>
          </a:p>
        </p:txBody>
      </p:sp>
      <p:sp>
        <p:nvSpPr>
          <p:cNvPr id="777" name="TextBox 776"/>
          <p:cNvSpPr txBox="1"/>
          <p:nvPr/>
        </p:nvSpPr>
        <p:spPr>
          <a:xfrm>
            <a:off x="8910000" y="13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键1=g  键2=h  键3=i</a:t>
            </a:r>
          </a:p>
        </p:txBody>
      </p:sp>
      <p:sp>
        <p:nvSpPr>
          <p:cNvPr id="778" name="TextBox 777"/>
          <p:cNvSpPr txBox="1"/>
          <p:nvPr/>
        </p:nvSpPr>
        <p:spPr>
          <a:xfrm>
            <a:off x="8710000" y="15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S4  楼梯口 · 拱门旁</a:t>
            </a:r>
          </a:p>
        </p:txBody>
      </p:sp>
      <p:sp>
        <p:nvSpPr>
          <p:cNvPr id="779" name="TextBox 778"/>
          <p:cNvSpPr txBox="1"/>
          <p:nvPr/>
        </p:nvSpPr>
        <p:spPr>
          <a:xfrm>
            <a:off x="8910000" y="17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键1=n  键2=d  键3=e  键4=f</a:t>
            </a:r>
          </a:p>
        </p:txBody>
      </p:sp>
      <p:sp>
        <p:nvSpPr>
          <p:cNvPr id="780" name="TextBox 779"/>
          <p:cNvSpPr txBox="1"/>
          <p:nvPr/>
        </p:nvSpPr>
        <p:spPr>
          <a:xfrm>
            <a:off x="8710000" y="19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S5  G07 区侧 · 拱门旁</a:t>
            </a:r>
          </a:p>
        </p:txBody>
      </p:sp>
      <p:sp>
        <p:nvSpPr>
          <p:cNvPr id="781" name="TextBox 780"/>
          <p:cNvSpPr txBox="1"/>
          <p:nvPr/>
        </p:nvSpPr>
        <p:spPr>
          <a:xfrm>
            <a:off x="8910000" y="20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键1=g  键2=h  键3=i</a:t>
            </a:r>
          </a:p>
        </p:txBody>
      </p:sp>
      <p:sp>
        <p:nvSpPr>
          <p:cNvPr id="782" name="TextBox 781"/>
          <p:cNvSpPr txBox="1"/>
          <p:nvPr/>
        </p:nvSpPr>
        <p:spPr>
          <a:xfrm>
            <a:off x="8710000" y="22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S6  楼梯底</a:t>
            </a:r>
          </a:p>
        </p:txBody>
      </p:sp>
      <p:sp>
        <p:nvSpPr>
          <p:cNvPr id="783" name="TextBox 782"/>
          <p:cNvSpPr txBox="1"/>
          <p:nvPr/>
        </p:nvSpPr>
        <p:spPr>
          <a:xfrm>
            <a:off x="8910000" y="24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键1=F06</a:t>
            </a:r>
          </a:p>
        </p:txBody>
      </p:sp>
      <p:sp>
        <p:nvSpPr>
          <p:cNvPr id="784" name="TextBox 783"/>
          <p:cNvSpPr txBox="1"/>
          <p:nvPr/>
        </p:nvSpPr>
        <p:spPr>
          <a:xfrm>
            <a:off x="8710000" y="26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S7  G07 区东侧 · 卫生间走道口</a:t>
            </a:r>
          </a:p>
        </p:txBody>
      </p:sp>
      <p:sp>
        <p:nvSpPr>
          <p:cNvPr id="785" name="TextBox 784"/>
          <p:cNvSpPr txBox="1"/>
          <p:nvPr/>
        </p:nvSpPr>
        <p:spPr>
          <a:xfrm>
            <a:off x="8910000" y="27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键1=p  键2=q</a:t>
            </a:r>
          </a:p>
        </p:txBody>
      </p:sp>
      <p:sp>
        <p:nvSpPr>
          <p:cNvPr id="786" name="TextBox 785"/>
          <p:cNvSpPr txBox="1"/>
          <p:nvPr/>
        </p:nvSpPr>
        <p:spPr>
          <a:xfrm>
            <a:off x="8710000" y="29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MK  前储物间门控开关 → b（与 S2 键 2 并联）</a:t>
            </a:r>
          </a:p>
        </p:txBody>
      </p:sp>
      <p:sp>
        <p:nvSpPr>
          <p:cNvPr id="787" name="Rectangle 786"/>
          <p:cNvSpPr/>
          <p:nvPr/>
        </p:nvSpPr>
        <p:spPr>
          <a:xfrm>
            <a:off x="399999" y="6540000"/>
            <a:ext cx="733193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8" name="Rectangle 787"/>
          <p:cNvSpPr/>
          <p:nvPr/>
        </p:nvSpPr>
        <p:spPr>
          <a:xfrm>
            <a:off x="1133193" y="6540000"/>
            <a:ext cx="733193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9" name="TextBox 788"/>
          <p:cNvSpPr txBox="1"/>
          <p:nvPr/>
        </p:nvSpPr>
        <p:spPr>
          <a:xfrm>
            <a:off x="1906386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2 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37" name="Group 536">
            <a:extLst>
              <a:ext uri="{FF2B5EF4-FFF2-40B4-BE49-F238E27FC236}">
                <a16:creationId xmlns:a16="http://schemas.microsoft.com/office/drawing/2014/main" id="{C0720C8A-57E7-2187-373E-7A1E2B212779}"/>
              </a:ext>
            </a:extLst>
          </p:cNvPr>
          <p:cNvGrpSpPr/>
          <p:nvPr/>
        </p:nvGrpSpPr>
        <p:grpSpPr>
          <a:xfrm rot="5400000">
            <a:off x="3812269" y="-1445597"/>
            <a:ext cx="7407753" cy="15138287"/>
            <a:chOff x="358703" y="843064"/>
            <a:chExt cx="2312689" cy="4726150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5E1F18B8-B18C-FAFE-C9CA-5201F7783D28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8703" y="1008790"/>
              <a:ext cx="2244687" cy="4199488"/>
              <a:chOff x="358703" y="1008790"/>
              <a:chExt cx="2244687" cy="4199488"/>
            </a:xfrm>
          </p:grpSpPr>
          <p:sp>
            <p:nvSpPr>
              <p:cNvPr id="4" name="墙_GF_Wall_Shell">
                <a:extLst>
                  <a:ext uri="{FF2B5EF4-FFF2-40B4-BE49-F238E27FC236}">
                    <a16:creationId xmlns:a16="http://schemas.microsoft.com/office/drawing/2014/main" id="{184A8DC7-17CB-F4DE-A1A9-66AAE14C41A4}"/>
                  </a:ext>
                </a:extLst>
              </p:cNvPr>
              <p:cNvSpPr/>
              <p:nvPr/>
            </p:nvSpPr>
            <p:spPr>
              <a:xfrm>
                <a:off x="358703" y="1008790"/>
                <a:ext cx="2244687" cy="4199488"/>
              </a:xfrm>
              <a:custGeom>
                <a:avLst/>
                <a:gdLst/>
                <a:ahLst/>
                <a:cxnLst/>
                <a:rect l="l" t="t" r="r" b="b"/>
                <a:pathLst>
                  <a:path w="2244687" h="4199488">
                    <a:moveTo>
                      <a:pt x="1918764" y="3678985"/>
                    </a:moveTo>
                    <a:lnTo>
                      <a:pt x="1918764" y="3601616"/>
                    </a:lnTo>
                    <a:lnTo>
                      <a:pt x="1918516" y="3601616"/>
                    </a:lnTo>
                    <a:lnTo>
                      <a:pt x="1918516" y="3596607"/>
                    </a:lnTo>
                    <a:lnTo>
                      <a:pt x="1944775" y="3596607"/>
                    </a:lnTo>
                    <a:lnTo>
                      <a:pt x="1944775" y="3560154"/>
                    </a:lnTo>
                    <a:lnTo>
                      <a:pt x="1918516" y="3560154"/>
                    </a:lnTo>
                    <a:lnTo>
                      <a:pt x="1918516" y="3166664"/>
                    </a:lnTo>
                    <a:lnTo>
                      <a:pt x="1918516" y="2968283"/>
                    </a:lnTo>
                    <a:lnTo>
                      <a:pt x="1902895" y="2968283"/>
                    </a:lnTo>
                    <a:lnTo>
                      <a:pt x="1902895" y="2953404"/>
                    </a:lnTo>
                    <a:lnTo>
                      <a:pt x="1732519" y="2953404"/>
                    </a:lnTo>
                    <a:lnTo>
                      <a:pt x="1672685" y="2953404"/>
                    </a:lnTo>
                    <a:lnTo>
                      <a:pt x="1659667" y="2953404"/>
                    </a:lnTo>
                    <a:lnTo>
                      <a:pt x="1659667" y="2983162"/>
                    </a:lnTo>
                    <a:lnTo>
                      <a:pt x="1702590" y="2983162"/>
                    </a:lnTo>
                    <a:lnTo>
                      <a:pt x="1887298" y="2983162"/>
                    </a:lnTo>
                    <a:lnTo>
                      <a:pt x="1887298" y="3166664"/>
                    </a:lnTo>
                    <a:lnTo>
                      <a:pt x="1887298" y="3578306"/>
                    </a:lnTo>
                    <a:lnTo>
                      <a:pt x="1887298" y="3601616"/>
                    </a:lnTo>
                    <a:lnTo>
                      <a:pt x="1887050" y="3601616"/>
                    </a:lnTo>
                    <a:lnTo>
                      <a:pt x="1887050" y="3678985"/>
                    </a:lnTo>
                    <a:close/>
                    <a:moveTo>
                      <a:pt x="2133228" y="3560154"/>
                    </a:moveTo>
                    <a:lnTo>
                      <a:pt x="2133228" y="3596607"/>
                    </a:lnTo>
                    <a:lnTo>
                      <a:pt x="2185176" y="3596607"/>
                    </a:lnTo>
                    <a:lnTo>
                      <a:pt x="2185176" y="3945312"/>
                    </a:lnTo>
                    <a:lnTo>
                      <a:pt x="2194598" y="3945312"/>
                    </a:lnTo>
                    <a:lnTo>
                      <a:pt x="2194598" y="3973829"/>
                    </a:lnTo>
                    <a:lnTo>
                      <a:pt x="2207493" y="3973829"/>
                    </a:lnTo>
                    <a:lnTo>
                      <a:pt x="2207493" y="3945312"/>
                    </a:lnTo>
                    <a:lnTo>
                      <a:pt x="2211212" y="3945312"/>
                    </a:lnTo>
                    <a:lnTo>
                      <a:pt x="2237248" y="3945312"/>
                    </a:lnTo>
                    <a:lnTo>
                      <a:pt x="2237248" y="3578306"/>
                    </a:lnTo>
                    <a:lnTo>
                      <a:pt x="2237248" y="3166664"/>
                    </a:lnTo>
                    <a:lnTo>
                      <a:pt x="2237248" y="2968283"/>
                    </a:lnTo>
                    <a:lnTo>
                      <a:pt x="2237248" y="2799659"/>
                    </a:lnTo>
                    <a:lnTo>
                      <a:pt x="2237248" y="2008613"/>
                    </a:lnTo>
                    <a:lnTo>
                      <a:pt x="2244687" y="2008613"/>
                    </a:lnTo>
                    <a:lnTo>
                      <a:pt x="2244687" y="1730878"/>
                    </a:lnTo>
                    <a:lnTo>
                      <a:pt x="2244687" y="1383711"/>
                    </a:lnTo>
                    <a:lnTo>
                      <a:pt x="2244687" y="1066300"/>
                    </a:lnTo>
                    <a:lnTo>
                      <a:pt x="2244687" y="369486"/>
                    </a:lnTo>
                    <a:lnTo>
                      <a:pt x="2244687" y="28517"/>
                    </a:lnTo>
                    <a:lnTo>
                      <a:pt x="2214931" y="28517"/>
                    </a:lnTo>
                    <a:lnTo>
                      <a:pt x="2214931" y="0"/>
                    </a:lnTo>
                    <a:lnTo>
                      <a:pt x="2087602" y="0"/>
                    </a:lnTo>
                    <a:lnTo>
                      <a:pt x="1931509" y="0"/>
                    </a:lnTo>
                    <a:lnTo>
                      <a:pt x="1739016" y="0"/>
                    </a:lnTo>
                    <a:lnTo>
                      <a:pt x="1739016" y="28517"/>
                    </a:lnTo>
                    <a:lnTo>
                      <a:pt x="1739016" y="57035"/>
                    </a:lnTo>
                    <a:lnTo>
                      <a:pt x="1931509" y="57035"/>
                    </a:lnTo>
                    <a:lnTo>
                      <a:pt x="2087602" y="57035"/>
                    </a:lnTo>
                    <a:lnTo>
                      <a:pt x="2214931" y="57035"/>
                    </a:lnTo>
                    <a:lnTo>
                      <a:pt x="2214931" y="87437"/>
                    </a:lnTo>
                    <a:lnTo>
                      <a:pt x="2185176" y="87437"/>
                    </a:lnTo>
                    <a:lnTo>
                      <a:pt x="2185176" y="354607"/>
                    </a:lnTo>
                    <a:lnTo>
                      <a:pt x="1675289" y="354607"/>
                    </a:lnTo>
                    <a:lnTo>
                      <a:pt x="1675289" y="384364"/>
                    </a:lnTo>
                    <a:lnTo>
                      <a:pt x="2185176" y="384364"/>
                    </a:lnTo>
                    <a:lnTo>
                      <a:pt x="2185176" y="1031584"/>
                    </a:lnTo>
                    <a:lnTo>
                      <a:pt x="2056384" y="1031584"/>
                    </a:lnTo>
                    <a:lnTo>
                      <a:pt x="2056384" y="1101017"/>
                    </a:lnTo>
                    <a:lnTo>
                      <a:pt x="2185176" y="1101017"/>
                    </a:lnTo>
                    <a:lnTo>
                      <a:pt x="2185176" y="1383711"/>
                    </a:lnTo>
                    <a:lnTo>
                      <a:pt x="2185176" y="1730878"/>
                    </a:lnTo>
                    <a:lnTo>
                      <a:pt x="2185176" y="1993734"/>
                    </a:lnTo>
                    <a:lnTo>
                      <a:pt x="1948669" y="1993734"/>
                    </a:lnTo>
                    <a:lnTo>
                      <a:pt x="1948669" y="2023491"/>
                    </a:lnTo>
                    <a:lnTo>
                      <a:pt x="2177737" y="2023491"/>
                    </a:lnTo>
                    <a:lnTo>
                      <a:pt x="2177737" y="2008613"/>
                    </a:lnTo>
                    <a:lnTo>
                      <a:pt x="2185176" y="2008613"/>
                    </a:lnTo>
                    <a:lnTo>
                      <a:pt x="2185176" y="2799659"/>
                    </a:lnTo>
                    <a:lnTo>
                      <a:pt x="2185176" y="2968283"/>
                    </a:lnTo>
                    <a:lnTo>
                      <a:pt x="2185176" y="3166664"/>
                    </a:lnTo>
                    <a:lnTo>
                      <a:pt x="2185176" y="3560154"/>
                    </a:lnTo>
                    <a:close/>
                    <a:moveTo>
                      <a:pt x="1407811" y="0"/>
                    </a:moveTo>
                    <a:lnTo>
                      <a:pt x="1427648" y="0"/>
                    </a:lnTo>
                    <a:lnTo>
                      <a:pt x="1427648" y="28517"/>
                    </a:lnTo>
                    <a:lnTo>
                      <a:pt x="1436327" y="28517"/>
                    </a:lnTo>
                    <a:lnTo>
                      <a:pt x="1436327" y="109135"/>
                    </a:lnTo>
                    <a:lnTo>
                      <a:pt x="1407811" y="109135"/>
                    </a:lnTo>
                    <a:lnTo>
                      <a:pt x="1379295" y="109135"/>
                    </a:lnTo>
                    <a:lnTo>
                      <a:pt x="1379295" y="28517"/>
                    </a:lnTo>
                    <a:lnTo>
                      <a:pt x="1407811" y="28517"/>
                    </a:lnTo>
                    <a:close/>
                    <a:moveTo>
                      <a:pt x="730872" y="2017292"/>
                    </a:moveTo>
                    <a:lnTo>
                      <a:pt x="879650" y="2017292"/>
                    </a:lnTo>
                    <a:lnTo>
                      <a:pt x="944120" y="2017292"/>
                    </a:lnTo>
                    <a:lnTo>
                      <a:pt x="1026444" y="2017292"/>
                    </a:lnTo>
                    <a:lnTo>
                      <a:pt x="1026444" y="2045809"/>
                    </a:lnTo>
                    <a:lnTo>
                      <a:pt x="1026444" y="2074326"/>
                    </a:lnTo>
                    <a:lnTo>
                      <a:pt x="958998" y="2074326"/>
                    </a:lnTo>
                    <a:lnTo>
                      <a:pt x="958998" y="2462410"/>
                    </a:lnTo>
                    <a:lnTo>
                      <a:pt x="958998" y="2693029"/>
                    </a:lnTo>
                    <a:lnTo>
                      <a:pt x="929242" y="2693029"/>
                    </a:lnTo>
                    <a:lnTo>
                      <a:pt x="929242" y="2477289"/>
                    </a:lnTo>
                    <a:lnTo>
                      <a:pt x="651523" y="2477289"/>
                    </a:lnTo>
                    <a:lnTo>
                      <a:pt x="651523" y="2447532"/>
                    </a:lnTo>
                    <a:lnTo>
                      <a:pt x="651523" y="2316104"/>
                    </a:lnTo>
                    <a:lnTo>
                      <a:pt x="681279" y="2316104"/>
                    </a:lnTo>
                    <a:lnTo>
                      <a:pt x="681279" y="2447532"/>
                    </a:lnTo>
                    <a:lnTo>
                      <a:pt x="929242" y="2447532"/>
                    </a:lnTo>
                    <a:lnTo>
                      <a:pt x="929242" y="2074326"/>
                    </a:lnTo>
                    <a:lnTo>
                      <a:pt x="879650" y="2074326"/>
                    </a:lnTo>
                    <a:lnTo>
                      <a:pt x="730872" y="2074326"/>
                    </a:lnTo>
                    <a:lnTo>
                      <a:pt x="681279" y="2074326"/>
                    </a:lnTo>
                    <a:lnTo>
                      <a:pt x="681279" y="2147480"/>
                    </a:lnTo>
                    <a:lnTo>
                      <a:pt x="651523" y="2147480"/>
                    </a:lnTo>
                    <a:lnTo>
                      <a:pt x="651523" y="2086428"/>
                    </a:lnTo>
                    <a:lnTo>
                      <a:pt x="652639" y="2086428"/>
                    </a:lnTo>
                    <a:lnTo>
                      <a:pt x="652639" y="2017292"/>
                    </a:lnTo>
                    <a:close/>
                    <a:moveTo>
                      <a:pt x="130677" y="2074326"/>
                    </a:moveTo>
                    <a:lnTo>
                      <a:pt x="130677" y="2017292"/>
                    </a:lnTo>
                    <a:lnTo>
                      <a:pt x="29136" y="2017292"/>
                    </a:lnTo>
                    <a:lnTo>
                      <a:pt x="0" y="2017292"/>
                    </a:lnTo>
                    <a:lnTo>
                      <a:pt x="0" y="2074326"/>
                    </a:lnTo>
                    <a:lnTo>
                      <a:pt x="620" y="2074326"/>
                    </a:lnTo>
                    <a:lnTo>
                      <a:pt x="620" y="2536803"/>
                    </a:lnTo>
                    <a:lnTo>
                      <a:pt x="620" y="3684936"/>
                    </a:lnTo>
                    <a:lnTo>
                      <a:pt x="620" y="3823803"/>
                    </a:lnTo>
                    <a:lnTo>
                      <a:pt x="29136" y="3823803"/>
                    </a:lnTo>
                    <a:lnTo>
                      <a:pt x="29136" y="3852320"/>
                    </a:lnTo>
                    <a:lnTo>
                      <a:pt x="175434" y="3852320"/>
                    </a:lnTo>
                    <a:lnTo>
                      <a:pt x="175434" y="3823803"/>
                    </a:lnTo>
                    <a:lnTo>
                      <a:pt x="175434" y="3795286"/>
                    </a:lnTo>
                    <a:lnTo>
                      <a:pt x="57651" y="3795286"/>
                    </a:lnTo>
                    <a:lnTo>
                      <a:pt x="57651" y="3713453"/>
                    </a:lnTo>
                    <a:lnTo>
                      <a:pt x="89143" y="3713453"/>
                    </a:lnTo>
                    <a:lnTo>
                      <a:pt x="89143" y="3684936"/>
                    </a:lnTo>
                    <a:lnTo>
                      <a:pt x="89143" y="3656419"/>
                    </a:lnTo>
                    <a:lnTo>
                      <a:pt x="57651" y="3656419"/>
                    </a:lnTo>
                    <a:lnTo>
                      <a:pt x="57651" y="2536803"/>
                    </a:lnTo>
                    <a:lnTo>
                      <a:pt x="57651" y="2074326"/>
                    </a:lnTo>
                    <a:close/>
                    <a:moveTo>
                      <a:pt x="1027188" y="2953404"/>
                    </a:moveTo>
                    <a:lnTo>
                      <a:pt x="1027188" y="2983162"/>
                    </a:lnTo>
                    <a:lnTo>
                      <a:pt x="958998" y="2983162"/>
                    </a:lnTo>
                    <a:lnTo>
                      <a:pt x="958998" y="2968283"/>
                    </a:lnTo>
                    <a:lnTo>
                      <a:pt x="944120" y="2968283"/>
                    </a:lnTo>
                    <a:lnTo>
                      <a:pt x="944120" y="2953404"/>
                    </a:lnTo>
                    <a:close/>
                    <a:moveTo>
                      <a:pt x="672104" y="3656419"/>
                    </a:moveTo>
                    <a:lnTo>
                      <a:pt x="672104" y="3684936"/>
                    </a:lnTo>
                    <a:lnTo>
                      <a:pt x="672104" y="3713453"/>
                    </a:lnTo>
                    <a:lnTo>
                      <a:pt x="680039" y="3713453"/>
                    </a:lnTo>
                    <a:lnTo>
                      <a:pt x="680039" y="3823803"/>
                    </a:lnTo>
                    <a:lnTo>
                      <a:pt x="708555" y="3823803"/>
                    </a:lnTo>
                    <a:close/>
                    <a:moveTo>
                      <a:pt x="708555" y="3656419"/>
                    </a:moveTo>
                    <a:lnTo>
                      <a:pt x="708555" y="3684936"/>
                    </a:lnTo>
                    <a:lnTo>
                      <a:pt x="737071" y="3684936"/>
                    </a:lnTo>
                    <a:lnTo>
                      <a:pt x="737071" y="3795286"/>
                    </a:lnTo>
                    <a:lnTo>
                      <a:pt x="929242" y="3795286"/>
                    </a:lnTo>
                    <a:lnTo>
                      <a:pt x="929242" y="3823803"/>
                    </a:lnTo>
                    <a:lnTo>
                      <a:pt x="944120" y="3823803"/>
                    </a:lnTo>
                    <a:lnTo>
                      <a:pt x="946352" y="3823803"/>
                    </a:lnTo>
                    <a:lnTo>
                      <a:pt x="958998" y="3823803"/>
                    </a:lnTo>
                    <a:lnTo>
                      <a:pt x="972636" y="3823803"/>
                    </a:lnTo>
                    <a:lnTo>
                      <a:pt x="972636" y="3945312"/>
                    </a:lnTo>
                    <a:lnTo>
                      <a:pt x="972636" y="4015985"/>
                    </a:lnTo>
                    <a:lnTo>
                      <a:pt x="1100337" y="4015985"/>
                    </a:lnTo>
                    <a:lnTo>
                      <a:pt x="1100337" y="4040386"/>
                    </a:lnTo>
                    <a:lnTo>
                      <a:pt x="1114223" y="4021565"/>
                    </a:lnTo>
                    <a:lnTo>
                      <a:pt x="1149334" y="4047528"/>
                    </a:lnTo>
                    <a:lnTo>
                      <a:pt x="1132374" y="4070441"/>
                    </a:lnTo>
                    <a:lnTo>
                      <a:pt x="1115438" y="4093379"/>
                    </a:lnTo>
                    <a:lnTo>
                      <a:pt x="1087889" y="4073020"/>
                    </a:lnTo>
                    <a:lnTo>
                      <a:pt x="944120" y="4073020"/>
                    </a:lnTo>
                    <a:lnTo>
                      <a:pt x="944120" y="4044502"/>
                    </a:lnTo>
                    <a:lnTo>
                      <a:pt x="915604" y="4044502"/>
                    </a:lnTo>
                    <a:lnTo>
                      <a:pt x="915604" y="3945312"/>
                    </a:lnTo>
                    <a:lnTo>
                      <a:pt x="915604" y="3852320"/>
                    </a:lnTo>
                    <a:lnTo>
                      <a:pt x="708555" y="3852320"/>
                    </a:lnTo>
                    <a:lnTo>
                      <a:pt x="708555" y="3823803"/>
                    </a:lnTo>
                    <a:close/>
                    <a:moveTo>
                      <a:pt x="1926848" y="3916794"/>
                    </a:moveTo>
                    <a:lnTo>
                      <a:pt x="1913309" y="3916794"/>
                    </a:lnTo>
                    <a:lnTo>
                      <a:pt x="1913309" y="3930433"/>
                    </a:lnTo>
                    <a:lnTo>
                      <a:pt x="1902895" y="3930433"/>
                    </a:lnTo>
                    <a:lnTo>
                      <a:pt x="1902895" y="3941493"/>
                    </a:lnTo>
                    <a:lnTo>
                      <a:pt x="1883405" y="3941468"/>
                    </a:lnTo>
                    <a:lnTo>
                      <a:pt x="1883405" y="4015985"/>
                    </a:lnTo>
                    <a:lnTo>
                      <a:pt x="1691605" y="4015985"/>
                    </a:lnTo>
                    <a:lnTo>
                      <a:pt x="1691605" y="4016828"/>
                    </a:lnTo>
                    <a:lnTo>
                      <a:pt x="1691233" y="4016233"/>
                    </a:lnTo>
                    <a:lnTo>
                      <a:pt x="1651361" y="4046585"/>
                    </a:lnTo>
                    <a:lnTo>
                      <a:pt x="1669834" y="4069003"/>
                    </a:lnTo>
                    <a:lnTo>
                      <a:pt x="1688307" y="4091444"/>
                    </a:lnTo>
                    <a:lnTo>
                      <a:pt x="1721063" y="4066944"/>
                    </a:lnTo>
                    <a:lnTo>
                      <a:pt x="1712930" y="4073020"/>
                    </a:lnTo>
                    <a:lnTo>
                      <a:pt x="1913309" y="4073020"/>
                    </a:lnTo>
                    <a:lnTo>
                      <a:pt x="1913309" y="4044502"/>
                    </a:lnTo>
                    <a:lnTo>
                      <a:pt x="1943238" y="4044502"/>
                    </a:lnTo>
                    <a:lnTo>
                      <a:pt x="1943238" y="3941468"/>
                    </a:lnTo>
                    <a:lnTo>
                      <a:pt x="1926848" y="3941468"/>
                    </a:lnTo>
                    <a:close/>
                    <a:moveTo>
                      <a:pt x="1407811" y="318427"/>
                    </a:moveTo>
                    <a:lnTo>
                      <a:pt x="1379295" y="318427"/>
                    </a:lnTo>
                    <a:lnTo>
                      <a:pt x="1379295" y="369486"/>
                    </a:lnTo>
                    <a:lnTo>
                      <a:pt x="1379295" y="534167"/>
                    </a:lnTo>
                    <a:lnTo>
                      <a:pt x="1407811" y="534167"/>
                    </a:lnTo>
                    <a:lnTo>
                      <a:pt x="1436327" y="534167"/>
                    </a:lnTo>
                    <a:lnTo>
                      <a:pt x="1436327" y="369486"/>
                    </a:lnTo>
                    <a:lnTo>
                      <a:pt x="1436327" y="318427"/>
                    </a:lnTo>
                    <a:close/>
                    <a:moveTo>
                      <a:pt x="1407811" y="901693"/>
                    </a:moveTo>
                    <a:lnTo>
                      <a:pt x="1379295" y="901693"/>
                    </a:lnTo>
                    <a:lnTo>
                      <a:pt x="1379295" y="1066300"/>
                    </a:lnTo>
                    <a:lnTo>
                      <a:pt x="1379295" y="1475462"/>
                    </a:lnTo>
                    <a:lnTo>
                      <a:pt x="1407811" y="1475462"/>
                    </a:lnTo>
                    <a:lnTo>
                      <a:pt x="1436327" y="1475462"/>
                    </a:lnTo>
                    <a:lnTo>
                      <a:pt x="1436327" y="1066300"/>
                    </a:lnTo>
                    <a:lnTo>
                      <a:pt x="1436327" y="901693"/>
                    </a:lnTo>
                    <a:close/>
                    <a:moveTo>
                      <a:pt x="1233270" y="4145032"/>
                    </a:moveTo>
                    <a:lnTo>
                      <a:pt x="1216334" y="4167970"/>
                    </a:lnTo>
                    <a:lnTo>
                      <a:pt x="1254991" y="4196537"/>
                    </a:lnTo>
                    <a:lnTo>
                      <a:pt x="1267414" y="4179352"/>
                    </a:lnTo>
                    <a:lnTo>
                      <a:pt x="1265877" y="4199488"/>
                    </a:lnTo>
                    <a:lnTo>
                      <a:pt x="1275647" y="4199488"/>
                    </a:lnTo>
                    <a:lnTo>
                      <a:pt x="1275647" y="4170971"/>
                    </a:lnTo>
                    <a:lnTo>
                      <a:pt x="1275647" y="4166086"/>
                    </a:lnTo>
                    <a:lnTo>
                      <a:pt x="1285317" y="4148033"/>
                    </a:lnTo>
                    <a:lnTo>
                      <a:pt x="1250231" y="4122094"/>
                    </a:lnTo>
                    <a:close/>
                    <a:moveTo>
                      <a:pt x="1702267" y="2008637"/>
                    </a:moveTo>
                    <a:lnTo>
                      <a:pt x="1705193" y="2008613"/>
                    </a:lnTo>
                    <a:lnTo>
                      <a:pt x="1728328" y="2008613"/>
                    </a:lnTo>
                    <a:lnTo>
                      <a:pt x="1743851" y="2008613"/>
                    </a:lnTo>
                    <a:lnTo>
                      <a:pt x="1759547" y="2008613"/>
                    </a:lnTo>
                    <a:lnTo>
                      <a:pt x="1759497" y="2045809"/>
                    </a:lnTo>
                    <a:lnTo>
                      <a:pt x="1759473" y="2083006"/>
                    </a:lnTo>
                    <a:lnTo>
                      <a:pt x="1705193" y="2083006"/>
                    </a:lnTo>
                    <a:lnTo>
                      <a:pt x="1702243" y="2083006"/>
                    </a:lnTo>
                    <a:lnTo>
                      <a:pt x="1407811" y="2083006"/>
                    </a:lnTo>
                    <a:lnTo>
                      <a:pt x="1407811" y="2074326"/>
                    </a:lnTo>
                    <a:lnTo>
                      <a:pt x="1325487" y="2074326"/>
                    </a:lnTo>
                    <a:lnTo>
                      <a:pt x="1325487" y="2045809"/>
                    </a:lnTo>
                    <a:lnTo>
                      <a:pt x="1325487" y="2017292"/>
                    </a:lnTo>
                    <a:lnTo>
                      <a:pt x="1379295" y="2017292"/>
                    </a:lnTo>
                    <a:lnTo>
                      <a:pt x="1379295" y="1882144"/>
                    </a:lnTo>
                    <a:lnTo>
                      <a:pt x="1407811" y="1882144"/>
                    </a:lnTo>
                    <a:lnTo>
                      <a:pt x="1436327" y="1882144"/>
                    </a:lnTo>
                    <a:lnTo>
                      <a:pt x="1436327" y="2008613"/>
                    </a:lnTo>
                    <a:close/>
                    <a:moveTo>
                      <a:pt x="1542629" y="4199488"/>
                    </a:moveTo>
                    <a:lnTo>
                      <a:pt x="1529090" y="4199488"/>
                    </a:lnTo>
                    <a:lnTo>
                      <a:pt x="1529090" y="4173773"/>
                    </a:lnTo>
                    <a:lnTo>
                      <a:pt x="1515055" y="4148529"/>
                    </a:lnTo>
                    <a:lnTo>
                      <a:pt x="1547811" y="4124029"/>
                    </a:lnTo>
                    <a:lnTo>
                      <a:pt x="1566284" y="4146471"/>
                    </a:lnTo>
                    <a:lnTo>
                      <a:pt x="1584733" y="4168912"/>
                    </a:lnTo>
                    <a:lnTo>
                      <a:pt x="1544885" y="4199240"/>
                    </a:lnTo>
                    <a:lnTo>
                      <a:pt x="1541959" y="419452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Wall_GF_KitchenSmallWindow_Infill">
                <a:extLst>
                  <a:ext uri="{FF2B5EF4-FFF2-40B4-BE49-F238E27FC236}">
                    <a16:creationId xmlns:a16="http://schemas.microsoft.com/office/drawing/2014/main" id="{7F35B348-141E-82D2-814C-2105AE8F9159}"/>
                  </a:ext>
                </a:extLst>
              </p:cNvPr>
              <p:cNvSpPr/>
              <p:nvPr/>
            </p:nvSpPr>
            <p:spPr>
              <a:xfrm>
                <a:off x="1737874" y="1229192"/>
                <a:ext cx="57032" cy="97951"/>
              </a:xfrm>
              <a:custGeom>
                <a:avLst/>
                <a:gdLst/>
                <a:ahLst/>
                <a:cxnLst/>
                <a:rect l="l" t="t" r="r" b="b"/>
                <a:pathLst>
                  <a:path w="57032" h="97951">
                    <a:moveTo>
                      <a:pt x="57032" y="0"/>
                    </a:moveTo>
                    <a:lnTo>
                      <a:pt x="57032" y="97951"/>
                    </a:lnTo>
                    <a:lnTo>
                      <a:pt x="0" y="979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Stair_Tread_06">
                <a:extLst>
                  <a:ext uri="{FF2B5EF4-FFF2-40B4-BE49-F238E27FC236}">
                    <a16:creationId xmlns:a16="http://schemas.microsoft.com/office/drawing/2014/main" id="{1896FE24-C49E-2E98-4BBA-6DE36034CED1}"/>
                  </a:ext>
                </a:extLst>
              </p:cNvPr>
              <p:cNvSpPr/>
              <p:nvPr/>
            </p:nvSpPr>
            <p:spPr>
              <a:xfrm>
                <a:off x="2303231" y="3467704"/>
                <a:ext cx="240648" cy="54927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54927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54927"/>
                    </a:lnTo>
                    <a:lnTo>
                      <a:pt x="0" y="5492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Stair_Riser_06">
                <a:extLst>
                  <a:ext uri="{FF2B5EF4-FFF2-40B4-BE49-F238E27FC236}">
                    <a16:creationId xmlns:a16="http://schemas.microsoft.com/office/drawing/2014/main" id="{7583E6B4-0B00-91CB-C458-3EC6D265A8C4}"/>
                  </a:ext>
                </a:extLst>
              </p:cNvPr>
              <p:cNvSpPr/>
              <p:nvPr/>
            </p:nvSpPr>
            <p:spPr>
              <a:xfrm>
                <a:off x="2303231" y="3515166"/>
                <a:ext cx="240648" cy="7465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7465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7465"/>
                    </a:lnTo>
                    <a:lnTo>
                      <a:pt x="0" y="746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Stair_Baluster">
                <a:extLst>
                  <a:ext uri="{FF2B5EF4-FFF2-40B4-BE49-F238E27FC236}">
                    <a16:creationId xmlns:a16="http://schemas.microsoft.com/office/drawing/2014/main" id="{01BB6607-B57E-0D3A-AA1D-2F847212E4A6}"/>
                  </a:ext>
                </a:extLst>
              </p:cNvPr>
              <p:cNvSpPr/>
              <p:nvPr/>
            </p:nvSpPr>
            <p:spPr>
              <a:xfrm>
                <a:off x="2307074" y="3729443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Stair_Baluster.001">
                <a:extLst>
                  <a:ext uri="{FF2B5EF4-FFF2-40B4-BE49-F238E27FC236}">
                    <a16:creationId xmlns:a16="http://schemas.microsoft.com/office/drawing/2014/main" id="{BECDFC8D-723E-A482-7907-EB16CF938CDD}"/>
                  </a:ext>
                </a:extLst>
              </p:cNvPr>
              <p:cNvSpPr/>
              <p:nvPr/>
            </p:nvSpPr>
            <p:spPr>
              <a:xfrm>
                <a:off x="2307074" y="3712184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3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墙_Stair_Baluster.002">
                <a:extLst>
                  <a:ext uri="{FF2B5EF4-FFF2-40B4-BE49-F238E27FC236}">
                    <a16:creationId xmlns:a16="http://schemas.microsoft.com/office/drawing/2014/main" id="{C139AE8C-6413-A531-B496-2EB8FE8F6E88}"/>
                  </a:ext>
                </a:extLst>
              </p:cNvPr>
              <p:cNvSpPr/>
              <p:nvPr/>
            </p:nvSpPr>
            <p:spPr>
              <a:xfrm>
                <a:off x="2303503" y="3694925"/>
                <a:ext cx="1063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83">
                    <a:moveTo>
                      <a:pt x="9596" y="4414"/>
                    </a:moveTo>
                    <a:lnTo>
                      <a:pt x="8456" y="4984"/>
                    </a:lnTo>
                    <a:lnTo>
                      <a:pt x="7092" y="5183"/>
                    </a:lnTo>
                    <a:lnTo>
                      <a:pt x="5753" y="4984"/>
                    </a:lnTo>
                    <a:lnTo>
                      <a:pt x="4612" y="4414"/>
                    </a:lnTo>
                    <a:lnTo>
                      <a:pt x="199" y="4563"/>
                    </a:lnTo>
                    <a:lnTo>
                      <a:pt x="0" y="3546"/>
                    </a:lnTo>
                    <a:lnTo>
                      <a:pt x="199" y="595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墙_Stair_Baluster.003">
                <a:extLst>
                  <a:ext uri="{FF2B5EF4-FFF2-40B4-BE49-F238E27FC236}">
                    <a16:creationId xmlns:a16="http://schemas.microsoft.com/office/drawing/2014/main" id="{DCE1443F-6B8F-EFCD-C543-E9D446DFB392}"/>
                  </a:ext>
                </a:extLst>
              </p:cNvPr>
              <p:cNvSpPr/>
              <p:nvPr/>
            </p:nvSpPr>
            <p:spPr>
              <a:xfrm>
                <a:off x="2303503" y="3677666"/>
                <a:ext cx="10638" cy="515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58">
                    <a:moveTo>
                      <a:pt x="9596" y="4414"/>
                    </a:moveTo>
                    <a:lnTo>
                      <a:pt x="8456" y="4959"/>
                    </a:lnTo>
                    <a:lnTo>
                      <a:pt x="7092" y="5158"/>
                    </a:lnTo>
                    <a:lnTo>
                      <a:pt x="5753" y="4959"/>
                    </a:lnTo>
                    <a:lnTo>
                      <a:pt x="4612" y="4414"/>
                    </a:lnTo>
                    <a:lnTo>
                      <a:pt x="199" y="4562"/>
                    </a:lnTo>
                    <a:lnTo>
                      <a:pt x="0" y="3546"/>
                    </a:lnTo>
                    <a:lnTo>
                      <a:pt x="3844" y="1587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Stair_Baluster.004">
                <a:extLst>
                  <a:ext uri="{FF2B5EF4-FFF2-40B4-BE49-F238E27FC236}">
                    <a16:creationId xmlns:a16="http://schemas.microsoft.com/office/drawing/2014/main" id="{1FE4FF15-5CD2-FC48-9A3D-DAF52B149F0D}"/>
                  </a:ext>
                </a:extLst>
              </p:cNvPr>
              <p:cNvSpPr/>
              <p:nvPr/>
            </p:nvSpPr>
            <p:spPr>
              <a:xfrm>
                <a:off x="2303528" y="3660382"/>
                <a:ext cx="10613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2">
                    <a:moveTo>
                      <a:pt x="9571" y="4438"/>
                    </a:moveTo>
                    <a:lnTo>
                      <a:pt x="8431" y="4984"/>
                    </a:lnTo>
                    <a:lnTo>
                      <a:pt x="7067" y="5182"/>
                    </a:lnTo>
                    <a:lnTo>
                      <a:pt x="5728" y="4984"/>
                    </a:lnTo>
                    <a:lnTo>
                      <a:pt x="4587" y="4438"/>
                    </a:lnTo>
                    <a:lnTo>
                      <a:pt x="3819" y="3595"/>
                    </a:lnTo>
                    <a:lnTo>
                      <a:pt x="0" y="1636"/>
                    </a:lnTo>
                    <a:lnTo>
                      <a:pt x="174" y="620"/>
                    </a:lnTo>
                    <a:lnTo>
                      <a:pt x="4587" y="768"/>
                    </a:lnTo>
                    <a:lnTo>
                      <a:pt x="5728" y="198"/>
                    </a:lnTo>
                    <a:lnTo>
                      <a:pt x="7067" y="0"/>
                    </a:lnTo>
                    <a:lnTo>
                      <a:pt x="8431" y="198"/>
                    </a:lnTo>
                    <a:lnTo>
                      <a:pt x="9571" y="768"/>
                    </a:lnTo>
                    <a:lnTo>
                      <a:pt x="10340" y="1612"/>
                    </a:lnTo>
                    <a:lnTo>
                      <a:pt x="10613" y="2603"/>
                    </a:lnTo>
                    <a:lnTo>
                      <a:pt x="10340" y="359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Stair_Baluster.005">
                <a:extLst>
                  <a:ext uri="{FF2B5EF4-FFF2-40B4-BE49-F238E27FC236}">
                    <a16:creationId xmlns:a16="http://schemas.microsoft.com/office/drawing/2014/main" id="{AFF075DC-7603-8ECD-CB64-D0DFFF379214}"/>
                  </a:ext>
                </a:extLst>
              </p:cNvPr>
              <p:cNvSpPr/>
              <p:nvPr/>
            </p:nvSpPr>
            <p:spPr>
              <a:xfrm>
                <a:off x="2303528" y="3643122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71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Stair_Baluster.006">
                <a:extLst>
                  <a:ext uri="{FF2B5EF4-FFF2-40B4-BE49-F238E27FC236}">
                    <a16:creationId xmlns:a16="http://schemas.microsoft.com/office/drawing/2014/main" id="{01C2E669-D9B3-83C5-69FD-107F171F40E9}"/>
                  </a:ext>
                </a:extLst>
              </p:cNvPr>
              <p:cNvSpPr/>
              <p:nvPr/>
            </p:nvSpPr>
            <p:spPr>
              <a:xfrm>
                <a:off x="2303528" y="3625863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46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Stair_Baluster.007">
                <a:extLst>
                  <a:ext uri="{FF2B5EF4-FFF2-40B4-BE49-F238E27FC236}">
                    <a16:creationId xmlns:a16="http://schemas.microsoft.com/office/drawing/2014/main" id="{ED7C3B2C-5D9D-BBDF-86AA-9350995F8CE0}"/>
                  </a:ext>
                </a:extLst>
              </p:cNvPr>
              <p:cNvSpPr/>
              <p:nvPr/>
            </p:nvSpPr>
            <p:spPr>
              <a:xfrm>
                <a:off x="2303553" y="3608604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3794" y="3596"/>
                    </a:lnTo>
                    <a:lnTo>
                      <a:pt x="0" y="1637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9"/>
                    </a:lnTo>
                    <a:lnTo>
                      <a:pt x="7042" y="0"/>
                    </a:lnTo>
                    <a:lnTo>
                      <a:pt x="8406" y="199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604"/>
                    </a:lnTo>
                    <a:lnTo>
                      <a:pt x="10315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Stair_Baluster.008">
                <a:extLst>
                  <a:ext uri="{FF2B5EF4-FFF2-40B4-BE49-F238E27FC236}">
                    <a16:creationId xmlns:a16="http://schemas.microsoft.com/office/drawing/2014/main" id="{22F321B9-B09C-A2E6-BE01-78E939AD49DE}"/>
                  </a:ext>
                </a:extLst>
              </p:cNvPr>
              <p:cNvSpPr/>
              <p:nvPr/>
            </p:nvSpPr>
            <p:spPr>
              <a:xfrm>
                <a:off x="2303553" y="3591345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99" y="4588"/>
                    </a:lnTo>
                    <a:lnTo>
                      <a:pt x="0" y="3546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8"/>
                    </a:lnTo>
                    <a:lnTo>
                      <a:pt x="7042" y="0"/>
                    </a:lnTo>
                    <a:lnTo>
                      <a:pt x="8406" y="198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579"/>
                    </a:lnTo>
                    <a:lnTo>
                      <a:pt x="1031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Stair_Baluster.009">
                <a:extLst>
                  <a:ext uri="{FF2B5EF4-FFF2-40B4-BE49-F238E27FC236}">
                    <a16:creationId xmlns:a16="http://schemas.microsoft.com/office/drawing/2014/main" id="{DB187B17-6B9D-6CB4-EE37-DE568097B63D}"/>
                  </a:ext>
                </a:extLst>
              </p:cNvPr>
              <p:cNvSpPr/>
              <p:nvPr/>
            </p:nvSpPr>
            <p:spPr>
              <a:xfrm>
                <a:off x="2303553" y="3573218"/>
                <a:ext cx="10588" cy="6050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6050">
                    <a:moveTo>
                      <a:pt x="9546" y="5282"/>
                    </a:moveTo>
                    <a:lnTo>
                      <a:pt x="8406" y="5852"/>
                    </a:lnTo>
                    <a:lnTo>
                      <a:pt x="7042" y="6050"/>
                    </a:lnTo>
                    <a:lnTo>
                      <a:pt x="5703" y="5852"/>
                    </a:lnTo>
                    <a:lnTo>
                      <a:pt x="4562" y="5282"/>
                    </a:lnTo>
                    <a:lnTo>
                      <a:pt x="99" y="5455"/>
                    </a:lnTo>
                    <a:lnTo>
                      <a:pt x="0" y="4414"/>
                    </a:lnTo>
                    <a:lnTo>
                      <a:pt x="99" y="1463"/>
                    </a:lnTo>
                    <a:lnTo>
                      <a:pt x="3868" y="223"/>
                    </a:lnTo>
                    <a:lnTo>
                      <a:pt x="5182" y="0"/>
                    </a:lnTo>
                    <a:lnTo>
                      <a:pt x="6943" y="49"/>
                    </a:lnTo>
                    <a:lnTo>
                      <a:pt x="8555" y="124"/>
                    </a:lnTo>
                    <a:lnTo>
                      <a:pt x="10241" y="223"/>
                    </a:lnTo>
                    <a:lnTo>
                      <a:pt x="10315" y="2455"/>
                    </a:lnTo>
                    <a:lnTo>
                      <a:pt x="10588" y="3447"/>
                    </a:lnTo>
                    <a:lnTo>
                      <a:pt x="10315" y="4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Stair_Baluster.010">
                <a:extLst>
                  <a:ext uri="{FF2B5EF4-FFF2-40B4-BE49-F238E27FC236}">
                    <a16:creationId xmlns:a16="http://schemas.microsoft.com/office/drawing/2014/main" id="{E56438DC-F250-DE1A-11D5-A1D30113C14D}"/>
                  </a:ext>
                </a:extLst>
              </p:cNvPr>
              <p:cNvSpPr/>
              <p:nvPr/>
            </p:nvSpPr>
            <p:spPr>
              <a:xfrm>
                <a:off x="2307074" y="3556827"/>
                <a:ext cx="7067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2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2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0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3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3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Stair_Baluster.011">
                <a:extLst>
                  <a:ext uri="{FF2B5EF4-FFF2-40B4-BE49-F238E27FC236}">
                    <a16:creationId xmlns:a16="http://schemas.microsoft.com/office/drawing/2014/main" id="{2FDFABCD-2AEC-CCF2-FF5B-46E4DDCB9D71}"/>
                  </a:ext>
                </a:extLst>
              </p:cNvPr>
              <p:cNvSpPr/>
              <p:nvPr/>
            </p:nvSpPr>
            <p:spPr>
              <a:xfrm>
                <a:off x="2307074" y="3539567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17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Stair_Baluster.012">
                <a:extLst>
                  <a:ext uri="{FF2B5EF4-FFF2-40B4-BE49-F238E27FC236}">
                    <a16:creationId xmlns:a16="http://schemas.microsoft.com/office/drawing/2014/main" id="{C1761588-7738-DB15-5AF7-AB8290784407}"/>
                  </a:ext>
                </a:extLst>
              </p:cNvPr>
              <p:cNvSpPr/>
              <p:nvPr/>
            </p:nvSpPr>
            <p:spPr>
              <a:xfrm>
                <a:off x="2303602" y="3520448"/>
                <a:ext cx="10638" cy="701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7018">
                    <a:moveTo>
                      <a:pt x="9497" y="6274"/>
                    </a:moveTo>
                    <a:lnTo>
                      <a:pt x="8357" y="6845"/>
                    </a:lnTo>
                    <a:lnTo>
                      <a:pt x="6993" y="7018"/>
                    </a:lnTo>
                    <a:lnTo>
                      <a:pt x="5654" y="6845"/>
                    </a:lnTo>
                    <a:lnTo>
                      <a:pt x="4513" y="6274"/>
                    </a:lnTo>
                    <a:lnTo>
                      <a:pt x="25" y="6448"/>
                    </a:lnTo>
                    <a:lnTo>
                      <a:pt x="0" y="5381"/>
                    </a:lnTo>
                    <a:lnTo>
                      <a:pt x="25" y="2431"/>
                    </a:lnTo>
                    <a:lnTo>
                      <a:pt x="3249" y="25"/>
                    </a:lnTo>
                    <a:lnTo>
                      <a:pt x="4637" y="0"/>
                    </a:lnTo>
                    <a:lnTo>
                      <a:pt x="6745" y="0"/>
                    </a:lnTo>
                    <a:lnTo>
                      <a:pt x="8654" y="100"/>
                    </a:lnTo>
                    <a:lnTo>
                      <a:pt x="10638" y="298"/>
                    </a:lnTo>
                    <a:lnTo>
                      <a:pt x="10266" y="3447"/>
                    </a:lnTo>
                    <a:lnTo>
                      <a:pt x="10539" y="4439"/>
                    </a:lnTo>
                    <a:lnTo>
                      <a:pt x="10266" y="543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DuoClassic_CurvedShell">
                <a:extLst>
                  <a:ext uri="{FF2B5EF4-FFF2-40B4-BE49-F238E27FC236}">
                    <a16:creationId xmlns:a16="http://schemas.microsoft.com/office/drawing/2014/main" id="{E4F604B3-E67F-9703-357C-F8924AC3C771}"/>
                  </a:ext>
                </a:extLst>
              </p:cNvPr>
              <p:cNvSpPr/>
              <p:nvPr/>
            </p:nvSpPr>
            <p:spPr>
              <a:xfrm>
                <a:off x="1049281" y="3484541"/>
                <a:ext cx="229118" cy="221196"/>
              </a:xfrm>
              <a:custGeom>
                <a:avLst/>
                <a:gdLst/>
                <a:ahLst/>
                <a:cxnLst/>
                <a:rect l="l" t="t" r="r" b="b"/>
                <a:pathLst>
                  <a:path w="229118" h="221196">
                    <a:moveTo>
                      <a:pt x="16365" y="110598"/>
                    </a:moveTo>
                    <a:lnTo>
                      <a:pt x="16836" y="103233"/>
                    </a:lnTo>
                    <a:lnTo>
                      <a:pt x="18250" y="95943"/>
                    </a:lnTo>
                    <a:lnTo>
                      <a:pt x="20605" y="88776"/>
                    </a:lnTo>
                    <a:lnTo>
                      <a:pt x="23829" y="81833"/>
                    </a:lnTo>
                    <a:lnTo>
                      <a:pt x="27970" y="75187"/>
                    </a:lnTo>
                    <a:lnTo>
                      <a:pt x="32904" y="68863"/>
                    </a:lnTo>
                    <a:lnTo>
                      <a:pt x="38657" y="62937"/>
                    </a:lnTo>
                    <a:lnTo>
                      <a:pt x="45129" y="57457"/>
                    </a:lnTo>
                    <a:lnTo>
                      <a:pt x="52270" y="52522"/>
                    </a:lnTo>
                    <a:lnTo>
                      <a:pt x="60007" y="48133"/>
                    </a:lnTo>
                    <a:lnTo>
                      <a:pt x="68264" y="44339"/>
                    </a:lnTo>
                    <a:lnTo>
                      <a:pt x="76992" y="41189"/>
                    </a:lnTo>
                    <a:lnTo>
                      <a:pt x="86043" y="38685"/>
                    </a:lnTo>
                    <a:lnTo>
                      <a:pt x="95391" y="36899"/>
                    </a:lnTo>
                    <a:lnTo>
                      <a:pt x="104938" y="35833"/>
                    </a:lnTo>
                    <a:lnTo>
                      <a:pt x="114559" y="35461"/>
                    </a:lnTo>
                    <a:lnTo>
                      <a:pt x="124180" y="35833"/>
                    </a:lnTo>
                    <a:lnTo>
                      <a:pt x="133726" y="36899"/>
                    </a:lnTo>
                    <a:lnTo>
                      <a:pt x="143074" y="38685"/>
                    </a:lnTo>
                    <a:lnTo>
                      <a:pt x="152125" y="41189"/>
                    </a:lnTo>
                    <a:lnTo>
                      <a:pt x="160853" y="44339"/>
                    </a:lnTo>
                    <a:lnTo>
                      <a:pt x="169110" y="48133"/>
                    </a:lnTo>
                    <a:lnTo>
                      <a:pt x="176847" y="52522"/>
                    </a:lnTo>
                    <a:lnTo>
                      <a:pt x="183988" y="57457"/>
                    </a:lnTo>
                    <a:lnTo>
                      <a:pt x="190460" y="62937"/>
                    </a:lnTo>
                    <a:lnTo>
                      <a:pt x="196213" y="68863"/>
                    </a:lnTo>
                    <a:lnTo>
                      <a:pt x="201147" y="75187"/>
                    </a:lnTo>
                    <a:lnTo>
                      <a:pt x="205288" y="81833"/>
                    </a:lnTo>
                    <a:lnTo>
                      <a:pt x="208512" y="88776"/>
                    </a:lnTo>
                    <a:lnTo>
                      <a:pt x="210867" y="95943"/>
                    </a:lnTo>
                    <a:lnTo>
                      <a:pt x="212281" y="103233"/>
                    </a:lnTo>
                    <a:lnTo>
                      <a:pt x="212752" y="110598"/>
                    </a:lnTo>
                    <a:lnTo>
                      <a:pt x="212752" y="189951"/>
                    </a:lnTo>
                    <a:lnTo>
                      <a:pt x="187460" y="189951"/>
                    </a:lnTo>
                    <a:lnTo>
                      <a:pt x="187460" y="221196"/>
                    </a:lnTo>
                    <a:lnTo>
                      <a:pt x="229118" y="221196"/>
                    </a:lnTo>
                    <a:lnTo>
                      <a:pt x="229118" y="110598"/>
                    </a:lnTo>
                    <a:lnTo>
                      <a:pt x="228572" y="99761"/>
                    </a:lnTo>
                    <a:lnTo>
                      <a:pt x="226911" y="89024"/>
                    </a:lnTo>
                    <a:lnTo>
                      <a:pt x="224183" y="78485"/>
                    </a:lnTo>
                    <a:lnTo>
                      <a:pt x="220389" y="68268"/>
                    </a:lnTo>
                    <a:lnTo>
                      <a:pt x="215579" y="58473"/>
                    </a:lnTo>
                    <a:lnTo>
                      <a:pt x="209801" y="49149"/>
                    </a:lnTo>
                    <a:lnTo>
                      <a:pt x="203106" y="40445"/>
                    </a:lnTo>
                    <a:lnTo>
                      <a:pt x="195568" y="32386"/>
                    </a:lnTo>
                    <a:lnTo>
                      <a:pt x="187237" y="25096"/>
                    </a:lnTo>
                    <a:lnTo>
                      <a:pt x="178211" y="18648"/>
                    </a:lnTo>
                    <a:lnTo>
                      <a:pt x="168565" y="13069"/>
                    </a:lnTo>
                    <a:lnTo>
                      <a:pt x="158398" y="8407"/>
                    </a:lnTo>
                    <a:lnTo>
                      <a:pt x="147810" y="4761"/>
                    </a:lnTo>
                    <a:lnTo>
                      <a:pt x="136900" y="2133"/>
                    </a:lnTo>
                    <a:lnTo>
                      <a:pt x="125791" y="521"/>
                    </a:lnTo>
                    <a:lnTo>
                      <a:pt x="114559" y="0"/>
                    </a:lnTo>
                    <a:lnTo>
                      <a:pt x="103326" y="521"/>
                    </a:lnTo>
                    <a:lnTo>
                      <a:pt x="92217" y="2133"/>
                    </a:lnTo>
                    <a:lnTo>
                      <a:pt x="81307" y="4761"/>
                    </a:lnTo>
                    <a:lnTo>
                      <a:pt x="70719" y="8407"/>
                    </a:lnTo>
                    <a:lnTo>
                      <a:pt x="60552" y="13069"/>
                    </a:lnTo>
                    <a:lnTo>
                      <a:pt x="50906" y="18648"/>
                    </a:lnTo>
                    <a:lnTo>
                      <a:pt x="41881" y="25096"/>
                    </a:lnTo>
                    <a:lnTo>
                      <a:pt x="33549" y="32386"/>
                    </a:lnTo>
                    <a:lnTo>
                      <a:pt x="26011" y="40445"/>
                    </a:lnTo>
                    <a:lnTo>
                      <a:pt x="19316" y="49149"/>
                    </a:lnTo>
                    <a:lnTo>
                      <a:pt x="13538" y="58473"/>
                    </a:lnTo>
                    <a:lnTo>
                      <a:pt x="8728" y="68268"/>
                    </a:lnTo>
                    <a:lnTo>
                      <a:pt x="4934" y="78485"/>
                    </a:lnTo>
                    <a:lnTo>
                      <a:pt x="2206" y="89024"/>
                    </a:lnTo>
                    <a:lnTo>
                      <a:pt x="545" y="99761"/>
                    </a:lnTo>
                    <a:lnTo>
                      <a:pt x="0" y="110598"/>
                    </a:lnTo>
                    <a:lnTo>
                      <a:pt x="0" y="221196"/>
                    </a:lnTo>
                    <a:lnTo>
                      <a:pt x="41657" y="221196"/>
                    </a:lnTo>
                    <a:lnTo>
                      <a:pt x="41657" y="189951"/>
                    </a:lnTo>
                    <a:lnTo>
                      <a:pt x="16365" y="189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ift_Guide_Duo_-1">
                <a:extLst>
                  <a:ext uri="{FF2B5EF4-FFF2-40B4-BE49-F238E27FC236}">
                    <a16:creationId xmlns:a16="http://schemas.microsoft.com/office/drawing/2014/main" id="{FD042812-4121-BD28-5B18-38DA2C933E7D}"/>
                  </a:ext>
                </a:extLst>
              </p:cNvPr>
              <p:cNvSpPr/>
              <p:nvPr/>
            </p:nvSpPr>
            <p:spPr>
              <a:xfrm>
                <a:off x="1030435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1">
                <a:extLst>
                  <a:ext uri="{FF2B5EF4-FFF2-40B4-BE49-F238E27FC236}">
                    <a16:creationId xmlns:a16="http://schemas.microsoft.com/office/drawing/2014/main" id="{CA09D8FB-9E4D-716F-DE03-CAD3725F48E8}"/>
                  </a:ext>
                </a:extLst>
              </p:cNvPr>
              <p:cNvSpPr/>
              <p:nvPr/>
            </p:nvSpPr>
            <p:spPr>
              <a:xfrm>
                <a:off x="1274803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FrameJamb.006">
                <a:extLst>
                  <a:ext uri="{FF2B5EF4-FFF2-40B4-BE49-F238E27FC236}">
                    <a16:creationId xmlns:a16="http://schemas.microsoft.com/office/drawing/2014/main" id="{A75B7AA9-FEFA-DC2B-3465-261E9A3A87DC}"/>
                  </a:ext>
                </a:extLst>
              </p:cNvPr>
              <p:cNvSpPr/>
              <p:nvPr/>
            </p:nvSpPr>
            <p:spPr>
              <a:xfrm>
                <a:off x="2242752" y="4942943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07">
                <a:extLst>
                  <a:ext uri="{FF2B5EF4-FFF2-40B4-BE49-F238E27FC236}">
                    <a16:creationId xmlns:a16="http://schemas.microsoft.com/office/drawing/2014/main" id="{4AE2796B-22C2-59F9-3F94-109B002AA54D}"/>
                  </a:ext>
                </a:extLst>
              </p:cNvPr>
              <p:cNvSpPr/>
              <p:nvPr/>
            </p:nvSpPr>
            <p:spPr>
              <a:xfrm>
                <a:off x="2242752" y="4687527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10">
                <a:extLst>
                  <a:ext uri="{FF2B5EF4-FFF2-40B4-BE49-F238E27FC236}">
                    <a16:creationId xmlns:a16="http://schemas.microsoft.com/office/drawing/2014/main" id="{6BE9F1C2-D85D-C05E-9944-8044B8DE9B7C}"/>
                  </a:ext>
                </a:extLst>
              </p:cNvPr>
              <p:cNvSpPr/>
              <p:nvPr/>
            </p:nvSpPr>
            <p:spPr>
              <a:xfrm>
                <a:off x="1777672" y="1360297"/>
                <a:ext cx="7439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439" h="35957">
                    <a:moveTo>
                      <a:pt x="0" y="0"/>
                    </a:moveTo>
                    <a:lnTo>
                      <a:pt x="7439" y="0"/>
                    </a:lnTo>
                    <a:lnTo>
                      <a:pt x="7439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FrameJamb.011">
                <a:extLst>
                  <a:ext uri="{FF2B5EF4-FFF2-40B4-BE49-F238E27FC236}">
                    <a16:creationId xmlns:a16="http://schemas.microsoft.com/office/drawing/2014/main" id="{59F74163-E344-674A-9FD8-BFBE93DB4CBB}"/>
                  </a:ext>
                </a:extLst>
              </p:cNvPr>
              <p:cNvSpPr/>
              <p:nvPr/>
            </p:nvSpPr>
            <p:spPr>
              <a:xfrm>
                <a:off x="2026181" y="1360297"/>
                <a:ext cx="7811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811" h="35957">
                    <a:moveTo>
                      <a:pt x="0" y="0"/>
                    </a:moveTo>
                    <a:lnTo>
                      <a:pt x="7811" y="0"/>
                    </a:lnTo>
                    <a:lnTo>
                      <a:pt x="7811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DoorLeaf.003">
                <a:extLst>
                  <a:ext uri="{FF2B5EF4-FFF2-40B4-BE49-F238E27FC236}">
                    <a16:creationId xmlns:a16="http://schemas.microsoft.com/office/drawing/2014/main" id="{380EE58B-2B8E-6408-0864-6EF980404B22}"/>
                  </a:ext>
                </a:extLst>
              </p:cNvPr>
              <p:cNvSpPr/>
              <p:nvPr/>
            </p:nvSpPr>
            <p:spPr>
              <a:xfrm>
                <a:off x="1780946" y="1160477"/>
                <a:ext cx="40988" cy="218270"/>
              </a:xfrm>
              <a:custGeom>
                <a:avLst/>
                <a:gdLst/>
                <a:ahLst/>
                <a:cxnLst/>
                <a:rect l="l" t="t" r="r" b="b"/>
                <a:pathLst>
                  <a:path w="40988" h="218270">
                    <a:moveTo>
                      <a:pt x="24" y="216608"/>
                    </a:moveTo>
                    <a:lnTo>
                      <a:pt x="0" y="216211"/>
                    </a:lnTo>
                    <a:lnTo>
                      <a:pt x="31962" y="844"/>
                    </a:lnTo>
                    <a:lnTo>
                      <a:pt x="32086" y="496"/>
                    </a:lnTo>
                    <a:lnTo>
                      <a:pt x="32359" y="199"/>
                    </a:lnTo>
                    <a:lnTo>
                      <a:pt x="32706" y="25"/>
                    </a:lnTo>
                    <a:lnTo>
                      <a:pt x="33103" y="0"/>
                    </a:lnTo>
                    <a:lnTo>
                      <a:pt x="40145" y="893"/>
                    </a:lnTo>
                    <a:lnTo>
                      <a:pt x="40517" y="1017"/>
                    </a:lnTo>
                    <a:lnTo>
                      <a:pt x="40790" y="1265"/>
                    </a:lnTo>
                    <a:lnTo>
                      <a:pt x="40963" y="1612"/>
                    </a:lnTo>
                    <a:lnTo>
                      <a:pt x="40988" y="2009"/>
                    </a:lnTo>
                    <a:lnTo>
                      <a:pt x="8604" y="217427"/>
                    </a:lnTo>
                    <a:lnTo>
                      <a:pt x="8480" y="217799"/>
                    </a:lnTo>
                    <a:lnTo>
                      <a:pt x="8207" y="218071"/>
                    </a:lnTo>
                    <a:lnTo>
                      <a:pt x="7860" y="218245"/>
                    </a:lnTo>
                    <a:lnTo>
                      <a:pt x="7463" y="218270"/>
                    </a:lnTo>
                    <a:lnTo>
                      <a:pt x="843" y="217327"/>
                    </a:lnTo>
                    <a:lnTo>
                      <a:pt x="471" y="217203"/>
                    </a:lnTo>
                    <a:lnTo>
                      <a:pt x="198" y="21695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Wall_GF_OldWindow_Infill">
                <a:extLst>
                  <a:ext uri="{FF2B5EF4-FFF2-40B4-BE49-F238E27FC236}">
                    <a16:creationId xmlns:a16="http://schemas.microsoft.com/office/drawing/2014/main" id="{C32309B8-8544-7BB1-9D09-90CFA4DFFC69}"/>
                  </a:ext>
                </a:extLst>
              </p:cNvPr>
              <p:cNvSpPr/>
              <p:nvPr/>
            </p:nvSpPr>
            <p:spPr>
              <a:xfrm>
                <a:off x="447722" y="4665159"/>
                <a:ext cx="235069" cy="57035"/>
              </a:xfrm>
              <a:custGeom>
                <a:avLst/>
                <a:gdLst/>
                <a:ahLst/>
                <a:cxnLst/>
                <a:rect l="l" t="t" r="r" b="b"/>
                <a:pathLst>
                  <a:path w="235069" h="57035">
                    <a:moveTo>
                      <a:pt x="235069" y="0"/>
                    </a:moveTo>
                    <a:lnTo>
                      <a:pt x="235069" y="57035"/>
                    </a:lnTo>
                    <a:lnTo>
                      <a:pt x="0" y="570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DDA_Frame">
                <a:extLst>
                  <a:ext uri="{FF2B5EF4-FFF2-40B4-BE49-F238E27FC236}">
                    <a16:creationId xmlns:a16="http://schemas.microsoft.com/office/drawing/2014/main" id="{A89F86A9-3CC8-6DFD-417A-1C580DD9FC28}"/>
                  </a:ext>
                </a:extLst>
              </p:cNvPr>
              <p:cNvSpPr/>
              <p:nvPr/>
            </p:nvSpPr>
            <p:spPr>
              <a:xfrm>
                <a:off x="682791" y="4684501"/>
                <a:ext cx="347892" cy="18599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8599">
                    <a:moveTo>
                      <a:pt x="347793" y="99"/>
                    </a:moveTo>
                    <a:lnTo>
                      <a:pt x="347520" y="0"/>
                    </a:lnTo>
                    <a:lnTo>
                      <a:pt x="335370" y="0"/>
                    </a:lnTo>
                    <a:lnTo>
                      <a:pt x="335023" y="75"/>
                    </a:lnTo>
                    <a:lnTo>
                      <a:pt x="334725" y="273"/>
                    </a:lnTo>
                    <a:lnTo>
                      <a:pt x="334527" y="471"/>
                    </a:lnTo>
                    <a:lnTo>
                      <a:pt x="334329" y="769"/>
                    </a:lnTo>
                    <a:lnTo>
                      <a:pt x="334254" y="1116"/>
                    </a:lnTo>
                    <a:lnTo>
                      <a:pt x="334254" y="13267"/>
                    </a:lnTo>
                    <a:lnTo>
                      <a:pt x="334155" y="13540"/>
                    </a:lnTo>
                    <a:lnTo>
                      <a:pt x="333882" y="13639"/>
                    </a:lnTo>
                    <a:lnTo>
                      <a:pt x="332395" y="13639"/>
                    </a:lnTo>
                    <a:lnTo>
                      <a:pt x="332047" y="13713"/>
                    </a:lnTo>
                    <a:lnTo>
                      <a:pt x="331725" y="13887"/>
                    </a:lnTo>
                    <a:lnTo>
                      <a:pt x="331576" y="14011"/>
                    </a:lnTo>
                    <a:lnTo>
                      <a:pt x="331353" y="14284"/>
                    </a:lnTo>
                    <a:lnTo>
                      <a:pt x="331279" y="14631"/>
                    </a:lnTo>
                    <a:lnTo>
                      <a:pt x="331279" y="18227"/>
                    </a:lnTo>
                    <a:lnTo>
                      <a:pt x="331378" y="18499"/>
                    </a:lnTo>
                    <a:lnTo>
                      <a:pt x="331651" y="18599"/>
                    </a:lnTo>
                    <a:lnTo>
                      <a:pt x="347520" y="18599"/>
                    </a:lnTo>
                    <a:lnTo>
                      <a:pt x="347793" y="18499"/>
                    </a:lnTo>
                    <a:lnTo>
                      <a:pt x="347892" y="18227"/>
                    </a:lnTo>
                    <a:lnTo>
                      <a:pt x="347892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522" y="0"/>
                    </a:lnTo>
                    <a:lnTo>
                      <a:pt x="12869" y="75"/>
                    </a:lnTo>
                    <a:lnTo>
                      <a:pt x="13167" y="273"/>
                    </a:lnTo>
                    <a:lnTo>
                      <a:pt x="13365" y="471"/>
                    </a:lnTo>
                    <a:lnTo>
                      <a:pt x="13564" y="769"/>
                    </a:lnTo>
                    <a:lnTo>
                      <a:pt x="13638" y="1116"/>
                    </a:lnTo>
                    <a:lnTo>
                      <a:pt x="13638" y="13267"/>
                    </a:lnTo>
                    <a:lnTo>
                      <a:pt x="13737" y="13540"/>
                    </a:lnTo>
                    <a:lnTo>
                      <a:pt x="14010" y="13639"/>
                    </a:lnTo>
                    <a:lnTo>
                      <a:pt x="15498" y="13639"/>
                    </a:lnTo>
                    <a:lnTo>
                      <a:pt x="15845" y="13713"/>
                    </a:lnTo>
                    <a:lnTo>
                      <a:pt x="16167" y="13887"/>
                    </a:lnTo>
                    <a:lnTo>
                      <a:pt x="16316" y="14011"/>
                    </a:lnTo>
                    <a:lnTo>
                      <a:pt x="16539" y="14284"/>
                    </a:lnTo>
                    <a:lnTo>
                      <a:pt x="16613" y="14631"/>
                    </a:lnTo>
                    <a:lnTo>
                      <a:pt x="16613" y="18227"/>
                    </a:lnTo>
                    <a:lnTo>
                      <a:pt x="16514" y="18499"/>
                    </a:lnTo>
                    <a:lnTo>
                      <a:pt x="16242" y="18599"/>
                    </a:lnTo>
                    <a:lnTo>
                      <a:pt x="372" y="18599"/>
                    </a:lnTo>
                    <a:lnTo>
                      <a:pt x="99" y="18499"/>
                    </a:lnTo>
                    <a:lnTo>
                      <a:pt x="0" y="18227"/>
                    </a:lnTo>
                    <a:lnTo>
                      <a:pt x="0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DDA_Architrave">
                <a:extLst>
                  <a:ext uri="{FF2B5EF4-FFF2-40B4-BE49-F238E27FC236}">
                    <a16:creationId xmlns:a16="http://schemas.microsoft.com/office/drawing/2014/main" id="{087E23B9-76AB-FEF0-8664-B77A05BB8AED}"/>
                  </a:ext>
                </a:extLst>
              </p:cNvPr>
              <p:cNvSpPr/>
              <p:nvPr/>
            </p:nvSpPr>
            <p:spPr>
              <a:xfrm>
                <a:off x="665433" y="4659704"/>
                <a:ext cx="382608" cy="5455"/>
              </a:xfrm>
              <a:custGeom>
                <a:avLst/>
                <a:gdLst/>
                <a:ahLst/>
                <a:cxnLst/>
                <a:rect l="l" t="t" r="r" b="b"/>
                <a:pathLst>
                  <a:path w="382608" h="5455">
                    <a:moveTo>
                      <a:pt x="370706" y="248"/>
                    </a:moveTo>
                    <a:lnTo>
                      <a:pt x="367730" y="0"/>
                    </a:lnTo>
                    <a:lnTo>
                      <a:pt x="365250" y="0"/>
                    </a:lnTo>
                    <a:lnTo>
                      <a:pt x="351116" y="0"/>
                    </a:lnTo>
                    <a:lnTo>
                      <a:pt x="350943" y="74"/>
                    </a:lnTo>
                    <a:lnTo>
                      <a:pt x="350868" y="248"/>
                    </a:lnTo>
                    <a:lnTo>
                      <a:pt x="350868" y="5207"/>
                    </a:lnTo>
                    <a:lnTo>
                      <a:pt x="350943" y="5381"/>
                    </a:lnTo>
                    <a:lnTo>
                      <a:pt x="351116" y="5455"/>
                    </a:lnTo>
                    <a:lnTo>
                      <a:pt x="382360" y="5455"/>
                    </a:lnTo>
                    <a:lnTo>
                      <a:pt x="382533" y="5381"/>
                    </a:lnTo>
                    <a:lnTo>
                      <a:pt x="382608" y="5207"/>
                    </a:lnTo>
                    <a:lnTo>
                      <a:pt x="382608" y="3223"/>
                    </a:lnTo>
                    <a:lnTo>
                      <a:pt x="382558" y="3000"/>
                    </a:lnTo>
                    <a:lnTo>
                      <a:pt x="382459" y="2777"/>
                    </a:lnTo>
                    <a:lnTo>
                      <a:pt x="381765" y="1934"/>
                    </a:lnTo>
                    <a:lnTo>
                      <a:pt x="381591" y="1785"/>
                    </a:lnTo>
                    <a:lnTo>
                      <a:pt x="381368" y="1686"/>
                    </a:lnTo>
                    <a:lnTo>
                      <a:pt x="379632" y="1239"/>
                    </a:lnTo>
                    <a:lnTo>
                      <a:pt x="376409" y="1239"/>
                    </a:lnTo>
                    <a:lnTo>
                      <a:pt x="373929" y="744"/>
                    </a:lnTo>
                    <a:close/>
                    <a:moveTo>
                      <a:pt x="14878" y="0"/>
                    </a:moveTo>
                    <a:lnTo>
                      <a:pt x="17358" y="0"/>
                    </a:lnTo>
                    <a:lnTo>
                      <a:pt x="31492" y="0"/>
                    </a:lnTo>
                    <a:lnTo>
                      <a:pt x="31665" y="74"/>
                    </a:lnTo>
                    <a:lnTo>
                      <a:pt x="31740" y="248"/>
                    </a:lnTo>
                    <a:lnTo>
                      <a:pt x="31740" y="5207"/>
                    </a:lnTo>
                    <a:lnTo>
                      <a:pt x="31665" y="5381"/>
                    </a:lnTo>
                    <a:lnTo>
                      <a:pt x="31492" y="5455"/>
                    </a:lnTo>
                    <a:lnTo>
                      <a:pt x="248" y="5455"/>
                    </a:lnTo>
                    <a:lnTo>
                      <a:pt x="75" y="5381"/>
                    </a:lnTo>
                    <a:lnTo>
                      <a:pt x="0" y="5207"/>
                    </a:lnTo>
                    <a:lnTo>
                      <a:pt x="0" y="3223"/>
                    </a:lnTo>
                    <a:lnTo>
                      <a:pt x="50" y="3000"/>
                    </a:lnTo>
                    <a:lnTo>
                      <a:pt x="149" y="2777"/>
                    </a:lnTo>
                    <a:lnTo>
                      <a:pt x="844" y="1934"/>
                    </a:lnTo>
                    <a:lnTo>
                      <a:pt x="1017" y="1785"/>
                    </a:lnTo>
                    <a:lnTo>
                      <a:pt x="1240" y="1686"/>
                    </a:lnTo>
                    <a:lnTo>
                      <a:pt x="2976" y="1239"/>
                    </a:lnTo>
                    <a:lnTo>
                      <a:pt x="6200" y="1239"/>
                    </a:lnTo>
                    <a:lnTo>
                      <a:pt x="8679" y="744"/>
                    </a:lnTo>
                    <a:lnTo>
                      <a:pt x="11903" y="24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DDA_RevealLining">
                <a:extLst>
                  <a:ext uri="{FF2B5EF4-FFF2-40B4-BE49-F238E27FC236}">
                    <a16:creationId xmlns:a16="http://schemas.microsoft.com/office/drawing/2014/main" id="{46A88D7F-0127-AB01-64B1-4401001B457E}"/>
                  </a:ext>
                </a:extLst>
              </p:cNvPr>
              <p:cNvSpPr/>
              <p:nvPr/>
            </p:nvSpPr>
            <p:spPr>
              <a:xfrm>
                <a:off x="682791" y="4665159"/>
                <a:ext cx="347892" cy="19342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9342">
                    <a:moveTo>
                      <a:pt x="344917" y="0"/>
                    </a:moveTo>
                    <a:lnTo>
                      <a:pt x="344917" y="19342"/>
                    </a:lnTo>
                    <a:lnTo>
                      <a:pt x="347892" y="19342"/>
                    </a:lnTo>
                    <a:lnTo>
                      <a:pt x="347892" y="0"/>
                    </a:lnTo>
                    <a:close/>
                    <a:moveTo>
                      <a:pt x="2975" y="0"/>
                    </a:moveTo>
                    <a:lnTo>
                      <a:pt x="2975" y="19342"/>
                    </a:lnTo>
                    <a:lnTo>
                      <a:pt x="0" y="193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DA_Main_LeafFrame">
                <a:extLst>
                  <a:ext uri="{FF2B5EF4-FFF2-40B4-BE49-F238E27FC236}">
                    <a16:creationId xmlns:a16="http://schemas.microsoft.com/office/drawing/2014/main" id="{D5CD302D-5775-5A55-359D-DEF4E6EB90CE}"/>
                  </a:ext>
                </a:extLst>
              </p:cNvPr>
              <p:cNvSpPr/>
              <p:nvPr/>
            </p:nvSpPr>
            <p:spPr>
              <a:xfrm>
                <a:off x="820411" y="4684625"/>
                <a:ext cx="196138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96138" h="13143">
                    <a:moveTo>
                      <a:pt x="195915" y="223"/>
                    </a:moveTo>
                    <a:lnTo>
                      <a:pt x="195395" y="0"/>
                    </a:lnTo>
                    <a:lnTo>
                      <a:pt x="172086" y="0"/>
                    </a:lnTo>
                    <a:lnTo>
                      <a:pt x="171565" y="223"/>
                    </a:lnTo>
                    <a:lnTo>
                      <a:pt x="171342" y="744"/>
                    </a:lnTo>
                    <a:lnTo>
                      <a:pt x="171342" y="12399"/>
                    </a:lnTo>
                    <a:lnTo>
                      <a:pt x="171565" y="12920"/>
                    </a:lnTo>
                    <a:lnTo>
                      <a:pt x="172086" y="13143"/>
                    </a:lnTo>
                    <a:lnTo>
                      <a:pt x="195395" y="13143"/>
                    </a:lnTo>
                    <a:lnTo>
                      <a:pt x="195915" y="12920"/>
                    </a:lnTo>
                    <a:lnTo>
                      <a:pt x="196138" y="12399"/>
                    </a:lnTo>
                    <a:lnTo>
                      <a:pt x="196138" y="744"/>
                    </a:lnTo>
                    <a:close/>
                    <a:moveTo>
                      <a:pt x="24573" y="223"/>
                    </a:moveTo>
                    <a:lnTo>
                      <a:pt x="24052" y="0"/>
                    </a:lnTo>
                    <a:lnTo>
                      <a:pt x="743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3" y="13143"/>
                    </a:lnTo>
                    <a:lnTo>
                      <a:pt x="24052" y="13143"/>
                    </a:lnTo>
                    <a:lnTo>
                      <a:pt x="24573" y="12920"/>
                    </a:lnTo>
                    <a:lnTo>
                      <a:pt x="24796" y="12399"/>
                    </a:lnTo>
                    <a:lnTo>
                      <a:pt x="24796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DDA_Main_Mould_3o">
                <a:extLst>
                  <a:ext uri="{FF2B5EF4-FFF2-40B4-BE49-F238E27FC236}">
                    <a16:creationId xmlns:a16="http://schemas.microsoft.com/office/drawing/2014/main" id="{66F13EE7-0395-7B0B-0BA6-3AAED396348F}"/>
                  </a:ext>
                </a:extLst>
              </p:cNvPr>
              <p:cNvSpPr/>
              <p:nvPr/>
            </p:nvSpPr>
            <p:spPr>
              <a:xfrm>
                <a:off x="845207" y="4697768"/>
                <a:ext cx="146546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1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146546" y="0"/>
                    </a:moveTo>
                    <a:lnTo>
                      <a:pt x="146546" y="496"/>
                    </a:lnTo>
                    <a:lnTo>
                      <a:pt x="145554" y="2232"/>
                    </a:lnTo>
                    <a:lnTo>
                      <a:pt x="144314" y="2976"/>
                    </a:lnTo>
                    <a:lnTo>
                      <a:pt x="142579" y="3224"/>
                    </a:lnTo>
                    <a:lnTo>
                      <a:pt x="142083" y="3224"/>
                    </a:lnTo>
                    <a:lnTo>
                      <a:pt x="14208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DDA_Main_Mould_3i">
                <a:extLst>
                  <a:ext uri="{FF2B5EF4-FFF2-40B4-BE49-F238E27FC236}">
                    <a16:creationId xmlns:a16="http://schemas.microsoft.com/office/drawing/2014/main" id="{05200743-A1AB-651F-C7D3-BEF9EDF1F3D2}"/>
                  </a:ext>
                </a:extLst>
              </p:cNvPr>
              <p:cNvSpPr/>
              <p:nvPr/>
            </p:nvSpPr>
            <p:spPr>
              <a:xfrm>
                <a:off x="845207" y="4681402"/>
                <a:ext cx="146546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1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142083" y="3223"/>
                    </a:moveTo>
                    <a:lnTo>
                      <a:pt x="142083" y="0"/>
                    </a:lnTo>
                    <a:lnTo>
                      <a:pt x="142579" y="0"/>
                    </a:lnTo>
                    <a:lnTo>
                      <a:pt x="144314" y="248"/>
                    </a:lnTo>
                    <a:lnTo>
                      <a:pt x="145554" y="991"/>
                    </a:lnTo>
                    <a:lnTo>
                      <a:pt x="146546" y="2727"/>
                    </a:lnTo>
                    <a:lnTo>
                      <a:pt x="146546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DDA_Main_Panel_3">
                <a:extLst>
                  <a:ext uri="{FF2B5EF4-FFF2-40B4-BE49-F238E27FC236}">
                    <a16:creationId xmlns:a16="http://schemas.microsoft.com/office/drawing/2014/main" id="{68D26BF4-A8D9-C9C3-ABE9-3FFBC0546795}"/>
                  </a:ext>
                </a:extLst>
              </p:cNvPr>
              <p:cNvSpPr/>
              <p:nvPr/>
            </p:nvSpPr>
            <p:spPr>
              <a:xfrm>
                <a:off x="844215" y="4687477"/>
                <a:ext cx="148530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148530" h="7439">
                    <a:moveTo>
                      <a:pt x="141860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141860" y="0"/>
                    </a:lnTo>
                    <a:lnTo>
                      <a:pt x="148530" y="1488"/>
                    </a:lnTo>
                    <a:lnTo>
                      <a:pt x="148530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DDA_Side_LeafFrame">
                <a:extLst>
                  <a:ext uri="{FF2B5EF4-FFF2-40B4-BE49-F238E27FC236}">
                    <a16:creationId xmlns:a16="http://schemas.microsoft.com/office/drawing/2014/main" id="{6B0EEAA3-84E8-C91F-5C68-6F5C4EAA451F}"/>
                  </a:ext>
                </a:extLst>
              </p:cNvPr>
              <p:cNvSpPr/>
              <p:nvPr/>
            </p:nvSpPr>
            <p:spPr>
              <a:xfrm>
                <a:off x="696925" y="4684625"/>
                <a:ext cx="122494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22494" h="13143">
                    <a:moveTo>
                      <a:pt x="122270" y="223"/>
                    </a:moveTo>
                    <a:lnTo>
                      <a:pt x="121750" y="0"/>
                    </a:lnTo>
                    <a:lnTo>
                      <a:pt x="103400" y="0"/>
                    </a:lnTo>
                    <a:lnTo>
                      <a:pt x="102880" y="223"/>
                    </a:lnTo>
                    <a:lnTo>
                      <a:pt x="102657" y="744"/>
                    </a:lnTo>
                    <a:lnTo>
                      <a:pt x="102657" y="12399"/>
                    </a:lnTo>
                    <a:lnTo>
                      <a:pt x="102880" y="12920"/>
                    </a:lnTo>
                    <a:lnTo>
                      <a:pt x="103400" y="13143"/>
                    </a:lnTo>
                    <a:lnTo>
                      <a:pt x="121750" y="13143"/>
                    </a:lnTo>
                    <a:lnTo>
                      <a:pt x="122270" y="12920"/>
                    </a:lnTo>
                    <a:lnTo>
                      <a:pt x="122494" y="12399"/>
                    </a:lnTo>
                    <a:lnTo>
                      <a:pt x="122494" y="744"/>
                    </a:lnTo>
                    <a:close/>
                    <a:moveTo>
                      <a:pt x="19614" y="223"/>
                    </a:moveTo>
                    <a:lnTo>
                      <a:pt x="19093" y="0"/>
                    </a:lnTo>
                    <a:lnTo>
                      <a:pt x="744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4" y="13143"/>
                    </a:lnTo>
                    <a:lnTo>
                      <a:pt x="19093" y="13143"/>
                    </a:lnTo>
                    <a:lnTo>
                      <a:pt x="19614" y="12920"/>
                    </a:lnTo>
                    <a:lnTo>
                      <a:pt x="19837" y="12399"/>
                    </a:lnTo>
                    <a:lnTo>
                      <a:pt x="19837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DDA_Side_Mould_3o">
                <a:extLst>
                  <a:ext uri="{FF2B5EF4-FFF2-40B4-BE49-F238E27FC236}">
                    <a16:creationId xmlns:a16="http://schemas.microsoft.com/office/drawing/2014/main" id="{2767ED0A-B858-ADEF-9700-386642C0827D}"/>
                  </a:ext>
                </a:extLst>
              </p:cNvPr>
              <p:cNvSpPr/>
              <p:nvPr/>
            </p:nvSpPr>
            <p:spPr>
              <a:xfrm>
                <a:off x="716762" y="4697768"/>
                <a:ext cx="82820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2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82820" y="0"/>
                    </a:moveTo>
                    <a:lnTo>
                      <a:pt x="82820" y="496"/>
                    </a:lnTo>
                    <a:lnTo>
                      <a:pt x="81828" y="2232"/>
                    </a:lnTo>
                    <a:lnTo>
                      <a:pt x="80588" y="2976"/>
                    </a:lnTo>
                    <a:lnTo>
                      <a:pt x="78852" y="3224"/>
                    </a:lnTo>
                    <a:lnTo>
                      <a:pt x="78356" y="3224"/>
                    </a:lnTo>
                    <a:lnTo>
                      <a:pt x="7835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DDA_Side_Mould_3i">
                <a:extLst>
                  <a:ext uri="{FF2B5EF4-FFF2-40B4-BE49-F238E27FC236}">
                    <a16:creationId xmlns:a16="http://schemas.microsoft.com/office/drawing/2014/main" id="{98091F39-BE51-0121-31F2-91C867D184F4}"/>
                  </a:ext>
                </a:extLst>
              </p:cNvPr>
              <p:cNvSpPr/>
              <p:nvPr/>
            </p:nvSpPr>
            <p:spPr>
              <a:xfrm>
                <a:off x="716762" y="4681402"/>
                <a:ext cx="82820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2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78356" y="3223"/>
                    </a:moveTo>
                    <a:lnTo>
                      <a:pt x="78356" y="0"/>
                    </a:lnTo>
                    <a:lnTo>
                      <a:pt x="78852" y="0"/>
                    </a:lnTo>
                    <a:lnTo>
                      <a:pt x="80588" y="248"/>
                    </a:lnTo>
                    <a:lnTo>
                      <a:pt x="81828" y="991"/>
                    </a:lnTo>
                    <a:lnTo>
                      <a:pt x="82820" y="2727"/>
                    </a:lnTo>
                    <a:lnTo>
                      <a:pt x="82820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DDA_Side_Panel_3">
                <a:extLst>
                  <a:ext uri="{FF2B5EF4-FFF2-40B4-BE49-F238E27FC236}">
                    <a16:creationId xmlns:a16="http://schemas.microsoft.com/office/drawing/2014/main" id="{F14A0A95-9DED-0DB4-D754-80209AEDBDEB}"/>
                  </a:ext>
                </a:extLst>
              </p:cNvPr>
              <p:cNvSpPr/>
              <p:nvPr/>
            </p:nvSpPr>
            <p:spPr>
              <a:xfrm>
                <a:off x="715770" y="4687477"/>
                <a:ext cx="84803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84803" h="7439">
                    <a:moveTo>
                      <a:pt x="78133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78133" y="0"/>
                    </a:lnTo>
                    <a:lnTo>
                      <a:pt x="84803" y="1488"/>
                    </a:lnTo>
                    <a:lnTo>
                      <a:pt x="84803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DDA_Main_Astragal">
                <a:extLst>
                  <a:ext uri="{FF2B5EF4-FFF2-40B4-BE49-F238E27FC236}">
                    <a16:creationId xmlns:a16="http://schemas.microsoft.com/office/drawing/2014/main" id="{34661EAD-8B22-752C-BC77-2302B636BCEB}"/>
                  </a:ext>
                </a:extLst>
              </p:cNvPr>
              <p:cNvSpPr/>
              <p:nvPr/>
            </p:nvSpPr>
            <p:spPr>
              <a:xfrm>
                <a:off x="812228" y="4697768"/>
                <a:ext cx="15621" cy="2976"/>
              </a:xfrm>
              <a:custGeom>
                <a:avLst/>
                <a:gdLst/>
                <a:ahLst/>
                <a:cxnLst/>
                <a:rect l="l" t="t" r="r" b="b"/>
                <a:pathLst>
                  <a:path w="15621" h="2976">
                    <a:moveTo>
                      <a:pt x="5207" y="0"/>
                    </a:moveTo>
                    <a:lnTo>
                      <a:pt x="10414" y="992"/>
                    </a:lnTo>
                    <a:lnTo>
                      <a:pt x="10017" y="1761"/>
                    </a:lnTo>
                    <a:lnTo>
                      <a:pt x="8877" y="2405"/>
                    </a:lnTo>
                    <a:lnTo>
                      <a:pt x="7191" y="2827"/>
                    </a:lnTo>
                    <a:lnTo>
                      <a:pt x="5207" y="2976"/>
                    </a:lnTo>
                    <a:lnTo>
                      <a:pt x="3223" y="2827"/>
                    </a:lnTo>
                    <a:lnTo>
                      <a:pt x="1537" y="2405"/>
                    </a:lnTo>
                    <a:lnTo>
                      <a:pt x="396" y="1761"/>
                    </a:lnTo>
                    <a:lnTo>
                      <a:pt x="0" y="992"/>
                    </a:lnTo>
                    <a:lnTo>
                      <a:pt x="15621" y="992"/>
                    </a:lnTo>
                    <a:lnTo>
                      <a:pt x="15621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02_03_Utility Single Door_OuterR">
                <a:extLst>
                  <a:ext uri="{FF2B5EF4-FFF2-40B4-BE49-F238E27FC236}">
                    <a16:creationId xmlns:a16="http://schemas.microsoft.com/office/drawing/2014/main" id="{5F6199FB-8E08-C472-68D9-EB298CFD1241}"/>
                  </a:ext>
                </a:extLst>
              </p:cNvPr>
              <p:cNvSpPr/>
              <p:nvPr/>
            </p:nvSpPr>
            <p:spPr>
              <a:xfrm>
                <a:off x="1794906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02_03_Utility Single Door_OuterL">
                <a:extLst>
                  <a:ext uri="{FF2B5EF4-FFF2-40B4-BE49-F238E27FC236}">
                    <a16:creationId xmlns:a16="http://schemas.microsoft.com/office/drawing/2014/main" id="{2529E3AA-2ACB-8F76-CD7C-B9EB3231FF87}"/>
                  </a:ext>
                </a:extLst>
              </p:cNvPr>
              <p:cNvSpPr/>
              <p:nvPr/>
            </p:nvSpPr>
            <p:spPr>
              <a:xfrm>
                <a:off x="2001955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02_03_Utility Single Door_LeafR">
                <a:extLst>
                  <a:ext uri="{FF2B5EF4-FFF2-40B4-BE49-F238E27FC236}">
                    <a16:creationId xmlns:a16="http://schemas.microsoft.com/office/drawing/2014/main" id="{42C43CC6-F8AC-C7AB-54DA-33CAF502E789}"/>
                  </a:ext>
                </a:extLst>
              </p:cNvPr>
              <p:cNvSpPr/>
              <p:nvPr/>
            </p:nvSpPr>
            <p:spPr>
              <a:xfrm>
                <a:off x="1808544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02_03_Utility Single Door_LeafL">
                <a:extLst>
                  <a:ext uri="{FF2B5EF4-FFF2-40B4-BE49-F238E27FC236}">
                    <a16:creationId xmlns:a16="http://schemas.microsoft.com/office/drawing/2014/main" id="{E1ABFDFF-B9FC-9843-EA33-9097706A430C}"/>
                  </a:ext>
                </a:extLst>
              </p:cNvPr>
              <p:cNvSpPr/>
              <p:nvPr/>
            </p:nvSpPr>
            <p:spPr>
              <a:xfrm>
                <a:off x="1994020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03_04_Front Entrance Door_BlueLeafL">
                <a:extLst>
                  <a:ext uri="{FF2B5EF4-FFF2-40B4-BE49-F238E27FC236}">
                    <a16:creationId xmlns:a16="http://schemas.microsoft.com/office/drawing/2014/main" id="{C0DEC79D-081F-237D-85E8-BDD1EF46CF66}"/>
                  </a:ext>
                </a:extLst>
              </p:cNvPr>
              <p:cNvSpPr/>
              <p:nvPr/>
            </p:nvSpPr>
            <p:spPr>
              <a:xfrm>
                <a:off x="2298569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03_04_Front Entrance Door_BlueLeafR">
                <a:extLst>
                  <a:ext uri="{FF2B5EF4-FFF2-40B4-BE49-F238E27FC236}">
                    <a16:creationId xmlns:a16="http://schemas.microsoft.com/office/drawing/2014/main" id="{ABAF0DFF-D86C-8690-FB58-8DEECA656AA7}"/>
                  </a:ext>
                </a:extLst>
              </p:cNvPr>
              <p:cNvSpPr/>
              <p:nvPr/>
            </p:nvSpPr>
            <p:spPr>
              <a:xfrm>
                <a:off x="2506858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03_04_Front Entrance Door_DoorHandle">
                <a:extLst>
                  <a:ext uri="{FF2B5EF4-FFF2-40B4-BE49-F238E27FC236}">
                    <a16:creationId xmlns:a16="http://schemas.microsoft.com/office/drawing/2014/main" id="{E0BED2A4-4F94-4027-0420-998B8318CC30}"/>
                  </a:ext>
                </a:extLst>
              </p:cNvPr>
              <p:cNvSpPr/>
              <p:nvPr/>
            </p:nvSpPr>
            <p:spPr>
              <a:xfrm>
                <a:off x="2499667" y="4937562"/>
                <a:ext cx="4463" cy="6199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6199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6199"/>
                    </a:lnTo>
                    <a:lnTo>
                      <a:pt x="0" y="619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03_04_Front Entrance Door_UpperPanel">
                <a:extLst>
                  <a:ext uri="{FF2B5EF4-FFF2-40B4-BE49-F238E27FC236}">
                    <a16:creationId xmlns:a16="http://schemas.microsoft.com/office/drawing/2014/main" id="{CCEBF2AB-4570-7148-0B05-7E120C939050}"/>
                  </a:ext>
                </a:extLst>
              </p:cNvPr>
              <p:cNvSpPr/>
              <p:nvPr/>
            </p:nvSpPr>
            <p:spPr>
              <a:xfrm>
                <a:off x="2318406" y="4949961"/>
                <a:ext cx="188452" cy="11158"/>
              </a:xfrm>
              <a:custGeom>
                <a:avLst/>
                <a:gdLst/>
                <a:ahLst/>
                <a:cxnLst/>
                <a:rect l="l" t="t" r="r" b="b"/>
                <a:pathLst>
                  <a:path w="188452" h="11158">
                    <a:moveTo>
                      <a:pt x="0" y="0"/>
                    </a:moveTo>
                    <a:lnTo>
                      <a:pt x="188452" y="0"/>
                    </a:lnTo>
                    <a:lnTo>
                      <a:pt x="188452" y="11158"/>
                    </a:lnTo>
                    <a:lnTo>
                      <a:pt x="0" y="1115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WD_03_04_Front Entrance Door_OuterL">
                <a:extLst>
                  <a:ext uri="{FF2B5EF4-FFF2-40B4-BE49-F238E27FC236}">
                    <a16:creationId xmlns:a16="http://schemas.microsoft.com/office/drawing/2014/main" id="{1367541D-9E22-90F2-560D-4AE9DC4FB3C4}"/>
                  </a:ext>
                </a:extLst>
              </p:cNvPr>
              <p:cNvSpPr/>
              <p:nvPr/>
            </p:nvSpPr>
            <p:spPr>
              <a:xfrm>
                <a:off x="2284931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WD_03_04_Front Entrance Door_OuterR">
                <a:extLst>
                  <a:ext uri="{FF2B5EF4-FFF2-40B4-BE49-F238E27FC236}">
                    <a16:creationId xmlns:a16="http://schemas.microsoft.com/office/drawing/2014/main" id="{92B99839-4C43-93AB-FCBC-9CA70333BD12}"/>
                  </a:ext>
                </a:extLst>
              </p:cNvPr>
              <p:cNvSpPr/>
              <p:nvPr/>
            </p:nvSpPr>
            <p:spPr>
              <a:xfrm>
                <a:off x="2526695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WD_06_07_Lounge Bay Window_LowerL">
                <a:extLst>
                  <a:ext uri="{FF2B5EF4-FFF2-40B4-BE49-F238E27FC236}">
                    <a16:creationId xmlns:a16="http://schemas.microsoft.com/office/drawing/2014/main" id="{D43898BA-499C-9287-C267-5A0876BFABC8}"/>
                  </a:ext>
                </a:extLst>
              </p:cNvPr>
              <p:cNvSpPr/>
              <p:nvPr/>
            </p:nvSpPr>
            <p:spPr>
              <a:xfrm>
                <a:off x="1571565" y="5133067"/>
                <a:ext cx="17432" cy="19689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89">
                    <a:moveTo>
                      <a:pt x="6373" y="19689"/>
                    </a:moveTo>
                    <a:lnTo>
                      <a:pt x="0" y="14977"/>
                    </a:lnTo>
                    <a:lnTo>
                      <a:pt x="11035" y="0"/>
                    </a:lnTo>
                    <a:lnTo>
                      <a:pt x="17432" y="473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WD_06_07_Lounge Bay Window_LowerR">
                <a:extLst>
                  <a:ext uri="{FF2B5EF4-FFF2-40B4-BE49-F238E27FC236}">
                    <a16:creationId xmlns:a16="http://schemas.microsoft.com/office/drawing/2014/main" id="{00026297-81D4-54A3-C737-167C839AADD5}"/>
                  </a:ext>
                </a:extLst>
              </p:cNvPr>
              <p:cNvSpPr/>
              <p:nvPr/>
            </p:nvSpPr>
            <p:spPr>
              <a:xfrm>
                <a:off x="1500177" y="5080297"/>
                <a:ext cx="17432" cy="19690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90">
                    <a:moveTo>
                      <a:pt x="6373" y="19690"/>
                    </a:moveTo>
                    <a:lnTo>
                      <a:pt x="0" y="14978"/>
                    </a:lnTo>
                    <a:lnTo>
                      <a:pt x="11034" y="0"/>
                    </a:lnTo>
                    <a:lnTo>
                      <a:pt x="17432" y="47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WD_06_07_Lounge Bay Window_OuterL">
                <a:extLst>
                  <a:ext uri="{FF2B5EF4-FFF2-40B4-BE49-F238E27FC236}">
                    <a16:creationId xmlns:a16="http://schemas.microsoft.com/office/drawing/2014/main" id="{0816A902-5B49-BC24-B28A-D63119A7CA70}"/>
                  </a:ext>
                </a:extLst>
              </p:cNvPr>
              <p:cNvSpPr/>
              <p:nvPr/>
            </p:nvSpPr>
            <p:spPr>
              <a:xfrm>
                <a:off x="1577938" y="513780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60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10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WD_06_07_Lounge Bay Window_OuterR">
                <a:extLst>
                  <a:ext uri="{FF2B5EF4-FFF2-40B4-BE49-F238E27FC236}">
                    <a16:creationId xmlns:a16="http://schemas.microsoft.com/office/drawing/2014/main" id="{47AED7CC-2514-41D2-C228-CF59C31F94DA}"/>
                  </a:ext>
                </a:extLst>
              </p:cNvPr>
              <p:cNvSpPr/>
              <p:nvPr/>
            </p:nvSpPr>
            <p:spPr>
              <a:xfrm>
                <a:off x="1489192" y="507221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85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08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WD_06_08_Lounge Bay Window_LowerL">
                <a:extLst>
                  <a:ext uri="{FF2B5EF4-FFF2-40B4-BE49-F238E27FC236}">
                    <a16:creationId xmlns:a16="http://schemas.microsoft.com/office/drawing/2014/main" id="{F593EE31-CC10-EB23-C232-C3FA47C48371}"/>
                  </a:ext>
                </a:extLst>
              </p:cNvPr>
              <p:cNvSpPr/>
              <p:nvPr/>
            </p:nvSpPr>
            <p:spPr>
              <a:xfrm>
                <a:off x="1648732" y="5170462"/>
                <a:ext cx="7934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4" h="18598">
                    <a:moveTo>
                      <a:pt x="0" y="0"/>
                    </a:moveTo>
                    <a:lnTo>
                      <a:pt x="7934" y="0"/>
                    </a:lnTo>
                    <a:lnTo>
                      <a:pt x="7934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WD_06_08_Lounge Bay Window_LowerR">
                <a:extLst>
                  <a:ext uri="{FF2B5EF4-FFF2-40B4-BE49-F238E27FC236}">
                    <a16:creationId xmlns:a16="http://schemas.microsoft.com/office/drawing/2014/main" id="{FD4FE8B2-AB8E-7AB4-FFF7-FA185CB40DD4}"/>
                  </a:ext>
                </a:extLst>
              </p:cNvPr>
              <p:cNvSpPr/>
              <p:nvPr/>
            </p:nvSpPr>
            <p:spPr>
              <a:xfrm>
                <a:off x="1861484" y="5170462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0" y="0"/>
                    </a:moveTo>
                    <a:lnTo>
                      <a:pt x="7935" y="0"/>
                    </a:lnTo>
                    <a:lnTo>
                      <a:pt x="7935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D_06_08_Lounge Bay Window_OuterL">
                <a:extLst>
                  <a:ext uri="{FF2B5EF4-FFF2-40B4-BE49-F238E27FC236}">
                    <a16:creationId xmlns:a16="http://schemas.microsoft.com/office/drawing/2014/main" id="{CA221B1F-561C-A7EB-D898-11CABF9686A6}"/>
                  </a:ext>
                </a:extLst>
              </p:cNvPr>
              <p:cNvSpPr/>
              <p:nvPr/>
            </p:nvSpPr>
            <p:spPr>
              <a:xfrm>
                <a:off x="1635094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D_06_08_Lounge Bay Window_OuterR">
                <a:extLst>
                  <a:ext uri="{FF2B5EF4-FFF2-40B4-BE49-F238E27FC236}">
                    <a16:creationId xmlns:a16="http://schemas.microsoft.com/office/drawing/2014/main" id="{A21C431F-9FC5-2259-6195-FF04DFCB786F}"/>
                  </a:ext>
                </a:extLst>
              </p:cNvPr>
              <p:cNvSpPr/>
              <p:nvPr/>
            </p:nvSpPr>
            <p:spPr>
              <a:xfrm>
                <a:off x="1869419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D_06_09_Lounge Bay Window_LowerL">
                <a:extLst>
                  <a:ext uri="{FF2B5EF4-FFF2-40B4-BE49-F238E27FC236}">
                    <a16:creationId xmlns:a16="http://schemas.microsoft.com/office/drawing/2014/main" id="{BCD58066-44E9-63CD-4836-9DA7C04BAFFD}"/>
                  </a:ext>
                </a:extLst>
              </p:cNvPr>
              <p:cNvSpPr/>
              <p:nvPr/>
            </p:nvSpPr>
            <p:spPr>
              <a:xfrm>
                <a:off x="2002377" y="5079355"/>
                <a:ext cx="17704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04" h="19540">
                    <a:moveTo>
                      <a:pt x="17704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D_06_09_Lounge Bay Window_LowerR">
                <a:extLst>
                  <a:ext uri="{FF2B5EF4-FFF2-40B4-BE49-F238E27FC236}">
                    <a16:creationId xmlns:a16="http://schemas.microsoft.com/office/drawing/2014/main" id="{009C1C98-8ED5-2E78-E911-9ACAAB4ED125}"/>
                  </a:ext>
                </a:extLst>
              </p:cNvPr>
              <p:cNvSpPr/>
              <p:nvPr/>
            </p:nvSpPr>
            <p:spPr>
              <a:xfrm>
                <a:off x="1932526" y="5134158"/>
                <a:ext cx="17729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29" h="19540">
                    <a:moveTo>
                      <a:pt x="17729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4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D_06_09_Lounge Bay Window_OuterL">
                <a:extLst>
                  <a:ext uri="{FF2B5EF4-FFF2-40B4-BE49-F238E27FC236}">
                    <a16:creationId xmlns:a16="http://schemas.microsoft.com/office/drawing/2014/main" id="{70C951E9-8005-DC2A-F0B5-4F86AD243CA8}"/>
                  </a:ext>
                </a:extLst>
              </p:cNvPr>
              <p:cNvSpPr/>
              <p:nvPr/>
            </p:nvSpPr>
            <p:spPr>
              <a:xfrm>
                <a:off x="2008601" y="507094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1"/>
                    </a:moveTo>
                    <a:lnTo>
                      <a:pt x="11480" y="23037"/>
                    </a:lnTo>
                    <a:lnTo>
                      <a:pt x="0" y="8407"/>
                    </a:lnTo>
                    <a:lnTo>
                      <a:pt x="1073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5" name="墙_WD_06_09_Lounge Bay Window_OuterR">
                <a:extLst>
                  <a:ext uri="{FF2B5EF4-FFF2-40B4-BE49-F238E27FC236}">
                    <a16:creationId xmlns:a16="http://schemas.microsoft.com/office/drawing/2014/main" id="{F2EE4D63-9456-4756-91D5-ECB2EFE6AD8D}"/>
                  </a:ext>
                </a:extLst>
              </p:cNvPr>
              <p:cNvSpPr/>
              <p:nvPr/>
            </p:nvSpPr>
            <p:spPr>
              <a:xfrm>
                <a:off x="1921789" y="513906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0"/>
                    </a:moveTo>
                    <a:lnTo>
                      <a:pt x="11480" y="23037"/>
                    </a:lnTo>
                    <a:lnTo>
                      <a:pt x="0" y="8406"/>
                    </a:lnTo>
                    <a:lnTo>
                      <a:pt x="1073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6" name="墙_WD_12_18_Kitchen Large Window_FixedMiddleB">
                <a:extLst>
                  <a:ext uri="{FF2B5EF4-FFF2-40B4-BE49-F238E27FC236}">
                    <a16:creationId xmlns:a16="http://schemas.microsoft.com/office/drawing/2014/main" id="{5D594EBE-CD3F-4CB1-6894-AEE4FA053BAE}"/>
                  </a:ext>
                </a:extLst>
              </p:cNvPr>
              <p:cNvSpPr/>
              <p:nvPr/>
            </p:nvSpPr>
            <p:spPr>
              <a:xfrm>
                <a:off x="1757216" y="1670938"/>
                <a:ext cx="18597" cy="11158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11589">
                    <a:moveTo>
                      <a:pt x="0" y="11158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1158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7" name="墙_WD_12_18_Kitchen Large Window_OuterL">
                <a:extLst>
                  <a:ext uri="{FF2B5EF4-FFF2-40B4-BE49-F238E27FC236}">
                    <a16:creationId xmlns:a16="http://schemas.microsoft.com/office/drawing/2014/main" id="{F6647B01-3BAA-5D4A-B1D3-FA23A89538EA}"/>
                  </a:ext>
                </a:extLst>
              </p:cNvPr>
              <p:cNvSpPr/>
              <p:nvPr/>
            </p:nvSpPr>
            <p:spPr>
              <a:xfrm>
                <a:off x="1757216" y="189535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8" name="墙_WD_12_18_Kitchen Large Window_OuterR">
                <a:extLst>
                  <a:ext uri="{FF2B5EF4-FFF2-40B4-BE49-F238E27FC236}">
                    <a16:creationId xmlns:a16="http://schemas.microsoft.com/office/drawing/2014/main" id="{D1E11A80-3BCC-2F62-3AAB-A308B90D84AD}"/>
                  </a:ext>
                </a:extLst>
              </p:cNvPr>
              <p:cNvSpPr/>
              <p:nvPr/>
            </p:nvSpPr>
            <p:spPr>
              <a:xfrm>
                <a:off x="1757216" y="1544470"/>
                <a:ext cx="18597" cy="13638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8">
                    <a:moveTo>
                      <a:pt x="0" y="13638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9" name="墙_WD_12_18_Kitchen Large Window_Side0L">
                <a:extLst>
                  <a:ext uri="{FF2B5EF4-FFF2-40B4-BE49-F238E27FC236}">
                    <a16:creationId xmlns:a16="http://schemas.microsoft.com/office/drawing/2014/main" id="{96A8D9E1-94C2-8A9B-2638-55AA138AF412}"/>
                  </a:ext>
                </a:extLst>
              </p:cNvPr>
              <p:cNvSpPr/>
              <p:nvPr/>
            </p:nvSpPr>
            <p:spPr>
              <a:xfrm>
                <a:off x="1757216" y="189424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0" name="墙_WD_12_18_Kitchen Large Window_Side0R">
                <a:extLst>
                  <a:ext uri="{FF2B5EF4-FFF2-40B4-BE49-F238E27FC236}">
                    <a16:creationId xmlns:a16="http://schemas.microsoft.com/office/drawing/2014/main" id="{A7A51D3D-2C9C-0EE5-3E42-CDA1D1357A2B}"/>
                  </a:ext>
                </a:extLst>
              </p:cNvPr>
              <p:cNvSpPr/>
              <p:nvPr/>
            </p:nvSpPr>
            <p:spPr>
              <a:xfrm>
                <a:off x="1757216" y="1789347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1" name="墙_WD_12_18_Kitchen Large Window_Side2L">
                <a:extLst>
                  <a:ext uri="{FF2B5EF4-FFF2-40B4-BE49-F238E27FC236}">
                    <a16:creationId xmlns:a16="http://schemas.microsoft.com/office/drawing/2014/main" id="{14416D6C-377F-63F8-10C9-72E05C940266}"/>
                  </a:ext>
                </a:extLst>
              </p:cNvPr>
              <p:cNvSpPr/>
              <p:nvPr/>
            </p:nvSpPr>
            <p:spPr>
              <a:xfrm>
                <a:off x="1757216" y="1656183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2" name="墙_WD_12_18_Kitchen Large Window_Side2R">
                <a:extLst>
                  <a:ext uri="{FF2B5EF4-FFF2-40B4-BE49-F238E27FC236}">
                    <a16:creationId xmlns:a16="http://schemas.microsoft.com/office/drawing/2014/main" id="{186511F7-FCCF-C1DA-3643-364BE2004B7D}"/>
                  </a:ext>
                </a:extLst>
              </p:cNvPr>
              <p:cNvSpPr/>
              <p:nvPr/>
            </p:nvSpPr>
            <p:spPr>
              <a:xfrm>
                <a:off x="1757216" y="1551289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3" name="墙_WD_13_19_Kitchen Small Window_OuterL">
                <a:extLst>
                  <a:ext uri="{FF2B5EF4-FFF2-40B4-BE49-F238E27FC236}">
                    <a16:creationId xmlns:a16="http://schemas.microsoft.com/office/drawing/2014/main" id="{7053E45C-E96F-36D9-8844-B2918D07EE4B}"/>
                  </a:ext>
                </a:extLst>
              </p:cNvPr>
              <p:cNvSpPr/>
              <p:nvPr/>
            </p:nvSpPr>
            <p:spPr>
              <a:xfrm>
                <a:off x="1757216" y="121562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4" name="墙_WD_13_19_Kitchen Small Window_OuterR">
                <a:extLst>
                  <a:ext uri="{FF2B5EF4-FFF2-40B4-BE49-F238E27FC236}">
                    <a16:creationId xmlns:a16="http://schemas.microsoft.com/office/drawing/2014/main" id="{8FB0F1F0-BFB5-3EC5-FB36-CAB532CD721C}"/>
                  </a:ext>
                </a:extLst>
              </p:cNvPr>
              <p:cNvSpPr/>
              <p:nvPr/>
            </p:nvSpPr>
            <p:spPr>
              <a:xfrm>
                <a:off x="1757216" y="1110981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5" name="墙_WD_13_19_Kitchen Small Window_Side1L">
                <a:extLst>
                  <a:ext uri="{FF2B5EF4-FFF2-40B4-BE49-F238E27FC236}">
                    <a16:creationId xmlns:a16="http://schemas.microsoft.com/office/drawing/2014/main" id="{77BE0F13-578F-4E38-855F-C40DD71BD886}"/>
                  </a:ext>
                </a:extLst>
              </p:cNvPr>
              <p:cNvSpPr/>
              <p:nvPr/>
            </p:nvSpPr>
            <p:spPr>
              <a:xfrm>
                <a:off x="1757216" y="1207816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6" name="墙_WD_13_19_Kitchen Small Window_Side1R">
                <a:extLst>
                  <a:ext uri="{FF2B5EF4-FFF2-40B4-BE49-F238E27FC236}">
                    <a16:creationId xmlns:a16="http://schemas.microsoft.com/office/drawing/2014/main" id="{41EEF4A9-0C09-B045-82F9-DB379125CBCB}"/>
                  </a:ext>
                </a:extLst>
              </p:cNvPr>
              <p:cNvSpPr/>
              <p:nvPr/>
            </p:nvSpPr>
            <p:spPr>
              <a:xfrm>
                <a:off x="1757216" y="111780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7" name="墙_WC200_DoorJamb">
                <a:extLst>
                  <a:ext uri="{FF2B5EF4-FFF2-40B4-BE49-F238E27FC236}">
                    <a16:creationId xmlns:a16="http://schemas.microsoft.com/office/drawing/2014/main" id="{635BB4F2-BD47-9DEF-C9C1-008FC82D93C2}"/>
                  </a:ext>
                </a:extLst>
              </p:cNvPr>
              <p:cNvSpPr/>
              <p:nvPr/>
            </p:nvSpPr>
            <p:spPr>
              <a:xfrm>
                <a:off x="1007747" y="3317454"/>
                <a:ext cx="34715" cy="7440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40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40"/>
                    </a:lnTo>
                    <a:lnTo>
                      <a:pt x="0" y="744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8" name="墙_WC200_DoorJamb.001">
                <a:extLst>
                  <a:ext uri="{FF2B5EF4-FFF2-40B4-BE49-F238E27FC236}">
                    <a16:creationId xmlns:a16="http://schemas.microsoft.com/office/drawing/2014/main" id="{664ECBBE-824F-D1AE-1CF8-C306AB21B3E8}"/>
                  </a:ext>
                </a:extLst>
              </p:cNvPr>
              <p:cNvSpPr/>
              <p:nvPr/>
            </p:nvSpPr>
            <p:spPr>
              <a:xfrm>
                <a:off x="1007747" y="3156270"/>
                <a:ext cx="34715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39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39"/>
                    </a:lnTo>
                    <a:lnTo>
                      <a:pt x="0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9" name="墙_DoorLeaf_WC200">
                <a:extLst>
                  <a:ext uri="{FF2B5EF4-FFF2-40B4-BE49-F238E27FC236}">
                    <a16:creationId xmlns:a16="http://schemas.microsoft.com/office/drawing/2014/main" id="{7BB084FD-DB28-3FF2-8FB6-7DEA7E3019ED}"/>
                  </a:ext>
                </a:extLst>
              </p:cNvPr>
              <p:cNvSpPr/>
              <p:nvPr/>
            </p:nvSpPr>
            <p:spPr>
              <a:xfrm>
                <a:off x="872235" y="3159295"/>
                <a:ext cx="153489" cy="30228"/>
              </a:xfrm>
              <a:custGeom>
                <a:avLst/>
                <a:gdLst/>
                <a:ahLst/>
                <a:cxnLst/>
                <a:rect l="l" t="t" r="r" b="b"/>
                <a:pathLst>
                  <a:path w="153489" h="30228">
                    <a:moveTo>
                      <a:pt x="153489" y="8828"/>
                    </a:moveTo>
                    <a:lnTo>
                      <a:pt x="1240" y="30228"/>
                    </a:lnTo>
                    <a:lnTo>
                      <a:pt x="0" y="21400"/>
                    </a:lnTo>
                    <a:lnTo>
                      <a:pt x="15224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0" name="墙_Utility_FlushAccessDoor">
                <a:extLst>
                  <a:ext uri="{FF2B5EF4-FFF2-40B4-BE49-F238E27FC236}">
                    <a16:creationId xmlns:a16="http://schemas.microsoft.com/office/drawing/2014/main" id="{767695DE-A393-03B0-727C-80FF46C05EFA}"/>
                  </a:ext>
                </a:extLst>
              </p:cNvPr>
              <p:cNvSpPr/>
              <p:nvPr/>
            </p:nvSpPr>
            <p:spPr>
              <a:xfrm>
                <a:off x="2302239" y="3212114"/>
                <a:ext cx="4463" cy="151266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151266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151266"/>
                    </a:lnTo>
                    <a:lnTo>
                      <a:pt x="0" y="15126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1" name="墙_Understair_TurnClosure_Stair_Winder_12">
                <a:extLst>
                  <a:ext uri="{FF2B5EF4-FFF2-40B4-BE49-F238E27FC236}">
                    <a16:creationId xmlns:a16="http://schemas.microsoft.com/office/drawing/2014/main" id="{A03E1C75-2B50-2559-1CAA-7FC753AC78F6}"/>
                  </a:ext>
                </a:extLst>
              </p:cNvPr>
              <p:cNvSpPr/>
              <p:nvPr/>
            </p:nvSpPr>
            <p:spPr>
              <a:xfrm>
                <a:off x="2303726" y="3085993"/>
                <a:ext cx="24797" cy="11739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17392">
                    <a:moveTo>
                      <a:pt x="24797" y="0"/>
                    </a:moveTo>
                    <a:lnTo>
                      <a:pt x="24797" y="117392"/>
                    </a:lnTo>
                    <a:lnTo>
                      <a:pt x="0" y="1173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2" name="墙_Understair_TurnClosure_Stair_Winder_13">
                <a:extLst>
                  <a:ext uri="{FF2B5EF4-FFF2-40B4-BE49-F238E27FC236}">
                    <a16:creationId xmlns:a16="http://schemas.microsoft.com/office/drawing/2014/main" id="{0CE7E101-C0A4-B9DC-BA15-C68124F26846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9342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93422">
                    <a:moveTo>
                      <a:pt x="24797" y="0"/>
                    </a:moveTo>
                    <a:lnTo>
                      <a:pt x="24797" y="193422"/>
                    </a:lnTo>
                    <a:lnTo>
                      <a:pt x="0" y="1934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3" name="墙_Understair_TurnClosure_Stair_Winder_14">
                <a:extLst>
                  <a:ext uri="{FF2B5EF4-FFF2-40B4-BE49-F238E27FC236}">
                    <a16:creationId xmlns:a16="http://schemas.microsoft.com/office/drawing/2014/main" id="{C6D2D993-8629-0C5B-92E5-25E00FE05A4A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86156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86156">
                    <a:moveTo>
                      <a:pt x="24797" y="0"/>
                    </a:moveTo>
                    <a:lnTo>
                      <a:pt x="24797" y="186156"/>
                    </a:lnTo>
                    <a:lnTo>
                      <a:pt x="0" y="18615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4" name="墙_V11_Continuous_Stair_Side">
                <a:extLst>
                  <a:ext uri="{FF2B5EF4-FFF2-40B4-BE49-F238E27FC236}">
                    <a16:creationId xmlns:a16="http://schemas.microsoft.com/office/drawing/2014/main" id="{4A53C7A8-B71B-9872-346F-CEB9F0F66AC1}"/>
                  </a:ext>
                </a:extLst>
              </p:cNvPr>
              <p:cNvSpPr/>
              <p:nvPr/>
            </p:nvSpPr>
            <p:spPr>
              <a:xfrm>
                <a:off x="2303726" y="3203385"/>
                <a:ext cx="25293" cy="323263"/>
              </a:xfrm>
              <a:custGeom>
                <a:avLst/>
                <a:gdLst/>
                <a:ahLst/>
                <a:cxnLst/>
                <a:rect l="l" t="t" r="r" b="b"/>
                <a:pathLst>
                  <a:path w="25293" h="323263">
                    <a:moveTo>
                      <a:pt x="25293" y="323263"/>
                    </a:moveTo>
                    <a:lnTo>
                      <a:pt x="25293" y="160739"/>
                    </a:lnTo>
                    <a:lnTo>
                      <a:pt x="0" y="160739"/>
                    </a:lnTo>
                    <a:lnTo>
                      <a:pt x="0" y="323263"/>
                    </a:lnTo>
                    <a:close/>
                    <a:moveTo>
                      <a:pt x="25293" y="0"/>
                    </a:moveTo>
                    <a:lnTo>
                      <a:pt x="25293" y="7985"/>
                    </a:lnTo>
                    <a:lnTo>
                      <a:pt x="0" y="79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5" name="墙_V11_Winder_Side_Transition">
                <a:extLst>
                  <a:ext uri="{FF2B5EF4-FFF2-40B4-BE49-F238E27FC236}">
                    <a16:creationId xmlns:a16="http://schemas.microsoft.com/office/drawing/2014/main" id="{88DC4D8D-D847-B9A8-69C0-536927CDC144}"/>
                  </a:ext>
                </a:extLst>
              </p:cNvPr>
              <p:cNvSpPr/>
              <p:nvPr/>
            </p:nvSpPr>
            <p:spPr>
              <a:xfrm>
                <a:off x="2303726" y="3174570"/>
                <a:ext cx="24797" cy="2926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29262">
                    <a:moveTo>
                      <a:pt x="24797" y="0"/>
                    </a:moveTo>
                    <a:lnTo>
                      <a:pt x="24797" y="29262"/>
                    </a:lnTo>
                    <a:lnTo>
                      <a:pt x="0" y="292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6" name="墙_V11_Passage_Right_Jamb_Closure">
                <a:extLst>
                  <a:ext uri="{FF2B5EF4-FFF2-40B4-BE49-F238E27FC236}">
                    <a16:creationId xmlns:a16="http://schemas.microsoft.com/office/drawing/2014/main" id="{A4CE3349-25BF-9623-906E-EDF58CD0D9F7}"/>
                  </a:ext>
                </a:extLst>
              </p:cNvPr>
              <p:cNvSpPr/>
              <p:nvPr/>
            </p:nvSpPr>
            <p:spPr>
              <a:xfrm>
                <a:off x="2303726" y="3002474"/>
                <a:ext cx="10415" cy="45628"/>
              </a:xfrm>
              <a:custGeom>
                <a:avLst/>
                <a:gdLst/>
                <a:ahLst/>
                <a:cxnLst/>
                <a:rect l="l" t="t" r="r" b="b"/>
                <a:pathLst>
                  <a:path w="10415" h="45628">
                    <a:moveTo>
                      <a:pt x="10415" y="0"/>
                    </a:moveTo>
                    <a:lnTo>
                      <a:pt x="10415" y="45628"/>
                    </a:lnTo>
                    <a:lnTo>
                      <a:pt x="0" y="456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7" name="墙_V13_Lounge_FrenchLeaf-1L">
                <a:extLst>
                  <a:ext uri="{FF2B5EF4-FFF2-40B4-BE49-F238E27FC236}">
                    <a16:creationId xmlns:a16="http://schemas.microsoft.com/office/drawing/2014/main" id="{CBEE8835-1110-2C86-4DBF-8008E87F61D0}"/>
                  </a:ext>
                </a:extLst>
              </p:cNvPr>
              <p:cNvSpPr/>
              <p:nvPr/>
            </p:nvSpPr>
            <p:spPr>
              <a:xfrm>
                <a:off x="1657782" y="3013980"/>
                <a:ext cx="20061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4">
                    <a:moveTo>
                      <a:pt x="3968" y="16144"/>
                    </a:moveTo>
                    <a:lnTo>
                      <a:pt x="0" y="9300"/>
                    </a:lnTo>
                    <a:lnTo>
                      <a:pt x="16118" y="0"/>
                    </a:lnTo>
                    <a:lnTo>
                      <a:pt x="20061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8" name="墙_V13_Lounge_FrenchLeaf-1R">
                <a:extLst>
                  <a:ext uri="{FF2B5EF4-FFF2-40B4-BE49-F238E27FC236}">
                    <a16:creationId xmlns:a16="http://schemas.microsoft.com/office/drawing/2014/main" id="{F6C98DD5-D196-E3B9-1036-144F6DAE2FBD}"/>
                  </a:ext>
                </a:extLst>
              </p:cNvPr>
              <p:cNvSpPr/>
              <p:nvPr/>
            </p:nvSpPr>
            <p:spPr>
              <a:xfrm>
                <a:off x="1594428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2" y="16143"/>
                    </a:moveTo>
                    <a:lnTo>
                      <a:pt x="0" y="9299"/>
                    </a:lnTo>
                    <a:lnTo>
                      <a:pt x="16092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9" name="墙_V13_Lounge_FrenchLeaf1L">
                <a:extLst>
                  <a:ext uri="{FF2B5EF4-FFF2-40B4-BE49-F238E27FC236}">
                    <a16:creationId xmlns:a16="http://schemas.microsoft.com/office/drawing/2014/main" id="{88C4E636-14A6-A75C-D3EC-E33CE2AE05E5}"/>
                  </a:ext>
                </a:extLst>
              </p:cNvPr>
              <p:cNvSpPr/>
              <p:nvPr/>
            </p:nvSpPr>
            <p:spPr>
              <a:xfrm>
                <a:off x="1454824" y="2904201"/>
                <a:ext cx="20061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3">
                    <a:moveTo>
                      <a:pt x="20061" y="9299"/>
                    </a:moveTo>
                    <a:lnTo>
                      <a:pt x="16118" y="16143"/>
                    </a:lnTo>
                    <a:lnTo>
                      <a:pt x="0" y="6844"/>
                    </a:lnTo>
                    <a:lnTo>
                      <a:pt x="396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0" name="墙_V13_Lounge_FrenchLeaf1R">
                <a:extLst>
                  <a:ext uri="{FF2B5EF4-FFF2-40B4-BE49-F238E27FC236}">
                    <a16:creationId xmlns:a16="http://schemas.microsoft.com/office/drawing/2014/main" id="{E799A0DD-72F0-E36E-9E4D-2A9468251C5D}"/>
                  </a:ext>
                </a:extLst>
              </p:cNvPr>
              <p:cNvSpPr/>
              <p:nvPr/>
            </p:nvSpPr>
            <p:spPr>
              <a:xfrm>
                <a:off x="1391470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1" name="墙_V13_Lounge_OuterL">
                <a:extLst>
                  <a:ext uri="{FF2B5EF4-FFF2-40B4-BE49-F238E27FC236}">
                    <a16:creationId xmlns:a16="http://schemas.microsoft.com/office/drawing/2014/main" id="{0507861C-46B0-23CD-F158-845AFB11AB90}"/>
                  </a:ext>
                </a:extLst>
              </p:cNvPr>
              <p:cNvSpPr/>
              <p:nvPr/>
            </p:nvSpPr>
            <p:spPr>
              <a:xfrm>
                <a:off x="1669808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2" name="墙_V13_Lounge_OuterR">
                <a:extLst>
                  <a:ext uri="{FF2B5EF4-FFF2-40B4-BE49-F238E27FC236}">
                    <a16:creationId xmlns:a16="http://schemas.microsoft.com/office/drawing/2014/main" id="{A287E7AA-2A38-D858-4517-75260AED1527}"/>
                  </a:ext>
                </a:extLst>
              </p:cNvPr>
              <p:cNvSpPr/>
              <p:nvPr/>
            </p:nvSpPr>
            <p:spPr>
              <a:xfrm>
                <a:off x="1385023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3" name="墙_V13_Utility_FrenchLeaf-1L">
                <a:extLst>
                  <a:ext uri="{FF2B5EF4-FFF2-40B4-BE49-F238E27FC236}">
                    <a16:creationId xmlns:a16="http://schemas.microsoft.com/office/drawing/2014/main" id="{2A51B9EB-386C-9EB8-A25A-B6B17A35B6D5}"/>
                  </a:ext>
                </a:extLst>
              </p:cNvPr>
              <p:cNvSpPr/>
              <p:nvPr/>
            </p:nvSpPr>
            <p:spPr>
              <a:xfrm>
                <a:off x="872979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3967" y="16144"/>
                    </a:moveTo>
                    <a:lnTo>
                      <a:pt x="0" y="9300"/>
                    </a:lnTo>
                    <a:lnTo>
                      <a:pt x="16117" y="0"/>
                    </a:lnTo>
                    <a:lnTo>
                      <a:pt x="20060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4" name="墙_V13_Utility_FrenchLeaf-1R">
                <a:extLst>
                  <a:ext uri="{FF2B5EF4-FFF2-40B4-BE49-F238E27FC236}">
                    <a16:creationId xmlns:a16="http://schemas.microsoft.com/office/drawing/2014/main" id="{8ED825F5-6315-BE09-F1DD-E74160CCAE36}"/>
                  </a:ext>
                </a:extLst>
              </p:cNvPr>
              <p:cNvSpPr/>
              <p:nvPr/>
            </p:nvSpPr>
            <p:spPr>
              <a:xfrm>
                <a:off x="809624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3" y="16143"/>
                    </a:moveTo>
                    <a:lnTo>
                      <a:pt x="0" y="9299"/>
                    </a:lnTo>
                    <a:lnTo>
                      <a:pt x="16093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5" name="墙_V13_Utility_FrenchLeaf1L">
                <a:extLst>
                  <a:ext uri="{FF2B5EF4-FFF2-40B4-BE49-F238E27FC236}">
                    <a16:creationId xmlns:a16="http://schemas.microsoft.com/office/drawing/2014/main" id="{0B664272-1A8A-8D0E-88E2-94A497516B50}"/>
                  </a:ext>
                </a:extLst>
              </p:cNvPr>
              <p:cNvSpPr/>
              <p:nvPr/>
            </p:nvSpPr>
            <p:spPr>
              <a:xfrm>
                <a:off x="670021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20060" y="9299"/>
                    </a:moveTo>
                    <a:lnTo>
                      <a:pt x="16117" y="16143"/>
                    </a:lnTo>
                    <a:lnTo>
                      <a:pt x="0" y="6844"/>
                    </a:lnTo>
                    <a:lnTo>
                      <a:pt x="396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6" name="墙_V13_Utility_FrenchLeaf1R">
                <a:extLst>
                  <a:ext uri="{FF2B5EF4-FFF2-40B4-BE49-F238E27FC236}">
                    <a16:creationId xmlns:a16="http://schemas.microsoft.com/office/drawing/2014/main" id="{FAC57386-327F-B5ED-3587-50EF8F7A07AE}"/>
                  </a:ext>
                </a:extLst>
              </p:cNvPr>
              <p:cNvSpPr/>
              <p:nvPr/>
            </p:nvSpPr>
            <p:spPr>
              <a:xfrm>
                <a:off x="606666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7" name="墙_V13_Utility_OuterL">
                <a:extLst>
                  <a:ext uri="{FF2B5EF4-FFF2-40B4-BE49-F238E27FC236}">
                    <a16:creationId xmlns:a16="http://schemas.microsoft.com/office/drawing/2014/main" id="{0B649432-5537-E3D2-17BB-EF8EA50D5262}"/>
                  </a:ext>
                </a:extLst>
              </p:cNvPr>
              <p:cNvSpPr/>
              <p:nvPr/>
            </p:nvSpPr>
            <p:spPr>
              <a:xfrm>
                <a:off x="885005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8" name="墙_V13_Utility_OuterR">
                <a:extLst>
                  <a:ext uri="{FF2B5EF4-FFF2-40B4-BE49-F238E27FC236}">
                    <a16:creationId xmlns:a16="http://schemas.microsoft.com/office/drawing/2014/main" id="{6A4A3B62-B6CA-C773-03BD-A29B95E38C3A}"/>
                  </a:ext>
                </a:extLst>
              </p:cNvPr>
              <p:cNvSpPr/>
              <p:nvPr/>
            </p:nvSpPr>
            <p:spPr>
              <a:xfrm>
                <a:off x="601087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9" name="墙_V13_KitchenSide_FrenchLeaf-1L">
                <a:extLst>
                  <a:ext uri="{FF2B5EF4-FFF2-40B4-BE49-F238E27FC236}">
                    <a16:creationId xmlns:a16="http://schemas.microsoft.com/office/drawing/2014/main" id="{51A42284-5489-8A1E-F3D9-C8E7522A44A1}"/>
                  </a:ext>
                </a:extLst>
              </p:cNvPr>
              <p:cNvSpPr/>
              <p:nvPr/>
            </p:nvSpPr>
            <p:spPr>
              <a:xfrm>
                <a:off x="1723393" y="2495510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18622" y="16119"/>
                    </a:moveTo>
                    <a:lnTo>
                      <a:pt x="9299" y="21500"/>
                    </a:lnTo>
                    <a:lnTo>
                      <a:pt x="0" y="5406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" name="墙_V13_KitchenSide_FrenchLeaf-1R">
                <a:extLst>
                  <a:ext uri="{FF2B5EF4-FFF2-40B4-BE49-F238E27FC236}">
                    <a16:creationId xmlns:a16="http://schemas.microsoft.com/office/drawing/2014/main" id="{03E9288A-5660-635F-A07D-E8D8BC6EA8B8}"/>
                  </a:ext>
                </a:extLst>
              </p:cNvPr>
              <p:cNvSpPr/>
              <p:nvPr/>
            </p:nvSpPr>
            <p:spPr>
              <a:xfrm>
                <a:off x="1573797" y="2581906"/>
                <a:ext cx="18622" cy="21474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74">
                    <a:moveTo>
                      <a:pt x="18622" y="16093"/>
                    </a:moveTo>
                    <a:lnTo>
                      <a:pt x="9299" y="21474"/>
                    </a:lnTo>
                    <a:lnTo>
                      <a:pt x="0" y="5381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1" name="墙_V13_KitchenSide_FrenchLeaf1L">
                <a:extLst>
                  <a:ext uri="{FF2B5EF4-FFF2-40B4-BE49-F238E27FC236}">
                    <a16:creationId xmlns:a16="http://schemas.microsoft.com/office/drawing/2014/main" id="{0D73072E-0227-51DB-8926-AD392C396696}"/>
                  </a:ext>
                </a:extLst>
              </p:cNvPr>
              <p:cNvSpPr/>
              <p:nvPr/>
            </p:nvSpPr>
            <p:spPr>
              <a:xfrm>
                <a:off x="1573797" y="2771806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500"/>
                    </a:lnTo>
                    <a:lnTo>
                      <a:pt x="0" y="160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2" name="墙_V13_KitchenSide_FrenchLeaf1R">
                <a:extLst>
                  <a:ext uri="{FF2B5EF4-FFF2-40B4-BE49-F238E27FC236}">
                    <a16:creationId xmlns:a16="http://schemas.microsoft.com/office/drawing/2014/main" id="{05ABA440-0D2B-BAE1-9C8A-65360A022679}"/>
                  </a:ext>
                </a:extLst>
              </p:cNvPr>
              <p:cNvSpPr/>
              <p:nvPr/>
            </p:nvSpPr>
            <p:spPr>
              <a:xfrm>
                <a:off x="1723393" y="2858177"/>
                <a:ext cx="18622" cy="21499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99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499"/>
                    </a:lnTo>
                    <a:lnTo>
                      <a:pt x="0" y="16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3" name="墙_V13_KitchenSide_OuterL">
                <a:extLst>
                  <a:ext uri="{FF2B5EF4-FFF2-40B4-BE49-F238E27FC236}">
                    <a16:creationId xmlns:a16="http://schemas.microsoft.com/office/drawing/2014/main" id="{6E655BA2-A2A6-5CD5-093A-8E82505F6C44}"/>
                  </a:ext>
                </a:extLst>
              </p:cNvPr>
              <p:cNvSpPr/>
              <p:nvPr/>
            </p:nvSpPr>
            <p:spPr>
              <a:xfrm>
                <a:off x="1736039" y="2484128"/>
                <a:ext cx="19937" cy="19442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2">
                    <a:moveTo>
                      <a:pt x="19937" y="0"/>
                    </a:moveTo>
                    <a:lnTo>
                      <a:pt x="19937" y="19442"/>
                    </a:lnTo>
                    <a:lnTo>
                      <a:pt x="0" y="194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4" name="墙_V13_KitchenSide_OuterR">
                <a:extLst>
                  <a:ext uri="{FF2B5EF4-FFF2-40B4-BE49-F238E27FC236}">
                    <a16:creationId xmlns:a16="http://schemas.microsoft.com/office/drawing/2014/main" id="{08ECE110-4EB1-83F0-4A9D-E1005F0830B1}"/>
                  </a:ext>
                </a:extLst>
              </p:cNvPr>
              <p:cNvSpPr/>
              <p:nvPr/>
            </p:nvSpPr>
            <p:spPr>
              <a:xfrm>
                <a:off x="1736039" y="2871617"/>
                <a:ext cx="19937" cy="19441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1">
                    <a:moveTo>
                      <a:pt x="19937" y="0"/>
                    </a:moveTo>
                    <a:lnTo>
                      <a:pt x="19937" y="19441"/>
                    </a:lnTo>
                    <a:lnTo>
                      <a:pt x="0" y="194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5" name="墙_SP_OuterFrame">
                <a:extLst>
                  <a:ext uri="{FF2B5EF4-FFF2-40B4-BE49-F238E27FC236}">
                    <a16:creationId xmlns:a16="http://schemas.microsoft.com/office/drawing/2014/main" id="{388245DE-1398-003B-5F84-DF28D231BB85}"/>
                  </a:ext>
                </a:extLst>
              </p:cNvPr>
              <p:cNvSpPr/>
              <p:nvPr/>
            </p:nvSpPr>
            <p:spPr>
              <a:xfrm>
                <a:off x="489380" y="3025536"/>
                <a:ext cx="520722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520722" h="18598">
                    <a:moveTo>
                      <a:pt x="111484" y="99"/>
                    </a:moveTo>
                    <a:lnTo>
                      <a:pt x="111211" y="0"/>
                    </a:lnTo>
                    <a:lnTo>
                      <a:pt x="99309" y="0"/>
                    </a:lnTo>
                    <a:lnTo>
                      <a:pt x="98962" y="75"/>
                    </a:lnTo>
                    <a:lnTo>
                      <a:pt x="98639" y="223"/>
                    </a:lnTo>
                    <a:lnTo>
                      <a:pt x="95267" y="2753"/>
                    </a:lnTo>
                    <a:lnTo>
                      <a:pt x="95069" y="3025"/>
                    </a:lnTo>
                    <a:lnTo>
                      <a:pt x="94970" y="3348"/>
                    </a:lnTo>
                    <a:lnTo>
                      <a:pt x="94970" y="4588"/>
                    </a:lnTo>
                    <a:lnTo>
                      <a:pt x="95069" y="4860"/>
                    </a:lnTo>
                    <a:lnTo>
                      <a:pt x="95341" y="4960"/>
                    </a:lnTo>
                    <a:lnTo>
                      <a:pt x="97573" y="4960"/>
                    </a:lnTo>
                    <a:lnTo>
                      <a:pt x="97846" y="5059"/>
                    </a:lnTo>
                    <a:lnTo>
                      <a:pt x="97945" y="5332"/>
                    </a:lnTo>
                    <a:lnTo>
                      <a:pt x="97945" y="18226"/>
                    </a:lnTo>
                    <a:lnTo>
                      <a:pt x="98044" y="18499"/>
                    </a:lnTo>
                    <a:lnTo>
                      <a:pt x="98317" y="18598"/>
                    </a:lnTo>
                    <a:lnTo>
                      <a:pt x="111211" y="18598"/>
                    </a:lnTo>
                    <a:lnTo>
                      <a:pt x="111484" y="18499"/>
                    </a:lnTo>
                    <a:lnTo>
                      <a:pt x="111583" y="18226"/>
                    </a:lnTo>
                    <a:lnTo>
                      <a:pt x="111583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274" y="0"/>
                    </a:lnTo>
                    <a:lnTo>
                      <a:pt x="12621" y="75"/>
                    </a:lnTo>
                    <a:lnTo>
                      <a:pt x="12943" y="223"/>
                    </a:lnTo>
                    <a:lnTo>
                      <a:pt x="16316" y="2753"/>
                    </a:lnTo>
                    <a:lnTo>
                      <a:pt x="16514" y="3025"/>
                    </a:lnTo>
                    <a:lnTo>
                      <a:pt x="16613" y="3348"/>
                    </a:lnTo>
                    <a:lnTo>
                      <a:pt x="16613" y="4588"/>
                    </a:lnTo>
                    <a:lnTo>
                      <a:pt x="16514" y="4860"/>
                    </a:lnTo>
                    <a:lnTo>
                      <a:pt x="16241" y="4960"/>
                    </a:lnTo>
                    <a:lnTo>
                      <a:pt x="14010" y="4960"/>
                    </a:lnTo>
                    <a:lnTo>
                      <a:pt x="13737" y="5059"/>
                    </a:lnTo>
                    <a:lnTo>
                      <a:pt x="13638" y="5332"/>
                    </a:lnTo>
                    <a:lnTo>
                      <a:pt x="13638" y="18226"/>
                    </a:lnTo>
                    <a:lnTo>
                      <a:pt x="13538" y="18499"/>
                    </a:lnTo>
                    <a:lnTo>
                      <a:pt x="13266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close/>
                    <a:moveTo>
                      <a:pt x="520623" y="99"/>
                    </a:moveTo>
                    <a:lnTo>
                      <a:pt x="520350" y="0"/>
                    </a:lnTo>
                    <a:lnTo>
                      <a:pt x="508448" y="0"/>
                    </a:lnTo>
                    <a:lnTo>
                      <a:pt x="508101" y="75"/>
                    </a:lnTo>
                    <a:lnTo>
                      <a:pt x="507779" y="223"/>
                    </a:lnTo>
                    <a:lnTo>
                      <a:pt x="504406" y="2753"/>
                    </a:lnTo>
                    <a:lnTo>
                      <a:pt x="504208" y="3025"/>
                    </a:lnTo>
                    <a:lnTo>
                      <a:pt x="504109" y="3348"/>
                    </a:lnTo>
                    <a:lnTo>
                      <a:pt x="504109" y="4588"/>
                    </a:lnTo>
                    <a:lnTo>
                      <a:pt x="504208" y="4860"/>
                    </a:lnTo>
                    <a:lnTo>
                      <a:pt x="504481" y="4960"/>
                    </a:lnTo>
                    <a:lnTo>
                      <a:pt x="506712" y="4960"/>
                    </a:lnTo>
                    <a:lnTo>
                      <a:pt x="506985" y="5059"/>
                    </a:lnTo>
                    <a:lnTo>
                      <a:pt x="507084" y="5332"/>
                    </a:lnTo>
                    <a:lnTo>
                      <a:pt x="507084" y="18226"/>
                    </a:lnTo>
                    <a:lnTo>
                      <a:pt x="507184" y="18499"/>
                    </a:lnTo>
                    <a:lnTo>
                      <a:pt x="507456" y="18598"/>
                    </a:lnTo>
                    <a:lnTo>
                      <a:pt x="520350" y="18598"/>
                    </a:lnTo>
                    <a:lnTo>
                      <a:pt x="520623" y="18499"/>
                    </a:lnTo>
                    <a:lnTo>
                      <a:pt x="520722" y="18226"/>
                    </a:lnTo>
                    <a:lnTo>
                      <a:pt x="520722" y="372"/>
                    </a:lnTo>
                    <a:close/>
                    <a:moveTo>
                      <a:pt x="409238" y="99"/>
                    </a:moveTo>
                    <a:lnTo>
                      <a:pt x="409511" y="0"/>
                    </a:lnTo>
                    <a:lnTo>
                      <a:pt x="421413" y="0"/>
                    </a:lnTo>
                    <a:lnTo>
                      <a:pt x="421760" y="75"/>
                    </a:lnTo>
                    <a:lnTo>
                      <a:pt x="422083" y="223"/>
                    </a:lnTo>
                    <a:lnTo>
                      <a:pt x="425455" y="2753"/>
                    </a:lnTo>
                    <a:lnTo>
                      <a:pt x="425653" y="3025"/>
                    </a:lnTo>
                    <a:lnTo>
                      <a:pt x="425752" y="3348"/>
                    </a:lnTo>
                    <a:lnTo>
                      <a:pt x="425752" y="4588"/>
                    </a:lnTo>
                    <a:lnTo>
                      <a:pt x="425653" y="4860"/>
                    </a:lnTo>
                    <a:lnTo>
                      <a:pt x="425381" y="4960"/>
                    </a:lnTo>
                    <a:lnTo>
                      <a:pt x="423149" y="4960"/>
                    </a:lnTo>
                    <a:lnTo>
                      <a:pt x="422876" y="5059"/>
                    </a:lnTo>
                    <a:lnTo>
                      <a:pt x="422777" y="5332"/>
                    </a:lnTo>
                    <a:lnTo>
                      <a:pt x="422777" y="18226"/>
                    </a:lnTo>
                    <a:lnTo>
                      <a:pt x="422678" y="18499"/>
                    </a:lnTo>
                    <a:lnTo>
                      <a:pt x="422405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6" name="墙_SP_Transom">
                <a:extLst>
                  <a:ext uri="{FF2B5EF4-FFF2-40B4-BE49-F238E27FC236}">
                    <a16:creationId xmlns:a16="http://schemas.microsoft.com/office/drawing/2014/main" id="{9877F1F9-4FD0-123E-5926-508A91A725D6}"/>
                  </a:ext>
                </a:extLst>
              </p:cNvPr>
              <p:cNvSpPr/>
              <p:nvPr/>
            </p:nvSpPr>
            <p:spPr>
              <a:xfrm>
                <a:off x="503018" y="3025536"/>
                <a:ext cx="493446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493446" h="18598">
                    <a:moveTo>
                      <a:pt x="84208" y="124"/>
                    </a:moveTo>
                    <a:lnTo>
                      <a:pt x="84307" y="372"/>
                    </a:lnTo>
                    <a:lnTo>
                      <a:pt x="84307" y="18226"/>
                    </a:lnTo>
                    <a:lnTo>
                      <a:pt x="84208" y="18499"/>
                    </a:lnTo>
                    <a:lnTo>
                      <a:pt x="83935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lnTo>
                      <a:pt x="99" y="124"/>
                    </a:lnTo>
                    <a:lnTo>
                      <a:pt x="372" y="0"/>
                    </a:lnTo>
                    <a:lnTo>
                      <a:pt x="83935" y="0"/>
                    </a:lnTo>
                    <a:close/>
                    <a:moveTo>
                      <a:pt x="493347" y="124"/>
                    </a:moveTo>
                    <a:lnTo>
                      <a:pt x="493446" y="372"/>
                    </a:lnTo>
                    <a:lnTo>
                      <a:pt x="493446" y="18226"/>
                    </a:lnTo>
                    <a:lnTo>
                      <a:pt x="493347" y="18499"/>
                    </a:lnTo>
                    <a:lnTo>
                      <a:pt x="493074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lnTo>
                      <a:pt x="409238" y="124"/>
                    </a:lnTo>
                    <a:lnTo>
                      <a:pt x="409511" y="0"/>
                    </a:lnTo>
                    <a:lnTo>
                      <a:pt x="49307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7" name="墙_V15_Fixed_Acoustic_Wall">
                <a:extLst>
                  <a:ext uri="{FF2B5EF4-FFF2-40B4-BE49-F238E27FC236}">
                    <a16:creationId xmlns:a16="http://schemas.microsoft.com/office/drawing/2014/main" id="{1D0B5870-81FA-F4C0-B868-FCCF678A737E}"/>
                  </a:ext>
                </a:extLst>
              </p:cNvPr>
              <p:cNvSpPr/>
              <p:nvPr/>
            </p:nvSpPr>
            <p:spPr>
              <a:xfrm>
                <a:off x="1317577" y="3083315"/>
                <a:ext cx="11406" cy="628522"/>
              </a:xfrm>
              <a:custGeom>
                <a:avLst/>
                <a:gdLst/>
                <a:ahLst/>
                <a:cxnLst/>
                <a:rect l="l" t="t" r="r" b="b"/>
                <a:pathLst>
                  <a:path w="11406" h="628522">
                    <a:moveTo>
                      <a:pt x="11356" y="49"/>
                    </a:moveTo>
                    <a:lnTo>
                      <a:pt x="11406" y="149"/>
                    </a:lnTo>
                    <a:lnTo>
                      <a:pt x="11406" y="5802"/>
                    </a:lnTo>
                    <a:lnTo>
                      <a:pt x="11356" y="5902"/>
                    </a:lnTo>
                    <a:lnTo>
                      <a:pt x="11257" y="5951"/>
                    </a:lnTo>
                    <a:lnTo>
                      <a:pt x="7091" y="5951"/>
                    </a:lnTo>
                    <a:lnTo>
                      <a:pt x="6992" y="5902"/>
                    </a:lnTo>
                    <a:lnTo>
                      <a:pt x="6943" y="5802"/>
                    </a:lnTo>
                    <a:lnTo>
                      <a:pt x="6943" y="149"/>
                    </a:lnTo>
                    <a:lnTo>
                      <a:pt x="6992" y="49"/>
                    </a:lnTo>
                    <a:lnTo>
                      <a:pt x="7091" y="0"/>
                    </a:lnTo>
                    <a:lnTo>
                      <a:pt x="11257" y="0"/>
                    </a:lnTo>
                    <a:close/>
                    <a:moveTo>
                      <a:pt x="11356" y="8977"/>
                    </a:moveTo>
                    <a:lnTo>
                      <a:pt x="11406" y="9076"/>
                    </a:lnTo>
                    <a:lnTo>
                      <a:pt x="11406" y="15721"/>
                    </a:lnTo>
                    <a:lnTo>
                      <a:pt x="11356" y="15821"/>
                    </a:lnTo>
                    <a:lnTo>
                      <a:pt x="11257" y="15870"/>
                    </a:lnTo>
                    <a:lnTo>
                      <a:pt x="7091" y="15870"/>
                    </a:lnTo>
                    <a:lnTo>
                      <a:pt x="6992" y="15821"/>
                    </a:lnTo>
                    <a:lnTo>
                      <a:pt x="6943" y="15721"/>
                    </a:lnTo>
                    <a:lnTo>
                      <a:pt x="6943" y="9076"/>
                    </a:lnTo>
                    <a:lnTo>
                      <a:pt x="6992" y="8977"/>
                    </a:lnTo>
                    <a:lnTo>
                      <a:pt x="7091" y="8927"/>
                    </a:lnTo>
                    <a:lnTo>
                      <a:pt x="11257" y="8927"/>
                    </a:lnTo>
                    <a:close/>
                    <a:moveTo>
                      <a:pt x="11356" y="18896"/>
                    </a:moveTo>
                    <a:lnTo>
                      <a:pt x="11406" y="18995"/>
                    </a:lnTo>
                    <a:lnTo>
                      <a:pt x="11406" y="25641"/>
                    </a:lnTo>
                    <a:lnTo>
                      <a:pt x="11356" y="25740"/>
                    </a:lnTo>
                    <a:lnTo>
                      <a:pt x="11257" y="25789"/>
                    </a:lnTo>
                    <a:lnTo>
                      <a:pt x="7091" y="25789"/>
                    </a:lnTo>
                    <a:lnTo>
                      <a:pt x="6992" y="25740"/>
                    </a:lnTo>
                    <a:lnTo>
                      <a:pt x="6943" y="25641"/>
                    </a:lnTo>
                    <a:lnTo>
                      <a:pt x="6943" y="18995"/>
                    </a:lnTo>
                    <a:lnTo>
                      <a:pt x="6992" y="18896"/>
                    </a:lnTo>
                    <a:lnTo>
                      <a:pt x="7091" y="18846"/>
                    </a:lnTo>
                    <a:lnTo>
                      <a:pt x="11257" y="18846"/>
                    </a:lnTo>
                    <a:close/>
                    <a:moveTo>
                      <a:pt x="11356" y="28815"/>
                    </a:moveTo>
                    <a:lnTo>
                      <a:pt x="11406" y="28914"/>
                    </a:lnTo>
                    <a:lnTo>
                      <a:pt x="11406" y="35560"/>
                    </a:lnTo>
                    <a:lnTo>
                      <a:pt x="11356" y="35659"/>
                    </a:lnTo>
                    <a:lnTo>
                      <a:pt x="11257" y="35708"/>
                    </a:lnTo>
                    <a:lnTo>
                      <a:pt x="7091" y="35708"/>
                    </a:lnTo>
                    <a:lnTo>
                      <a:pt x="6992" y="35659"/>
                    </a:lnTo>
                    <a:lnTo>
                      <a:pt x="6943" y="35560"/>
                    </a:lnTo>
                    <a:lnTo>
                      <a:pt x="6943" y="28914"/>
                    </a:lnTo>
                    <a:lnTo>
                      <a:pt x="6992" y="28815"/>
                    </a:lnTo>
                    <a:lnTo>
                      <a:pt x="7091" y="28765"/>
                    </a:lnTo>
                    <a:lnTo>
                      <a:pt x="11257" y="28765"/>
                    </a:lnTo>
                    <a:close/>
                    <a:moveTo>
                      <a:pt x="11356" y="38734"/>
                    </a:moveTo>
                    <a:lnTo>
                      <a:pt x="11406" y="38833"/>
                    </a:lnTo>
                    <a:lnTo>
                      <a:pt x="11406" y="45479"/>
                    </a:lnTo>
                    <a:lnTo>
                      <a:pt x="11356" y="45578"/>
                    </a:lnTo>
                    <a:lnTo>
                      <a:pt x="11257" y="45627"/>
                    </a:lnTo>
                    <a:lnTo>
                      <a:pt x="7091" y="45627"/>
                    </a:lnTo>
                    <a:lnTo>
                      <a:pt x="6992" y="45578"/>
                    </a:lnTo>
                    <a:lnTo>
                      <a:pt x="6943" y="45479"/>
                    </a:lnTo>
                    <a:lnTo>
                      <a:pt x="6943" y="38833"/>
                    </a:lnTo>
                    <a:lnTo>
                      <a:pt x="6992" y="38734"/>
                    </a:lnTo>
                    <a:lnTo>
                      <a:pt x="7091" y="38684"/>
                    </a:lnTo>
                    <a:lnTo>
                      <a:pt x="11257" y="38684"/>
                    </a:lnTo>
                    <a:close/>
                    <a:moveTo>
                      <a:pt x="11356" y="48653"/>
                    </a:moveTo>
                    <a:lnTo>
                      <a:pt x="11406" y="48752"/>
                    </a:lnTo>
                    <a:lnTo>
                      <a:pt x="11406" y="55398"/>
                    </a:lnTo>
                    <a:lnTo>
                      <a:pt x="11356" y="55497"/>
                    </a:lnTo>
                    <a:lnTo>
                      <a:pt x="11257" y="55547"/>
                    </a:lnTo>
                    <a:lnTo>
                      <a:pt x="7091" y="55547"/>
                    </a:lnTo>
                    <a:lnTo>
                      <a:pt x="6992" y="55497"/>
                    </a:lnTo>
                    <a:lnTo>
                      <a:pt x="6943" y="55398"/>
                    </a:lnTo>
                    <a:lnTo>
                      <a:pt x="6943" y="48752"/>
                    </a:lnTo>
                    <a:lnTo>
                      <a:pt x="6992" y="48653"/>
                    </a:lnTo>
                    <a:lnTo>
                      <a:pt x="7091" y="48603"/>
                    </a:lnTo>
                    <a:lnTo>
                      <a:pt x="11257" y="48603"/>
                    </a:lnTo>
                    <a:close/>
                    <a:moveTo>
                      <a:pt x="11356" y="58572"/>
                    </a:moveTo>
                    <a:lnTo>
                      <a:pt x="11406" y="58671"/>
                    </a:lnTo>
                    <a:lnTo>
                      <a:pt x="11406" y="65317"/>
                    </a:lnTo>
                    <a:lnTo>
                      <a:pt x="11356" y="65416"/>
                    </a:lnTo>
                    <a:lnTo>
                      <a:pt x="11257" y="65466"/>
                    </a:lnTo>
                    <a:lnTo>
                      <a:pt x="7091" y="65466"/>
                    </a:lnTo>
                    <a:lnTo>
                      <a:pt x="6992" y="65416"/>
                    </a:lnTo>
                    <a:lnTo>
                      <a:pt x="6943" y="65317"/>
                    </a:lnTo>
                    <a:lnTo>
                      <a:pt x="6943" y="58671"/>
                    </a:lnTo>
                    <a:lnTo>
                      <a:pt x="6992" y="58572"/>
                    </a:lnTo>
                    <a:lnTo>
                      <a:pt x="7091" y="58522"/>
                    </a:lnTo>
                    <a:lnTo>
                      <a:pt x="11257" y="58522"/>
                    </a:lnTo>
                    <a:close/>
                    <a:moveTo>
                      <a:pt x="11356" y="68491"/>
                    </a:moveTo>
                    <a:lnTo>
                      <a:pt x="11406" y="68590"/>
                    </a:lnTo>
                    <a:lnTo>
                      <a:pt x="11406" y="75236"/>
                    </a:lnTo>
                    <a:lnTo>
                      <a:pt x="11356" y="75335"/>
                    </a:lnTo>
                    <a:lnTo>
                      <a:pt x="11257" y="75385"/>
                    </a:lnTo>
                    <a:lnTo>
                      <a:pt x="7091" y="75385"/>
                    </a:lnTo>
                    <a:lnTo>
                      <a:pt x="6992" y="75335"/>
                    </a:lnTo>
                    <a:lnTo>
                      <a:pt x="6943" y="75236"/>
                    </a:lnTo>
                    <a:lnTo>
                      <a:pt x="6943" y="68590"/>
                    </a:lnTo>
                    <a:lnTo>
                      <a:pt x="6992" y="68491"/>
                    </a:lnTo>
                    <a:lnTo>
                      <a:pt x="7091" y="68441"/>
                    </a:lnTo>
                    <a:lnTo>
                      <a:pt x="11257" y="68441"/>
                    </a:lnTo>
                    <a:close/>
                    <a:moveTo>
                      <a:pt x="11356" y="78410"/>
                    </a:moveTo>
                    <a:lnTo>
                      <a:pt x="11406" y="78509"/>
                    </a:lnTo>
                    <a:lnTo>
                      <a:pt x="11406" y="85155"/>
                    </a:lnTo>
                    <a:lnTo>
                      <a:pt x="11356" y="85254"/>
                    </a:lnTo>
                    <a:lnTo>
                      <a:pt x="11257" y="85304"/>
                    </a:lnTo>
                    <a:lnTo>
                      <a:pt x="7091" y="85304"/>
                    </a:lnTo>
                    <a:lnTo>
                      <a:pt x="6992" y="85254"/>
                    </a:lnTo>
                    <a:lnTo>
                      <a:pt x="6943" y="85155"/>
                    </a:lnTo>
                    <a:lnTo>
                      <a:pt x="6943" y="78509"/>
                    </a:lnTo>
                    <a:lnTo>
                      <a:pt x="6992" y="78410"/>
                    </a:lnTo>
                    <a:lnTo>
                      <a:pt x="7091" y="78360"/>
                    </a:lnTo>
                    <a:lnTo>
                      <a:pt x="11257" y="78360"/>
                    </a:lnTo>
                    <a:close/>
                    <a:moveTo>
                      <a:pt x="11356" y="88329"/>
                    </a:moveTo>
                    <a:lnTo>
                      <a:pt x="11406" y="88428"/>
                    </a:lnTo>
                    <a:lnTo>
                      <a:pt x="11406" y="95074"/>
                    </a:lnTo>
                    <a:lnTo>
                      <a:pt x="11356" y="95173"/>
                    </a:lnTo>
                    <a:lnTo>
                      <a:pt x="11257" y="95223"/>
                    </a:lnTo>
                    <a:lnTo>
                      <a:pt x="7091" y="95223"/>
                    </a:lnTo>
                    <a:lnTo>
                      <a:pt x="6992" y="95173"/>
                    </a:lnTo>
                    <a:lnTo>
                      <a:pt x="6943" y="95074"/>
                    </a:lnTo>
                    <a:lnTo>
                      <a:pt x="6943" y="88428"/>
                    </a:lnTo>
                    <a:lnTo>
                      <a:pt x="6992" y="88329"/>
                    </a:lnTo>
                    <a:lnTo>
                      <a:pt x="7091" y="88280"/>
                    </a:lnTo>
                    <a:lnTo>
                      <a:pt x="11257" y="88280"/>
                    </a:lnTo>
                    <a:close/>
                    <a:moveTo>
                      <a:pt x="11356" y="98248"/>
                    </a:moveTo>
                    <a:lnTo>
                      <a:pt x="11406" y="98347"/>
                    </a:lnTo>
                    <a:lnTo>
                      <a:pt x="11406" y="104993"/>
                    </a:lnTo>
                    <a:lnTo>
                      <a:pt x="11356" y="105092"/>
                    </a:lnTo>
                    <a:lnTo>
                      <a:pt x="11257" y="105142"/>
                    </a:lnTo>
                    <a:lnTo>
                      <a:pt x="7091" y="105142"/>
                    </a:lnTo>
                    <a:lnTo>
                      <a:pt x="6992" y="105092"/>
                    </a:lnTo>
                    <a:lnTo>
                      <a:pt x="6943" y="104993"/>
                    </a:lnTo>
                    <a:lnTo>
                      <a:pt x="6943" y="98347"/>
                    </a:lnTo>
                    <a:lnTo>
                      <a:pt x="6992" y="98248"/>
                    </a:lnTo>
                    <a:lnTo>
                      <a:pt x="7091" y="98199"/>
                    </a:lnTo>
                    <a:lnTo>
                      <a:pt x="11257" y="98199"/>
                    </a:lnTo>
                    <a:close/>
                    <a:moveTo>
                      <a:pt x="11356" y="108167"/>
                    </a:moveTo>
                    <a:lnTo>
                      <a:pt x="11406" y="108266"/>
                    </a:lnTo>
                    <a:lnTo>
                      <a:pt x="11406" y="114912"/>
                    </a:lnTo>
                    <a:lnTo>
                      <a:pt x="11356" y="115011"/>
                    </a:lnTo>
                    <a:lnTo>
                      <a:pt x="11257" y="115061"/>
                    </a:lnTo>
                    <a:lnTo>
                      <a:pt x="7091" y="115061"/>
                    </a:lnTo>
                    <a:lnTo>
                      <a:pt x="6992" y="115011"/>
                    </a:lnTo>
                    <a:lnTo>
                      <a:pt x="6943" y="114912"/>
                    </a:lnTo>
                    <a:lnTo>
                      <a:pt x="6943" y="108266"/>
                    </a:lnTo>
                    <a:lnTo>
                      <a:pt x="6992" y="108167"/>
                    </a:lnTo>
                    <a:lnTo>
                      <a:pt x="7091" y="108118"/>
                    </a:lnTo>
                    <a:lnTo>
                      <a:pt x="11257" y="108118"/>
                    </a:lnTo>
                    <a:close/>
                    <a:moveTo>
                      <a:pt x="11356" y="118086"/>
                    </a:moveTo>
                    <a:lnTo>
                      <a:pt x="11406" y="118186"/>
                    </a:lnTo>
                    <a:lnTo>
                      <a:pt x="11406" y="124831"/>
                    </a:lnTo>
                    <a:lnTo>
                      <a:pt x="11356" y="124930"/>
                    </a:lnTo>
                    <a:lnTo>
                      <a:pt x="11257" y="124980"/>
                    </a:lnTo>
                    <a:lnTo>
                      <a:pt x="7091" y="124980"/>
                    </a:lnTo>
                    <a:lnTo>
                      <a:pt x="6992" y="124930"/>
                    </a:lnTo>
                    <a:lnTo>
                      <a:pt x="6943" y="124831"/>
                    </a:lnTo>
                    <a:lnTo>
                      <a:pt x="6943" y="118186"/>
                    </a:lnTo>
                    <a:lnTo>
                      <a:pt x="6992" y="118086"/>
                    </a:lnTo>
                    <a:lnTo>
                      <a:pt x="7091" y="118037"/>
                    </a:lnTo>
                    <a:lnTo>
                      <a:pt x="11257" y="118037"/>
                    </a:lnTo>
                    <a:close/>
                    <a:moveTo>
                      <a:pt x="11356" y="128005"/>
                    </a:moveTo>
                    <a:lnTo>
                      <a:pt x="11406" y="128105"/>
                    </a:lnTo>
                    <a:lnTo>
                      <a:pt x="11406" y="134750"/>
                    </a:lnTo>
                    <a:lnTo>
                      <a:pt x="11356" y="134850"/>
                    </a:lnTo>
                    <a:lnTo>
                      <a:pt x="11257" y="134899"/>
                    </a:lnTo>
                    <a:lnTo>
                      <a:pt x="7091" y="134899"/>
                    </a:lnTo>
                    <a:lnTo>
                      <a:pt x="6992" y="134850"/>
                    </a:lnTo>
                    <a:lnTo>
                      <a:pt x="6943" y="134750"/>
                    </a:lnTo>
                    <a:lnTo>
                      <a:pt x="6943" y="128105"/>
                    </a:lnTo>
                    <a:lnTo>
                      <a:pt x="6992" y="128005"/>
                    </a:lnTo>
                    <a:lnTo>
                      <a:pt x="7091" y="127956"/>
                    </a:lnTo>
                    <a:lnTo>
                      <a:pt x="11257" y="127956"/>
                    </a:lnTo>
                    <a:close/>
                    <a:moveTo>
                      <a:pt x="11356" y="137924"/>
                    </a:moveTo>
                    <a:lnTo>
                      <a:pt x="11406" y="138024"/>
                    </a:lnTo>
                    <a:lnTo>
                      <a:pt x="11406" y="144669"/>
                    </a:lnTo>
                    <a:lnTo>
                      <a:pt x="11356" y="144769"/>
                    </a:lnTo>
                    <a:lnTo>
                      <a:pt x="11257" y="144818"/>
                    </a:lnTo>
                    <a:lnTo>
                      <a:pt x="7091" y="144818"/>
                    </a:lnTo>
                    <a:lnTo>
                      <a:pt x="6992" y="144769"/>
                    </a:lnTo>
                    <a:lnTo>
                      <a:pt x="6943" y="144669"/>
                    </a:lnTo>
                    <a:lnTo>
                      <a:pt x="6943" y="138024"/>
                    </a:lnTo>
                    <a:lnTo>
                      <a:pt x="6992" y="137924"/>
                    </a:lnTo>
                    <a:lnTo>
                      <a:pt x="7091" y="137875"/>
                    </a:lnTo>
                    <a:lnTo>
                      <a:pt x="11257" y="137875"/>
                    </a:lnTo>
                    <a:close/>
                    <a:moveTo>
                      <a:pt x="11356" y="147844"/>
                    </a:moveTo>
                    <a:lnTo>
                      <a:pt x="11406" y="147943"/>
                    </a:lnTo>
                    <a:lnTo>
                      <a:pt x="11406" y="154589"/>
                    </a:lnTo>
                    <a:lnTo>
                      <a:pt x="11356" y="154688"/>
                    </a:lnTo>
                    <a:lnTo>
                      <a:pt x="11257" y="154737"/>
                    </a:lnTo>
                    <a:lnTo>
                      <a:pt x="7091" y="154737"/>
                    </a:lnTo>
                    <a:lnTo>
                      <a:pt x="6992" y="154688"/>
                    </a:lnTo>
                    <a:lnTo>
                      <a:pt x="6943" y="154589"/>
                    </a:lnTo>
                    <a:lnTo>
                      <a:pt x="6943" y="147943"/>
                    </a:lnTo>
                    <a:lnTo>
                      <a:pt x="6992" y="147844"/>
                    </a:lnTo>
                    <a:lnTo>
                      <a:pt x="7091" y="147794"/>
                    </a:lnTo>
                    <a:lnTo>
                      <a:pt x="11257" y="147794"/>
                    </a:lnTo>
                    <a:close/>
                    <a:moveTo>
                      <a:pt x="11356" y="157763"/>
                    </a:moveTo>
                    <a:lnTo>
                      <a:pt x="11406" y="157862"/>
                    </a:lnTo>
                    <a:lnTo>
                      <a:pt x="11406" y="164508"/>
                    </a:lnTo>
                    <a:lnTo>
                      <a:pt x="11356" y="164607"/>
                    </a:lnTo>
                    <a:lnTo>
                      <a:pt x="11257" y="164656"/>
                    </a:lnTo>
                    <a:lnTo>
                      <a:pt x="7091" y="164656"/>
                    </a:lnTo>
                    <a:lnTo>
                      <a:pt x="6992" y="164607"/>
                    </a:lnTo>
                    <a:lnTo>
                      <a:pt x="6943" y="164508"/>
                    </a:lnTo>
                    <a:lnTo>
                      <a:pt x="6943" y="157862"/>
                    </a:lnTo>
                    <a:lnTo>
                      <a:pt x="6992" y="157763"/>
                    </a:lnTo>
                    <a:lnTo>
                      <a:pt x="7091" y="157713"/>
                    </a:lnTo>
                    <a:lnTo>
                      <a:pt x="11257" y="157713"/>
                    </a:lnTo>
                    <a:close/>
                    <a:moveTo>
                      <a:pt x="11356" y="168351"/>
                    </a:moveTo>
                    <a:lnTo>
                      <a:pt x="11406" y="168450"/>
                    </a:lnTo>
                    <a:lnTo>
                      <a:pt x="11406" y="174427"/>
                    </a:lnTo>
                    <a:lnTo>
                      <a:pt x="11356" y="174526"/>
                    </a:lnTo>
                    <a:lnTo>
                      <a:pt x="11257" y="174575"/>
                    </a:lnTo>
                    <a:lnTo>
                      <a:pt x="7091" y="174575"/>
                    </a:lnTo>
                    <a:lnTo>
                      <a:pt x="6992" y="174526"/>
                    </a:lnTo>
                    <a:lnTo>
                      <a:pt x="6943" y="174427"/>
                    </a:lnTo>
                    <a:lnTo>
                      <a:pt x="6943" y="168450"/>
                    </a:lnTo>
                    <a:lnTo>
                      <a:pt x="6992" y="168351"/>
                    </a:lnTo>
                    <a:lnTo>
                      <a:pt x="7091" y="168302"/>
                    </a:lnTo>
                    <a:lnTo>
                      <a:pt x="11257" y="168302"/>
                    </a:lnTo>
                    <a:close/>
                    <a:moveTo>
                      <a:pt x="11356" y="167682"/>
                    </a:moveTo>
                    <a:lnTo>
                      <a:pt x="11406" y="167781"/>
                    </a:lnTo>
                    <a:lnTo>
                      <a:pt x="11406" y="168153"/>
                    </a:lnTo>
                    <a:lnTo>
                      <a:pt x="11356" y="168252"/>
                    </a:lnTo>
                    <a:lnTo>
                      <a:pt x="11257" y="168302"/>
                    </a:lnTo>
                    <a:lnTo>
                      <a:pt x="7091" y="168302"/>
                    </a:lnTo>
                    <a:lnTo>
                      <a:pt x="6992" y="168252"/>
                    </a:lnTo>
                    <a:lnTo>
                      <a:pt x="6943" y="168153"/>
                    </a:lnTo>
                    <a:lnTo>
                      <a:pt x="6943" y="167781"/>
                    </a:lnTo>
                    <a:lnTo>
                      <a:pt x="6992" y="167682"/>
                    </a:lnTo>
                    <a:lnTo>
                      <a:pt x="7091" y="167632"/>
                    </a:lnTo>
                    <a:lnTo>
                      <a:pt x="11257" y="167632"/>
                    </a:lnTo>
                    <a:close/>
                    <a:moveTo>
                      <a:pt x="11356" y="177601"/>
                    </a:moveTo>
                    <a:lnTo>
                      <a:pt x="11406" y="177700"/>
                    </a:lnTo>
                    <a:lnTo>
                      <a:pt x="11406" y="184346"/>
                    </a:lnTo>
                    <a:lnTo>
                      <a:pt x="11356" y="184445"/>
                    </a:lnTo>
                    <a:lnTo>
                      <a:pt x="11257" y="184495"/>
                    </a:lnTo>
                    <a:lnTo>
                      <a:pt x="7091" y="184495"/>
                    </a:lnTo>
                    <a:lnTo>
                      <a:pt x="6992" y="184445"/>
                    </a:lnTo>
                    <a:lnTo>
                      <a:pt x="6943" y="184346"/>
                    </a:lnTo>
                    <a:lnTo>
                      <a:pt x="6943" y="177700"/>
                    </a:lnTo>
                    <a:lnTo>
                      <a:pt x="6992" y="177601"/>
                    </a:lnTo>
                    <a:lnTo>
                      <a:pt x="7091" y="177551"/>
                    </a:lnTo>
                    <a:lnTo>
                      <a:pt x="11257" y="177551"/>
                    </a:lnTo>
                    <a:close/>
                    <a:moveTo>
                      <a:pt x="11356" y="187520"/>
                    </a:moveTo>
                    <a:lnTo>
                      <a:pt x="11406" y="187619"/>
                    </a:lnTo>
                    <a:lnTo>
                      <a:pt x="11406" y="194265"/>
                    </a:lnTo>
                    <a:lnTo>
                      <a:pt x="11356" y="194364"/>
                    </a:lnTo>
                    <a:lnTo>
                      <a:pt x="11257" y="194414"/>
                    </a:lnTo>
                    <a:lnTo>
                      <a:pt x="7091" y="194414"/>
                    </a:lnTo>
                    <a:lnTo>
                      <a:pt x="6992" y="194364"/>
                    </a:lnTo>
                    <a:lnTo>
                      <a:pt x="6943" y="194265"/>
                    </a:lnTo>
                    <a:lnTo>
                      <a:pt x="6943" y="187619"/>
                    </a:lnTo>
                    <a:lnTo>
                      <a:pt x="6992" y="187520"/>
                    </a:lnTo>
                    <a:lnTo>
                      <a:pt x="7091" y="187470"/>
                    </a:lnTo>
                    <a:lnTo>
                      <a:pt x="11257" y="187470"/>
                    </a:lnTo>
                    <a:close/>
                    <a:moveTo>
                      <a:pt x="11356" y="197439"/>
                    </a:moveTo>
                    <a:lnTo>
                      <a:pt x="11406" y="197538"/>
                    </a:lnTo>
                    <a:lnTo>
                      <a:pt x="11406" y="204184"/>
                    </a:lnTo>
                    <a:lnTo>
                      <a:pt x="11356" y="204283"/>
                    </a:lnTo>
                    <a:lnTo>
                      <a:pt x="11257" y="204333"/>
                    </a:lnTo>
                    <a:lnTo>
                      <a:pt x="7091" y="204333"/>
                    </a:lnTo>
                    <a:lnTo>
                      <a:pt x="6992" y="204283"/>
                    </a:lnTo>
                    <a:lnTo>
                      <a:pt x="6943" y="204184"/>
                    </a:lnTo>
                    <a:lnTo>
                      <a:pt x="6943" y="197538"/>
                    </a:lnTo>
                    <a:lnTo>
                      <a:pt x="6992" y="197439"/>
                    </a:lnTo>
                    <a:lnTo>
                      <a:pt x="7091" y="197389"/>
                    </a:lnTo>
                    <a:lnTo>
                      <a:pt x="11257" y="197389"/>
                    </a:lnTo>
                    <a:close/>
                    <a:moveTo>
                      <a:pt x="11356" y="207358"/>
                    </a:moveTo>
                    <a:lnTo>
                      <a:pt x="11406" y="207457"/>
                    </a:lnTo>
                    <a:lnTo>
                      <a:pt x="11406" y="214103"/>
                    </a:lnTo>
                    <a:lnTo>
                      <a:pt x="11356" y="214202"/>
                    </a:lnTo>
                    <a:lnTo>
                      <a:pt x="11257" y="214252"/>
                    </a:lnTo>
                    <a:lnTo>
                      <a:pt x="7091" y="214252"/>
                    </a:lnTo>
                    <a:lnTo>
                      <a:pt x="6992" y="214202"/>
                    </a:lnTo>
                    <a:lnTo>
                      <a:pt x="6943" y="214103"/>
                    </a:lnTo>
                    <a:lnTo>
                      <a:pt x="6943" y="207457"/>
                    </a:lnTo>
                    <a:lnTo>
                      <a:pt x="6992" y="207358"/>
                    </a:lnTo>
                    <a:lnTo>
                      <a:pt x="7091" y="207308"/>
                    </a:lnTo>
                    <a:lnTo>
                      <a:pt x="11257" y="207308"/>
                    </a:lnTo>
                    <a:close/>
                    <a:moveTo>
                      <a:pt x="11356" y="217277"/>
                    </a:moveTo>
                    <a:lnTo>
                      <a:pt x="11406" y="217376"/>
                    </a:lnTo>
                    <a:lnTo>
                      <a:pt x="11406" y="224022"/>
                    </a:lnTo>
                    <a:lnTo>
                      <a:pt x="11356" y="224121"/>
                    </a:lnTo>
                    <a:lnTo>
                      <a:pt x="11257" y="224171"/>
                    </a:lnTo>
                    <a:lnTo>
                      <a:pt x="7091" y="224171"/>
                    </a:lnTo>
                    <a:lnTo>
                      <a:pt x="6992" y="224121"/>
                    </a:lnTo>
                    <a:lnTo>
                      <a:pt x="6943" y="224022"/>
                    </a:lnTo>
                    <a:lnTo>
                      <a:pt x="6943" y="217376"/>
                    </a:lnTo>
                    <a:lnTo>
                      <a:pt x="6992" y="217277"/>
                    </a:lnTo>
                    <a:lnTo>
                      <a:pt x="7091" y="217227"/>
                    </a:lnTo>
                    <a:lnTo>
                      <a:pt x="11257" y="217227"/>
                    </a:lnTo>
                    <a:close/>
                    <a:moveTo>
                      <a:pt x="11356" y="227196"/>
                    </a:moveTo>
                    <a:lnTo>
                      <a:pt x="11406" y="227295"/>
                    </a:lnTo>
                    <a:lnTo>
                      <a:pt x="11406" y="233941"/>
                    </a:lnTo>
                    <a:lnTo>
                      <a:pt x="11356" y="234040"/>
                    </a:lnTo>
                    <a:lnTo>
                      <a:pt x="11257" y="234090"/>
                    </a:lnTo>
                    <a:lnTo>
                      <a:pt x="7091" y="234090"/>
                    </a:lnTo>
                    <a:lnTo>
                      <a:pt x="6992" y="234040"/>
                    </a:lnTo>
                    <a:lnTo>
                      <a:pt x="6943" y="233941"/>
                    </a:lnTo>
                    <a:lnTo>
                      <a:pt x="6943" y="227295"/>
                    </a:lnTo>
                    <a:lnTo>
                      <a:pt x="6992" y="227196"/>
                    </a:lnTo>
                    <a:lnTo>
                      <a:pt x="7091" y="227147"/>
                    </a:lnTo>
                    <a:lnTo>
                      <a:pt x="11257" y="227147"/>
                    </a:lnTo>
                    <a:close/>
                    <a:moveTo>
                      <a:pt x="11356" y="237115"/>
                    </a:moveTo>
                    <a:lnTo>
                      <a:pt x="11406" y="237214"/>
                    </a:lnTo>
                    <a:lnTo>
                      <a:pt x="11406" y="243860"/>
                    </a:lnTo>
                    <a:lnTo>
                      <a:pt x="11356" y="243959"/>
                    </a:lnTo>
                    <a:lnTo>
                      <a:pt x="11257" y="244009"/>
                    </a:lnTo>
                    <a:lnTo>
                      <a:pt x="7091" y="244009"/>
                    </a:lnTo>
                    <a:lnTo>
                      <a:pt x="6992" y="243959"/>
                    </a:lnTo>
                    <a:lnTo>
                      <a:pt x="6943" y="243860"/>
                    </a:lnTo>
                    <a:lnTo>
                      <a:pt x="6943" y="237214"/>
                    </a:lnTo>
                    <a:lnTo>
                      <a:pt x="6992" y="237115"/>
                    </a:lnTo>
                    <a:lnTo>
                      <a:pt x="7091" y="237066"/>
                    </a:lnTo>
                    <a:lnTo>
                      <a:pt x="11257" y="237066"/>
                    </a:lnTo>
                    <a:close/>
                    <a:moveTo>
                      <a:pt x="11356" y="247034"/>
                    </a:moveTo>
                    <a:lnTo>
                      <a:pt x="11406" y="247133"/>
                    </a:lnTo>
                    <a:lnTo>
                      <a:pt x="11406" y="253779"/>
                    </a:lnTo>
                    <a:lnTo>
                      <a:pt x="11356" y="253878"/>
                    </a:lnTo>
                    <a:lnTo>
                      <a:pt x="11257" y="253928"/>
                    </a:lnTo>
                    <a:lnTo>
                      <a:pt x="7091" y="253928"/>
                    </a:lnTo>
                    <a:lnTo>
                      <a:pt x="6992" y="253878"/>
                    </a:lnTo>
                    <a:lnTo>
                      <a:pt x="6943" y="253779"/>
                    </a:lnTo>
                    <a:lnTo>
                      <a:pt x="6943" y="247133"/>
                    </a:lnTo>
                    <a:lnTo>
                      <a:pt x="6992" y="247034"/>
                    </a:lnTo>
                    <a:lnTo>
                      <a:pt x="7091" y="246985"/>
                    </a:lnTo>
                    <a:lnTo>
                      <a:pt x="11257" y="246985"/>
                    </a:lnTo>
                    <a:close/>
                    <a:moveTo>
                      <a:pt x="11356" y="256953"/>
                    </a:moveTo>
                    <a:lnTo>
                      <a:pt x="11406" y="257053"/>
                    </a:lnTo>
                    <a:lnTo>
                      <a:pt x="11406" y="263698"/>
                    </a:lnTo>
                    <a:lnTo>
                      <a:pt x="11356" y="263798"/>
                    </a:lnTo>
                    <a:lnTo>
                      <a:pt x="11257" y="263847"/>
                    </a:lnTo>
                    <a:lnTo>
                      <a:pt x="7091" y="263847"/>
                    </a:lnTo>
                    <a:lnTo>
                      <a:pt x="6992" y="263798"/>
                    </a:lnTo>
                    <a:lnTo>
                      <a:pt x="6943" y="263698"/>
                    </a:lnTo>
                    <a:lnTo>
                      <a:pt x="6943" y="257053"/>
                    </a:lnTo>
                    <a:lnTo>
                      <a:pt x="6992" y="256953"/>
                    </a:lnTo>
                    <a:lnTo>
                      <a:pt x="7091" y="256904"/>
                    </a:lnTo>
                    <a:lnTo>
                      <a:pt x="11257" y="256904"/>
                    </a:lnTo>
                    <a:close/>
                    <a:moveTo>
                      <a:pt x="11356" y="266872"/>
                    </a:moveTo>
                    <a:lnTo>
                      <a:pt x="11406" y="266972"/>
                    </a:lnTo>
                    <a:lnTo>
                      <a:pt x="11406" y="273617"/>
                    </a:lnTo>
                    <a:lnTo>
                      <a:pt x="11356" y="273717"/>
                    </a:lnTo>
                    <a:lnTo>
                      <a:pt x="11257" y="273766"/>
                    </a:lnTo>
                    <a:lnTo>
                      <a:pt x="7091" y="273766"/>
                    </a:lnTo>
                    <a:lnTo>
                      <a:pt x="6992" y="273717"/>
                    </a:lnTo>
                    <a:lnTo>
                      <a:pt x="6943" y="273617"/>
                    </a:lnTo>
                    <a:lnTo>
                      <a:pt x="6943" y="266972"/>
                    </a:lnTo>
                    <a:lnTo>
                      <a:pt x="6992" y="266872"/>
                    </a:lnTo>
                    <a:lnTo>
                      <a:pt x="7091" y="266823"/>
                    </a:lnTo>
                    <a:lnTo>
                      <a:pt x="11257" y="266823"/>
                    </a:lnTo>
                    <a:close/>
                    <a:moveTo>
                      <a:pt x="11356" y="276792"/>
                    </a:moveTo>
                    <a:lnTo>
                      <a:pt x="11406" y="276891"/>
                    </a:lnTo>
                    <a:lnTo>
                      <a:pt x="11406" y="283536"/>
                    </a:lnTo>
                    <a:lnTo>
                      <a:pt x="11356" y="283636"/>
                    </a:lnTo>
                    <a:lnTo>
                      <a:pt x="11257" y="283685"/>
                    </a:lnTo>
                    <a:lnTo>
                      <a:pt x="7091" y="283685"/>
                    </a:lnTo>
                    <a:lnTo>
                      <a:pt x="6992" y="283636"/>
                    </a:lnTo>
                    <a:lnTo>
                      <a:pt x="6943" y="283536"/>
                    </a:lnTo>
                    <a:lnTo>
                      <a:pt x="6943" y="276891"/>
                    </a:lnTo>
                    <a:lnTo>
                      <a:pt x="6992" y="276792"/>
                    </a:lnTo>
                    <a:lnTo>
                      <a:pt x="7091" y="276742"/>
                    </a:lnTo>
                    <a:lnTo>
                      <a:pt x="11257" y="276742"/>
                    </a:lnTo>
                    <a:close/>
                    <a:moveTo>
                      <a:pt x="11356" y="286711"/>
                    </a:moveTo>
                    <a:lnTo>
                      <a:pt x="11406" y="286810"/>
                    </a:lnTo>
                    <a:lnTo>
                      <a:pt x="11406" y="293456"/>
                    </a:lnTo>
                    <a:lnTo>
                      <a:pt x="11356" y="293555"/>
                    </a:lnTo>
                    <a:lnTo>
                      <a:pt x="11257" y="293604"/>
                    </a:lnTo>
                    <a:lnTo>
                      <a:pt x="7091" y="293604"/>
                    </a:lnTo>
                    <a:lnTo>
                      <a:pt x="6992" y="293555"/>
                    </a:lnTo>
                    <a:lnTo>
                      <a:pt x="6943" y="293456"/>
                    </a:lnTo>
                    <a:lnTo>
                      <a:pt x="6943" y="286810"/>
                    </a:lnTo>
                    <a:lnTo>
                      <a:pt x="6992" y="286711"/>
                    </a:lnTo>
                    <a:lnTo>
                      <a:pt x="7091" y="286661"/>
                    </a:lnTo>
                    <a:lnTo>
                      <a:pt x="11257" y="286661"/>
                    </a:lnTo>
                    <a:close/>
                    <a:moveTo>
                      <a:pt x="11356" y="296630"/>
                    </a:moveTo>
                    <a:lnTo>
                      <a:pt x="11406" y="296729"/>
                    </a:lnTo>
                    <a:lnTo>
                      <a:pt x="11406" y="303375"/>
                    </a:lnTo>
                    <a:lnTo>
                      <a:pt x="11356" y="303474"/>
                    </a:lnTo>
                    <a:lnTo>
                      <a:pt x="11257" y="303523"/>
                    </a:lnTo>
                    <a:lnTo>
                      <a:pt x="7091" y="303523"/>
                    </a:lnTo>
                    <a:lnTo>
                      <a:pt x="6992" y="303474"/>
                    </a:lnTo>
                    <a:lnTo>
                      <a:pt x="6943" y="303375"/>
                    </a:lnTo>
                    <a:lnTo>
                      <a:pt x="6943" y="296729"/>
                    </a:lnTo>
                    <a:lnTo>
                      <a:pt x="6992" y="296630"/>
                    </a:lnTo>
                    <a:lnTo>
                      <a:pt x="7091" y="296580"/>
                    </a:lnTo>
                    <a:lnTo>
                      <a:pt x="11257" y="296580"/>
                    </a:lnTo>
                    <a:close/>
                    <a:moveTo>
                      <a:pt x="11356" y="306549"/>
                    </a:moveTo>
                    <a:lnTo>
                      <a:pt x="11406" y="306648"/>
                    </a:lnTo>
                    <a:lnTo>
                      <a:pt x="11406" y="313294"/>
                    </a:lnTo>
                    <a:lnTo>
                      <a:pt x="11356" y="313393"/>
                    </a:lnTo>
                    <a:lnTo>
                      <a:pt x="11257" y="313442"/>
                    </a:lnTo>
                    <a:lnTo>
                      <a:pt x="7091" y="313442"/>
                    </a:lnTo>
                    <a:lnTo>
                      <a:pt x="6992" y="313393"/>
                    </a:lnTo>
                    <a:lnTo>
                      <a:pt x="6943" y="313294"/>
                    </a:lnTo>
                    <a:lnTo>
                      <a:pt x="6943" y="306648"/>
                    </a:lnTo>
                    <a:lnTo>
                      <a:pt x="6992" y="306549"/>
                    </a:lnTo>
                    <a:lnTo>
                      <a:pt x="7091" y="306499"/>
                    </a:lnTo>
                    <a:lnTo>
                      <a:pt x="11257" y="306499"/>
                    </a:lnTo>
                    <a:close/>
                    <a:moveTo>
                      <a:pt x="11356" y="316468"/>
                    </a:moveTo>
                    <a:lnTo>
                      <a:pt x="11406" y="316567"/>
                    </a:lnTo>
                    <a:lnTo>
                      <a:pt x="11406" y="323213"/>
                    </a:lnTo>
                    <a:lnTo>
                      <a:pt x="11356" y="323312"/>
                    </a:lnTo>
                    <a:lnTo>
                      <a:pt x="11257" y="323362"/>
                    </a:lnTo>
                    <a:lnTo>
                      <a:pt x="7091" y="323362"/>
                    </a:lnTo>
                    <a:lnTo>
                      <a:pt x="6992" y="323312"/>
                    </a:lnTo>
                    <a:lnTo>
                      <a:pt x="6943" y="323213"/>
                    </a:lnTo>
                    <a:lnTo>
                      <a:pt x="6943" y="316567"/>
                    </a:lnTo>
                    <a:lnTo>
                      <a:pt x="6992" y="316468"/>
                    </a:lnTo>
                    <a:lnTo>
                      <a:pt x="7091" y="316418"/>
                    </a:lnTo>
                    <a:lnTo>
                      <a:pt x="11257" y="316418"/>
                    </a:lnTo>
                    <a:close/>
                    <a:moveTo>
                      <a:pt x="11356" y="326387"/>
                    </a:moveTo>
                    <a:lnTo>
                      <a:pt x="11406" y="326486"/>
                    </a:lnTo>
                    <a:lnTo>
                      <a:pt x="11406" y="333132"/>
                    </a:lnTo>
                    <a:lnTo>
                      <a:pt x="11356" y="333231"/>
                    </a:lnTo>
                    <a:lnTo>
                      <a:pt x="11257" y="333281"/>
                    </a:lnTo>
                    <a:lnTo>
                      <a:pt x="7091" y="333281"/>
                    </a:lnTo>
                    <a:lnTo>
                      <a:pt x="6992" y="333231"/>
                    </a:lnTo>
                    <a:lnTo>
                      <a:pt x="6943" y="333132"/>
                    </a:lnTo>
                    <a:lnTo>
                      <a:pt x="6943" y="326486"/>
                    </a:lnTo>
                    <a:lnTo>
                      <a:pt x="6992" y="326387"/>
                    </a:lnTo>
                    <a:lnTo>
                      <a:pt x="7091" y="326337"/>
                    </a:lnTo>
                    <a:lnTo>
                      <a:pt x="11257" y="326337"/>
                    </a:lnTo>
                    <a:close/>
                    <a:moveTo>
                      <a:pt x="11356" y="336306"/>
                    </a:moveTo>
                    <a:lnTo>
                      <a:pt x="11406" y="336405"/>
                    </a:lnTo>
                    <a:lnTo>
                      <a:pt x="11406" y="343051"/>
                    </a:lnTo>
                    <a:lnTo>
                      <a:pt x="11356" y="343150"/>
                    </a:lnTo>
                    <a:lnTo>
                      <a:pt x="11257" y="343200"/>
                    </a:lnTo>
                    <a:lnTo>
                      <a:pt x="7091" y="343200"/>
                    </a:lnTo>
                    <a:lnTo>
                      <a:pt x="6992" y="343150"/>
                    </a:lnTo>
                    <a:lnTo>
                      <a:pt x="6943" y="343051"/>
                    </a:lnTo>
                    <a:lnTo>
                      <a:pt x="6943" y="336405"/>
                    </a:lnTo>
                    <a:lnTo>
                      <a:pt x="6992" y="336306"/>
                    </a:lnTo>
                    <a:lnTo>
                      <a:pt x="7091" y="336256"/>
                    </a:lnTo>
                    <a:lnTo>
                      <a:pt x="11257" y="336256"/>
                    </a:lnTo>
                    <a:close/>
                    <a:moveTo>
                      <a:pt x="11356" y="346225"/>
                    </a:moveTo>
                    <a:lnTo>
                      <a:pt x="11406" y="346324"/>
                    </a:lnTo>
                    <a:lnTo>
                      <a:pt x="11406" y="352970"/>
                    </a:lnTo>
                    <a:lnTo>
                      <a:pt x="11356" y="353069"/>
                    </a:lnTo>
                    <a:lnTo>
                      <a:pt x="11257" y="353119"/>
                    </a:lnTo>
                    <a:lnTo>
                      <a:pt x="7091" y="353119"/>
                    </a:lnTo>
                    <a:lnTo>
                      <a:pt x="6992" y="353069"/>
                    </a:lnTo>
                    <a:lnTo>
                      <a:pt x="6943" y="352970"/>
                    </a:lnTo>
                    <a:lnTo>
                      <a:pt x="6943" y="346324"/>
                    </a:lnTo>
                    <a:lnTo>
                      <a:pt x="6992" y="346225"/>
                    </a:lnTo>
                    <a:lnTo>
                      <a:pt x="7091" y="346175"/>
                    </a:lnTo>
                    <a:lnTo>
                      <a:pt x="11257" y="346175"/>
                    </a:lnTo>
                    <a:close/>
                    <a:moveTo>
                      <a:pt x="11356" y="356144"/>
                    </a:moveTo>
                    <a:lnTo>
                      <a:pt x="11406" y="356243"/>
                    </a:lnTo>
                    <a:lnTo>
                      <a:pt x="11406" y="362889"/>
                    </a:lnTo>
                    <a:lnTo>
                      <a:pt x="11356" y="362988"/>
                    </a:lnTo>
                    <a:lnTo>
                      <a:pt x="11257" y="363038"/>
                    </a:lnTo>
                    <a:lnTo>
                      <a:pt x="7091" y="363038"/>
                    </a:lnTo>
                    <a:lnTo>
                      <a:pt x="6992" y="362988"/>
                    </a:lnTo>
                    <a:lnTo>
                      <a:pt x="6943" y="362889"/>
                    </a:lnTo>
                    <a:lnTo>
                      <a:pt x="6943" y="356243"/>
                    </a:lnTo>
                    <a:lnTo>
                      <a:pt x="6992" y="356144"/>
                    </a:lnTo>
                    <a:lnTo>
                      <a:pt x="7091" y="356095"/>
                    </a:lnTo>
                    <a:lnTo>
                      <a:pt x="11257" y="356095"/>
                    </a:lnTo>
                    <a:close/>
                    <a:moveTo>
                      <a:pt x="11356" y="366063"/>
                    </a:moveTo>
                    <a:lnTo>
                      <a:pt x="11406" y="366162"/>
                    </a:lnTo>
                    <a:lnTo>
                      <a:pt x="11406" y="372808"/>
                    </a:lnTo>
                    <a:lnTo>
                      <a:pt x="11356" y="372907"/>
                    </a:lnTo>
                    <a:lnTo>
                      <a:pt x="11257" y="372957"/>
                    </a:lnTo>
                    <a:lnTo>
                      <a:pt x="7091" y="372957"/>
                    </a:lnTo>
                    <a:lnTo>
                      <a:pt x="6992" y="372907"/>
                    </a:lnTo>
                    <a:lnTo>
                      <a:pt x="6943" y="372808"/>
                    </a:lnTo>
                    <a:lnTo>
                      <a:pt x="6943" y="366162"/>
                    </a:lnTo>
                    <a:lnTo>
                      <a:pt x="6992" y="366063"/>
                    </a:lnTo>
                    <a:lnTo>
                      <a:pt x="7091" y="366014"/>
                    </a:lnTo>
                    <a:lnTo>
                      <a:pt x="11257" y="366014"/>
                    </a:lnTo>
                    <a:close/>
                    <a:moveTo>
                      <a:pt x="11356" y="375982"/>
                    </a:moveTo>
                    <a:lnTo>
                      <a:pt x="11406" y="376081"/>
                    </a:lnTo>
                    <a:lnTo>
                      <a:pt x="11406" y="382727"/>
                    </a:lnTo>
                    <a:lnTo>
                      <a:pt x="11356" y="382826"/>
                    </a:lnTo>
                    <a:lnTo>
                      <a:pt x="11257" y="382876"/>
                    </a:lnTo>
                    <a:lnTo>
                      <a:pt x="7091" y="382876"/>
                    </a:lnTo>
                    <a:lnTo>
                      <a:pt x="6992" y="382826"/>
                    </a:lnTo>
                    <a:lnTo>
                      <a:pt x="6943" y="382727"/>
                    </a:lnTo>
                    <a:lnTo>
                      <a:pt x="6943" y="376081"/>
                    </a:lnTo>
                    <a:lnTo>
                      <a:pt x="6992" y="375982"/>
                    </a:lnTo>
                    <a:lnTo>
                      <a:pt x="7091" y="375933"/>
                    </a:lnTo>
                    <a:lnTo>
                      <a:pt x="11257" y="375933"/>
                    </a:lnTo>
                    <a:close/>
                    <a:moveTo>
                      <a:pt x="11356" y="385901"/>
                    </a:moveTo>
                    <a:lnTo>
                      <a:pt x="11406" y="386001"/>
                    </a:lnTo>
                    <a:lnTo>
                      <a:pt x="11406" y="392646"/>
                    </a:lnTo>
                    <a:lnTo>
                      <a:pt x="11356" y="392745"/>
                    </a:lnTo>
                    <a:lnTo>
                      <a:pt x="11257" y="392795"/>
                    </a:lnTo>
                    <a:lnTo>
                      <a:pt x="7091" y="392795"/>
                    </a:lnTo>
                    <a:lnTo>
                      <a:pt x="6992" y="392745"/>
                    </a:lnTo>
                    <a:lnTo>
                      <a:pt x="6943" y="392646"/>
                    </a:lnTo>
                    <a:lnTo>
                      <a:pt x="6943" y="386001"/>
                    </a:lnTo>
                    <a:lnTo>
                      <a:pt x="6992" y="385901"/>
                    </a:lnTo>
                    <a:lnTo>
                      <a:pt x="7091" y="385852"/>
                    </a:lnTo>
                    <a:lnTo>
                      <a:pt x="11257" y="385852"/>
                    </a:lnTo>
                    <a:close/>
                    <a:moveTo>
                      <a:pt x="11356" y="395820"/>
                    </a:moveTo>
                    <a:lnTo>
                      <a:pt x="11406" y="395920"/>
                    </a:lnTo>
                    <a:lnTo>
                      <a:pt x="11406" y="402565"/>
                    </a:lnTo>
                    <a:lnTo>
                      <a:pt x="11356" y="402665"/>
                    </a:lnTo>
                    <a:lnTo>
                      <a:pt x="11257" y="402714"/>
                    </a:lnTo>
                    <a:lnTo>
                      <a:pt x="7091" y="402714"/>
                    </a:lnTo>
                    <a:lnTo>
                      <a:pt x="6992" y="402665"/>
                    </a:lnTo>
                    <a:lnTo>
                      <a:pt x="6943" y="402565"/>
                    </a:lnTo>
                    <a:lnTo>
                      <a:pt x="6943" y="395920"/>
                    </a:lnTo>
                    <a:lnTo>
                      <a:pt x="6992" y="395820"/>
                    </a:lnTo>
                    <a:lnTo>
                      <a:pt x="7091" y="395771"/>
                    </a:lnTo>
                    <a:lnTo>
                      <a:pt x="11257" y="395771"/>
                    </a:lnTo>
                    <a:close/>
                    <a:moveTo>
                      <a:pt x="11356" y="405739"/>
                    </a:moveTo>
                    <a:lnTo>
                      <a:pt x="11406" y="405839"/>
                    </a:lnTo>
                    <a:lnTo>
                      <a:pt x="11406" y="412484"/>
                    </a:lnTo>
                    <a:lnTo>
                      <a:pt x="11356" y="412584"/>
                    </a:lnTo>
                    <a:lnTo>
                      <a:pt x="11257" y="412633"/>
                    </a:lnTo>
                    <a:lnTo>
                      <a:pt x="7091" y="412633"/>
                    </a:lnTo>
                    <a:lnTo>
                      <a:pt x="6992" y="412584"/>
                    </a:lnTo>
                    <a:lnTo>
                      <a:pt x="6943" y="412484"/>
                    </a:lnTo>
                    <a:lnTo>
                      <a:pt x="6943" y="405839"/>
                    </a:lnTo>
                    <a:lnTo>
                      <a:pt x="6992" y="405739"/>
                    </a:lnTo>
                    <a:lnTo>
                      <a:pt x="7091" y="405690"/>
                    </a:lnTo>
                    <a:lnTo>
                      <a:pt x="11257" y="405690"/>
                    </a:lnTo>
                    <a:close/>
                    <a:moveTo>
                      <a:pt x="11356" y="415659"/>
                    </a:moveTo>
                    <a:lnTo>
                      <a:pt x="11406" y="415758"/>
                    </a:lnTo>
                    <a:lnTo>
                      <a:pt x="11406" y="422404"/>
                    </a:lnTo>
                    <a:lnTo>
                      <a:pt x="11356" y="422503"/>
                    </a:lnTo>
                    <a:lnTo>
                      <a:pt x="11257" y="422552"/>
                    </a:lnTo>
                    <a:lnTo>
                      <a:pt x="7091" y="422552"/>
                    </a:lnTo>
                    <a:lnTo>
                      <a:pt x="6992" y="422503"/>
                    </a:lnTo>
                    <a:lnTo>
                      <a:pt x="6943" y="422404"/>
                    </a:lnTo>
                    <a:lnTo>
                      <a:pt x="6943" y="415758"/>
                    </a:lnTo>
                    <a:lnTo>
                      <a:pt x="6992" y="415659"/>
                    </a:lnTo>
                    <a:lnTo>
                      <a:pt x="7091" y="415609"/>
                    </a:lnTo>
                    <a:lnTo>
                      <a:pt x="11257" y="415609"/>
                    </a:lnTo>
                    <a:close/>
                    <a:moveTo>
                      <a:pt x="11356" y="425578"/>
                    </a:moveTo>
                    <a:lnTo>
                      <a:pt x="11406" y="425677"/>
                    </a:lnTo>
                    <a:lnTo>
                      <a:pt x="11406" y="432323"/>
                    </a:lnTo>
                    <a:lnTo>
                      <a:pt x="11356" y="432422"/>
                    </a:lnTo>
                    <a:lnTo>
                      <a:pt x="11257" y="432471"/>
                    </a:lnTo>
                    <a:lnTo>
                      <a:pt x="7091" y="432471"/>
                    </a:lnTo>
                    <a:lnTo>
                      <a:pt x="6992" y="432422"/>
                    </a:lnTo>
                    <a:lnTo>
                      <a:pt x="6943" y="432323"/>
                    </a:lnTo>
                    <a:lnTo>
                      <a:pt x="6943" y="425677"/>
                    </a:lnTo>
                    <a:lnTo>
                      <a:pt x="6992" y="425578"/>
                    </a:lnTo>
                    <a:lnTo>
                      <a:pt x="7091" y="425528"/>
                    </a:lnTo>
                    <a:lnTo>
                      <a:pt x="11257" y="425528"/>
                    </a:lnTo>
                    <a:close/>
                    <a:moveTo>
                      <a:pt x="11356" y="435497"/>
                    </a:moveTo>
                    <a:lnTo>
                      <a:pt x="11406" y="435596"/>
                    </a:lnTo>
                    <a:lnTo>
                      <a:pt x="11406" y="442242"/>
                    </a:lnTo>
                    <a:lnTo>
                      <a:pt x="11356" y="442341"/>
                    </a:lnTo>
                    <a:lnTo>
                      <a:pt x="11257" y="442390"/>
                    </a:lnTo>
                    <a:lnTo>
                      <a:pt x="7091" y="442390"/>
                    </a:lnTo>
                    <a:lnTo>
                      <a:pt x="6992" y="442341"/>
                    </a:lnTo>
                    <a:lnTo>
                      <a:pt x="6943" y="442242"/>
                    </a:lnTo>
                    <a:lnTo>
                      <a:pt x="6943" y="435596"/>
                    </a:lnTo>
                    <a:lnTo>
                      <a:pt x="6992" y="435497"/>
                    </a:lnTo>
                    <a:lnTo>
                      <a:pt x="7091" y="435447"/>
                    </a:lnTo>
                    <a:lnTo>
                      <a:pt x="11257" y="435447"/>
                    </a:lnTo>
                    <a:close/>
                    <a:moveTo>
                      <a:pt x="11356" y="445416"/>
                    </a:moveTo>
                    <a:lnTo>
                      <a:pt x="11406" y="445515"/>
                    </a:lnTo>
                    <a:lnTo>
                      <a:pt x="11406" y="452161"/>
                    </a:lnTo>
                    <a:lnTo>
                      <a:pt x="11356" y="452260"/>
                    </a:lnTo>
                    <a:lnTo>
                      <a:pt x="11257" y="452310"/>
                    </a:lnTo>
                    <a:lnTo>
                      <a:pt x="7091" y="452310"/>
                    </a:lnTo>
                    <a:lnTo>
                      <a:pt x="6992" y="452260"/>
                    </a:lnTo>
                    <a:lnTo>
                      <a:pt x="6943" y="452161"/>
                    </a:lnTo>
                    <a:lnTo>
                      <a:pt x="6943" y="445515"/>
                    </a:lnTo>
                    <a:lnTo>
                      <a:pt x="6992" y="445416"/>
                    </a:lnTo>
                    <a:lnTo>
                      <a:pt x="7091" y="445366"/>
                    </a:lnTo>
                    <a:lnTo>
                      <a:pt x="11257" y="445366"/>
                    </a:lnTo>
                    <a:close/>
                    <a:moveTo>
                      <a:pt x="11356" y="455335"/>
                    </a:moveTo>
                    <a:lnTo>
                      <a:pt x="11406" y="455434"/>
                    </a:lnTo>
                    <a:lnTo>
                      <a:pt x="11406" y="462080"/>
                    </a:lnTo>
                    <a:lnTo>
                      <a:pt x="11356" y="462179"/>
                    </a:lnTo>
                    <a:lnTo>
                      <a:pt x="11257" y="462229"/>
                    </a:lnTo>
                    <a:lnTo>
                      <a:pt x="7091" y="462229"/>
                    </a:lnTo>
                    <a:lnTo>
                      <a:pt x="6992" y="462179"/>
                    </a:lnTo>
                    <a:lnTo>
                      <a:pt x="6943" y="462080"/>
                    </a:lnTo>
                    <a:lnTo>
                      <a:pt x="6943" y="455434"/>
                    </a:lnTo>
                    <a:lnTo>
                      <a:pt x="6992" y="455335"/>
                    </a:lnTo>
                    <a:lnTo>
                      <a:pt x="7091" y="455285"/>
                    </a:lnTo>
                    <a:lnTo>
                      <a:pt x="11257" y="455285"/>
                    </a:lnTo>
                    <a:close/>
                    <a:moveTo>
                      <a:pt x="11356" y="465254"/>
                    </a:moveTo>
                    <a:lnTo>
                      <a:pt x="11406" y="465353"/>
                    </a:lnTo>
                    <a:lnTo>
                      <a:pt x="11406" y="471999"/>
                    </a:lnTo>
                    <a:lnTo>
                      <a:pt x="11356" y="472098"/>
                    </a:lnTo>
                    <a:lnTo>
                      <a:pt x="11257" y="472148"/>
                    </a:lnTo>
                    <a:lnTo>
                      <a:pt x="7091" y="472148"/>
                    </a:lnTo>
                    <a:lnTo>
                      <a:pt x="6992" y="472098"/>
                    </a:lnTo>
                    <a:lnTo>
                      <a:pt x="6943" y="471999"/>
                    </a:lnTo>
                    <a:lnTo>
                      <a:pt x="6943" y="465353"/>
                    </a:lnTo>
                    <a:lnTo>
                      <a:pt x="6992" y="465254"/>
                    </a:lnTo>
                    <a:lnTo>
                      <a:pt x="7091" y="465204"/>
                    </a:lnTo>
                    <a:lnTo>
                      <a:pt x="11257" y="465204"/>
                    </a:lnTo>
                    <a:close/>
                    <a:moveTo>
                      <a:pt x="11356" y="475173"/>
                    </a:moveTo>
                    <a:lnTo>
                      <a:pt x="11406" y="475272"/>
                    </a:lnTo>
                    <a:lnTo>
                      <a:pt x="11406" y="481918"/>
                    </a:lnTo>
                    <a:lnTo>
                      <a:pt x="11356" y="482017"/>
                    </a:lnTo>
                    <a:lnTo>
                      <a:pt x="11257" y="482067"/>
                    </a:lnTo>
                    <a:lnTo>
                      <a:pt x="7091" y="482067"/>
                    </a:lnTo>
                    <a:lnTo>
                      <a:pt x="6992" y="482017"/>
                    </a:lnTo>
                    <a:lnTo>
                      <a:pt x="6943" y="481918"/>
                    </a:lnTo>
                    <a:lnTo>
                      <a:pt x="6943" y="475272"/>
                    </a:lnTo>
                    <a:lnTo>
                      <a:pt x="6992" y="475173"/>
                    </a:lnTo>
                    <a:lnTo>
                      <a:pt x="7091" y="475123"/>
                    </a:lnTo>
                    <a:lnTo>
                      <a:pt x="11257" y="475123"/>
                    </a:lnTo>
                    <a:close/>
                    <a:moveTo>
                      <a:pt x="11356" y="485092"/>
                    </a:moveTo>
                    <a:lnTo>
                      <a:pt x="11406" y="485191"/>
                    </a:lnTo>
                    <a:lnTo>
                      <a:pt x="11406" y="491837"/>
                    </a:lnTo>
                    <a:lnTo>
                      <a:pt x="11356" y="491936"/>
                    </a:lnTo>
                    <a:lnTo>
                      <a:pt x="11257" y="491986"/>
                    </a:lnTo>
                    <a:lnTo>
                      <a:pt x="7091" y="491986"/>
                    </a:lnTo>
                    <a:lnTo>
                      <a:pt x="6992" y="491936"/>
                    </a:lnTo>
                    <a:lnTo>
                      <a:pt x="6943" y="491837"/>
                    </a:lnTo>
                    <a:lnTo>
                      <a:pt x="6943" y="485191"/>
                    </a:lnTo>
                    <a:lnTo>
                      <a:pt x="6992" y="485092"/>
                    </a:lnTo>
                    <a:lnTo>
                      <a:pt x="7091" y="485042"/>
                    </a:lnTo>
                    <a:lnTo>
                      <a:pt x="11257" y="485042"/>
                    </a:lnTo>
                    <a:close/>
                    <a:moveTo>
                      <a:pt x="11356" y="495011"/>
                    </a:moveTo>
                    <a:lnTo>
                      <a:pt x="11406" y="495110"/>
                    </a:lnTo>
                    <a:lnTo>
                      <a:pt x="11406" y="501756"/>
                    </a:lnTo>
                    <a:lnTo>
                      <a:pt x="11356" y="501855"/>
                    </a:lnTo>
                    <a:lnTo>
                      <a:pt x="11257" y="501905"/>
                    </a:lnTo>
                    <a:lnTo>
                      <a:pt x="7091" y="501905"/>
                    </a:lnTo>
                    <a:lnTo>
                      <a:pt x="6992" y="501855"/>
                    </a:lnTo>
                    <a:lnTo>
                      <a:pt x="6943" y="501756"/>
                    </a:lnTo>
                    <a:lnTo>
                      <a:pt x="6943" y="495110"/>
                    </a:lnTo>
                    <a:lnTo>
                      <a:pt x="6992" y="495011"/>
                    </a:lnTo>
                    <a:lnTo>
                      <a:pt x="7091" y="494962"/>
                    </a:lnTo>
                    <a:lnTo>
                      <a:pt x="11257" y="494962"/>
                    </a:lnTo>
                    <a:close/>
                    <a:moveTo>
                      <a:pt x="11356" y="504930"/>
                    </a:moveTo>
                    <a:lnTo>
                      <a:pt x="11406" y="505029"/>
                    </a:lnTo>
                    <a:lnTo>
                      <a:pt x="11406" y="511675"/>
                    </a:lnTo>
                    <a:lnTo>
                      <a:pt x="11356" y="511774"/>
                    </a:lnTo>
                    <a:lnTo>
                      <a:pt x="11257" y="511824"/>
                    </a:lnTo>
                    <a:lnTo>
                      <a:pt x="7091" y="511824"/>
                    </a:lnTo>
                    <a:lnTo>
                      <a:pt x="6992" y="511774"/>
                    </a:lnTo>
                    <a:lnTo>
                      <a:pt x="6943" y="511675"/>
                    </a:lnTo>
                    <a:lnTo>
                      <a:pt x="6943" y="505029"/>
                    </a:lnTo>
                    <a:lnTo>
                      <a:pt x="6992" y="504930"/>
                    </a:lnTo>
                    <a:lnTo>
                      <a:pt x="7091" y="504881"/>
                    </a:lnTo>
                    <a:lnTo>
                      <a:pt x="11257" y="504881"/>
                    </a:lnTo>
                    <a:close/>
                    <a:moveTo>
                      <a:pt x="11356" y="514849"/>
                    </a:moveTo>
                    <a:lnTo>
                      <a:pt x="11406" y="514948"/>
                    </a:lnTo>
                    <a:lnTo>
                      <a:pt x="11406" y="521594"/>
                    </a:lnTo>
                    <a:lnTo>
                      <a:pt x="11356" y="521693"/>
                    </a:lnTo>
                    <a:lnTo>
                      <a:pt x="11257" y="521743"/>
                    </a:lnTo>
                    <a:lnTo>
                      <a:pt x="7091" y="521743"/>
                    </a:lnTo>
                    <a:lnTo>
                      <a:pt x="6992" y="521693"/>
                    </a:lnTo>
                    <a:lnTo>
                      <a:pt x="6943" y="521594"/>
                    </a:lnTo>
                    <a:lnTo>
                      <a:pt x="6943" y="514948"/>
                    </a:lnTo>
                    <a:lnTo>
                      <a:pt x="6992" y="514849"/>
                    </a:lnTo>
                    <a:lnTo>
                      <a:pt x="7091" y="514800"/>
                    </a:lnTo>
                    <a:lnTo>
                      <a:pt x="11257" y="514800"/>
                    </a:lnTo>
                    <a:close/>
                    <a:moveTo>
                      <a:pt x="11356" y="524768"/>
                    </a:moveTo>
                    <a:lnTo>
                      <a:pt x="11406" y="524868"/>
                    </a:lnTo>
                    <a:lnTo>
                      <a:pt x="11406" y="531513"/>
                    </a:lnTo>
                    <a:lnTo>
                      <a:pt x="11356" y="531613"/>
                    </a:lnTo>
                    <a:lnTo>
                      <a:pt x="11257" y="531662"/>
                    </a:lnTo>
                    <a:lnTo>
                      <a:pt x="7091" y="531662"/>
                    </a:lnTo>
                    <a:lnTo>
                      <a:pt x="6992" y="531613"/>
                    </a:lnTo>
                    <a:lnTo>
                      <a:pt x="6943" y="531513"/>
                    </a:lnTo>
                    <a:lnTo>
                      <a:pt x="6943" y="524868"/>
                    </a:lnTo>
                    <a:lnTo>
                      <a:pt x="6992" y="524768"/>
                    </a:lnTo>
                    <a:lnTo>
                      <a:pt x="7091" y="524719"/>
                    </a:lnTo>
                    <a:lnTo>
                      <a:pt x="11257" y="524719"/>
                    </a:lnTo>
                    <a:close/>
                    <a:moveTo>
                      <a:pt x="11356" y="534687"/>
                    </a:moveTo>
                    <a:lnTo>
                      <a:pt x="11406" y="534787"/>
                    </a:lnTo>
                    <a:lnTo>
                      <a:pt x="11406" y="541432"/>
                    </a:lnTo>
                    <a:lnTo>
                      <a:pt x="11356" y="541532"/>
                    </a:lnTo>
                    <a:lnTo>
                      <a:pt x="11257" y="541581"/>
                    </a:lnTo>
                    <a:lnTo>
                      <a:pt x="7091" y="541581"/>
                    </a:lnTo>
                    <a:lnTo>
                      <a:pt x="6992" y="541532"/>
                    </a:lnTo>
                    <a:lnTo>
                      <a:pt x="6943" y="541432"/>
                    </a:lnTo>
                    <a:lnTo>
                      <a:pt x="6943" y="534787"/>
                    </a:lnTo>
                    <a:lnTo>
                      <a:pt x="6992" y="534687"/>
                    </a:lnTo>
                    <a:lnTo>
                      <a:pt x="7091" y="534638"/>
                    </a:lnTo>
                    <a:lnTo>
                      <a:pt x="11257" y="534638"/>
                    </a:lnTo>
                    <a:close/>
                    <a:moveTo>
                      <a:pt x="11356" y="544607"/>
                    </a:moveTo>
                    <a:lnTo>
                      <a:pt x="11406" y="544706"/>
                    </a:lnTo>
                    <a:lnTo>
                      <a:pt x="11406" y="551351"/>
                    </a:lnTo>
                    <a:lnTo>
                      <a:pt x="11356" y="551451"/>
                    </a:lnTo>
                    <a:lnTo>
                      <a:pt x="11257" y="551500"/>
                    </a:lnTo>
                    <a:lnTo>
                      <a:pt x="7091" y="551500"/>
                    </a:lnTo>
                    <a:lnTo>
                      <a:pt x="6992" y="551451"/>
                    </a:lnTo>
                    <a:lnTo>
                      <a:pt x="6943" y="551351"/>
                    </a:lnTo>
                    <a:lnTo>
                      <a:pt x="6943" y="544706"/>
                    </a:lnTo>
                    <a:lnTo>
                      <a:pt x="6992" y="544607"/>
                    </a:lnTo>
                    <a:lnTo>
                      <a:pt x="7091" y="544557"/>
                    </a:lnTo>
                    <a:lnTo>
                      <a:pt x="11257" y="544557"/>
                    </a:lnTo>
                    <a:close/>
                    <a:moveTo>
                      <a:pt x="11356" y="554526"/>
                    </a:moveTo>
                    <a:lnTo>
                      <a:pt x="11406" y="554625"/>
                    </a:lnTo>
                    <a:lnTo>
                      <a:pt x="11406" y="561271"/>
                    </a:lnTo>
                    <a:lnTo>
                      <a:pt x="11356" y="561370"/>
                    </a:lnTo>
                    <a:lnTo>
                      <a:pt x="11257" y="561419"/>
                    </a:lnTo>
                    <a:lnTo>
                      <a:pt x="7091" y="561419"/>
                    </a:lnTo>
                    <a:lnTo>
                      <a:pt x="6992" y="561370"/>
                    </a:lnTo>
                    <a:lnTo>
                      <a:pt x="6943" y="561271"/>
                    </a:lnTo>
                    <a:lnTo>
                      <a:pt x="6943" y="554625"/>
                    </a:lnTo>
                    <a:lnTo>
                      <a:pt x="6992" y="554526"/>
                    </a:lnTo>
                    <a:lnTo>
                      <a:pt x="7091" y="554476"/>
                    </a:lnTo>
                    <a:lnTo>
                      <a:pt x="11257" y="554476"/>
                    </a:lnTo>
                    <a:close/>
                    <a:moveTo>
                      <a:pt x="11356" y="564445"/>
                    </a:moveTo>
                    <a:lnTo>
                      <a:pt x="11406" y="564544"/>
                    </a:lnTo>
                    <a:lnTo>
                      <a:pt x="11406" y="571190"/>
                    </a:lnTo>
                    <a:lnTo>
                      <a:pt x="11356" y="571289"/>
                    </a:lnTo>
                    <a:lnTo>
                      <a:pt x="11257" y="571338"/>
                    </a:lnTo>
                    <a:lnTo>
                      <a:pt x="7091" y="571338"/>
                    </a:lnTo>
                    <a:lnTo>
                      <a:pt x="6992" y="571289"/>
                    </a:lnTo>
                    <a:lnTo>
                      <a:pt x="6943" y="571190"/>
                    </a:lnTo>
                    <a:lnTo>
                      <a:pt x="6943" y="564544"/>
                    </a:lnTo>
                    <a:lnTo>
                      <a:pt x="6992" y="564445"/>
                    </a:lnTo>
                    <a:lnTo>
                      <a:pt x="7091" y="564395"/>
                    </a:lnTo>
                    <a:lnTo>
                      <a:pt x="11257" y="564395"/>
                    </a:lnTo>
                    <a:close/>
                    <a:moveTo>
                      <a:pt x="11356" y="574364"/>
                    </a:moveTo>
                    <a:lnTo>
                      <a:pt x="11406" y="574463"/>
                    </a:lnTo>
                    <a:lnTo>
                      <a:pt x="11406" y="581109"/>
                    </a:lnTo>
                    <a:lnTo>
                      <a:pt x="11356" y="581208"/>
                    </a:lnTo>
                    <a:lnTo>
                      <a:pt x="11257" y="581257"/>
                    </a:lnTo>
                    <a:lnTo>
                      <a:pt x="7091" y="581257"/>
                    </a:lnTo>
                    <a:lnTo>
                      <a:pt x="6992" y="581208"/>
                    </a:lnTo>
                    <a:lnTo>
                      <a:pt x="6943" y="581109"/>
                    </a:lnTo>
                    <a:lnTo>
                      <a:pt x="6943" y="574463"/>
                    </a:lnTo>
                    <a:lnTo>
                      <a:pt x="6992" y="574364"/>
                    </a:lnTo>
                    <a:lnTo>
                      <a:pt x="7091" y="574314"/>
                    </a:lnTo>
                    <a:lnTo>
                      <a:pt x="11257" y="574314"/>
                    </a:lnTo>
                    <a:close/>
                    <a:moveTo>
                      <a:pt x="11356" y="584283"/>
                    </a:moveTo>
                    <a:lnTo>
                      <a:pt x="11406" y="584382"/>
                    </a:lnTo>
                    <a:lnTo>
                      <a:pt x="11406" y="591028"/>
                    </a:lnTo>
                    <a:lnTo>
                      <a:pt x="11356" y="591127"/>
                    </a:lnTo>
                    <a:lnTo>
                      <a:pt x="11257" y="591177"/>
                    </a:lnTo>
                    <a:lnTo>
                      <a:pt x="7091" y="591177"/>
                    </a:lnTo>
                    <a:lnTo>
                      <a:pt x="6992" y="591127"/>
                    </a:lnTo>
                    <a:lnTo>
                      <a:pt x="6943" y="591028"/>
                    </a:lnTo>
                    <a:lnTo>
                      <a:pt x="6943" y="584382"/>
                    </a:lnTo>
                    <a:lnTo>
                      <a:pt x="6992" y="584283"/>
                    </a:lnTo>
                    <a:lnTo>
                      <a:pt x="7091" y="584233"/>
                    </a:lnTo>
                    <a:lnTo>
                      <a:pt x="11257" y="584233"/>
                    </a:lnTo>
                    <a:close/>
                    <a:moveTo>
                      <a:pt x="11356" y="594202"/>
                    </a:moveTo>
                    <a:lnTo>
                      <a:pt x="11406" y="594301"/>
                    </a:lnTo>
                    <a:lnTo>
                      <a:pt x="11406" y="600947"/>
                    </a:lnTo>
                    <a:lnTo>
                      <a:pt x="11356" y="601046"/>
                    </a:lnTo>
                    <a:lnTo>
                      <a:pt x="11257" y="601096"/>
                    </a:lnTo>
                    <a:lnTo>
                      <a:pt x="7091" y="601096"/>
                    </a:lnTo>
                    <a:lnTo>
                      <a:pt x="6992" y="601046"/>
                    </a:lnTo>
                    <a:lnTo>
                      <a:pt x="6943" y="600947"/>
                    </a:lnTo>
                    <a:lnTo>
                      <a:pt x="6943" y="594301"/>
                    </a:lnTo>
                    <a:lnTo>
                      <a:pt x="6992" y="594202"/>
                    </a:lnTo>
                    <a:lnTo>
                      <a:pt x="7091" y="594152"/>
                    </a:lnTo>
                    <a:lnTo>
                      <a:pt x="11257" y="594152"/>
                    </a:lnTo>
                    <a:close/>
                    <a:moveTo>
                      <a:pt x="11356" y="604121"/>
                    </a:moveTo>
                    <a:lnTo>
                      <a:pt x="11406" y="604220"/>
                    </a:lnTo>
                    <a:lnTo>
                      <a:pt x="11406" y="610866"/>
                    </a:lnTo>
                    <a:lnTo>
                      <a:pt x="11356" y="610965"/>
                    </a:lnTo>
                    <a:lnTo>
                      <a:pt x="11257" y="611015"/>
                    </a:lnTo>
                    <a:lnTo>
                      <a:pt x="7091" y="611015"/>
                    </a:lnTo>
                    <a:lnTo>
                      <a:pt x="6992" y="610965"/>
                    </a:lnTo>
                    <a:lnTo>
                      <a:pt x="6943" y="610866"/>
                    </a:lnTo>
                    <a:lnTo>
                      <a:pt x="6943" y="604220"/>
                    </a:lnTo>
                    <a:lnTo>
                      <a:pt x="6992" y="604121"/>
                    </a:lnTo>
                    <a:lnTo>
                      <a:pt x="7091" y="604071"/>
                    </a:lnTo>
                    <a:lnTo>
                      <a:pt x="11257" y="604071"/>
                    </a:lnTo>
                    <a:close/>
                    <a:moveTo>
                      <a:pt x="11356" y="614040"/>
                    </a:moveTo>
                    <a:lnTo>
                      <a:pt x="11406" y="614139"/>
                    </a:lnTo>
                    <a:lnTo>
                      <a:pt x="11406" y="620785"/>
                    </a:lnTo>
                    <a:lnTo>
                      <a:pt x="11356" y="620884"/>
                    </a:lnTo>
                    <a:lnTo>
                      <a:pt x="11257" y="620934"/>
                    </a:lnTo>
                    <a:lnTo>
                      <a:pt x="7091" y="620934"/>
                    </a:lnTo>
                    <a:lnTo>
                      <a:pt x="6992" y="620884"/>
                    </a:lnTo>
                    <a:lnTo>
                      <a:pt x="6943" y="620785"/>
                    </a:lnTo>
                    <a:lnTo>
                      <a:pt x="6943" y="614139"/>
                    </a:lnTo>
                    <a:lnTo>
                      <a:pt x="6992" y="614040"/>
                    </a:lnTo>
                    <a:lnTo>
                      <a:pt x="7091" y="613990"/>
                    </a:lnTo>
                    <a:lnTo>
                      <a:pt x="11257" y="613990"/>
                    </a:lnTo>
                    <a:close/>
                    <a:moveTo>
                      <a:pt x="11356" y="623959"/>
                    </a:moveTo>
                    <a:lnTo>
                      <a:pt x="11406" y="624058"/>
                    </a:lnTo>
                    <a:lnTo>
                      <a:pt x="11406" y="628373"/>
                    </a:lnTo>
                    <a:lnTo>
                      <a:pt x="11356" y="628472"/>
                    </a:lnTo>
                    <a:lnTo>
                      <a:pt x="11257" y="628522"/>
                    </a:lnTo>
                    <a:lnTo>
                      <a:pt x="7091" y="628522"/>
                    </a:lnTo>
                    <a:lnTo>
                      <a:pt x="6992" y="628472"/>
                    </a:lnTo>
                    <a:lnTo>
                      <a:pt x="6943" y="628373"/>
                    </a:lnTo>
                    <a:lnTo>
                      <a:pt x="6943" y="624058"/>
                    </a:lnTo>
                    <a:lnTo>
                      <a:pt x="6992" y="623959"/>
                    </a:lnTo>
                    <a:lnTo>
                      <a:pt x="7091" y="623910"/>
                    </a:lnTo>
                    <a:lnTo>
                      <a:pt x="11257" y="623910"/>
                    </a:lnTo>
                    <a:close/>
                    <a:moveTo>
                      <a:pt x="6893" y="168351"/>
                    </a:moveTo>
                    <a:lnTo>
                      <a:pt x="6943" y="168450"/>
                    </a:lnTo>
                    <a:lnTo>
                      <a:pt x="6943" y="206837"/>
                    </a:lnTo>
                    <a:lnTo>
                      <a:pt x="6893" y="206936"/>
                    </a:lnTo>
                    <a:lnTo>
                      <a:pt x="6794" y="206986"/>
                    </a:lnTo>
                    <a:lnTo>
                      <a:pt x="149" y="206986"/>
                    </a:lnTo>
                    <a:lnTo>
                      <a:pt x="25" y="206936"/>
                    </a:lnTo>
                    <a:lnTo>
                      <a:pt x="0" y="206837"/>
                    </a:lnTo>
                    <a:lnTo>
                      <a:pt x="0" y="168450"/>
                    </a:lnTo>
                    <a:lnTo>
                      <a:pt x="25" y="168351"/>
                    </a:lnTo>
                    <a:lnTo>
                      <a:pt x="149" y="168302"/>
                    </a:lnTo>
                    <a:lnTo>
                      <a:pt x="6794" y="168302"/>
                    </a:lnTo>
                    <a:close/>
                    <a:moveTo>
                      <a:pt x="6893" y="49"/>
                    </a:moveTo>
                    <a:lnTo>
                      <a:pt x="6943" y="149"/>
                    </a:lnTo>
                    <a:lnTo>
                      <a:pt x="6943" y="168153"/>
                    </a:lnTo>
                    <a:lnTo>
                      <a:pt x="6893" y="168252"/>
                    </a:lnTo>
                    <a:lnTo>
                      <a:pt x="6794" y="168302"/>
                    </a:lnTo>
                    <a:lnTo>
                      <a:pt x="149" y="168302"/>
                    </a:lnTo>
                    <a:lnTo>
                      <a:pt x="25" y="168252"/>
                    </a:lnTo>
                    <a:lnTo>
                      <a:pt x="0" y="168153"/>
                    </a:lnTo>
                    <a:lnTo>
                      <a:pt x="0" y="149"/>
                    </a:lnTo>
                    <a:lnTo>
                      <a:pt x="25" y="49"/>
                    </a:lnTo>
                    <a:lnTo>
                      <a:pt x="149" y="0"/>
                    </a:lnTo>
                    <a:lnTo>
                      <a:pt x="6794" y="0"/>
                    </a:lnTo>
                    <a:close/>
                    <a:moveTo>
                      <a:pt x="6893" y="207036"/>
                    </a:moveTo>
                    <a:lnTo>
                      <a:pt x="6943" y="207135"/>
                    </a:lnTo>
                    <a:lnTo>
                      <a:pt x="6943" y="628373"/>
                    </a:lnTo>
                    <a:lnTo>
                      <a:pt x="6893" y="628472"/>
                    </a:lnTo>
                    <a:lnTo>
                      <a:pt x="6794" y="628522"/>
                    </a:lnTo>
                    <a:lnTo>
                      <a:pt x="1388" y="628522"/>
                    </a:lnTo>
                    <a:lnTo>
                      <a:pt x="1289" y="628472"/>
                    </a:lnTo>
                    <a:lnTo>
                      <a:pt x="1240" y="628373"/>
                    </a:lnTo>
                    <a:lnTo>
                      <a:pt x="1240" y="207135"/>
                    </a:lnTo>
                    <a:lnTo>
                      <a:pt x="1289" y="207036"/>
                    </a:lnTo>
                    <a:lnTo>
                      <a:pt x="1388" y="206986"/>
                    </a:lnTo>
                    <a:lnTo>
                      <a:pt x="6794" y="20698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8" name="墙_V15_Concealed_Door_Leaf">
                <a:extLst>
                  <a:ext uri="{FF2B5EF4-FFF2-40B4-BE49-F238E27FC236}">
                    <a16:creationId xmlns:a16="http://schemas.microsoft.com/office/drawing/2014/main" id="{8D731464-C3FB-3C24-D5F1-3ED6884EFEF6}"/>
                  </a:ext>
                </a:extLst>
              </p:cNvPr>
              <p:cNvSpPr/>
              <p:nvPr/>
            </p:nvSpPr>
            <p:spPr>
              <a:xfrm>
                <a:off x="1318817" y="3711688"/>
                <a:ext cx="10166" cy="248969"/>
              </a:xfrm>
              <a:custGeom>
                <a:avLst/>
                <a:gdLst/>
                <a:ahLst/>
                <a:cxnLst/>
                <a:rect l="l" t="t" r="r" b="b"/>
                <a:pathLst>
                  <a:path w="10166" h="248969">
                    <a:moveTo>
                      <a:pt x="10116" y="50"/>
                    </a:moveTo>
                    <a:lnTo>
                      <a:pt x="10166" y="149"/>
                    </a:lnTo>
                    <a:lnTo>
                      <a:pt x="10166" y="2331"/>
                    </a:lnTo>
                    <a:lnTo>
                      <a:pt x="10116" y="2430"/>
                    </a:lnTo>
                    <a:lnTo>
                      <a:pt x="10017" y="2480"/>
                    </a:lnTo>
                    <a:lnTo>
                      <a:pt x="5851" y="2480"/>
                    </a:lnTo>
                    <a:lnTo>
                      <a:pt x="5752" y="2430"/>
                    </a:lnTo>
                    <a:lnTo>
                      <a:pt x="5703" y="2331"/>
                    </a:lnTo>
                    <a:lnTo>
                      <a:pt x="5703" y="149"/>
                    </a:lnTo>
                    <a:lnTo>
                      <a:pt x="5752" y="50"/>
                    </a:lnTo>
                    <a:lnTo>
                      <a:pt x="5851" y="0"/>
                    </a:lnTo>
                    <a:lnTo>
                      <a:pt x="10017" y="0"/>
                    </a:lnTo>
                    <a:close/>
                    <a:moveTo>
                      <a:pt x="10116" y="5505"/>
                    </a:moveTo>
                    <a:lnTo>
                      <a:pt x="10166" y="5604"/>
                    </a:lnTo>
                    <a:lnTo>
                      <a:pt x="10166" y="12250"/>
                    </a:lnTo>
                    <a:lnTo>
                      <a:pt x="10116" y="12349"/>
                    </a:lnTo>
                    <a:lnTo>
                      <a:pt x="10017" y="12399"/>
                    </a:lnTo>
                    <a:lnTo>
                      <a:pt x="5851" y="12399"/>
                    </a:lnTo>
                    <a:lnTo>
                      <a:pt x="5752" y="12349"/>
                    </a:lnTo>
                    <a:lnTo>
                      <a:pt x="5703" y="12250"/>
                    </a:lnTo>
                    <a:lnTo>
                      <a:pt x="5703" y="5604"/>
                    </a:lnTo>
                    <a:lnTo>
                      <a:pt x="5752" y="5505"/>
                    </a:lnTo>
                    <a:lnTo>
                      <a:pt x="5851" y="5456"/>
                    </a:lnTo>
                    <a:lnTo>
                      <a:pt x="10017" y="5456"/>
                    </a:lnTo>
                    <a:close/>
                    <a:moveTo>
                      <a:pt x="10116" y="15424"/>
                    </a:moveTo>
                    <a:lnTo>
                      <a:pt x="10166" y="15523"/>
                    </a:lnTo>
                    <a:lnTo>
                      <a:pt x="10166" y="22169"/>
                    </a:lnTo>
                    <a:lnTo>
                      <a:pt x="10116" y="22268"/>
                    </a:lnTo>
                    <a:lnTo>
                      <a:pt x="10017" y="22318"/>
                    </a:lnTo>
                    <a:lnTo>
                      <a:pt x="5851" y="22318"/>
                    </a:lnTo>
                    <a:lnTo>
                      <a:pt x="5752" y="22268"/>
                    </a:lnTo>
                    <a:lnTo>
                      <a:pt x="5703" y="22169"/>
                    </a:lnTo>
                    <a:lnTo>
                      <a:pt x="5703" y="15523"/>
                    </a:lnTo>
                    <a:lnTo>
                      <a:pt x="5752" y="15424"/>
                    </a:lnTo>
                    <a:lnTo>
                      <a:pt x="5851" y="15375"/>
                    </a:lnTo>
                    <a:lnTo>
                      <a:pt x="10017" y="15375"/>
                    </a:lnTo>
                    <a:close/>
                    <a:moveTo>
                      <a:pt x="10116" y="25343"/>
                    </a:moveTo>
                    <a:lnTo>
                      <a:pt x="10166" y="25443"/>
                    </a:lnTo>
                    <a:lnTo>
                      <a:pt x="10166" y="32088"/>
                    </a:lnTo>
                    <a:lnTo>
                      <a:pt x="10116" y="32187"/>
                    </a:lnTo>
                    <a:lnTo>
                      <a:pt x="10017" y="32237"/>
                    </a:lnTo>
                    <a:lnTo>
                      <a:pt x="5851" y="32237"/>
                    </a:lnTo>
                    <a:lnTo>
                      <a:pt x="5752" y="32187"/>
                    </a:lnTo>
                    <a:lnTo>
                      <a:pt x="5703" y="32088"/>
                    </a:lnTo>
                    <a:lnTo>
                      <a:pt x="5703" y="25443"/>
                    </a:lnTo>
                    <a:lnTo>
                      <a:pt x="5752" y="25343"/>
                    </a:lnTo>
                    <a:lnTo>
                      <a:pt x="5851" y="25294"/>
                    </a:lnTo>
                    <a:lnTo>
                      <a:pt x="10017" y="25294"/>
                    </a:lnTo>
                    <a:close/>
                    <a:moveTo>
                      <a:pt x="10116" y="35262"/>
                    </a:moveTo>
                    <a:lnTo>
                      <a:pt x="10166" y="35362"/>
                    </a:lnTo>
                    <a:lnTo>
                      <a:pt x="10166" y="42007"/>
                    </a:lnTo>
                    <a:lnTo>
                      <a:pt x="10116" y="42107"/>
                    </a:lnTo>
                    <a:lnTo>
                      <a:pt x="10017" y="42156"/>
                    </a:lnTo>
                    <a:lnTo>
                      <a:pt x="5851" y="42156"/>
                    </a:lnTo>
                    <a:lnTo>
                      <a:pt x="5752" y="42107"/>
                    </a:lnTo>
                    <a:lnTo>
                      <a:pt x="5703" y="42007"/>
                    </a:lnTo>
                    <a:lnTo>
                      <a:pt x="5703" y="35362"/>
                    </a:lnTo>
                    <a:lnTo>
                      <a:pt x="5752" y="35262"/>
                    </a:lnTo>
                    <a:lnTo>
                      <a:pt x="5851" y="35213"/>
                    </a:lnTo>
                    <a:lnTo>
                      <a:pt x="10017" y="35213"/>
                    </a:lnTo>
                    <a:close/>
                    <a:moveTo>
                      <a:pt x="10116" y="45181"/>
                    </a:moveTo>
                    <a:lnTo>
                      <a:pt x="10166" y="45281"/>
                    </a:lnTo>
                    <a:lnTo>
                      <a:pt x="10166" y="51926"/>
                    </a:lnTo>
                    <a:lnTo>
                      <a:pt x="10116" y="52026"/>
                    </a:lnTo>
                    <a:lnTo>
                      <a:pt x="10017" y="52075"/>
                    </a:lnTo>
                    <a:lnTo>
                      <a:pt x="5851" y="52075"/>
                    </a:lnTo>
                    <a:lnTo>
                      <a:pt x="5752" y="52026"/>
                    </a:lnTo>
                    <a:lnTo>
                      <a:pt x="5703" y="51926"/>
                    </a:lnTo>
                    <a:lnTo>
                      <a:pt x="5703" y="45281"/>
                    </a:lnTo>
                    <a:lnTo>
                      <a:pt x="5752" y="45181"/>
                    </a:lnTo>
                    <a:lnTo>
                      <a:pt x="5851" y="45132"/>
                    </a:lnTo>
                    <a:lnTo>
                      <a:pt x="10017" y="45132"/>
                    </a:lnTo>
                    <a:close/>
                    <a:moveTo>
                      <a:pt x="10116" y="55101"/>
                    </a:moveTo>
                    <a:lnTo>
                      <a:pt x="10166" y="55200"/>
                    </a:lnTo>
                    <a:lnTo>
                      <a:pt x="10166" y="61846"/>
                    </a:lnTo>
                    <a:lnTo>
                      <a:pt x="10116" y="61945"/>
                    </a:lnTo>
                    <a:lnTo>
                      <a:pt x="10017" y="61994"/>
                    </a:lnTo>
                    <a:lnTo>
                      <a:pt x="5851" y="61994"/>
                    </a:lnTo>
                    <a:lnTo>
                      <a:pt x="5752" y="61945"/>
                    </a:lnTo>
                    <a:lnTo>
                      <a:pt x="5703" y="61846"/>
                    </a:lnTo>
                    <a:lnTo>
                      <a:pt x="5703" y="55200"/>
                    </a:lnTo>
                    <a:lnTo>
                      <a:pt x="5752" y="55101"/>
                    </a:lnTo>
                    <a:lnTo>
                      <a:pt x="5851" y="55051"/>
                    </a:lnTo>
                    <a:lnTo>
                      <a:pt x="10017" y="55051"/>
                    </a:lnTo>
                    <a:close/>
                    <a:moveTo>
                      <a:pt x="10116" y="65020"/>
                    </a:moveTo>
                    <a:lnTo>
                      <a:pt x="10166" y="65119"/>
                    </a:lnTo>
                    <a:lnTo>
                      <a:pt x="10166" y="71765"/>
                    </a:lnTo>
                    <a:lnTo>
                      <a:pt x="10116" y="71864"/>
                    </a:lnTo>
                    <a:lnTo>
                      <a:pt x="10017" y="71913"/>
                    </a:lnTo>
                    <a:lnTo>
                      <a:pt x="5851" y="71913"/>
                    </a:lnTo>
                    <a:lnTo>
                      <a:pt x="5752" y="71864"/>
                    </a:lnTo>
                    <a:lnTo>
                      <a:pt x="5703" y="71765"/>
                    </a:lnTo>
                    <a:lnTo>
                      <a:pt x="5703" y="65119"/>
                    </a:lnTo>
                    <a:lnTo>
                      <a:pt x="5752" y="65020"/>
                    </a:lnTo>
                    <a:lnTo>
                      <a:pt x="5851" y="64970"/>
                    </a:lnTo>
                    <a:lnTo>
                      <a:pt x="10017" y="64970"/>
                    </a:lnTo>
                    <a:close/>
                    <a:moveTo>
                      <a:pt x="10116" y="74939"/>
                    </a:moveTo>
                    <a:lnTo>
                      <a:pt x="10166" y="75038"/>
                    </a:lnTo>
                    <a:lnTo>
                      <a:pt x="10166" y="81684"/>
                    </a:lnTo>
                    <a:lnTo>
                      <a:pt x="10116" y="81783"/>
                    </a:lnTo>
                    <a:lnTo>
                      <a:pt x="10017" y="81832"/>
                    </a:lnTo>
                    <a:lnTo>
                      <a:pt x="5851" y="81832"/>
                    </a:lnTo>
                    <a:lnTo>
                      <a:pt x="5752" y="81783"/>
                    </a:lnTo>
                    <a:lnTo>
                      <a:pt x="5703" y="81684"/>
                    </a:lnTo>
                    <a:lnTo>
                      <a:pt x="5703" y="75038"/>
                    </a:lnTo>
                    <a:lnTo>
                      <a:pt x="5752" y="74939"/>
                    </a:lnTo>
                    <a:lnTo>
                      <a:pt x="5851" y="74889"/>
                    </a:lnTo>
                    <a:lnTo>
                      <a:pt x="10017" y="74889"/>
                    </a:lnTo>
                    <a:close/>
                    <a:moveTo>
                      <a:pt x="10116" y="84858"/>
                    </a:moveTo>
                    <a:lnTo>
                      <a:pt x="10166" y="84957"/>
                    </a:lnTo>
                    <a:lnTo>
                      <a:pt x="10166" y="91603"/>
                    </a:lnTo>
                    <a:lnTo>
                      <a:pt x="10116" y="91702"/>
                    </a:lnTo>
                    <a:lnTo>
                      <a:pt x="10017" y="91752"/>
                    </a:lnTo>
                    <a:lnTo>
                      <a:pt x="5851" y="91752"/>
                    </a:lnTo>
                    <a:lnTo>
                      <a:pt x="5752" y="91702"/>
                    </a:lnTo>
                    <a:lnTo>
                      <a:pt x="5703" y="91603"/>
                    </a:lnTo>
                    <a:lnTo>
                      <a:pt x="5703" y="84957"/>
                    </a:lnTo>
                    <a:lnTo>
                      <a:pt x="5752" y="84858"/>
                    </a:lnTo>
                    <a:lnTo>
                      <a:pt x="5851" y="84808"/>
                    </a:lnTo>
                    <a:lnTo>
                      <a:pt x="10017" y="84808"/>
                    </a:lnTo>
                    <a:close/>
                    <a:moveTo>
                      <a:pt x="10116" y="94777"/>
                    </a:moveTo>
                    <a:lnTo>
                      <a:pt x="10166" y="94876"/>
                    </a:lnTo>
                    <a:lnTo>
                      <a:pt x="10166" y="101522"/>
                    </a:lnTo>
                    <a:lnTo>
                      <a:pt x="10116" y="101621"/>
                    </a:lnTo>
                    <a:lnTo>
                      <a:pt x="10017" y="101671"/>
                    </a:lnTo>
                    <a:lnTo>
                      <a:pt x="5851" y="101671"/>
                    </a:lnTo>
                    <a:lnTo>
                      <a:pt x="5752" y="101621"/>
                    </a:lnTo>
                    <a:lnTo>
                      <a:pt x="5703" y="101522"/>
                    </a:lnTo>
                    <a:lnTo>
                      <a:pt x="5703" y="94876"/>
                    </a:lnTo>
                    <a:lnTo>
                      <a:pt x="5752" y="94777"/>
                    </a:lnTo>
                    <a:lnTo>
                      <a:pt x="5851" y="94727"/>
                    </a:lnTo>
                    <a:lnTo>
                      <a:pt x="10017" y="94727"/>
                    </a:lnTo>
                    <a:close/>
                    <a:moveTo>
                      <a:pt x="10116" y="104696"/>
                    </a:moveTo>
                    <a:lnTo>
                      <a:pt x="10166" y="104795"/>
                    </a:lnTo>
                    <a:lnTo>
                      <a:pt x="10166" y="111441"/>
                    </a:lnTo>
                    <a:lnTo>
                      <a:pt x="10116" y="111540"/>
                    </a:lnTo>
                    <a:lnTo>
                      <a:pt x="10017" y="111590"/>
                    </a:lnTo>
                    <a:lnTo>
                      <a:pt x="5851" y="111590"/>
                    </a:lnTo>
                    <a:lnTo>
                      <a:pt x="5752" y="111540"/>
                    </a:lnTo>
                    <a:lnTo>
                      <a:pt x="5703" y="111441"/>
                    </a:lnTo>
                    <a:lnTo>
                      <a:pt x="5703" y="104795"/>
                    </a:lnTo>
                    <a:lnTo>
                      <a:pt x="5752" y="104696"/>
                    </a:lnTo>
                    <a:lnTo>
                      <a:pt x="5851" y="104646"/>
                    </a:lnTo>
                    <a:lnTo>
                      <a:pt x="10017" y="104646"/>
                    </a:lnTo>
                    <a:close/>
                    <a:moveTo>
                      <a:pt x="10116" y="114615"/>
                    </a:moveTo>
                    <a:lnTo>
                      <a:pt x="10166" y="114714"/>
                    </a:lnTo>
                    <a:lnTo>
                      <a:pt x="10166" y="121360"/>
                    </a:lnTo>
                    <a:lnTo>
                      <a:pt x="10116" y="121459"/>
                    </a:lnTo>
                    <a:lnTo>
                      <a:pt x="10017" y="121509"/>
                    </a:lnTo>
                    <a:lnTo>
                      <a:pt x="5851" y="121509"/>
                    </a:lnTo>
                    <a:lnTo>
                      <a:pt x="5752" y="121459"/>
                    </a:lnTo>
                    <a:lnTo>
                      <a:pt x="5703" y="121360"/>
                    </a:lnTo>
                    <a:lnTo>
                      <a:pt x="5703" y="114714"/>
                    </a:lnTo>
                    <a:lnTo>
                      <a:pt x="5752" y="114615"/>
                    </a:lnTo>
                    <a:lnTo>
                      <a:pt x="5851" y="114565"/>
                    </a:lnTo>
                    <a:lnTo>
                      <a:pt x="10017" y="114565"/>
                    </a:lnTo>
                    <a:close/>
                    <a:moveTo>
                      <a:pt x="10116" y="124534"/>
                    </a:moveTo>
                    <a:lnTo>
                      <a:pt x="10166" y="124633"/>
                    </a:lnTo>
                    <a:lnTo>
                      <a:pt x="10166" y="131279"/>
                    </a:lnTo>
                    <a:lnTo>
                      <a:pt x="10116" y="131378"/>
                    </a:lnTo>
                    <a:lnTo>
                      <a:pt x="10017" y="131428"/>
                    </a:lnTo>
                    <a:lnTo>
                      <a:pt x="5851" y="131428"/>
                    </a:lnTo>
                    <a:lnTo>
                      <a:pt x="5752" y="131378"/>
                    </a:lnTo>
                    <a:lnTo>
                      <a:pt x="5703" y="131279"/>
                    </a:lnTo>
                    <a:lnTo>
                      <a:pt x="5703" y="124633"/>
                    </a:lnTo>
                    <a:lnTo>
                      <a:pt x="5752" y="124534"/>
                    </a:lnTo>
                    <a:lnTo>
                      <a:pt x="5851" y="124484"/>
                    </a:lnTo>
                    <a:lnTo>
                      <a:pt x="10017" y="124484"/>
                    </a:lnTo>
                    <a:close/>
                    <a:moveTo>
                      <a:pt x="10116" y="134453"/>
                    </a:moveTo>
                    <a:lnTo>
                      <a:pt x="10166" y="134552"/>
                    </a:lnTo>
                    <a:lnTo>
                      <a:pt x="10166" y="141198"/>
                    </a:lnTo>
                    <a:lnTo>
                      <a:pt x="10116" y="141297"/>
                    </a:lnTo>
                    <a:lnTo>
                      <a:pt x="10017" y="141347"/>
                    </a:lnTo>
                    <a:lnTo>
                      <a:pt x="5851" y="141347"/>
                    </a:lnTo>
                    <a:lnTo>
                      <a:pt x="5752" y="141297"/>
                    </a:lnTo>
                    <a:lnTo>
                      <a:pt x="5703" y="141198"/>
                    </a:lnTo>
                    <a:lnTo>
                      <a:pt x="5703" y="134552"/>
                    </a:lnTo>
                    <a:lnTo>
                      <a:pt x="5752" y="134453"/>
                    </a:lnTo>
                    <a:lnTo>
                      <a:pt x="5851" y="134404"/>
                    </a:lnTo>
                    <a:lnTo>
                      <a:pt x="10017" y="134404"/>
                    </a:lnTo>
                    <a:close/>
                    <a:moveTo>
                      <a:pt x="10116" y="144372"/>
                    </a:moveTo>
                    <a:lnTo>
                      <a:pt x="10166" y="144471"/>
                    </a:lnTo>
                    <a:lnTo>
                      <a:pt x="10166" y="151117"/>
                    </a:lnTo>
                    <a:lnTo>
                      <a:pt x="10116" y="151216"/>
                    </a:lnTo>
                    <a:lnTo>
                      <a:pt x="10017" y="151266"/>
                    </a:lnTo>
                    <a:lnTo>
                      <a:pt x="5851" y="151266"/>
                    </a:lnTo>
                    <a:lnTo>
                      <a:pt x="5752" y="151216"/>
                    </a:lnTo>
                    <a:lnTo>
                      <a:pt x="5703" y="151117"/>
                    </a:lnTo>
                    <a:lnTo>
                      <a:pt x="5703" y="144471"/>
                    </a:lnTo>
                    <a:lnTo>
                      <a:pt x="5752" y="144372"/>
                    </a:lnTo>
                    <a:lnTo>
                      <a:pt x="5851" y="144323"/>
                    </a:lnTo>
                    <a:lnTo>
                      <a:pt x="10017" y="144323"/>
                    </a:lnTo>
                    <a:close/>
                    <a:moveTo>
                      <a:pt x="10116" y="154291"/>
                    </a:moveTo>
                    <a:lnTo>
                      <a:pt x="10166" y="154390"/>
                    </a:lnTo>
                    <a:lnTo>
                      <a:pt x="10166" y="161036"/>
                    </a:lnTo>
                    <a:lnTo>
                      <a:pt x="10116" y="161135"/>
                    </a:lnTo>
                    <a:lnTo>
                      <a:pt x="10017" y="161185"/>
                    </a:lnTo>
                    <a:lnTo>
                      <a:pt x="5851" y="161185"/>
                    </a:lnTo>
                    <a:lnTo>
                      <a:pt x="5752" y="161135"/>
                    </a:lnTo>
                    <a:lnTo>
                      <a:pt x="5703" y="161036"/>
                    </a:lnTo>
                    <a:lnTo>
                      <a:pt x="5703" y="154390"/>
                    </a:lnTo>
                    <a:lnTo>
                      <a:pt x="5752" y="154291"/>
                    </a:lnTo>
                    <a:lnTo>
                      <a:pt x="5851" y="154242"/>
                    </a:lnTo>
                    <a:lnTo>
                      <a:pt x="10017" y="154242"/>
                    </a:lnTo>
                    <a:close/>
                    <a:moveTo>
                      <a:pt x="10116" y="164210"/>
                    </a:moveTo>
                    <a:lnTo>
                      <a:pt x="10166" y="164310"/>
                    </a:lnTo>
                    <a:lnTo>
                      <a:pt x="10166" y="170955"/>
                    </a:lnTo>
                    <a:lnTo>
                      <a:pt x="10116" y="171055"/>
                    </a:lnTo>
                    <a:lnTo>
                      <a:pt x="10017" y="171104"/>
                    </a:lnTo>
                    <a:lnTo>
                      <a:pt x="5851" y="171104"/>
                    </a:lnTo>
                    <a:lnTo>
                      <a:pt x="5752" y="171055"/>
                    </a:lnTo>
                    <a:lnTo>
                      <a:pt x="5703" y="170955"/>
                    </a:lnTo>
                    <a:lnTo>
                      <a:pt x="5703" y="164310"/>
                    </a:lnTo>
                    <a:lnTo>
                      <a:pt x="5752" y="164210"/>
                    </a:lnTo>
                    <a:lnTo>
                      <a:pt x="5851" y="164161"/>
                    </a:lnTo>
                    <a:lnTo>
                      <a:pt x="10017" y="164161"/>
                    </a:lnTo>
                    <a:close/>
                    <a:moveTo>
                      <a:pt x="10116" y="174129"/>
                    </a:moveTo>
                    <a:lnTo>
                      <a:pt x="10166" y="174229"/>
                    </a:lnTo>
                    <a:lnTo>
                      <a:pt x="10166" y="180874"/>
                    </a:lnTo>
                    <a:lnTo>
                      <a:pt x="10116" y="180974"/>
                    </a:lnTo>
                    <a:lnTo>
                      <a:pt x="10017" y="181023"/>
                    </a:lnTo>
                    <a:lnTo>
                      <a:pt x="5851" y="181023"/>
                    </a:lnTo>
                    <a:lnTo>
                      <a:pt x="5752" y="180974"/>
                    </a:lnTo>
                    <a:lnTo>
                      <a:pt x="5703" y="180874"/>
                    </a:lnTo>
                    <a:lnTo>
                      <a:pt x="5703" y="174229"/>
                    </a:lnTo>
                    <a:lnTo>
                      <a:pt x="5752" y="174129"/>
                    </a:lnTo>
                    <a:lnTo>
                      <a:pt x="5851" y="174080"/>
                    </a:lnTo>
                    <a:lnTo>
                      <a:pt x="10017" y="174080"/>
                    </a:lnTo>
                    <a:close/>
                    <a:moveTo>
                      <a:pt x="10116" y="184049"/>
                    </a:moveTo>
                    <a:lnTo>
                      <a:pt x="10166" y="184148"/>
                    </a:lnTo>
                    <a:lnTo>
                      <a:pt x="10166" y="190793"/>
                    </a:lnTo>
                    <a:lnTo>
                      <a:pt x="10116" y="190893"/>
                    </a:lnTo>
                    <a:lnTo>
                      <a:pt x="10017" y="190942"/>
                    </a:lnTo>
                    <a:lnTo>
                      <a:pt x="5851" y="190942"/>
                    </a:lnTo>
                    <a:lnTo>
                      <a:pt x="5752" y="190893"/>
                    </a:lnTo>
                    <a:lnTo>
                      <a:pt x="5703" y="190793"/>
                    </a:lnTo>
                    <a:lnTo>
                      <a:pt x="5703" y="184148"/>
                    </a:lnTo>
                    <a:lnTo>
                      <a:pt x="5752" y="184049"/>
                    </a:lnTo>
                    <a:lnTo>
                      <a:pt x="5851" y="183999"/>
                    </a:lnTo>
                    <a:lnTo>
                      <a:pt x="10017" y="183999"/>
                    </a:lnTo>
                    <a:close/>
                    <a:moveTo>
                      <a:pt x="10116" y="193968"/>
                    </a:moveTo>
                    <a:lnTo>
                      <a:pt x="10166" y="194067"/>
                    </a:lnTo>
                    <a:lnTo>
                      <a:pt x="10166" y="200713"/>
                    </a:lnTo>
                    <a:lnTo>
                      <a:pt x="10116" y="200812"/>
                    </a:lnTo>
                    <a:lnTo>
                      <a:pt x="10017" y="200861"/>
                    </a:lnTo>
                    <a:lnTo>
                      <a:pt x="5851" y="200861"/>
                    </a:lnTo>
                    <a:lnTo>
                      <a:pt x="5752" y="200812"/>
                    </a:lnTo>
                    <a:lnTo>
                      <a:pt x="5703" y="200713"/>
                    </a:lnTo>
                    <a:lnTo>
                      <a:pt x="5703" y="194067"/>
                    </a:lnTo>
                    <a:lnTo>
                      <a:pt x="5752" y="193968"/>
                    </a:lnTo>
                    <a:lnTo>
                      <a:pt x="5851" y="193918"/>
                    </a:lnTo>
                    <a:lnTo>
                      <a:pt x="10017" y="193918"/>
                    </a:lnTo>
                    <a:close/>
                    <a:moveTo>
                      <a:pt x="10116" y="203887"/>
                    </a:moveTo>
                    <a:lnTo>
                      <a:pt x="10166" y="203986"/>
                    </a:lnTo>
                    <a:lnTo>
                      <a:pt x="10166" y="210632"/>
                    </a:lnTo>
                    <a:lnTo>
                      <a:pt x="10116" y="210731"/>
                    </a:lnTo>
                    <a:lnTo>
                      <a:pt x="10017" y="210780"/>
                    </a:lnTo>
                    <a:lnTo>
                      <a:pt x="5851" y="210780"/>
                    </a:lnTo>
                    <a:lnTo>
                      <a:pt x="5752" y="210731"/>
                    </a:lnTo>
                    <a:lnTo>
                      <a:pt x="5703" y="210632"/>
                    </a:lnTo>
                    <a:lnTo>
                      <a:pt x="5703" y="203986"/>
                    </a:lnTo>
                    <a:lnTo>
                      <a:pt x="5752" y="203887"/>
                    </a:lnTo>
                    <a:lnTo>
                      <a:pt x="5851" y="203837"/>
                    </a:lnTo>
                    <a:lnTo>
                      <a:pt x="10017" y="203837"/>
                    </a:lnTo>
                    <a:close/>
                    <a:moveTo>
                      <a:pt x="10116" y="213806"/>
                    </a:moveTo>
                    <a:lnTo>
                      <a:pt x="10166" y="213905"/>
                    </a:lnTo>
                    <a:lnTo>
                      <a:pt x="10166" y="220551"/>
                    </a:lnTo>
                    <a:lnTo>
                      <a:pt x="10116" y="220650"/>
                    </a:lnTo>
                    <a:lnTo>
                      <a:pt x="10017" y="220699"/>
                    </a:lnTo>
                    <a:lnTo>
                      <a:pt x="5851" y="220699"/>
                    </a:lnTo>
                    <a:lnTo>
                      <a:pt x="5752" y="220650"/>
                    </a:lnTo>
                    <a:lnTo>
                      <a:pt x="5703" y="220551"/>
                    </a:lnTo>
                    <a:lnTo>
                      <a:pt x="5703" y="213905"/>
                    </a:lnTo>
                    <a:lnTo>
                      <a:pt x="5752" y="213806"/>
                    </a:lnTo>
                    <a:lnTo>
                      <a:pt x="5851" y="213756"/>
                    </a:lnTo>
                    <a:lnTo>
                      <a:pt x="10017" y="213756"/>
                    </a:lnTo>
                    <a:close/>
                    <a:moveTo>
                      <a:pt x="10116" y="223725"/>
                    </a:moveTo>
                    <a:lnTo>
                      <a:pt x="10166" y="223824"/>
                    </a:lnTo>
                    <a:lnTo>
                      <a:pt x="10166" y="230470"/>
                    </a:lnTo>
                    <a:lnTo>
                      <a:pt x="10116" y="230569"/>
                    </a:lnTo>
                    <a:lnTo>
                      <a:pt x="10017" y="230619"/>
                    </a:lnTo>
                    <a:lnTo>
                      <a:pt x="5851" y="230619"/>
                    </a:lnTo>
                    <a:lnTo>
                      <a:pt x="5752" y="230569"/>
                    </a:lnTo>
                    <a:lnTo>
                      <a:pt x="5703" y="230470"/>
                    </a:lnTo>
                    <a:lnTo>
                      <a:pt x="5703" y="223824"/>
                    </a:lnTo>
                    <a:lnTo>
                      <a:pt x="5752" y="223725"/>
                    </a:lnTo>
                    <a:lnTo>
                      <a:pt x="5851" y="223675"/>
                    </a:lnTo>
                    <a:lnTo>
                      <a:pt x="10017" y="223675"/>
                    </a:lnTo>
                    <a:close/>
                    <a:moveTo>
                      <a:pt x="10116" y="233644"/>
                    </a:moveTo>
                    <a:lnTo>
                      <a:pt x="10166" y="233743"/>
                    </a:lnTo>
                    <a:lnTo>
                      <a:pt x="10166" y="240389"/>
                    </a:lnTo>
                    <a:lnTo>
                      <a:pt x="10116" y="240488"/>
                    </a:lnTo>
                    <a:lnTo>
                      <a:pt x="10017" y="240538"/>
                    </a:lnTo>
                    <a:lnTo>
                      <a:pt x="5851" y="240538"/>
                    </a:lnTo>
                    <a:lnTo>
                      <a:pt x="5752" y="240488"/>
                    </a:lnTo>
                    <a:lnTo>
                      <a:pt x="5703" y="240389"/>
                    </a:lnTo>
                    <a:lnTo>
                      <a:pt x="5703" y="233743"/>
                    </a:lnTo>
                    <a:lnTo>
                      <a:pt x="5752" y="233644"/>
                    </a:lnTo>
                    <a:lnTo>
                      <a:pt x="5851" y="233594"/>
                    </a:lnTo>
                    <a:lnTo>
                      <a:pt x="10017" y="233594"/>
                    </a:lnTo>
                    <a:close/>
                    <a:moveTo>
                      <a:pt x="10116" y="243563"/>
                    </a:moveTo>
                    <a:lnTo>
                      <a:pt x="10166" y="243662"/>
                    </a:lnTo>
                    <a:lnTo>
                      <a:pt x="10166" y="248820"/>
                    </a:lnTo>
                    <a:lnTo>
                      <a:pt x="10116" y="248919"/>
                    </a:lnTo>
                    <a:lnTo>
                      <a:pt x="10017" y="248969"/>
                    </a:lnTo>
                    <a:lnTo>
                      <a:pt x="5851" y="248969"/>
                    </a:lnTo>
                    <a:lnTo>
                      <a:pt x="5752" y="248919"/>
                    </a:lnTo>
                    <a:lnTo>
                      <a:pt x="5703" y="248820"/>
                    </a:lnTo>
                    <a:lnTo>
                      <a:pt x="5703" y="243662"/>
                    </a:lnTo>
                    <a:lnTo>
                      <a:pt x="5752" y="243563"/>
                    </a:lnTo>
                    <a:lnTo>
                      <a:pt x="5851" y="243513"/>
                    </a:lnTo>
                    <a:lnTo>
                      <a:pt x="10017" y="243513"/>
                    </a:lnTo>
                    <a:close/>
                    <a:moveTo>
                      <a:pt x="5653" y="50"/>
                    </a:moveTo>
                    <a:lnTo>
                      <a:pt x="5703" y="149"/>
                    </a:lnTo>
                    <a:lnTo>
                      <a:pt x="5703" y="248820"/>
                    </a:lnTo>
                    <a:lnTo>
                      <a:pt x="5653" y="248919"/>
                    </a:lnTo>
                    <a:lnTo>
                      <a:pt x="5554" y="248969"/>
                    </a:lnTo>
                    <a:lnTo>
                      <a:pt x="148" y="248969"/>
                    </a:lnTo>
                    <a:lnTo>
                      <a:pt x="49" y="248919"/>
                    </a:lnTo>
                    <a:lnTo>
                      <a:pt x="0" y="248820"/>
                    </a:lnTo>
                    <a:lnTo>
                      <a:pt x="0" y="149"/>
                    </a:lnTo>
                    <a:lnTo>
                      <a:pt x="49" y="50"/>
                    </a:lnTo>
                    <a:lnTo>
                      <a:pt x="148" y="0"/>
                    </a:lnTo>
                    <a:lnTo>
                      <a:pt x="555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9" name="墙_V17_Storage_North_Casing">
                <a:extLst>
                  <a:ext uri="{FF2B5EF4-FFF2-40B4-BE49-F238E27FC236}">
                    <a16:creationId xmlns:a16="http://schemas.microsoft.com/office/drawing/2014/main" id="{4A43F4A0-8ED9-211A-4AAC-537CF13F280A}"/>
                  </a:ext>
                </a:extLst>
              </p:cNvPr>
              <p:cNvSpPr/>
              <p:nvPr/>
            </p:nvSpPr>
            <p:spPr>
              <a:xfrm>
                <a:off x="2240297" y="4676368"/>
                <a:ext cx="4960" cy="11159"/>
              </a:xfrm>
              <a:custGeom>
                <a:avLst/>
                <a:gdLst/>
                <a:ahLst/>
                <a:cxnLst/>
                <a:rect l="l" t="t" r="r" b="b"/>
                <a:pathLst>
                  <a:path w="4960" h="11159">
                    <a:moveTo>
                      <a:pt x="4960" y="0"/>
                    </a:moveTo>
                    <a:lnTo>
                      <a:pt x="0" y="0"/>
                    </a:lnTo>
                    <a:lnTo>
                      <a:pt x="0" y="11159"/>
                    </a:lnTo>
                    <a:lnTo>
                      <a:pt x="4960" y="1115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423" name="房间名（沿用施工图）">
              <a:extLst>
                <a:ext uri="{FF2B5EF4-FFF2-40B4-BE49-F238E27FC236}">
                  <a16:creationId xmlns:a16="http://schemas.microsoft.com/office/drawing/2014/main" id="{999474E9-7318-2C4D-EF6E-2949F8F8533D}"/>
                </a:ext>
              </a:extLst>
            </p:cNvPr>
            <p:cNvGrpSpPr/>
            <p:nvPr/>
          </p:nvGrpSpPr>
          <p:grpSpPr>
            <a:xfrm>
              <a:off x="658780" y="1171576"/>
              <a:ext cx="1914044" cy="4397638"/>
              <a:chOff x="658780" y="1171576"/>
              <a:chExt cx="1914044" cy="4397638"/>
            </a:xfrm>
          </p:grpSpPr>
          <p:sp>
            <p:nvSpPr>
              <p:cNvPr id="424" name="TextBox 423">
                <a:extLst>
                  <a:ext uri="{FF2B5EF4-FFF2-40B4-BE49-F238E27FC236}">
                    <a16:creationId xmlns:a16="http://schemas.microsoft.com/office/drawing/2014/main" id="{43FEC776-CEDF-3216-2E0A-B9CE63EE2390}"/>
                  </a:ext>
                </a:extLst>
              </p:cNvPr>
              <p:cNvSpPr txBox="1"/>
              <p:nvPr/>
            </p:nvSpPr>
            <p:spPr>
              <a:xfrm rot="16200000">
                <a:off x="1704467" y="464322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起居室</a:t>
                </a:r>
              </a:p>
            </p:txBody>
          </p:sp>
          <p:sp>
            <p:nvSpPr>
              <p:cNvPr id="425" name="TextBox 424">
                <a:extLst>
                  <a:ext uri="{FF2B5EF4-FFF2-40B4-BE49-F238E27FC236}">
                    <a16:creationId xmlns:a16="http://schemas.microsoft.com/office/drawing/2014/main" id="{4E1035C1-A79A-E69F-B479-A165BD13CC06}"/>
                  </a:ext>
                </a:extLst>
              </p:cNvPr>
              <p:cNvSpPr txBox="1"/>
              <p:nvPr/>
            </p:nvSpPr>
            <p:spPr>
              <a:xfrm rot="16200000">
                <a:off x="1952573" y="2508311"/>
                <a:ext cx="54125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厨房（吧台区）</a:t>
                </a:r>
              </a:p>
            </p:txBody>
          </p:sp>
          <p:sp>
            <p:nvSpPr>
              <p:cNvPr id="426" name="TextBox 425">
                <a:extLst>
                  <a:ext uri="{FF2B5EF4-FFF2-40B4-BE49-F238E27FC236}">
                    <a16:creationId xmlns:a16="http://schemas.microsoft.com/office/drawing/2014/main" id="{58A143EE-E6E5-2CE6-EA82-045D91BC6A96}"/>
                  </a:ext>
                </a:extLst>
              </p:cNvPr>
              <p:cNvSpPr txBox="1"/>
              <p:nvPr/>
            </p:nvSpPr>
            <p:spPr>
              <a:xfrm rot="16200000">
                <a:off x="1377294" y="547717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前院</a:t>
                </a:r>
              </a:p>
            </p:txBody>
          </p:sp>
          <p:sp>
            <p:nvSpPr>
              <p:cNvPr id="427" name="TextBox 426">
                <a:extLst>
                  <a:ext uri="{FF2B5EF4-FFF2-40B4-BE49-F238E27FC236}">
                    <a16:creationId xmlns:a16="http://schemas.microsoft.com/office/drawing/2014/main" id="{A7A11826-15A1-F21D-B60C-531AAE91EB7C}"/>
                  </a:ext>
                </a:extLst>
              </p:cNvPr>
              <p:cNvSpPr txBox="1"/>
              <p:nvPr/>
            </p:nvSpPr>
            <p:spPr>
              <a:xfrm rot="16200000">
                <a:off x="1792213" y="3624550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餐厅</a:t>
                </a:r>
                <a:endParaRPr sz="1400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28" name="TextBox 427">
                <a:extLst>
                  <a:ext uri="{FF2B5EF4-FFF2-40B4-BE49-F238E27FC236}">
                    <a16:creationId xmlns:a16="http://schemas.microsoft.com/office/drawing/2014/main" id="{7343EACE-CE65-E7E9-B861-48D7090D7218}"/>
                  </a:ext>
                </a:extLst>
              </p:cNvPr>
              <p:cNvSpPr txBox="1"/>
              <p:nvPr/>
            </p:nvSpPr>
            <p:spPr>
              <a:xfrm rot="16200000">
                <a:off x="2320821" y="4239600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  <p:sp>
            <p:nvSpPr>
              <p:cNvPr id="429" name="TextBox 428">
                <a:extLst>
                  <a:ext uri="{FF2B5EF4-FFF2-40B4-BE49-F238E27FC236}">
                    <a16:creationId xmlns:a16="http://schemas.microsoft.com/office/drawing/2014/main" id="{A10F7F30-E0C5-2FE9-F6DD-3D4FE703DA0D}"/>
                  </a:ext>
                </a:extLst>
              </p:cNvPr>
              <p:cNvSpPr txBox="1"/>
              <p:nvPr/>
            </p:nvSpPr>
            <p:spPr>
              <a:xfrm rot="16200000">
                <a:off x="964969" y="201019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后花园</a:t>
                </a:r>
              </a:p>
            </p:txBody>
          </p:sp>
          <p:sp>
            <p:nvSpPr>
              <p:cNvPr id="430" name="TextBox 429">
                <a:extLst>
                  <a:ext uri="{FF2B5EF4-FFF2-40B4-BE49-F238E27FC236}">
                    <a16:creationId xmlns:a16="http://schemas.microsoft.com/office/drawing/2014/main" id="{3387C132-2888-B401-4ED1-11F4143ECB2F}"/>
                  </a:ext>
                </a:extLst>
              </p:cNvPr>
              <p:cNvSpPr txBox="1"/>
              <p:nvPr/>
            </p:nvSpPr>
            <p:spPr>
              <a:xfrm rot="16200000">
                <a:off x="2320821" y="472944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  <a:endParaRPr sz="1400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31" name="TextBox 430">
                <a:extLst>
                  <a:ext uri="{FF2B5EF4-FFF2-40B4-BE49-F238E27FC236}">
                    <a16:creationId xmlns:a16="http://schemas.microsoft.com/office/drawing/2014/main" id="{5AB5D4B4-1267-862F-370E-CB023A94A0EA}"/>
                  </a:ext>
                </a:extLst>
              </p:cNvPr>
              <p:cNvSpPr txBox="1"/>
              <p:nvPr/>
            </p:nvSpPr>
            <p:spPr>
              <a:xfrm rot="16200000">
                <a:off x="1098651" y="321923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432" name="TextBox 431">
                <a:extLst>
                  <a:ext uri="{FF2B5EF4-FFF2-40B4-BE49-F238E27FC236}">
                    <a16:creationId xmlns:a16="http://schemas.microsoft.com/office/drawing/2014/main" id="{A94F9BBF-6BA1-7A05-33AF-81559C4F895C}"/>
                  </a:ext>
                </a:extLst>
              </p:cNvPr>
              <p:cNvSpPr txBox="1"/>
              <p:nvPr/>
            </p:nvSpPr>
            <p:spPr>
              <a:xfrm rot="16200000">
                <a:off x="2378657" y="3368357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433" name="TextBox 432">
                <a:extLst>
                  <a:ext uri="{FF2B5EF4-FFF2-40B4-BE49-F238E27FC236}">
                    <a16:creationId xmlns:a16="http://schemas.microsoft.com/office/drawing/2014/main" id="{94530346-B00F-94EA-1F07-D67074D2FEC6}"/>
                  </a:ext>
                </a:extLst>
              </p:cNvPr>
              <p:cNvSpPr txBox="1"/>
              <p:nvPr/>
            </p:nvSpPr>
            <p:spPr>
              <a:xfrm rot="16200000">
                <a:off x="2120615" y="1821014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</a:t>
                </a:r>
              </a:p>
            </p:txBody>
          </p:sp>
          <p:sp>
            <p:nvSpPr>
              <p:cNvPr id="434" name="TextBox 433">
                <a:extLst>
                  <a:ext uri="{FF2B5EF4-FFF2-40B4-BE49-F238E27FC236}">
                    <a16:creationId xmlns:a16="http://schemas.microsoft.com/office/drawing/2014/main" id="{D3666B31-7E3E-C075-3FAC-62278ECCD7E6}"/>
                  </a:ext>
                </a:extLst>
              </p:cNvPr>
              <p:cNvSpPr txBox="1"/>
              <p:nvPr/>
            </p:nvSpPr>
            <p:spPr>
              <a:xfrm rot="16200000">
                <a:off x="2087745" y="117157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洗衣房</a:t>
                </a:r>
              </a:p>
            </p:txBody>
          </p:sp>
          <p:sp>
            <p:nvSpPr>
              <p:cNvPr id="435" name="TextBox 434">
                <a:extLst>
                  <a:ext uri="{FF2B5EF4-FFF2-40B4-BE49-F238E27FC236}">
                    <a16:creationId xmlns:a16="http://schemas.microsoft.com/office/drawing/2014/main" id="{121FAF64-6464-C9C9-726F-FE3A1C91C334}"/>
                  </a:ext>
                </a:extLst>
              </p:cNvPr>
              <p:cNvSpPr txBox="1"/>
              <p:nvPr/>
            </p:nvSpPr>
            <p:spPr>
              <a:xfrm rot="16200000">
                <a:off x="791437" y="404074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客厅</a:t>
                </a:r>
              </a:p>
            </p:txBody>
          </p:sp>
          <p:sp>
            <p:nvSpPr>
              <p:cNvPr id="436" name="TextBox 435">
                <a:extLst>
                  <a:ext uri="{FF2B5EF4-FFF2-40B4-BE49-F238E27FC236}">
                    <a16:creationId xmlns:a16="http://schemas.microsoft.com/office/drawing/2014/main" id="{CD08588D-5387-80FF-3321-1E90D1A52452}"/>
                  </a:ext>
                </a:extLst>
              </p:cNvPr>
              <p:cNvSpPr txBox="1"/>
              <p:nvPr/>
            </p:nvSpPr>
            <p:spPr>
              <a:xfrm rot="16200000">
                <a:off x="658780" y="4720908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</p:grpSp>
      </p:grpSp>
      <p:sp>
        <p:nvSpPr>
          <p:cNvPr id="538" name="Rectangle 537"/>
          <p:cNvSpPr/>
          <p:nvPr/>
        </p:nvSpPr>
        <p:spPr>
          <a:xfrm>
            <a:off x="0" y="0"/>
            <a:ext cx="12192000" cy="8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Rectangle 538"/>
          <p:cNvSpPr/>
          <p:nvPr/>
        </p:nvSpPr>
        <p:spPr>
          <a:xfrm>
            <a:off x="0" y="6650000"/>
            <a:ext cx="12192000" cy="2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" name="Rectangle 539"/>
          <p:cNvSpPr/>
          <p:nvPr/>
        </p:nvSpPr>
        <p:spPr>
          <a:xfrm>
            <a:off x="0" y="850000"/>
            <a:ext cx="300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" name="Rectangle 540"/>
          <p:cNvSpPr/>
          <p:nvPr/>
        </p:nvSpPr>
        <p:spPr>
          <a:xfrm>
            <a:off x="8450000" y="850000"/>
            <a:ext cx="3742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Rectangle 54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TextBox 54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一层照明平面放大图（G15 区 · 卫生间 · 储物间）</a:t>
            </a:r>
          </a:p>
        </p:txBody>
      </p:sp>
      <p:sp>
        <p:nvSpPr>
          <p:cNvPr id="544" name="Rectangle 543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5" name="TextBox 544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546" name="TextBox 545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住宅改造（一层）</a:t>
            </a:r>
          </a:p>
        </p:txBody>
      </p:sp>
      <p:cxnSp>
        <p:nvCxnSpPr>
          <p:cNvPr id="547" name="Connector 546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8" name="TextBox 547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549" name="TextBox 548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一层照明平面放大图（G15 区 · 卫生间 · 储物间）</a:t>
            </a:r>
          </a:p>
        </p:txBody>
      </p:sp>
      <p:cxnSp>
        <p:nvCxnSpPr>
          <p:cNvPr id="550" name="Connector 549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1" name="TextBox 550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552" name="TextBox 551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电施-04</a:t>
            </a:r>
          </a:p>
        </p:txBody>
      </p:sp>
      <p:cxnSp>
        <p:nvCxnSpPr>
          <p:cNvPr id="553" name="Connector 552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4" name="TextBox 553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555" name="TextBox 554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1:50（A3）</a:t>
            </a:r>
          </a:p>
        </p:txBody>
      </p:sp>
      <p:cxnSp>
        <p:nvCxnSpPr>
          <p:cNvPr id="556" name="Connector 555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7" name="TextBox 556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558" name="TextBox 557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G-A 2026-10-03）</a:t>
            </a:r>
          </a:p>
        </p:txBody>
      </p:sp>
      <p:cxnSp>
        <p:nvCxnSpPr>
          <p:cNvPr id="559" name="Connector 558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0" name="TextBox 559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561" name="TextBox 560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562" name="Connector 561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3" name="Connector 562"/>
          <p:cNvCxnSpPr/>
          <p:nvPr/>
        </p:nvCxnSpPr>
        <p:spPr>
          <a:xfrm flipV="1">
            <a:off x="3600400" y="3182841"/>
            <a:ext cx="0" cy="843662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4" name="Connector 563"/>
          <p:cNvCxnSpPr/>
          <p:nvPr/>
        </p:nvCxnSpPr>
        <p:spPr>
          <a:xfrm flipH="1">
            <a:off x="3595890" y="3182841"/>
            <a:ext cx="451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5" name="Connector 564"/>
          <p:cNvCxnSpPr/>
          <p:nvPr/>
        </p:nvCxnSpPr>
        <p:spPr>
          <a:xfrm>
            <a:off x="3595890" y="3182841"/>
            <a:ext cx="8417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6" name="Connector 565"/>
          <p:cNvCxnSpPr/>
          <p:nvPr/>
        </p:nvCxnSpPr>
        <p:spPr>
          <a:xfrm>
            <a:off x="4437630" y="3182841"/>
            <a:ext cx="970017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7" name="Connector 566"/>
          <p:cNvCxnSpPr/>
          <p:nvPr/>
        </p:nvCxnSpPr>
        <p:spPr>
          <a:xfrm>
            <a:off x="5407647" y="3182841"/>
            <a:ext cx="0" cy="1393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8" name="Connector 567"/>
          <p:cNvCxnSpPr/>
          <p:nvPr/>
        </p:nvCxnSpPr>
        <p:spPr>
          <a:xfrm>
            <a:off x="5435543" y="3994283"/>
            <a:ext cx="0" cy="948855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9" name="Connector 568"/>
          <p:cNvCxnSpPr/>
          <p:nvPr/>
        </p:nvCxnSpPr>
        <p:spPr>
          <a:xfrm flipH="1">
            <a:off x="4455541" y="4943138"/>
            <a:ext cx="980002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0" name="Connector 569"/>
          <p:cNvCxnSpPr/>
          <p:nvPr/>
        </p:nvCxnSpPr>
        <p:spPr>
          <a:xfrm flipV="1">
            <a:off x="4455541" y="4926790"/>
            <a:ext cx="0" cy="1634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1" name="Connector 570"/>
          <p:cNvCxnSpPr/>
          <p:nvPr/>
        </p:nvCxnSpPr>
        <p:spPr>
          <a:xfrm flipH="1">
            <a:off x="3585339" y="4926790"/>
            <a:ext cx="870202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2" name="Connector 571"/>
          <p:cNvCxnSpPr/>
          <p:nvPr/>
        </p:nvCxnSpPr>
        <p:spPr>
          <a:xfrm flipV="1">
            <a:off x="3585339" y="4914538"/>
            <a:ext cx="0" cy="12252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3" name="Connector 572"/>
          <p:cNvCxnSpPr/>
          <p:nvPr/>
        </p:nvCxnSpPr>
        <p:spPr>
          <a:xfrm>
            <a:off x="4918333" y="5167760"/>
            <a:ext cx="2105417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4" name="Connector 573"/>
          <p:cNvCxnSpPr/>
          <p:nvPr/>
        </p:nvCxnSpPr>
        <p:spPr>
          <a:xfrm flipV="1">
            <a:off x="7023750" y="4412187"/>
            <a:ext cx="0" cy="75557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5" name="Connector 574"/>
          <p:cNvCxnSpPr/>
          <p:nvPr/>
        </p:nvCxnSpPr>
        <p:spPr>
          <a:xfrm flipH="1">
            <a:off x="2931770" y="5167760"/>
            <a:ext cx="1986563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6" name="Connector 575"/>
          <p:cNvCxnSpPr/>
          <p:nvPr/>
        </p:nvCxnSpPr>
        <p:spPr>
          <a:xfrm flipV="1">
            <a:off x="2931770" y="3342500"/>
            <a:ext cx="0" cy="182526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7" name="TextBox 576"/>
          <p:cNvSpPr txBox="1"/>
          <p:nvPr/>
        </p:nvSpPr>
        <p:spPr>
          <a:xfrm>
            <a:off x="5031917" y="5237658"/>
            <a:ext cx="18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WL2 引自 AL1</a:t>
            </a:r>
          </a:p>
        </p:txBody>
      </p:sp>
      <p:cxnSp>
        <p:nvCxnSpPr>
          <p:cNvPr id="578" name="Connector 577"/>
          <p:cNvCxnSpPr/>
          <p:nvPr/>
        </p:nvCxnSpPr>
        <p:spPr>
          <a:xfrm flipV="1">
            <a:off x="4918333" y="4023697"/>
            <a:ext cx="0" cy="1144063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9" name="Connector 578"/>
          <p:cNvCxnSpPr/>
          <p:nvPr/>
        </p:nvCxnSpPr>
        <p:spPr>
          <a:xfrm flipH="1">
            <a:off x="4451986" y="4023697"/>
            <a:ext cx="466347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0" name="Connector 579"/>
          <p:cNvCxnSpPr/>
          <p:nvPr/>
        </p:nvCxnSpPr>
        <p:spPr>
          <a:xfrm flipV="1">
            <a:off x="4918333" y="3512225"/>
            <a:ext cx="0" cy="165553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1" name="Connector 580"/>
          <p:cNvCxnSpPr/>
          <p:nvPr/>
        </p:nvCxnSpPr>
        <p:spPr>
          <a:xfrm>
            <a:off x="4918333" y="3512225"/>
            <a:ext cx="202227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2" name="Connector 581"/>
          <p:cNvCxnSpPr/>
          <p:nvPr/>
        </p:nvCxnSpPr>
        <p:spPr>
          <a:xfrm flipH="1">
            <a:off x="3600400" y="5167760"/>
            <a:ext cx="1317933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3" name="Connector 582"/>
          <p:cNvCxnSpPr/>
          <p:nvPr/>
        </p:nvCxnSpPr>
        <p:spPr>
          <a:xfrm flipV="1">
            <a:off x="3600400" y="4026503"/>
            <a:ext cx="0" cy="114125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4" name="Connector 583"/>
          <p:cNvCxnSpPr/>
          <p:nvPr/>
        </p:nvCxnSpPr>
        <p:spPr>
          <a:xfrm flipH="1">
            <a:off x="4455541" y="5167760"/>
            <a:ext cx="46279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5" name="Connector 584"/>
          <p:cNvCxnSpPr/>
          <p:nvPr/>
        </p:nvCxnSpPr>
        <p:spPr>
          <a:xfrm flipV="1">
            <a:off x="4455541" y="4926790"/>
            <a:ext cx="0" cy="24097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6" name="Connector 585"/>
          <p:cNvCxnSpPr/>
          <p:nvPr/>
        </p:nvCxnSpPr>
        <p:spPr>
          <a:xfrm>
            <a:off x="2931770" y="3342500"/>
            <a:ext cx="1520216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7" name="Connector 586"/>
          <p:cNvCxnSpPr/>
          <p:nvPr/>
        </p:nvCxnSpPr>
        <p:spPr>
          <a:xfrm>
            <a:off x="4451986" y="3342500"/>
            <a:ext cx="0" cy="68119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8" name="Connector 587"/>
          <p:cNvCxnSpPr/>
          <p:nvPr/>
        </p:nvCxnSpPr>
        <p:spPr>
          <a:xfrm>
            <a:off x="2931770" y="3342500"/>
            <a:ext cx="0" cy="16972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9" name="Connector 588"/>
          <p:cNvCxnSpPr/>
          <p:nvPr/>
        </p:nvCxnSpPr>
        <p:spPr>
          <a:xfrm>
            <a:off x="2931770" y="3512225"/>
            <a:ext cx="400883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0" name="Connector 589"/>
          <p:cNvCxnSpPr/>
          <p:nvPr/>
        </p:nvCxnSpPr>
        <p:spPr>
          <a:xfrm flipV="1">
            <a:off x="2931770" y="3182841"/>
            <a:ext cx="0" cy="159659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1" name="Connector 590"/>
          <p:cNvCxnSpPr/>
          <p:nvPr/>
        </p:nvCxnSpPr>
        <p:spPr>
          <a:xfrm>
            <a:off x="2931770" y="3182841"/>
            <a:ext cx="66412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2" name="Connector 591"/>
          <p:cNvCxnSpPr/>
          <p:nvPr/>
        </p:nvCxnSpPr>
        <p:spPr>
          <a:xfrm>
            <a:off x="2931770" y="3342500"/>
            <a:ext cx="0" cy="1572038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3" name="Connector 592"/>
          <p:cNvCxnSpPr/>
          <p:nvPr/>
        </p:nvCxnSpPr>
        <p:spPr>
          <a:xfrm>
            <a:off x="2931770" y="4914538"/>
            <a:ext cx="653569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4" name="Connector 593"/>
          <p:cNvCxnSpPr/>
          <p:nvPr/>
        </p:nvCxnSpPr>
        <p:spPr>
          <a:xfrm>
            <a:off x="7023750" y="4412187"/>
            <a:ext cx="192238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5" name="Connector 594"/>
          <p:cNvCxnSpPr/>
          <p:nvPr/>
        </p:nvCxnSpPr>
        <p:spPr>
          <a:xfrm>
            <a:off x="7215988" y="4412187"/>
            <a:ext cx="0" cy="650093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6" name="Connector 595"/>
          <p:cNvCxnSpPr/>
          <p:nvPr/>
        </p:nvCxnSpPr>
        <p:spPr>
          <a:xfrm flipH="1" flipV="1">
            <a:off x="2931770" y="3342500"/>
            <a:ext cx="1986563" cy="1825260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7" name="Connector 596"/>
          <p:cNvCxnSpPr/>
          <p:nvPr/>
        </p:nvCxnSpPr>
        <p:spPr>
          <a:xfrm flipH="1">
            <a:off x="3914535" y="4294159"/>
            <a:ext cx="111107" cy="4701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8" name="Connector 597"/>
          <p:cNvCxnSpPr/>
          <p:nvPr/>
        </p:nvCxnSpPr>
        <p:spPr>
          <a:xfrm flipH="1">
            <a:off x="3892016" y="4273469"/>
            <a:ext cx="111108" cy="4702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9" name="Connector 598"/>
          <p:cNvCxnSpPr/>
          <p:nvPr/>
        </p:nvCxnSpPr>
        <p:spPr>
          <a:xfrm flipH="1">
            <a:off x="3869498" y="4252779"/>
            <a:ext cx="111107" cy="4702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0" name="Connector 599"/>
          <p:cNvCxnSpPr/>
          <p:nvPr/>
        </p:nvCxnSpPr>
        <p:spPr>
          <a:xfrm flipH="1">
            <a:off x="3846980" y="4232089"/>
            <a:ext cx="111107" cy="4702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1" name="Connector 600"/>
          <p:cNvCxnSpPr/>
          <p:nvPr/>
        </p:nvCxnSpPr>
        <p:spPr>
          <a:xfrm flipH="1">
            <a:off x="3824461" y="4211399"/>
            <a:ext cx="111107" cy="4702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2" name="TextBox 601"/>
          <p:cNvSpPr txBox="1"/>
          <p:nvPr/>
        </p:nvSpPr>
        <p:spPr>
          <a:xfrm>
            <a:off x="3977475" y="4115334"/>
            <a:ext cx="262116" cy="1223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9</a:t>
            </a:r>
          </a:p>
        </p:txBody>
      </p:sp>
      <p:sp>
        <p:nvSpPr>
          <p:cNvPr id="603" name="Oval 602"/>
          <p:cNvSpPr/>
          <p:nvPr/>
        </p:nvSpPr>
        <p:spPr>
          <a:xfrm>
            <a:off x="4347139" y="3918851"/>
            <a:ext cx="209693" cy="20969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4" name="Connector 603"/>
          <p:cNvCxnSpPr/>
          <p:nvPr/>
        </p:nvCxnSpPr>
        <p:spPr>
          <a:xfrm>
            <a:off x="4377859" y="3949571"/>
            <a:ext cx="148254" cy="14825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5" name="Connector 604"/>
          <p:cNvCxnSpPr/>
          <p:nvPr/>
        </p:nvCxnSpPr>
        <p:spPr>
          <a:xfrm flipV="1">
            <a:off x="4377859" y="3949571"/>
            <a:ext cx="148254" cy="14825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6" name="TextBox 605"/>
          <p:cNvSpPr txBox="1"/>
          <p:nvPr/>
        </p:nvSpPr>
        <p:spPr>
          <a:xfrm>
            <a:off x="4548096" y="3822741"/>
            <a:ext cx="174744" cy="131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j</a:t>
            </a:r>
          </a:p>
        </p:txBody>
      </p:sp>
      <p:sp>
        <p:nvSpPr>
          <p:cNvPr id="607" name="Oval 606"/>
          <p:cNvSpPr/>
          <p:nvPr/>
        </p:nvSpPr>
        <p:spPr>
          <a:xfrm>
            <a:off x="6835758" y="3407378"/>
            <a:ext cx="209693" cy="20969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8" name="Connector 607"/>
          <p:cNvCxnSpPr/>
          <p:nvPr/>
        </p:nvCxnSpPr>
        <p:spPr>
          <a:xfrm>
            <a:off x="6866478" y="3438098"/>
            <a:ext cx="148254" cy="14825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9" name="Connector 608"/>
          <p:cNvCxnSpPr/>
          <p:nvPr/>
        </p:nvCxnSpPr>
        <p:spPr>
          <a:xfrm flipV="1">
            <a:off x="6866478" y="3438098"/>
            <a:ext cx="148254" cy="14825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0" name="TextBox 609"/>
          <p:cNvSpPr txBox="1"/>
          <p:nvPr/>
        </p:nvSpPr>
        <p:spPr>
          <a:xfrm>
            <a:off x="7036715" y="3311269"/>
            <a:ext cx="174744" cy="131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k</a:t>
            </a:r>
          </a:p>
        </p:txBody>
      </p:sp>
      <p:sp>
        <p:nvSpPr>
          <p:cNvPr id="611" name="Oval 610"/>
          <p:cNvSpPr/>
          <p:nvPr/>
        </p:nvSpPr>
        <p:spPr>
          <a:xfrm>
            <a:off x="4385644" y="4856892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2" name="Oval 611"/>
          <p:cNvSpPr/>
          <p:nvPr/>
        </p:nvSpPr>
        <p:spPr>
          <a:xfrm>
            <a:off x="4433698" y="4904947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3" name="TextBox 612"/>
          <p:cNvSpPr txBox="1"/>
          <p:nvPr/>
        </p:nvSpPr>
        <p:spPr>
          <a:xfrm>
            <a:off x="4551651" y="4725834"/>
            <a:ext cx="174744" cy="131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614" name="Oval 613"/>
          <p:cNvSpPr/>
          <p:nvPr/>
        </p:nvSpPr>
        <p:spPr>
          <a:xfrm>
            <a:off x="3515441" y="4844640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5" name="Oval 614"/>
          <p:cNvSpPr/>
          <p:nvPr/>
        </p:nvSpPr>
        <p:spPr>
          <a:xfrm>
            <a:off x="3563496" y="4892695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6" name="TextBox 615"/>
          <p:cNvSpPr txBox="1"/>
          <p:nvPr/>
        </p:nvSpPr>
        <p:spPr>
          <a:xfrm>
            <a:off x="3681448" y="4713582"/>
            <a:ext cx="174744" cy="131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617" name="Oval 616"/>
          <p:cNvSpPr/>
          <p:nvPr/>
        </p:nvSpPr>
        <p:spPr>
          <a:xfrm>
            <a:off x="3530502" y="3956606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8" name="Oval 617"/>
          <p:cNvSpPr/>
          <p:nvPr/>
        </p:nvSpPr>
        <p:spPr>
          <a:xfrm>
            <a:off x="3578556" y="4004660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9" name="TextBox 618"/>
          <p:cNvSpPr txBox="1"/>
          <p:nvPr/>
        </p:nvSpPr>
        <p:spPr>
          <a:xfrm>
            <a:off x="3696509" y="3825547"/>
            <a:ext cx="174744" cy="131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620" name="Oval 619"/>
          <p:cNvSpPr/>
          <p:nvPr/>
        </p:nvSpPr>
        <p:spPr>
          <a:xfrm>
            <a:off x="3525992" y="3112943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1" name="Oval 620"/>
          <p:cNvSpPr/>
          <p:nvPr/>
        </p:nvSpPr>
        <p:spPr>
          <a:xfrm>
            <a:off x="3574047" y="3160998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2" name="TextBox 621"/>
          <p:cNvSpPr txBox="1"/>
          <p:nvPr/>
        </p:nvSpPr>
        <p:spPr>
          <a:xfrm>
            <a:off x="3691999" y="2981885"/>
            <a:ext cx="174744" cy="131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623" name="Oval 622"/>
          <p:cNvSpPr/>
          <p:nvPr/>
        </p:nvSpPr>
        <p:spPr>
          <a:xfrm>
            <a:off x="4367732" y="3112943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4" name="Oval 623"/>
          <p:cNvSpPr/>
          <p:nvPr/>
        </p:nvSpPr>
        <p:spPr>
          <a:xfrm>
            <a:off x="4415787" y="3160998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5" name="TextBox 624"/>
          <p:cNvSpPr txBox="1"/>
          <p:nvPr/>
        </p:nvSpPr>
        <p:spPr>
          <a:xfrm>
            <a:off x="4533739" y="2981885"/>
            <a:ext cx="174744" cy="131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626" name="Oval 625"/>
          <p:cNvSpPr/>
          <p:nvPr/>
        </p:nvSpPr>
        <p:spPr>
          <a:xfrm>
            <a:off x="5337750" y="3126880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7" name="Oval 626"/>
          <p:cNvSpPr/>
          <p:nvPr/>
        </p:nvSpPr>
        <p:spPr>
          <a:xfrm>
            <a:off x="5385804" y="3174935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8" name="TextBox 627"/>
          <p:cNvSpPr txBox="1"/>
          <p:nvPr/>
        </p:nvSpPr>
        <p:spPr>
          <a:xfrm>
            <a:off x="5503757" y="2995822"/>
            <a:ext cx="174744" cy="131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629" name="Oval 628"/>
          <p:cNvSpPr/>
          <p:nvPr/>
        </p:nvSpPr>
        <p:spPr>
          <a:xfrm>
            <a:off x="5365645" y="3924386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0" name="Oval 629"/>
          <p:cNvSpPr/>
          <p:nvPr/>
        </p:nvSpPr>
        <p:spPr>
          <a:xfrm>
            <a:off x="5413700" y="3972440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1" name="TextBox 630"/>
          <p:cNvSpPr txBox="1"/>
          <p:nvPr/>
        </p:nvSpPr>
        <p:spPr>
          <a:xfrm>
            <a:off x="5531653" y="3793327"/>
            <a:ext cx="174744" cy="131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632" name="Oval 631"/>
          <p:cNvSpPr/>
          <p:nvPr/>
        </p:nvSpPr>
        <p:spPr>
          <a:xfrm>
            <a:off x="5365645" y="4873241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3" name="Oval 632"/>
          <p:cNvSpPr/>
          <p:nvPr/>
        </p:nvSpPr>
        <p:spPr>
          <a:xfrm>
            <a:off x="5413700" y="4921295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4" name="TextBox 633"/>
          <p:cNvSpPr txBox="1"/>
          <p:nvPr/>
        </p:nvSpPr>
        <p:spPr>
          <a:xfrm>
            <a:off x="5531653" y="4742182"/>
            <a:ext cx="174744" cy="131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635" name="Oval 634"/>
          <p:cNvSpPr/>
          <p:nvPr/>
        </p:nvSpPr>
        <p:spPr>
          <a:xfrm>
            <a:off x="7146090" y="4992383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6" name="Oval 635"/>
          <p:cNvSpPr/>
          <p:nvPr/>
        </p:nvSpPr>
        <p:spPr>
          <a:xfrm>
            <a:off x="7194145" y="5040437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7" name="TextBox 636"/>
          <p:cNvSpPr txBox="1"/>
          <p:nvPr/>
        </p:nvSpPr>
        <p:spPr>
          <a:xfrm>
            <a:off x="7312097" y="4861324"/>
            <a:ext cx="174744" cy="131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o</a:t>
            </a:r>
          </a:p>
        </p:txBody>
      </p:sp>
      <p:sp>
        <p:nvSpPr>
          <p:cNvPr id="638" name="Oval 637"/>
          <p:cNvSpPr/>
          <p:nvPr/>
        </p:nvSpPr>
        <p:spPr>
          <a:xfrm>
            <a:off x="4886879" y="5136306"/>
            <a:ext cx="62907" cy="62907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9" name="Connector 638"/>
          <p:cNvCxnSpPr/>
          <p:nvPr/>
        </p:nvCxnSpPr>
        <p:spPr>
          <a:xfrm flipV="1">
            <a:off x="4918333" y="5049139"/>
            <a:ext cx="118620" cy="1186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0" name="Connector 639"/>
          <p:cNvCxnSpPr/>
          <p:nvPr/>
        </p:nvCxnSpPr>
        <p:spPr>
          <a:xfrm>
            <a:off x="5036953" y="5049139"/>
            <a:ext cx="29655" cy="2965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1" name="Connector 640"/>
          <p:cNvCxnSpPr/>
          <p:nvPr/>
        </p:nvCxnSpPr>
        <p:spPr>
          <a:xfrm>
            <a:off x="5015602" y="5070491"/>
            <a:ext cx="29655" cy="2965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2" name="Connector 641"/>
          <p:cNvCxnSpPr/>
          <p:nvPr/>
        </p:nvCxnSpPr>
        <p:spPr>
          <a:xfrm>
            <a:off x="4994250" y="5091843"/>
            <a:ext cx="29655" cy="2965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3" name="Connector 642"/>
          <p:cNvCxnSpPr/>
          <p:nvPr/>
        </p:nvCxnSpPr>
        <p:spPr>
          <a:xfrm>
            <a:off x="4972898" y="5113195"/>
            <a:ext cx="29655" cy="2965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4" name="Connector 643"/>
          <p:cNvCxnSpPr/>
          <p:nvPr/>
        </p:nvCxnSpPr>
        <p:spPr>
          <a:xfrm flipH="1">
            <a:off x="4829367" y="5167760"/>
            <a:ext cx="88966" cy="8896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5" name="Connector 644"/>
          <p:cNvCxnSpPr/>
          <p:nvPr/>
        </p:nvCxnSpPr>
        <p:spPr>
          <a:xfrm flipH="1" flipV="1">
            <a:off x="4799712" y="5227070"/>
            <a:ext cx="29655" cy="2965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6" name="TextBox 645"/>
          <p:cNvSpPr txBox="1"/>
          <p:nvPr/>
        </p:nvSpPr>
        <p:spPr>
          <a:xfrm>
            <a:off x="5054428" y="4909344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S8</a:t>
            </a:r>
          </a:p>
        </p:txBody>
      </p:sp>
      <p:sp>
        <p:nvSpPr>
          <p:cNvPr id="647" name="Oval 646"/>
          <p:cNvSpPr/>
          <p:nvPr/>
        </p:nvSpPr>
        <p:spPr>
          <a:xfrm>
            <a:off x="2900316" y="3311046"/>
            <a:ext cx="62907" cy="62907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8" name="Connector 647"/>
          <p:cNvCxnSpPr/>
          <p:nvPr/>
        </p:nvCxnSpPr>
        <p:spPr>
          <a:xfrm flipV="1">
            <a:off x="2931770" y="3223879"/>
            <a:ext cx="118621" cy="1186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9" name="Connector 648"/>
          <p:cNvCxnSpPr/>
          <p:nvPr/>
        </p:nvCxnSpPr>
        <p:spPr>
          <a:xfrm>
            <a:off x="3050391" y="3223879"/>
            <a:ext cx="29655" cy="2965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0" name="Connector 649"/>
          <p:cNvCxnSpPr/>
          <p:nvPr/>
        </p:nvCxnSpPr>
        <p:spPr>
          <a:xfrm>
            <a:off x="3029039" y="3245231"/>
            <a:ext cx="29655" cy="2965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1" name="Connector 650"/>
          <p:cNvCxnSpPr/>
          <p:nvPr/>
        </p:nvCxnSpPr>
        <p:spPr>
          <a:xfrm>
            <a:off x="3007687" y="3266582"/>
            <a:ext cx="29656" cy="2965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2" name="Connector 651"/>
          <p:cNvCxnSpPr/>
          <p:nvPr/>
        </p:nvCxnSpPr>
        <p:spPr>
          <a:xfrm>
            <a:off x="2986336" y="3287934"/>
            <a:ext cx="29655" cy="2965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3" name="Connector 652"/>
          <p:cNvCxnSpPr/>
          <p:nvPr/>
        </p:nvCxnSpPr>
        <p:spPr>
          <a:xfrm flipH="1">
            <a:off x="2842805" y="3342500"/>
            <a:ext cx="88965" cy="8896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4" name="Connector 653"/>
          <p:cNvCxnSpPr/>
          <p:nvPr/>
        </p:nvCxnSpPr>
        <p:spPr>
          <a:xfrm flipH="1" flipV="1">
            <a:off x="2813150" y="3401810"/>
            <a:ext cx="29655" cy="2965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5" name="TextBox 654"/>
          <p:cNvSpPr txBox="1"/>
          <p:nvPr/>
        </p:nvSpPr>
        <p:spPr>
          <a:xfrm>
            <a:off x="3067865" y="3084083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S9</a:t>
            </a:r>
          </a:p>
        </p:txBody>
      </p:sp>
      <p:sp>
        <p:nvSpPr>
          <p:cNvPr id="656" name="Oval 655"/>
          <p:cNvSpPr/>
          <p:nvPr/>
        </p:nvSpPr>
        <p:spPr>
          <a:xfrm>
            <a:off x="6992296" y="4380733"/>
            <a:ext cx="62907" cy="62907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7" name="Connector 656"/>
          <p:cNvCxnSpPr/>
          <p:nvPr/>
        </p:nvCxnSpPr>
        <p:spPr>
          <a:xfrm flipV="1">
            <a:off x="7023750" y="4293567"/>
            <a:ext cx="118620" cy="11862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8" name="Connector 657"/>
          <p:cNvCxnSpPr/>
          <p:nvPr/>
        </p:nvCxnSpPr>
        <p:spPr>
          <a:xfrm>
            <a:off x="7142370" y="4293567"/>
            <a:ext cx="29655" cy="2965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9" name="TextBox 658"/>
          <p:cNvSpPr txBox="1"/>
          <p:nvPr/>
        </p:nvSpPr>
        <p:spPr>
          <a:xfrm>
            <a:off x="7159844" y="4153771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S10</a:t>
            </a:r>
          </a:p>
        </p:txBody>
      </p:sp>
      <p:sp>
        <p:nvSpPr>
          <p:cNvPr id="660" name="TextBox 659"/>
          <p:cNvSpPr txBox="1"/>
          <p:nvPr/>
        </p:nvSpPr>
        <p:spPr>
          <a:xfrm>
            <a:off x="8710000" y="300000"/>
            <a:ext cx="33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1A1A1A"/>
                </a:solidFill>
                <a:latin typeface="Microsoft YaHei"/>
              </a:rPr>
              <a:t>本图开关（键 1→键 4 从左到右）</a:t>
            </a:r>
          </a:p>
        </p:txBody>
      </p:sp>
      <p:sp>
        <p:nvSpPr>
          <p:cNvPr id="661" name="TextBox 660"/>
          <p:cNvSpPr txBox="1"/>
          <p:nvPr/>
        </p:nvSpPr>
        <p:spPr>
          <a:xfrm>
            <a:off x="8710000" y="5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S8  G15 区南门旁</a:t>
            </a:r>
          </a:p>
        </p:txBody>
      </p:sp>
      <p:sp>
        <p:nvSpPr>
          <p:cNvPr id="662" name="TextBox 661"/>
          <p:cNvSpPr txBox="1"/>
          <p:nvPr/>
        </p:nvSpPr>
        <p:spPr>
          <a:xfrm>
            <a:off x="8910000" y="6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键1=j  键2=k  键3=l  键4=m</a:t>
            </a:r>
          </a:p>
        </p:txBody>
      </p:sp>
      <p:sp>
        <p:nvSpPr>
          <p:cNvPr id="663" name="TextBox 662"/>
          <p:cNvSpPr txBox="1"/>
          <p:nvPr/>
        </p:nvSpPr>
        <p:spPr>
          <a:xfrm>
            <a:off x="8710000" y="8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S9  G15 区 · 储物间门旁</a:t>
            </a:r>
          </a:p>
        </p:txBody>
      </p:sp>
      <p:sp>
        <p:nvSpPr>
          <p:cNvPr id="664" name="TextBox 663"/>
          <p:cNvSpPr txBox="1"/>
          <p:nvPr/>
        </p:nvSpPr>
        <p:spPr>
          <a:xfrm>
            <a:off x="8910000" y="10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键1=j  键2=k  键3=l  键4=m</a:t>
            </a:r>
          </a:p>
        </p:txBody>
      </p:sp>
      <p:sp>
        <p:nvSpPr>
          <p:cNvPr id="665" name="TextBox 664"/>
          <p:cNvSpPr txBox="1"/>
          <p:nvPr/>
        </p:nvSpPr>
        <p:spPr>
          <a:xfrm>
            <a:off x="8710000" y="12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S10  卫生间门外</a:t>
            </a:r>
          </a:p>
        </p:txBody>
      </p:sp>
      <p:sp>
        <p:nvSpPr>
          <p:cNvPr id="666" name="TextBox 665"/>
          <p:cNvSpPr txBox="1"/>
          <p:nvPr/>
        </p:nvSpPr>
        <p:spPr>
          <a:xfrm>
            <a:off x="8910000" y="13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键1=o</a:t>
            </a:r>
          </a:p>
        </p:txBody>
      </p:sp>
      <p:sp>
        <p:nvSpPr>
          <p:cNvPr id="667" name="Rectangle 666"/>
          <p:cNvSpPr/>
          <p:nvPr/>
        </p:nvSpPr>
        <p:spPr>
          <a:xfrm>
            <a:off x="400000" y="6540000"/>
            <a:ext cx="794292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8" name="Rectangle 667"/>
          <p:cNvSpPr/>
          <p:nvPr/>
        </p:nvSpPr>
        <p:spPr>
          <a:xfrm>
            <a:off x="1194292" y="6540000"/>
            <a:ext cx="794292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9" name="TextBox 668"/>
          <p:cNvSpPr txBox="1"/>
          <p:nvPr/>
        </p:nvSpPr>
        <p:spPr>
          <a:xfrm>
            <a:off x="2028585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2 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37" name="Group 536">
            <a:extLst>
              <a:ext uri="{FF2B5EF4-FFF2-40B4-BE49-F238E27FC236}">
                <a16:creationId xmlns:a16="http://schemas.microsoft.com/office/drawing/2014/main" id="{C0720C8A-57E7-2187-373E-7A1E2B212779}"/>
              </a:ext>
            </a:extLst>
          </p:cNvPr>
          <p:cNvGrpSpPr/>
          <p:nvPr/>
        </p:nvGrpSpPr>
        <p:grpSpPr>
          <a:xfrm rot="5400000">
            <a:off x="-1280212" y="-1604295"/>
            <a:ext cx="5327267" cy="10886662"/>
            <a:chOff x="358703" y="843064"/>
            <a:chExt cx="2312689" cy="4726150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5E1F18B8-B18C-FAFE-C9CA-5201F7783D28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8703" y="1008790"/>
              <a:ext cx="2244687" cy="4199488"/>
              <a:chOff x="358703" y="1008790"/>
              <a:chExt cx="2244687" cy="4199488"/>
            </a:xfrm>
          </p:grpSpPr>
          <p:sp>
            <p:nvSpPr>
              <p:cNvPr id="4" name="墙_GF_Wall_Shell">
                <a:extLst>
                  <a:ext uri="{FF2B5EF4-FFF2-40B4-BE49-F238E27FC236}">
                    <a16:creationId xmlns:a16="http://schemas.microsoft.com/office/drawing/2014/main" id="{184A8DC7-17CB-F4DE-A1A9-66AAE14C41A4}"/>
                  </a:ext>
                </a:extLst>
              </p:cNvPr>
              <p:cNvSpPr/>
              <p:nvPr/>
            </p:nvSpPr>
            <p:spPr>
              <a:xfrm>
                <a:off x="358703" y="1008790"/>
                <a:ext cx="2244687" cy="4199488"/>
              </a:xfrm>
              <a:custGeom>
                <a:avLst/>
                <a:gdLst/>
                <a:ahLst/>
                <a:cxnLst/>
                <a:rect l="l" t="t" r="r" b="b"/>
                <a:pathLst>
                  <a:path w="2244687" h="4199488">
                    <a:moveTo>
                      <a:pt x="1918764" y="3678985"/>
                    </a:moveTo>
                    <a:lnTo>
                      <a:pt x="1918764" y="3601616"/>
                    </a:lnTo>
                    <a:lnTo>
                      <a:pt x="1918516" y="3601616"/>
                    </a:lnTo>
                    <a:lnTo>
                      <a:pt x="1918516" y="3596607"/>
                    </a:lnTo>
                    <a:lnTo>
                      <a:pt x="1944775" y="3596607"/>
                    </a:lnTo>
                    <a:lnTo>
                      <a:pt x="1944775" y="3560154"/>
                    </a:lnTo>
                    <a:lnTo>
                      <a:pt x="1918516" y="3560154"/>
                    </a:lnTo>
                    <a:lnTo>
                      <a:pt x="1918516" y="3166664"/>
                    </a:lnTo>
                    <a:lnTo>
                      <a:pt x="1918516" y="2968283"/>
                    </a:lnTo>
                    <a:lnTo>
                      <a:pt x="1902895" y="2968283"/>
                    </a:lnTo>
                    <a:lnTo>
                      <a:pt x="1902895" y="2953404"/>
                    </a:lnTo>
                    <a:lnTo>
                      <a:pt x="1732519" y="2953404"/>
                    </a:lnTo>
                    <a:lnTo>
                      <a:pt x="1672685" y="2953404"/>
                    </a:lnTo>
                    <a:lnTo>
                      <a:pt x="1659667" y="2953404"/>
                    </a:lnTo>
                    <a:lnTo>
                      <a:pt x="1659667" y="2983162"/>
                    </a:lnTo>
                    <a:lnTo>
                      <a:pt x="1702590" y="2983162"/>
                    </a:lnTo>
                    <a:lnTo>
                      <a:pt x="1887298" y="2983162"/>
                    </a:lnTo>
                    <a:lnTo>
                      <a:pt x="1887298" y="3166664"/>
                    </a:lnTo>
                    <a:lnTo>
                      <a:pt x="1887298" y="3578306"/>
                    </a:lnTo>
                    <a:lnTo>
                      <a:pt x="1887298" y="3601616"/>
                    </a:lnTo>
                    <a:lnTo>
                      <a:pt x="1887050" y="3601616"/>
                    </a:lnTo>
                    <a:lnTo>
                      <a:pt x="1887050" y="3678985"/>
                    </a:lnTo>
                    <a:close/>
                    <a:moveTo>
                      <a:pt x="2133228" y="3560154"/>
                    </a:moveTo>
                    <a:lnTo>
                      <a:pt x="2133228" y="3596607"/>
                    </a:lnTo>
                    <a:lnTo>
                      <a:pt x="2185176" y="3596607"/>
                    </a:lnTo>
                    <a:lnTo>
                      <a:pt x="2185176" y="3945312"/>
                    </a:lnTo>
                    <a:lnTo>
                      <a:pt x="2194598" y="3945312"/>
                    </a:lnTo>
                    <a:lnTo>
                      <a:pt x="2194598" y="3973829"/>
                    </a:lnTo>
                    <a:lnTo>
                      <a:pt x="2207493" y="3973829"/>
                    </a:lnTo>
                    <a:lnTo>
                      <a:pt x="2207493" y="3945312"/>
                    </a:lnTo>
                    <a:lnTo>
                      <a:pt x="2211212" y="3945312"/>
                    </a:lnTo>
                    <a:lnTo>
                      <a:pt x="2237248" y="3945312"/>
                    </a:lnTo>
                    <a:lnTo>
                      <a:pt x="2237248" y="3578306"/>
                    </a:lnTo>
                    <a:lnTo>
                      <a:pt x="2237248" y="3166664"/>
                    </a:lnTo>
                    <a:lnTo>
                      <a:pt x="2237248" y="2968283"/>
                    </a:lnTo>
                    <a:lnTo>
                      <a:pt x="2237248" y="2799659"/>
                    </a:lnTo>
                    <a:lnTo>
                      <a:pt x="2237248" y="2008613"/>
                    </a:lnTo>
                    <a:lnTo>
                      <a:pt x="2244687" y="2008613"/>
                    </a:lnTo>
                    <a:lnTo>
                      <a:pt x="2244687" y="1730878"/>
                    </a:lnTo>
                    <a:lnTo>
                      <a:pt x="2244687" y="1383711"/>
                    </a:lnTo>
                    <a:lnTo>
                      <a:pt x="2244687" y="1066300"/>
                    </a:lnTo>
                    <a:lnTo>
                      <a:pt x="2244687" y="369486"/>
                    </a:lnTo>
                    <a:lnTo>
                      <a:pt x="2244687" y="28517"/>
                    </a:lnTo>
                    <a:lnTo>
                      <a:pt x="2214931" y="28517"/>
                    </a:lnTo>
                    <a:lnTo>
                      <a:pt x="2214931" y="0"/>
                    </a:lnTo>
                    <a:lnTo>
                      <a:pt x="2087602" y="0"/>
                    </a:lnTo>
                    <a:lnTo>
                      <a:pt x="1931509" y="0"/>
                    </a:lnTo>
                    <a:lnTo>
                      <a:pt x="1739016" y="0"/>
                    </a:lnTo>
                    <a:lnTo>
                      <a:pt x="1739016" y="28517"/>
                    </a:lnTo>
                    <a:lnTo>
                      <a:pt x="1739016" y="57035"/>
                    </a:lnTo>
                    <a:lnTo>
                      <a:pt x="1931509" y="57035"/>
                    </a:lnTo>
                    <a:lnTo>
                      <a:pt x="2087602" y="57035"/>
                    </a:lnTo>
                    <a:lnTo>
                      <a:pt x="2214931" y="57035"/>
                    </a:lnTo>
                    <a:lnTo>
                      <a:pt x="2214931" y="87437"/>
                    </a:lnTo>
                    <a:lnTo>
                      <a:pt x="2185176" y="87437"/>
                    </a:lnTo>
                    <a:lnTo>
                      <a:pt x="2185176" y="354607"/>
                    </a:lnTo>
                    <a:lnTo>
                      <a:pt x="1675289" y="354607"/>
                    </a:lnTo>
                    <a:lnTo>
                      <a:pt x="1675289" y="384364"/>
                    </a:lnTo>
                    <a:lnTo>
                      <a:pt x="2185176" y="384364"/>
                    </a:lnTo>
                    <a:lnTo>
                      <a:pt x="2185176" y="1031584"/>
                    </a:lnTo>
                    <a:lnTo>
                      <a:pt x="2056384" y="1031584"/>
                    </a:lnTo>
                    <a:lnTo>
                      <a:pt x="2056384" y="1101017"/>
                    </a:lnTo>
                    <a:lnTo>
                      <a:pt x="2185176" y="1101017"/>
                    </a:lnTo>
                    <a:lnTo>
                      <a:pt x="2185176" y="1383711"/>
                    </a:lnTo>
                    <a:lnTo>
                      <a:pt x="2185176" y="1730878"/>
                    </a:lnTo>
                    <a:lnTo>
                      <a:pt x="2185176" y="1993734"/>
                    </a:lnTo>
                    <a:lnTo>
                      <a:pt x="1948669" y="1993734"/>
                    </a:lnTo>
                    <a:lnTo>
                      <a:pt x="1948669" y="2023491"/>
                    </a:lnTo>
                    <a:lnTo>
                      <a:pt x="2177737" y="2023491"/>
                    </a:lnTo>
                    <a:lnTo>
                      <a:pt x="2177737" y="2008613"/>
                    </a:lnTo>
                    <a:lnTo>
                      <a:pt x="2185176" y="2008613"/>
                    </a:lnTo>
                    <a:lnTo>
                      <a:pt x="2185176" y="2799659"/>
                    </a:lnTo>
                    <a:lnTo>
                      <a:pt x="2185176" y="2968283"/>
                    </a:lnTo>
                    <a:lnTo>
                      <a:pt x="2185176" y="3166664"/>
                    </a:lnTo>
                    <a:lnTo>
                      <a:pt x="2185176" y="3560154"/>
                    </a:lnTo>
                    <a:close/>
                    <a:moveTo>
                      <a:pt x="1407811" y="0"/>
                    </a:moveTo>
                    <a:lnTo>
                      <a:pt x="1427648" y="0"/>
                    </a:lnTo>
                    <a:lnTo>
                      <a:pt x="1427648" y="28517"/>
                    </a:lnTo>
                    <a:lnTo>
                      <a:pt x="1436327" y="28517"/>
                    </a:lnTo>
                    <a:lnTo>
                      <a:pt x="1436327" y="109135"/>
                    </a:lnTo>
                    <a:lnTo>
                      <a:pt x="1407811" y="109135"/>
                    </a:lnTo>
                    <a:lnTo>
                      <a:pt x="1379295" y="109135"/>
                    </a:lnTo>
                    <a:lnTo>
                      <a:pt x="1379295" y="28517"/>
                    </a:lnTo>
                    <a:lnTo>
                      <a:pt x="1407811" y="28517"/>
                    </a:lnTo>
                    <a:close/>
                    <a:moveTo>
                      <a:pt x="730872" y="2017292"/>
                    </a:moveTo>
                    <a:lnTo>
                      <a:pt x="879650" y="2017292"/>
                    </a:lnTo>
                    <a:lnTo>
                      <a:pt x="944120" y="2017292"/>
                    </a:lnTo>
                    <a:lnTo>
                      <a:pt x="1026444" y="2017292"/>
                    </a:lnTo>
                    <a:lnTo>
                      <a:pt x="1026444" y="2045809"/>
                    </a:lnTo>
                    <a:lnTo>
                      <a:pt x="1026444" y="2074326"/>
                    </a:lnTo>
                    <a:lnTo>
                      <a:pt x="958998" y="2074326"/>
                    </a:lnTo>
                    <a:lnTo>
                      <a:pt x="958998" y="2462410"/>
                    </a:lnTo>
                    <a:lnTo>
                      <a:pt x="958998" y="2693029"/>
                    </a:lnTo>
                    <a:lnTo>
                      <a:pt x="929242" y="2693029"/>
                    </a:lnTo>
                    <a:lnTo>
                      <a:pt x="929242" y="2477289"/>
                    </a:lnTo>
                    <a:lnTo>
                      <a:pt x="651523" y="2477289"/>
                    </a:lnTo>
                    <a:lnTo>
                      <a:pt x="651523" y="2447532"/>
                    </a:lnTo>
                    <a:lnTo>
                      <a:pt x="651523" y="2316104"/>
                    </a:lnTo>
                    <a:lnTo>
                      <a:pt x="681279" y="2316104"/>
                    </a:lnTo>
                    <a:lnTo>
                      <a:pt x="681279" y="2447532"/>
                    </a:lnTo>
                    <a:lnTo>
                      <a:pt x="929242" y="2447532"/>
                    </a:lnTo>
                    <a:lnTo>
                      <a:pt x="929242" y="2074326"/>
                    </a:lnTo>
                    <a:lnTo>
                      <a:pt x="879650" y="2074326"/>
                    </a:lnTo>
                    <a:lnTo>
                      <a:pt x="730872" y="2074326"/>
                    </a:lnTo>
                    <a:lnTo>
                      <a:pt x="681279" y="2074326"/>
                    </a:lnTo>
                    <a:lnTo>
                      <a:pt x="681279" y="2147480"/>
                    </a:lnTo>
                    <a:lnTo>
                      <a:pt x="651523" y="2147480"/>
                    </a:lnTo>
                    <a:lnTo>
                      <a:pt x="651523" y="2086428"/>
                    </a:lnTo>
                    <a:lnTo>
                      <a:pt x="652639" y="2086428"/>
                    </a:lnTo>
                    <a:lnTo>
                      <a:pt x="652639" y="2017292"/>
                    </a:lnTo>
                    <a:close/>
                    <a:moveTo>
                      <a:pt x="130677" y="2074326"/>
                    </a:moveTo>
                    <a:lnTo>
                      <a:pt x="130677" y="2017292"/>
                    </a:lnTo>
                    <a:lnTo>
                      <a:pt x="29136" y="2017292"/>
                    </a:lnTo>
                    <a:lnTo>
                      <a:pt x="0" y="2017292"/>
                    </a:lnTo>
                    <a:lnTo>
                      <a:pt x="0" y="2074326"/>
                    </a:lnTo>
                    <a:lnTo>
                      <a:pt x="620" y="2074326"/>
                    </a:lnTo>
                    <a:lnTo>
                      <a:pt x="620" y="2536803"/>
                    </a:lnTo>
                    <a:lnTo>
                      <a:pt x="620" y="3684936"/>
                    </a:lnTo>
                    <a:lnTo>
                      <a:pt x="620" y="3823803"/>
                    </a:lnTo>
                    <a:lnTo>
                      <a:pt x="29136" y="3823803"/>
                    </a:lnTo>
                    <a:lnTo>
                      <a:pt x="29136" y="3852320"/>
                    </a:lnTo>
                    <a:lnTo>
                      <a:pt x="175434" y="3852320"/>
                    </a:lnTo>
                    <a:lnTo>
                      <a:pt x="175434" y="3823803"/>
                    </a:lnTo>
                    <a:lnTo>
                      <a:pt x="175434" y="3795286"/>
                    </a:lnTo>
                    <a:lnTo>
                      <a:pt x="57651" y="3795286"/>
                    </a:lnTo>
                    <a:lnTo>
                      <a:pt x="57651" y="3713453"/>
                    </a:lnTo>
                    <a:lnTo>
                      <a:pt x="89143" y="3713453"/>
                    </a:lnTo>
                    <a:lnTo>
                      <a:pt x="89143" y="3684936"/>
                    </a:lnTo>
                    <a:lnTo>
                      <a:pt x="89143" y="3656419"/>
                    </a:lnTo>
                    <a:lnTo>
                      <a:pt x="57651" y="3656419"/>
                    </a:lnTo>
                    <a:lnTo>
                      <a:pt x="57651" y="2536803"/>
                    </a:lnTo>
                    <a:lnTo>
                      <a:pt x="57651" y="2074326"/>
                    </a:lnTo>
                    <a:close/>
                    <a:moveTo>
                      <a:pt x="1027188" y="2953404"/>
                    </a:moveTo>
                    <a:lnTo>
                      <a:pt x="1027188" y="2983162"/>
                    </a:lnTo>
                    <a:lnTo>
                      <a:pt x="958998" y="2983162"/>
                    </a:lnTo>
                    <a:lnTo>
                      <a:pt x="958998" y="2968283"/>
                    </a:lnTo>
                    <a:lnTo>
                      <a:pt x="944120" y="2968283"/>
                    </a:lnTo>
                    <a:lnTo>
                      <a:pt x="944120" y="2953404"/>
                    </a:lnTo>
                    <a:close/>
                    <a:moveTo>
                      <a:pt x="672104" y="3656419"/>
                    </a:moveTo>
                    <a:lnTo>
                      <a:pt x="672104" y="3684936"/>
                    </a:lnTo>
                    <a:lnTo>
                      <a:pt x="672104" y="3713453"/>
                    </a:lnTo>
                    <a:lnTo>
                      <a:pt x="680039" y="3713453"/>
                    </a:lnTo>
                    <a:lnTo>
                      <a:pt x="680039" y="3823803"/>
                    </a:lnTo>
                    <a:lnTo>
                      <a:pt x="708555" y="3823803"/>
                    </a:lnTo>
                    <a:close/>
                    <a:moveTo>
                      <a:pt x="708555" y="3656419"/>
                    </a:moveTo>
                    <a:lnTo>
                      <a:pt x="708555" y="3684936"/>
                    </a:lnTo>
                    <a:lnTo>
                      <a:pt x="737071" y="3684936"/>
                    </a:lnTo>
                    <a:lnTo>
                      <a:pt x="737071" y="3795286"/>
                    </a:lnTo>
                    <a:lnTo>
                      <a:pt x="929242" y="3795286"/>
                    </a:lnTo>
                    <a:lnTo>
                      <a:pt x="929242" y="3823803"/>
                    </a:lnTo>
                    <a:lnTo>
                      <a:pt x="944120" y="3823803"/>
                    </a:lnTo>
                    <a:lnTo>
                      <a:pt x="946352" y="3823803"/>
                    </a:lnTo>
                    <a:lnTo>
                      <a:pt x="958998" y="3823803"/>
                    </a:lnTo>
                    <a:lnTo>
                      <a:pt x="972636" y="3823803"/>
                    </a:lnTo>
                    <a:lnTo>
                      <a:pt x="972636" y="3945312"/>
                    </a:lnTo>
                    <a:lnTo>
                      <a:pt x="972636" y="4015985"/>
                    </a:lnTo>
                    <a:lnTo>
                      <a:pt x="1100337" y="4015985"/>
                    </a:lnTo>
                    <a:lnTo>
                      <a:pt x="1100337" y="4040386"/>
                    </a:lnTo>
                    <a:lnTo>
                      <a:pt x="1114223" y="4021565"/>
                    </a:lnTo>
                    <a:lnTo>
                      <a:pt x="1149334" y="4047528"/>
                    </a:lnTo>
                    <a:lnTo>
                      <a:pt x="1132374" y="4070441"/>
                    </a:lnTo>
                    <a:lnTo>
                      <a:pt x="1115438" y="4093379"/>
                    </a:lnTo>
                    <a:lnTo>
                      <a:pt x="1087889" y="4073020"/>
                    </a:lnTo>
                    <a:lnTo>
                      <a:pt x="944120" y="4073020"/>
                    </a:lnTo>
                    <a:lnTo>
                      <a:pt x="944120" y="4044502"/>
                    </a:lnTo>
                    <a:lnTo>
                      <a:pt x="915604" y="4044502"/>
                    </a:lnTo>
                    <a:lnTo>
                      <a:pt x="915604" y="3945312"/>
                    </a:lnTo>
                    <a:lnTo>
                      <a:pt x="915604" y="3852320"/>
                    </a:lnTo>
                    <a:lnTo>
                      <a:pt x="708555" y="3852320"/>
                    </a:lnTo>
                    <a:lnTo>
                      <a:pt x="708555" y="3823803"/>
                    </a:lnTo>
                    <a:close/>
                    <a:moveTo>
                      <a:pt x="1926848" y="3916794"/>
                    </a:moveTo>
                    <a:lnTo>
                      <a:pt x="1913309" y="3916794"/>
                    </a:lnTo>
                    <a:lnTo>
                      <a:pt x="1913309" y="3930433"/>
                    </a:lnTo>
                    <a:lnTo>
                      <a:pt x="1902895" y="3930433"/>
                    </a:lnTo>
                    <a:lnTo>
                      <a:pt x="1902895" y="3941493"/>
                    </a:lnTo>
                    <a:lnTo>
                      <a:pt x="1883405" y="3941468"/>
                    </a:lnTo>
                    <a:lnTo>
                      <a:pt x="1883405" y="4015985"/>
                    </a:lnTo>
                    <a:lnTo>
                      <a:pt x="1691605" y="4015985"/>
                    </a:lnTo>
                    <a:lnTo>
                      <a:pt x="1691605" y="4016828"/>
                    </a:lnTo>
                    <a:lnTo>
                      <a:pt x="1691233" y="4016233"/>
                    </a:lnTo>
                    <a:lnTo>
                      <a:pt x="1651361" y="4046585"/>
                    </a:lnTo>
                    <a:lnTo>
                      <a:pt x="1669834" y="4069003"/>
                    </a:lnTo>
                    <a:lnTo>
                      <a:pt x="1688307" y="4091444"/>
                    </a:lnTo>
                    <a:lnTo>
                      <a:pt x="1721063" y="4066944"/>
                    </a:lnTo>
                    <a:lnTo>
                      <a:pt x="1712930" y="4073020"/>
                    </a:lnTo>
                    <a:lnTo>
                      <a:pt x="1913309" y="4073020"/>
                    </a:lnTo>
                    <a:lnTo>
                      <a:pt x="1913309" y="4044502"/>
                    </a:lnTo>
                    <a:lnTo>
                      <a:pt x="1943238" y="4044502"/>
                    </a:lnTo>
                    <a:lnTo>
                      <a:pt x="1943238" y="3941468"/>
                    </a:lnTo>
                    <a:lnTo>
                      <a:pt x="1926848" y="3941468"/>
                    </a:lnTo>
                    <a:close/>
                    <a:moveTo>
                      <a:pt x="1407811" y="318427"/>
                    </a:moveTo>
                    <a:lnTo>
                      <a:pt x="1379295" y="318427"/>
                    </a:lnTo>
                    <a:lnTo>
                      <a:pt x="1379295" y="369486"/>
                    </a:lnTo>
                    <a:lnTo>
                      <a:pt x="1379295" y="534167"/>
                    </a:lnTo>
                    <a:lnTo>
                      <a:pt x="1407811" y="534167"/>
                    </a:lnTo>
                    <a:lnTo>
                      <a:pt x="1436327" y="534167"/>
                    </a:lnTo>
                    <a:lnTo>
                      <a:pt x="1436327" y="369486"/>
                    </a:lnTo>
                    <a:lnTo>
                      <a:pt x="1436327" y="318427"/>
                    </a:lnTo>
                    <a:close/>
                    <a:moveTo>
                      <a:pt x="1407811" y="901693"/>
                    </a:moveTo>
                    <a:lnTo>
                      <a:pt x="1379295" y="901693"/>
                    </a:lnTo>
                    <a:lnTo>
                      <a:pt x="1379295" y="1066300"/>
                    </a:lnTo>
                    <a:lnTo>
                      <a:pt x="1379295" y="1475462"/>
                    </a:lnTo>
                    <a:lnTo>
                      <a:pt x="1407811" y="1475462"/>
                    </a:lnTo>
                    <a:lnTo>
                      <a:pt x="1436327" y="1475462"/>
                    </a:lnTo>
                    <a:lnTo>
                      <a:pt x="1436327" y="1066300"/>
                    </a:lnTo>
                    <a:lnTo>
                      <a:pt x="1436327" y="901693"/>
                    </a:lnTo>
                    <a:close/>
                    <a:moveTo>
                      <a:pt x="1233270" y="4145032"/>
                    </a:moveTo>
                    <a:lnTo>
                      <a:pt x="1216334" y="4167970"/>
                    </a:lnTo>
                    <a:lnTo>
                      <a:pt x="1254991" y="4196537"/>
                    </a:lnTo>
                    <a:lnTo>
                      <a:pt x="1267414" y="4179352"/>
                    </a:lnTo>
                    <a:lnTo>
                      <a:pt x="1265877" y="4199488"/>
                    </a:lnTo>
                    <a:lnTo>
                      <a:pt x="1275647" y="4199488"/>
                    </a:lnTo>
                    <a:lnTo>
                      <a:pt x="1275647" y="4170971"/>
                    </a:lnTo>
                    <a:lnTo>
                      <a:pt x="1275647" y="4166086"/>
                    </a:lnTo>
                    <a:lnTo>
                      <a:pt x="1285317" y="4148033"/>
                    </a:lnTo>
                    <a:lnTo>
                      <a:pt x="1250231" y="4122094"/>
                    </a:lnTo>
                    <a:close/>
                    <a:moveTo>
                      <a:pt x="1702267" y="2008637"/>
                    </a:moveTo>
                    <a:lnTo>
                      <a:pt x="1705193" y="2008613"/>
                    </a:lnTo>
                    <a:lnTo>
                      <a:pt x="1728328" y="2008613"/>
                    </a:lnTo>
                    <a:lnTo>
                      <a:pt x="1743851" y="2008613"/>
                    </a:lnTo>
                    <a:lnTo>
                      <a:pt x="1759547" y="2008613"/>
                    </a:lnTo>
                    <a:lnTo>
                      <a:pt x="1759497" y="2045809"/>
                    </a:lnTo>
                    <a:lnTo>
                      <a:pt x="1759473" y="2083006"/>
                    </a:lnTo>
                    <a:lnTo>
                      <a:pt x="1705193" y="2083006"/>
                    </a:lnTo>
                    <a:lnTo>
                      <a:pt x="1702243" y="2083006"/>
                    </a:lnTo>
                    <a:lnTo>
                      <a:pt x="1407811" y="2083006"/>
                    </a:lnTo>
                    <a:lnTo>
                      <a:pt x="1407811" y="2074326"/>
                    </a:lnTo>
                    <a:lnTo>
                      <a:pt x="1325487" y="2074326"/>
                    </a:lnTo>
                    <a:lnTo>
                      <a:pt x="1325487" y="2045809"/>
                    </a:lnTo>
                    <a:lnTo>
                      <a:pt x="1325487" y="2017292"/>
                    </a:lnTo>
                    <a:lnTo>
                      <a:pt x="1379295" y="2017292"/>
                    </a:lnTo>
                    <a:lnTo>
                      <a:pt x="1379295" y="1882144"/>
                    </a:lnTo>
                    <a:lnTo>
                      <a:pt x="1407811" y="1882144"/>
                    </a:lnTo>
                    <a:lnTo>
                      <a:pt x="1436327" y="1882144"/>
                    </a:lnTo>
                    <a:lnTo>
                      <a:pt x="1436327" y="2008613"/>
                    </a:lnTo>
                    <a:close/>
                    <a:moveTo>
                      <a:pt x="1542629" y="4199488"/>
                    </a:moveTo>
                    <a:lnTo>
                      <a:pt x="1529090" y="4199488"/>
                    </a:lnTo>
                    <a:lnTo>
                      <a:pt x="1529090" y="4173773"/>
                    </a:lnTo>
                    <a:lnTo>
                      <a:pt x="1515055" y="4148529"/>
                    </a:lnTo>
                    <a:lnTo>
                      <a:pt x="1547811" y="4124029"/>
                    </a:lnTo>
                    <a:lnTo>
                      <a:pt x="1566284" y="4146471"/>
                    </a:lnTo>
                    <a:lnTo>
                      <a:pt x="1584733" y="4168912"/>
                    </a:lnTo>
                    <a:lnTo>
                      <a:pt x="1544885" y="4199240"/>
                    </a:lnTo>
                    <a:lnTo>
                      <a:pt x="1541959" y="419452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Wall_GF_KitchenSmallWindow_Infill">
                <a:extLst>
                  <a:ext uri="{FF2B5EF4-FFF2-40B4-BE49-F238E27FC236}">
                    <a16:creationId xmlns:a16="http://schemas.microsoft.com/office/drawing/2014/main" id="{7F35B348-141E-82D2-814C-2105AE8F9159}"/>
                  </a:ext>
                </a:extLst>
              </p:cNvPr>
              <p:cNvSpPr/>
              <p:nvPr/>
            </p:nvSpPr>
            <p:spPr>
              <a:xfrm>
                <a:off x="1737874" y="1229192"/>
                <a:ext cx="57032" cy="97951"/>
              </a:xfrm>
              <a:custGeom>
                <a:avLst/>
                <a:gdLst/>
                <a:ahLst/>
                <a:cxnLst/>
                <a:rect l="l" t="t" r="r" b="b"/>
                <a:pathLst>
                  <a:path w="57032" h="97951">
                    <a:moveTo>
                      <a:pt x="57032" y="0"/>
                    </a:moveTo>
                    <a:lnTo>
                      <a:pt x="57032" y="97951"/>
                    </a:lnTo>
                    <a:lnTo>
                      <a:pt x="0" y="979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Stair_Tread_06">
                <a:extLst>
                  <a:ext uri="{FF2B5EF4-FFF2-40B4-BE49-F238E27FC236}">
                    <a16:creationId xmlns:a16="http://schemas.microsoft.com/office/drawing/2014/main" id="{1896FE24-C49E-2E98-4BBA-6DE36034CED1}"/>
                  </a:ext>
                </a:extLst>
              </p:cNvPr>
              <p:cNvSpPr/>
              <p:nvPr/>
            </p:nvSpPr>
            <p:spPr>
              <a:xfrm>
                <a:off x="2303231" y="3467704"/>
                <a:ext cx="240648" cy="54927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54927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54927"/>
                    </a:lnTo>
                    <a:lnTo>
                      <a:pt x="0" y="5492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Stair_Riser_06">
                <a:extLst>
                  <a:ext uri="{FF2B5EF4-FFF2-40B4-BE49-F238E27FC236}">
                    <a16:creationId xmlns:a16="http://schemas.microsoft.com/office/drawing/2014/main" id="{7583E6B4-0B00-91CB-C458-3EC6D265A8C4}"/>
                  </a:ext>
                </a:extLst>
              </p:cNvPr>
              <p:cNvSpPr/>
              <p:nvPr/>
            </p:nvSpPr>
            <p:spPr>
              <a:xfrm>
                <a:off x="2303231" y="3515166"/>
                <a:ext cx="240648" cy="7465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7465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7465"/>
                    </a:lnTo>
                    <a:lnTo>
                      <a:pt x="0" y="746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Stair_Baluster">
                <a:extLst>
                  <a:ext uri="{FF2B5EF4-FFF2-40B4-BE49-F238E27FC236}">
                    <a16:creationId xmlns:a16="http://schemas.microsoft.com/office/drawing/2014/main" id="{01BB6607-B57E-0D3A-AA1D-2F847212E4A6}"/>
                  </a:ext>
                </a:extLst>
              </p:cNvPr>
              <p:cNvSpPr/>
              <p:nvPr/>
            </p:nvSpPr>
            <p:spPr>
              <a:xfrm>
                <a:off x="2307074" y="3729443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Stair_Baluster.001">
                <a:extLst>
                  <a:ext uri="{FF2B5EF4-FFF2-40B4-BE49-F238E27FC236}">
                    <a16:creationId xmlns:a16="http://schemas.microsoft.com/office/drawing/2014/main" id="{BECDFC8D-723E-A482-7907-EB16CF938CDD}"/>
                  </a:ext>
                </a:extLst>
              </p:cNvPr>
              <p:cNvSpPr/>
              <p:nvPr/>
            </p:nvSpPr>
            <p:spPr>
              <a:xfrm>
                <a:off x="2307074" y="3712184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3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墙_Stair_Baluster.002">
                <a:extLst>
                  <a:ext uri="{FF2B5EF4-FFF2-40B4-BE49-F238E27FC236}">
                    <a16:creationId xmlns:a16="http://schemas.microsoft.com/office/drawing/2014/main" id="{C139AE8C-6413-A531-B496-2EB8FE8F6E88}"/>
                  </a:ext>
                </a:extLst>
              </p:cNvPr>
              <p:cNvSpPr/>
              <p:nvPr/>
            </p:nvSpPr>
            <p:spPr>
              <a:xfrm>
                <a:off x="2303503" y="3694925"/>
                <a:ext cx="1063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83">
                    <a:moveTo>
                      <a:pt x="9596" y="4414"/>
                    </a:moveTo>
                    <a:lnTo>
                      <a:pt x="8456" y="4984"/>
                    </a:lnTo>
                    <a:lnTo>
                      <a:pt x="7092" y="5183"/>
                    </a:lnTo>
                    <a:lnTo>
                      <a:pt x="5753" y="4984"/>
                    </a:lnTo>
                    <a:lnTo>
                      <a:pt x="4612" y="4414"/>
                    </a:lnTo>
                    <a:lnTo>
                      <a:pt x="199" y="4563"/>
                    </a:lnTo>
                    <a:lnTo>
                      <a:pt x="0" y="3546"/>
                    </a:lnTo>
                    <a:lnTo>
                      <a:pt x="199" y="595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墙_Stair_Baluster.003">
                <a:extLst>
                  <a:ext uri="{FF2B5EF4-FFF2-40B4-BE49-F238E27FC236}">
                    <a16:creationId xmlns:a16="http://schemas.microsoft.com/office/drawing/2014/main" id="{DCE1443F-6B8F-EFCD-C543-E9D446DFB392}"/>
                  </a:ext>
                </a:extLst>
              </p:cNvPr>
              <p:cNvSpPr/>
              <p:nvPr/>
            </p:nvSpPr>
            <p:spPr>
              <a:xfrm>
                <a:off x="2303503" y="3677666"/>
                <a:ext cx="10638" cy="515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58">
                    <a:moveTo>
                      <a:pt x="9596" y="4414"/>
                    </a:moveTo>
                    <a:lnTo>
                      <a:pt x="8456" y="4959"/>
                    </a:lnTo>
                    <a:lnTo>
                      <a:pt x="7092" y="5158"/>
                    </a:lnTo>
                    <a:lnTo>
                      <a:pt x="5753" y="4959"/>
                    </a:lnTo>
                    <a:lnTo>
                      <a:pt x="4612" y="4414"/>
                    </a:lnTo>
                    <a:lnTo>
                      <a:pt x="199" y="4562"/>
                    </a:lnTo>
                    <a:lnTo>
                      <a:pt x="0" y="3546"/>
                    </a:lnTo>
                    <a:lnTo>
                      <a:pt x="3844" y="1587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Stair_Baluster.004">
                <a:extLst>
                  <a:ext uri="{FF2B5EF4-FFF2-40B4-BE49-F238E27FC236}">
                    <a16:creationId xmlns:a16="http://schemas.microsoft.com/office/drawing/2014/main" id="{1FE4FF15-5CD2-FC48-9A3D-DAF52B149F0D}"/>
                  </a:ext>
                </a:extLst>
              </p:cNvPr>
              <p:cNvSpPr/>
              <p:nvPr/>
            </p:nvSpPr>
            <p:spPr>
              <a:xfrm>
                <a:off x="2303528" y="3660382"/>
                <a:ext cx="10613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2">
                    <a:moveTo>
                      <a:pt x="9571" y="4438"/>
                    </a:moveTo>
                    <a:lnTo>
                      <a:pt x="8431" y="4984"/>
                    </a:lnTo>
                    <a:lnTo>
                      <a:pt x="7067" y="5182"/>
                    </a:lnTo>
                    <a:lnTo>
                      <a:pt x="5728" y="4984"/>
                    </a:lnTo>
                    <a:lnTo>
                      <a:pt x="4587" y="4438"/>
                    </a:lnTo>
                    <a:lnTo>
                      <a:pt x="3819" y="3595"/>
                    </a:lnTo>
                    <a:lnTo>
                      <a:pt x="0" y="1636"/>
                    </a:lnTo>
                    <a:lnTo>
                      <a:pt x="174" y="620"/>
                    </a:lnTo>
                    <a:lnTo>
                      <a:pt x="4587" y="768"/>
                    </a:lnTo>
                    <a:lnTo>
                      <a:pt x="5728" y="198"/>
                    </a:lnTo>
                    <a:lnTo>
                      <a:pt x="7067" y="0"/>
                    </a:lnTo>
                    <a:lnTo>
                      <a:pt x="8431" y="198"/>
                    </a:lnTo>
                    <a:lnTo>
                      <a:pt x="9571" y="768"/>
                    </a:lnTo>
                    <a:lnTo>
                      <a:pt x="10340" y="1612"/>
                    </a:lnTo>
                    <a:lnTo>
                      <a:pt x="10613" y="2603"/>
                    </a:lnTo>
                    <a:lnTo>
                      <a:pt x="10340" y="359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Stair_Baluster.005">
                <a:extLst>
                  <a:ext uri="{FF2B5EF4-FFF2-40B4-BE49-F238E27FC236}">
                    <a16:creationId xmlns:a16="http://schemas.microsoft.com/office/drawing/2014/main" id="{AFF075DC-7603-8ECD-CB64-D0DFFF379214}"/>
                  </a:ext>
                </a:extLst>
              </p:cNvPr>
              <p:cNvSpPr/>
              <p:nvPr/>
            </p:nvSpPr>
            <p:spPr>
              <a:xfrm>
                <a:off x="2303528" y="3643122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71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Stair_Baluster.006">
                <a:extLst>
                  <a:ext uri="{FF2B5EF4-FFF2-40B4-BE49-F238E27FC236}">
                    <a16:creationId xmlns:a16="http://schemas.microsoft.com/office/drawing/2014/main" id="{01C2E669-D9B3-83C5-69FD-107F171F40E9}"/>
                  </a:ext>
                </a:extLst>
              </p:cNvPr>
              <p:cNvSpPr/>
              <p:nvPr/>
            </p:nvSpPr>
            <p:spPr>
              <a:xfrm>
                <a:off x="2303528" y="3625863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46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Stair_Baluster.007">
                <a:extLst>
                  <a:ext uri="{FF2B5EF4-FFF2-40B4-BE49-F238E27FC236}">
                    <a16:creationId xmlns:a16="http://schemas.microsoft.com/office/drawing/2014/main" id="{ED7C3B2C-5D9D-BBDF-86AA-9350995F8CE0}"/>
                  </a:ext>
                </a:extLst>
              </p:cNvPr>
              <p:cNvSpPr/>
              <p:nvPr/>
            </p:nvSpPr>
            <p:spPr>
              <a:xfrm>
                <a:off x="2303553" y="3608604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3794" y="3596"/>
                    </a:lnTo>
                    <a:lnTo>
                      <a:pt x="0" y="1637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9"/>
                    </a:lnTo>
                    <a:lnTo>
                      <a:pt x="7042" y="0"/>
                    </a:lnTo>
                    <a:lnTo>
                      <a:pt x="8406" y="199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604"/>
                    </a:lnTo>
                    <a:lnTo>
                      <a:pt x="10315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Stair_Baluster.008">
                <a:extLst>
                  <a:ext uri="{FF2B5EF4-FFF2-40B4-BE49-F238E27FC236}">
                    <a16:creationId xmlns:a16="http://schemas.microsoft.com/office/drawing/2014/main" id="{22F321B9-B09C-A2E6-BE01-78E939AD49DE}"/>
                  </a:ext>
                </a:extLst>
              </p:cNvPr>
              <p:cNvSpPr/>
              <p:nvPr/>
            </p:nvSpPr>
            <p:spPr>
              <a:xfrm>
                <a:off x="2303553" y="3591345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99" y="4588"/>
                    </a:lnTo>
                    <a:lnTo>
                      <a:pt x="0" y="3546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8"/>
                    </a:lnTo>
                    <a:lnTo>
                      <a:pt x="7042" y="0"/>
                    </a:lnTo>
                    <a:lnTo>
                      <a:pt x="8406" y="198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579"/>
                    </a:lnTo>
                    <a:lnTo>
                      <a:pt x="1031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Stair_Baluster.009">
                <a:extLst>
                  <a:ext uri="{FF2B5EF4-FFF2-40B4-BE49-F238E27FC236}">
                    <a16:creationId xmlns:a16="http://schemas.microsoft.com/office/drawing/2014/main" id="{DB187B17-6B9D-6CB4-EE37-DE568097B63D}"/>
                  </a:ext>
                </a:extLst>
              </p:cNvPr>
              <p:cNvSpPr/>
              <p:nvPr/>
            </p:nvSpPr>
            <p:spPr>
              <a:xfrm>
                <a:off x="2303553" y="3573218"/>
                <a:ext cx="10588" cy="6050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6050">
                    <a:moveTo>
                      <a:pt x="9546" y="5282"/>
                    </a:moveTo>
                    <a:lnTo>
                      <a:pt x="8406" y="5852"/>
                    </a:lnTo>
                    <a:lnTo>
                      <a:pt x="7042" y="6050"/>
                    </a:lnTo>
                    <a:lnTo>
                      <a:pt x="5703" y="5852"/>
                    </a:lnTo>
                    <a:lnTo>
                      <a:pt x="4562" y="5282"/>
                    </a:lnTo>
                    <a:lnTo>
                      <a:pt x="99" y="5455"/>
                    </a:lnTo>
                    <a:lnTo>
                      <a:pt x="0" y="4414"/>
                    </a:lnTo>
                    <a:lnTo>
                      <a:pt x="99" y="1463"/>
                    </a:lnTo>
                    <a:lnTo>
                      <a:pt x="3868" y="223"/>
                    </a:lnTo>
                    <a:lnTo>
                      <a:pt x="5182" y="0"/>
                    </a:lnTo>
                    <a:lnTo>
                      <a:pt x="6943" y="49"/>
                    </a:lnTo>
                    <a:lnTo>
                      <a:pt x="8555" y="124"/>
                    </a:lnTo>
                    <a:lnTo>
                      <a:pt x="10241" y="223"/>
                    </a:lnTo>
                    <a:lnTo>
                      <a:pt x="10315" y="2455"/>
                    </a:lnTo>
                    <a:lnTo>
                      <a:pt x="10588" y="3447"/>
                    </a:lnTo>
                    <a:lnTo>
                      <a:pt x="10315" y="4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Stair_Baluster.010">
                <a:extLst>
                  <a:ext uri="{FF2B5EF4-FFF2-40B4-BE49-F238E27FC236}">
                    <a16:creationId xmlns:a16="http://schemas.microsoft.com/office/drawing/2014/main" id="{E56438DC-F250-DE1A-11D5-A1D30113C14D}"/>
                  </a:ext>
                </a:extLst>
              </p:cNvPr>
              <p:cNvSpPr/>
              <p:nvPr/>
            </p:nvSpPr>
            <p:spPr>
              <a:xfrm>
                <a:off x="2307074" y="3556827"/>
                <a:ext cx="7067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2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2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0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3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3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Stair_Baluster.011">
                <a:extLst>
                  <a:ext uri="{FF2B5EF4-FFF2-40B4-BE49-F238E27FC236}">
                    <a16:creationId xmlns:a16="http://schemas.microsoft.com/office/drawing/2014/main" id="{2FDFABCD-2AEC-CCF2-FF5B-46E4DDCB9D71}"/>
                  </a:ext>
                </a:extLst>
              </p:cNvPr>
              <p:cNvSpPr/>
              <p:nvPr/>
            </p:nvSpPr>
            <p:spPr>
              <a:xfrm>
                <a:off x="2307074" y="3539567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17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Stair_Baluster.012">
                <a:extLst>
                  <a:ext uri="{FF2B5EF4-FFF2-40B4-BE49-F238E27FC236}">
                    <a16:creationId xmlns:a16="http://schemas.microsoft.com/office/drawing/2014/main" id="{C1761588-7738-DB15-5AF7-AB8290784407}"/>
                  </a:ext>
                </a:extLst>
              </p:cNvPr>
              <p:cNvSpPr/>
              <p:nvPr/>
            </p:nvSpPr>
            <p:spPr>
              <a:xfrm>
                <a:off x="2303602" y="3520448"/>
                <a:ext cx="10638" cy="701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7018">
                    <a:moveTo>
                      <a:pt x="9497" y="6274"/>
                    </a:moveTo>
                    <a:lnTo>
                      <a:pt x="8357" y="6845"/>
                    </a:lnTo>
                    <a:lnTo>
                      <a:pt x="6993" y="7018"/>
                    </a:lnTo>
                    <a:lnTo>
                      <a:pt x="5654" y="6845"/>
                    </a:lnTo>
                    <a:lnTo>
                      <a:pt x="4513" y="6274"/>
                    </a:lnTo>
                    <a:lnTo>
                      <a:pt x="25" y="6448"/>
                    </a:lnTo>
                    <a:lnTo>
                      <a:pt x="0" y="5381"/>
                    </a:lnTo>
                    <a:lnTo>
                      <a:pt x="25" y="2431"/>
                    </a:lnTo>
                    <a:lnTo>
                      <a:pt x="3249" y="25"/>
                    </a:lnTo>
                    <a:lnTo>
                      <a:pt x="4637" y="0"/>
                    </a:lnTo>
                    <a:lnTo>
                      <a:pt x="6745" y="0"/>
                    </a:lnTo>
                    <a:lnTo>
                      <a:pt x="8654" y="100"/>
                    </a:lnTo>
                    <a:lnTo>
                      <a:pt x="10638" y="298"/>
                    </a:lnTo>
                    <a:lnTo>
                      <a:pt x="10266" y="3447"/>
                    </a:lnTo>
                    <a:lnTo>
                      <a:pt x="10539" y="4439"/>
                    </a:lnTo>
                    <a:lnTo>
                      <a:pt x="10266" y="543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DuoClassic_CurvedShell">
                <a:extLst>
                  <a:ext uri="{FF2B5EF4-FFF2-40B4-BE49-F238E27FC236}">
                    <a16:creationId xmlns:a16="http://schemas.microsoft.com/office/drawing/2014/main" id="{E4F604B3-E67F-9703-357C-F8924AC3C771}"/>
                  </a:ext>
                </a:extLst>
              </p:cNvPr>
              <p:cNvSpPr/>
              <p:nvPr/>
            </p:nvSpPr>
            <p:spPr>
              <a:xfrm>
                <a:off x="1049281" y="3484541"/>
                <a:ext cx="229118" cy="221196"/>
              </a:xfrm>
              <a:custGeom>
                <a:avLst/>
                <a:gdLst/>
                <a:ahLst/>
                <a:cxnLst/>
                <a:rect l="l" t="t" r="r" b="b"/>
                <a:pathLst>
                  <a:path w="229118" h="221196">
                    <a:moveTo>
                      <a:pt x="16365" y="110598"/>
                    </a:moveTo>
                    <a:lnTo>
                      <a:pt x="16836" y="103233"/>
                    </a:lnTo>
                    <a:lnTo>
                      <a:pt x="18250" y="95943"/>
                    </a:lnTo>
                    <a:lnTo>
                      <a:pt x="20605" y="88776"/>
                    </a:lnTo>
                    <a:lnTo>
                      <a:pt x="23829" y="81833"/>
                    </a:lnTo>
                    <a:lnTo>
                      <a:pt x="27970" y="75187"/>
                    </a:lnTo>
                    <a:lnTo>
                      <a:pt x="32904" y="68863"/>
                    </a:lnTo>
                    <a:lnTo>
                      <a:pt x="38657" y="62937"/>
                    </a:lnTo>
                    <a:lnTo>
                      <a:pt x="45129" y="57457"/>
                    </a:lnTo>
                    <a:lnTo>
                      <a:pt x="52270" y="52522"/>
                    </a:lnTo>
                    <a:lnTo>
                      <a:pt x="60007" y="48133"/>
                    </a:lnTo>
                    <a:lnTo>
                      <a:pt x="68264" y="44339"/>
                    </a:lnTo>
                    <a:lnTo>
                      <a:pt x="76992" y="41189"/>
                    </a:lnTo>
                    <a:lnTo>
                      <a:pt x="86043" y="38685"/>
                    </a:lnTo>
                    <a:lnTo>
                      <a:pt x="95391" y="36899"/>
                    </a:lnTo>
                    <a:lnTo>
                      <a:pt x="104938" y="35833"/>
                    </a:lnTo>
                    <a:lnTo>
                      <a:pt x="114559" y="35461"/>
                    </a:lnTo>
                    <a:lnTo>
                      <a:pt x="124180" y="35833"/>
                    </a:lnTo>
                    <a:lnTo>
                      <a:pt x="133726" y="36899"/>
                    </a:lnTo>
                    <a:lnTo>
                      <a:pt x="143074" y="38685"/>
                    </a:lnTo>
                    <a:lnTo>
                      <a:pt x="152125" y="41189"/>
                    </a:lnTo>
                    <a:lnTo>
                      <a:pt x="160853" y="44339"/>
                    </a:lnTo>
                    <a:lnTo>
                      <a:pt x="169110" y="48133"/>
                    </a:lnTo>
                    <a:lnTo>
                      <a:pt x="176847" y="52522"/>
                    </a:lnTo>
                    <a:lnTo>
                      <a:pt x="183988" y="57457"/>
                    </a:lnTo>
                    <a:lnTo>
                      <a:pt x="190460" y="62937"/>
                    </a:lnTo>
                    <a:lnTo>
                      <a:pt x="196213" y="68863"/>
                    </a:lnTo>
                    <a:lnTo>
                      <a:pt x="201147" y="75187"/>
                    </a:lnTo>
                    <a:lnTo>
                      <a:pt x="205288" y="81833"/>
                    </a:lnTo>
                    <a:lnTo>
                      <a:pt x="208512" y="88776"/>
                    </a:lnTo>
                    <a:lnTo>
                      <a:pt x="210867" y="95943"/>
                    </a:lnTo>
                    <a:lnTo>
                      <a:pt x="212281" y="103233"/>
                    </a:lnTo>
                    <a:lnTo>
                      <a:pt x="212752" y="110598"/>
                    </a:lnTo>
                    <a:lnTo>
                      <a:pt x="212752" y="189951"/>
                    </a:lnTo>
                    <a:lnTo>
                      <a:pt x="187460" y="189951"/>
                    </a:lnTo>
                    <a:lnTo>
                      <a:pt x="187460" y="221196"/>
                    </a:lnTo>
                    <a:lnTo>
                      <a:pt x="229118" y="221196"/>
                    </a:lnTo>
                    <a:lnTo>
                      <a:pt x="229118" y="110598"/>
                    </a:lnTo>
                    <a:lnTo>
                      <a:pt x="228572" y="99761"/>
                    </a:lnTo>
                    <a:lnTo>
                      <a:pt x="226911" y="89024"/>
                    </a:lnTo>
                    <a:lnTo>
                      <a:pt x="224183" y="78485"/>
                    </a:lnTo>
                    <a:lnTo>
                      <a:pt x="220389" y="68268"/>
                    </a:lnTo>
                    <a:lnTo>
                      <a:pt x="215579" y="58473"/>
                    </a:lnTo>
                    <a:lnTo>
                      <a:pt x="209801" y="49149"/>
                    </a:lnTo>
                    <a:lnTo>
                      <a:pt x="203106" y="40445"/>
                    </a:lnTo>
                    <a:lnTo>
                      <a:pt x="195568" y="32386"/>
                    </a:lnTo>
                    <a:lnTo>
                      <a:pt x="187237" y="25096"/>
                    </a:lnTo>
                    <a:lnTo>
                      <a:pt x="178211" y="18648"/>
                    </a:lnTo>
                    <a:lnTo>
                      <a:pt x="168565" y="13069"/>
                    </a:lnTo>
                    <a:lnTo>
                      <a:pt x="158398" y="8407"/>
                    </a:lnTo>
                    <a:lnTo>
                      <a:pt x="147810" y="4761"/>
                    </a:lnTo>
                    <a:lnTo>
                      <a:pt x="136900" y="2133"/>
                    </a:lnTo>
                    <a:lnTo>
                      <a:pt x="125791" y="521"/>
                    </a:lnTo>
                    <a:lnTo>
                      <a:pt x="114559" y="0"/>
                    </a:lnTo>
                    <a:lnTo>
                      <a:pt x="103326" y="521"/>
                    </a:lnTo>
                    <a:lnTo>
                      <a:pt x="92217" y="2133"/>
                    </a:lnTo>
                    <a:lnTo>
                      <a:pt x="81307" y="4761"/>
                    </a:lnTo>
                    <a:lnTo>
                      <a:pt x="70719" y="8407"/>
                    </a:lnTo>
                    <a:lnTo>
                      <a:pt x="60552" y="13069"/>
                    </a:lnTo>
                    <a:lnTo>
                      <a:pt x="50906" y="18648"/>
                    </a:lnTo>
                    <a:lnTo>
                      <a:pt x="41881" y="25096"/>
                    </a:lnTo>
                    <a:lnTo>
                      <a:pt x="33549" y="32386"/>
                    </a:lnTo>
                    <a:lnTo>
                      <a:pt x="26011" y="40445"/>
                    </a:lnTo>
                    <a:lnTo>
                      <a:pt x="19316" y="49149"/>
                    </a:lnTo>
                    <a:lnTo>
                      <a:pt x="13538" y="58473"/>
                    </a:lnTo>
                    <a:lnTo>
                      <a:pt x="8728" y="68268"/>
                    </a:lnTo>
                    <a:lnTo>
                      <a:pt x="4934" y="78485"/>
                    </a:lnTo>
                    <a:lnTo>
                      <a:pt x="2206" y="89024"/>
                    </a:lnTo>
                    <a:lnTo>
                      <a:pt x="545" y="99761"/>
                    </a:lnTo>
                    <a:lnTo>
                      <a:pt x="0" y="110598"/>
                    </a:lnTo>
                    <a:lnTo>
                      <a:pt x="0" y="221196"/>
                    </a:lnTo>
                    <a:lnTo>
                      <a:pt x="41657" y="221196"/>
                    </a:lnTo>
                    <a:lnTo>
                      <a:pt x="41657" y="189951"/>
                    </a:lnTo>
                    <a:lnTo>
                      <a:pt x="16365" y="189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ift_Guide_Duo_-1">
                <a:extLst>
                  <a:ext uri="{FF2B5EF4-FFF2-40B4-BE49-F238E27FC236}">
                    <a16:creationId xmlns:a16="http://schemas.microsoft.com/office/drawing/2014/main" id="{FD042812-4121-BD28-5B18-38DA2C933E7D}"/>
                  </a:ext>
                </a:extLst>
              </p:cNvPr>
              <p:cNvSpPr/>
              <p:nvPr/>
            </p:nvSpPr>
            <p:spPr>
              <a:xfrm>
                <a:off x="1030435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1">
                <a:extLst>
                  <a:ext uri="{FF2B5EF4-FFF2-40B4-BE49-F238E27FC236}">
                    <a16:creationId xmlns:a16="http://schemas.microsoft.com/office/drawing/2014/main" id="{CA09D8FB-9E4D-716F-DE03-CAD3725F48E8}"/>
                  </a:ext>
                </a:extLst>
              </p:cNvPr>
              <p:cNvSpPr/>
              <p:nvPr/>
            </p:nvSpPr>
            <p:spPr>
              <a:xfrm>
                <a:off x="1274803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FrameJamb.006">
                <a:extLst>
                  <a:ext uri="{FF2B5EF4-FFF2-40B4-BE49-F238E27FC236}">
                    <a16:creationId xmlns:a16="http://schemas.microsoft.com/office/drawing/2014/main" id="{A75B7AA9-FEFA-DC2B-3465-261E9A3A87DC}"/>
                  </a:ext>
                </a:extLst>
              </p:cNvPr>
              <p:cNvSpPr/>
              <p:nvPr/>
            </p:nvSpPr>
            <p:spPr>
              <a:xfrm>
                <a:off x="2242752" y="4942943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07">
                <a:extLst>
                  <a:ext uri="{FF2B5EF4-FFF2-40B4-BE49-F238E27FC236}">
                    <a16:creationId xmlns:a16="http://schemas.microsoft.com/office/drawing/2014/main" id="{4AE2796B-22C2-59F9-3F94-109B002AA54D}"/>
                  </a:ext>
                </a:extLst>
              </p:cNvPr>
              <p:cNvSpPr/>
              <p:nvPr/>
            </p:nvSpPr>
            <p:spPr>
              <a:xfrm>
                <a:off x="2242752" y="4687527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10">
                <a:extLst>
                  <a:ext uri="{FF2B5EF4-FFF2-40B4-BE49-F238E27FC236}">
                    <a16:creationId xmlns:a16="http://schemas.microsoft.com/office/drawing/2014/main" id="{6BE9F1C2-D85D-C05E-9944-8044B8DE9B7C}"/>
                  </a:ext>
                </a:extLst>
              </p:cNvPr>
              <p:cNvSpPr/>
              <p:nvPr/>
            </p:nvSpPr>
            <p:spPr>
              <a:xfrm>
                <a:off x="1777672" y="1360297"/>
                <a:ext cx="7439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439" h="35957">
                    <a:moveTo>
                      <a:pt x="0" y="0"/>
                    </a:moveTo>
                    <a:lnTo>
                      <a:pt x="7439" y="0"/>
                    </a:lnTo>
                    <a:lnTo>
                      <a:pt x="7439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FrameJamb.011">
                <a:extLst>
                  <a:ext uri="{FF2B5EF4-FFF2-40B4-BE49-F238E27FC236}">
                    <a16:creationId xmlns:a16="http://schemas.microsoft.com/office/drawing/2014/main" id="{59F74163-E344-674A-9FD8-BFBE93DB4CBB}"/>
                  </a:ext>
                </a:extLst>
              </p:cNvPr>
              <p:cNvSpPr/>
              <p:nvPr/>
            </p:nvSpPr>
            <p:spPr>
              <a:xfrm>
                <a:off x="2026181" y="1360297"/>
                <a:ext cx="7811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811" h="35957">
                    <a:moveTo>
                      <a:pt x="0" y="0"/>
                    </a:moveTo>
                    <a:lnTo>
                      <a:pt x="7811" y="0"/>
                    </a:lnTo>
                    <a:lnTo>
                      <a:pt x="7811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DoorLeaf.003">
                <a:extLst>
                  <a:ext uri="{FF2B5EF4-FFF2-40B4-BE49-F238E27FC236}">
                    <a16:creationId xmlns:a16="http://schemas.microsoft.com/office/drawing/2014/main" id="{380EE58B-2B8E-6408-0864-6EF980404B22}"/>
                  </a:ext>
                </a:extLst>
              </p:cNvPr>
              <p:cNvSpPr/>
              <p:nvPr/>
            </p:nvSpPr>
            <p:spPr>
              <a:xfrm>
                <a:off x="1780946" y="1160477"/>
                <a:ext cx="40988" cy="218270"/>
              </a:xfrm>
              <a:custGeom>
                <a:avLst/>
                <a:gdLst/>
                <a:ahLst/>
                <a:cxnLst/>
                <a:rect l="l" t="t" r="r" b="b"/>
                <a:pathLst>
                  <a:path w="40988" h="218270">
                    <a:moveTo>
                      <a:pt x="24" y="216608"/>
                    </a:moveTo>
                    <a:lnTo>
                      <a:pt x="0" y="216211"/>
                    </a:lnTo>
                    <a:lnTo>
                      <a:pt x="31962" y="844"/>
                    </a:lnTo>
                    <a:lnTo>
                      <a:pt x="32086" y="496"/>
                    </a:lnTo>
                    <a:lnTo>
                      <a:pt x="32359" y="199"/>
                    </a:lnTo>
                    <a:lnTo>
                      <a:pt x="32706" y="25"/>
                    </a:lnTo>
                    <a:lnTo>
                      <a:pt x="33103" y="0"/>
                    </a:lnTo>
                    <a:lnTo>
                      <a:pt x="40145" y="893"/>
                    </a:lnTo>
                    <a:lnTo>
                      <a:pt x="40517" y="1017"/>
                    </a:lnTo>
                    <a:lnTo>
                      <a:pt x="40790" y="1265"/>
                    </a:lnTo>
                    <a:lnTo>
                      <a:pt x="40963" y="1612"/>
                    </a:lnTo>
                    <a:lnTo>
                      <a:pt x="40988" y="2009"/>
                    </a:lnTo>
                    <a:lnTo>
                      <a:pt x="8604" y="217427"/>
                    </a:lnTo>
                    <a:lnTo>
                      <a:pt x="8480" y="217799"/>
                    </a:lnTo>
                    <a:lnTo>
                      <a:pt x="8207" y="218071"/>
                    </a:lnTo>
                    <a:lnTo>
                      <a:pt x="7860" y="218245"/>
                    </a:lnTo>
                    <a:lnTo>
                      <a:pt x="7463" y="218270"/>
                    </a:lnTo>
                    <a:lnTo>
                      <a:pt x="843" y="217327"/>
                    </a:lnTo>
                    <a:lnTo>
                      <a:pt x="471" y="217203"/>
                    </a:lnTo>
                    <a:lnTo>
                      <a:pt x="198" y="21695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Wall_GF_OldWindow_Infill">
                <a:extLst>
                  <a:ext uri="{FF2B5EF4-FFF2-40B4-BE49-F238E27FC236}">
                    <a16:creationId xmlns:a16="http://schemas.microsoft.com/office/drawing/2014/main" id="{C32309B8-8544-7BB1-9D09-90CFA4DFFC69}"/>
                  </a:ext>
                </a:extLst>
              </p:cNvPr>
              <p:cNvSpPr/>
              <p:nvPr/>
            </p:nvSpPr>
            <p:spPr>
              <a:xfrm>
                <a:off x="447722" y="4665159"/>
                <a:ext cx="235069" cy="57035"/>
              </a:xfrm>
              <a:custGeom>
                <a:avLst/>
                <a:gdLst/>
                <a:ahLst/>
                <a:cxnLst/>
                <a:rect l="l" t="t" r="r" b="b"/>
                <a:pathLst>
                  <a:path w="235069" h="57035">
                    <a:moveTo>
                      <a:pt x="235069" y="0"/>
                    </a:moveTo>
                    <a:lnTo>
                      <a:pt x="235069" y="57035"/>
                    </a:lnTo>
                    <a:lnTo>
                      <a:pt x="0" y="570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DDA_Frame">
                <a:extLst>
                  <a:ext uri="{FF2B5EF4-FFF2-40B4-BE49-F238E27FC236}">
                    <a16:creationId xmlns:a16="http://schemas.microsoft.com/office/drawing/2014/main" id="{A89F86A9-3CC8-6DFD-417A-1C580DD9FC28}"/>
                  </a:ext>
                </a:extLst>
              </p:cNvPr>
              <p:cNvSpPr/>
              <p:nvPr/>
            </p:nvSpPr>
            <p:spPr>
              <a:xfrm>
                <a:off x="682791" y="4684501"/>
                <a:ext cx="347892" cy="18599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8599">
                    <a:moveTo>
                      <a:pt x="347793" y="99"/>
                    </a:moveTo>
                    <a:lnTo>
                      <a:pt x="347520" y="0"/>
                    </a:lnTo>
                    <a:lnTo>
                      <a:pt x="335370" y="0"/>
                    </a:lnTo>
                    <a:lnTo>
                      <a:pt x="335023" y="75"/>
                    </a:lnTo>
                    <a:lnTo>
                      <a:pt x="334725" y="273"/>
                    </a:lnTo>
                    <a:lnTo>
                      <a:pt x="334527" y="471"/>
                    </a:lnTo>
                    <a:lnTo>
                      <a:pt x="334329" y="769"/>
                    </a:lnTo>
                    <a:lnTo>
                      <a:pt x="334254" y="1116"/>
                    </a:lnTo>
                    <a:lnTo>
                      <a:pt x="334254" y="13267"/>
                    </a:lnTo>
                    <a:lnTo>
                      <a:pt x="334155" y="13540"/>
                    </a:lnTo>
                    <a:lnTo>
                      <a:pt x="333882" y="13639"/>
                    </a:lnTo>
                    <a:lnTo>
                      <a:pt x="332395" y="13639"/>
                    </a:lnTo>
                    <a:lnTo>
                      <a:pt x="332047" y="13713"/>
                    </a:lnTo>
                    <a:lnTo>
                      <a:pt x="331725" y="13887"/>
                    </a:lnTo>
                    <a:lnTo>
                      <a:pt x="331576" y="14011"/>
                    </a:lnTo>
                    <a:lnTo>
                      <a:pt x="331353" y="14284"/>
                    </a:lnTo>
                    <a:lnTo>
                      <a:pt x="331279" y="14631"/>
                    </a:lnTo>
                    <a:lnTo>
                      <a:pt x="331279" y="18227"/>
                    </a:lnTo>
                    <a:lnTo>
                      <a:pt x="331378" y="18499"/>
                    </a:lnTo>
                    <a:lnTo>
                      <a:pt x="331651" y="18599"/>
                    </a:lnTo>
                    <a:lnTo>
                      <a:pt x="347520" y="18599"/>
                    </a:lnTo>
                    <a:lnTo>
                      <a:pt x="347793" y="18499"/>
                    </a:lnTo>
                    <a:lnTo>
                      <a:pt x="347892" y="18227"/>
                    </a:lnTo>
                    <a:lnTo>
                      <a:pt x="347892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522" y="0"/>
                    </a:lnTo>
                    <a:lnTo>
                      <a:pt x="12869" y="75"/>
                    </a:lnTo>
                    <a:lnTo>
                      <a:pt x="13167" y="273"/>
                    </a:lnTo>
                    <a:lnTo>
                      <a:pt x="13365" y="471"/>
                    </a:lnTo>
                    <a:lnTo>
                      <a:pt x="13564" y="769"/>
                    </a:lnTo>
                    <a:lnTo>
                      <a:pt x="13638" y="1116"/>
                    </a:lnTo>
                    <a:lnTo>
                      <a:pt x="13638" y="13267"/>
                    </a:lnTo>
                    <a:lnTo>
                      <a:pt x="13737" y="13540"/>
                    </a:lnTo>
                    <a:lnTo>
                      <a:pt x="14010" y="13639"/>
                    </a:lnTo>
                    <a:lnTo>
                      <a:pt x="15498" y="13639"/>
                    </a:lnTo>
                    <a:lnTo>
                      <a:pt x="15845" y="13713"/>
                    </a:lnTo>
                    <a:lnTo>
                      <a:pt x="16167" y="13887"/>
                    </a:lnTo>
                    <a:lnTo>
                      <a:pt x="16316" y="14011"/>
                    </a:lnTo>
                    <a:lnTo>
                      <a:pt x="16539" y="14284"/>
                    </a:lnTo>
                    <a:lnTo>
                      <a:pt x="16613" y="14631"/>
                    </a:lnTo>
                    <a:lnTo>
                      <a:pt x="16613" y="18227"/>
                    </a:lnTo>
                    <a:lnTo>
                      <a:pt x="16514" y="18499"/>
                    </a:lnTo>
                    <a:lnTo>
                      <a:pt x="16242" y="18599"/>
                    </a:lnTo>
                    <a:lnTo>
                      <a:pt x="372" y="18599"/>
                    </a:lnTo>
                    <a:lnTo>
                      <a:pt x="99" y="18499"/>
                    </a:lnTo>
                    <a:lnTo>
                      <a:pt x="0" y="18227"/>
                    </a:lnTo>
                    <a:lnTo>
                      <a:pt x="0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DDA_Architrave">
                <a:extLst>
                  <a:ext uri="{FF2B5EF4-FFF2-40B4-BE49-F238E27FC236}">
                    <a16:creationId xmlns:a16="http://schemas.microsoft.com/office/drawing/2014/main" id="{087E23B9-76AB-FEF0-8664-B77A05BB8AED}"/>
                  </a:ext>
                </a:extLst>
              </p:cNvPr>
              <p:cNvSpPr/>
              <p:nvPr/>
            </p:nvSpPr>
            <p:spPr>
              <a:xfrm>
                <a:off x="665433" y="4659704"/>
                <a:ext cx="382608" cy="5455"/>
              </a:xfrm>
              <a:custGeom>
                <a:avLst/>
                <a:gdLst/>
                <a:ahLst/>
                <a:cxnLst/>
                <a:rect l="l" t="t" r="r" b="b"/>
                <a:pathLst>
                  <a:path w="382608" h="5455">
                    <a:moveTo>
                      <a:pt x="370706" y="248"/>
                    </a:moveTo>
                    <a:lnTo>
                      <a:pt x="367730" y="0"/>
                    </a:lnTo>
                    <a:lnTo>
                      <a:pt x="365250" y="0"/>
                    </a:lnTo>
                    <a:lnTo>
                      <a:pt x="351116" y="0"/>
                    </a:lnTo>
                    <a:lnTo>
                      <a:pt x="350943" y="74"/>
                    </a:lnTo>
                    <a:lnTo>
                      <a:pt x="350868" y="248"/>
                    </a:lnTo>
                    <a:lnTo>
                      <a:pt x="350868" y="5207"/>
                    </a:lnTo>
                    <a:lnTo>
                      <a:pt x="350943" y="5381"/>
                    </a:lnTo>
                    <a:lnTo>
                      <a:pt x="351116" y="5455"/>
                    </a:lnTo>
                    <a:lnTo>
                      <a:pt x="382360" y="5455"/>
                    </a:lnTo>
                    <a:lnTo>
                      <a:pt x="382533" y="5381"/>
                    </a:lnTo>
                    <a:lnTo>
                      <a:pt x="382608" y="5207"/>
                    </a:lnTo>
                    <a:lnTo>
                      <a:pt x="382608" y="3223"/>
                    </a:lnTo>
                    <a:lnTo>
                      <a:pt x="382558" y="3000"/>
                    </a:lnTo>
                    <a:lnTo>
                      <a:pt x="382459" y="2777"/>
                    </a:lnTo>
                    <a:lnTo>
                      <a:pt x="381765" y="1934"/>
                    </a:lnTo>
                    <a:lnTo>
                      <a:pt x="381591" y="1785"/>
                    </a:lnTo>
                    <a:lnTo>
                      <a:pt x="381368" y="1686"/>
                    </a:lnTo>
                    <a:lnTo>
                      <a:pt x="379632" y="1239"/>
                    </a:lnTo>
                    <a:lnTo>
                      <a:pt x="376409" y="1239"/>
                    </a:lnTo>
                    <a:lnTo>
                      <a:pt x="373929" y="744"/>
                    </a:lnTo>
                    <a:close/>
                    <a:moveTo>
                      <a:pt x="14878" y="0"/>
                    </a:moveTo>
                    <a:lnTo>
                      <a:pt x="17358" y="0"/>
                    </a:lnTo>
                    <a:lnTo>
                      <a:pt x="31492" y="0"/>
                    </a:lnTo>
                    <a:lnTo>
                      <a:pt x="31665" y="74"/>
                    </a:lnTo>
                    <a:lnTo>
                      <a:pt x="31740" y="248"/>
                    </a:lnTo>
                    <a:lnTo>
                      <a:pt x="31740" y="5207"/>
                    </a:lnTo>
                    <a:lnTo>
                      <a:pt x="31665" y="5381"/>
                    </a:lnTo>
                    <a:lnTo>
                      <a:pt x="31492" y="5455"/>
                    </a:lnTo>
                    <a:lnTo>
                      <a:pt x="248" y="5455"/>
                    </a:lnTo>
                    <a:lnTo>
                      <a:pt x="75" y="5381"/>
                    </a:lnTo>
                    <a:lnTo>
                      <a:pt x="0" y="5207"/>
                    </a:lnTo>
                    <a:lnTo>
                      <a:pt x="0" y="3223"/>
                    </a:lnTo>
                    <a:lnTo>
                      <a:pt x="50" y="3000"/>
                    </a:lnTo>
                    <a:lnTo>
                      <a:pt x="149" y="2777"/>
                    </a:lnTo>
                    <a:lnTo>
                      <a:pt x="844" y="1934"/>
                    </a:lnTo>
                    <a:lnTo>
                      <a:pt x="1017" y="1785"/>
                    </a:lnTo>
                    <a:lnTo>
                      <a:pt x="1240" y="1686"/>
                    </a:lnTo>
                    <a:lnTo>
                      <a:pt x="2976" y="1239"/>
                    </a:lnTo>
                    <a:lnTo>
                      <a:pt x="6200" y="1239"/>
                    </a:lnTo>
                    <a:lnTo>
                      <a:pt x="8679" y="744"/>
                    </a:lnTo>
                    <a:lnTo>
                      <a:pt x="11903" y="24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DDA_RevealLining">
                <a:extLst>
                  <a:ext uri="{FF2B5EF4-FFF2-40B4-BE49-F238E27FC236}">
                    <a16:creationId xmlns:a16="http://schemas.microsoft.com/office/drawing/2014/main" id="{46A88D7F-0127-AB01-64B1-4401001B457E}"/>
                  </a:ext>
                </a:extLst>
              </p:cNvPr>
              <p:cNvSpPr/>
              <p:nvPr/>
            </p:nvSpPr>
            <p:spPr>
              <a:xfrm>
                <a:off x="682791" y="4665159"/>
                <a:ext cx="347892" cy="19342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9342">
                    <a:moveTo>
                      <a:pt x="344917" y="0"/>
                    </a:moveTo>
                    <a:lnTo>
                      <a:pt x="344917" y="19342"/>
                    </a:lnTo>
                    <a:lnTo>
                      <a:pt x="347892" y="19342"/>
                    </a:lnTo>
                    <a:lnTo>
                      <a:pt x="347892" y="0"/>
                    </a:lnTo>
                    <a:close/>
                    <a:moveTo>
                      <a:pt x="2975" y="0"/>
                    </a:moveTo>
                    <a:lnTo>
                      <a:pt x="2975" y="19342"/>
                    </a:lnTo>
                    <a:lnTo>
                      <a:pt x="0" y="193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DA_Main_LeafFrame">
                <a:extLst>
                  <a:ext uri="{FF2B5EF4-FFF2-40B4-BE49-F238E27FC236}">
                    <a16:creationId xmlns:a16="http://schemas.microsoft.com/office/drawing/2014/main" id="{D5CD302D-5775-5A55-359D-DEF4E6EB90CE}"/>
                  </a:ext>
                </a:extLst>
              </p:cNvPr>
              <p:cNvSpPr/>
              <p:nvPr/>
            </p:nvSpPr>
            <p:spPr>
              <a:xfrm>
                <a:off x="820411" y="4684625"/>
                <a:ext cx="196138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96138" h="13143">
                    <a:moveTo>
                      <a:pt x="195915" y="223"/>
                    </a:moveTo>
                    <a:lnTo>
                      <a:pt x="195395" y="0"/>
                    </a:lnTo>
                    <a:lnTo>
                      <a:pt x="172086" y="0"/>
                    </a:lnTo>
                    <a:lnTo>
                      <a:pt x="171565" y="223"/>
                    </a:lnTo>
                    <a:lnTo>
                      <a:pt x="171342" y="744"/>
                    </a:lnTo>
                    <a:lnTo>
                      <a:pt x="171342" y="12399"/>
                    </a:lnTo>
                    <a:lnTo>
                      <a:pt x="171565" y="12920"/>
                    </a:lnTo>
                    <a:lnTo>
                      <a:pt x="172086" y="13143"/>
                    </a:lnTo>
                    <a:lnTo>
                      <a:pt x="195395" y="13143"/>
                    </a:lnTo>
                    <a:lnTo>
                      <a:pt x="195915" y="12920"/>
                    </a:lnTo>
                    <a:lnTo>
                      <a:pt x="196138" y="12399"/>
                    </a:lnTo>
                    <a:lnTo>
                      <a:pt x="196138" y="744"/>
                    </a:lnTo>
                    <a:close/>
                    <a:moveTo>
                      <a:pt x="24573" y="223"/>
                    </a:moveTo>
                    <a:lnTo>
                      <a:pt x="24052" y="0"/>
                    </a:lnTo>
                    <a:lnTo>
                      <a:pt x="743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3" y="13143"/>
                    </a:lnTo>
                    <a:lnTo>
                      <a:pt x="24052" y="13143"/>
                    </a:lnTo>
                    <a:lnTo>
                      <a:pt x="24573" y="12920"/>
                    </a:lnTo>
                    <a:lnTo>
                      <a:pt x="24796" y="12399"/>
                    </a:lnTo>
                    <a:lnTo>
                      <a:pt x="24796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DDA_Main_Mould_3o">
                <a:extLst>
                  <a:ext uri="{FF2B5EF4-FFF2-40B4-BE49-F238E27FC236}">
                    <a16:creationId xmlns:a16="http://schemas.microsoft.com/office/drawing/2014/main" id="{66F13EE7-0395-7B0B-0BA6-3AAED396348F}"/>
                  </a:ext>
                </a:extLst>
              </p:cNvPr>
              <p:cNvSpPr/>
              <p:nvPr/>
            </p:nvSpPr>
            <p:spPr>
              <a:xfrm>
                <a:off x="845207" y="4697768"/>
                <a:ext cx="146546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1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146546" y="0"/>
                    </a:moveTo>
                    <a:lnTo>
                      <a:pt x="146546" y="496"/>
                    </a:lnTo>
                    <a:lnTo>
                      <a:pt x="145554" y="2232"/>
                    </a:lnTo>
                    <a:lnTo>
                      <a:pt x="144314" y="2976"/>
                    </a:lnTo>
                    <a:lnTo>
                      <a:pt x="142579" y="3224"/>
                    </a:lnTo>
                    <a:lnTo>
                      <a:pt x="142083" y="3224"/>
                    </a:lnTo>
                    <a:lnTo>
                      <a:pt x="14208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DDA_Main_Mould_3i">
                <a:extLst>
                  <a:ext uri="{FF2B5EF4-FFF2-40B4-BE49-F238E27FC236}">
                    <a16:creationId xmlns:a16="http://schemas.microsoft.com/office/drawing/2014/main" id="{05200743-A1AB-651F-C7D3-BEF9EDF1F3D2}"/>
                  </a:ext>
                </a:extLst>
              </p:cNvPr>
              <p:cNvSpPr/>
              <p:nvPr/>
            </p:nvSpPr>
            <p:spPr>
              <a:xfrm>
                <a:off x="845207" y="4681402"/>
                <a:ext cx="146546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1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142083" y="3223"/>
                    </a:moveTo>
                    <a:lnTo>
                      <a:pt x="142083" y="0"/>
                    </a:lnTo>
                    <a:lnTo>
                      <a:pt x="142579" y="0"/>
                    </a:lnTo>
                    <a:lnTo>
                      <a:pt x="144314" y="248"/>
                    </a:lnTo>
                    <a:lnTo>
                      <a:pt x="145554" y="991"/>
                    </a:lnTo>
                    <a:lnTo>
                      <a:pt x="146546" y="2727"/>
                    </a:lnTo>
                    <a:lnTo>
                      <a:pt x="146546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DDA_Main_Panel_3">
                <a:extLst>
                  <a:ext uri="{FF2B5EF4-FFF2-40B4-BE49-F238E27FC236}">
                    <a16:creationId xmlns:a16="http://schemas.microsoft.com/office/drawing/2014/main" id="{68D26BF4-A8D9-C9C3-ABE9-3FFBC0546795}"/>
                  </a:ext>
                </a:extLst>
              </p:cNvPr>
              <p:cNvSpPr/>
              <p:nvPr/>
            </p:nvSpPr>
            <p:spPr>
              <a:xfrm>
                <a:off x="844215" y="4687477"/>
                <a:ext cx="148530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148530" h="7439">
                    <a:moveTo>
                      <a:pt x="141860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141860" y="0"/>
                    </a:lnTo>
                    <a:lnTo>
                      <a:pt x="148530" y="1488"/>
                    </a:lnTo>
                    <a:lnTo>
                      <a:pt x="148530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DDA_Side_LeafFrame">
                <a:extLst>
                  <a:ext uri="{FF2B5EF4-FFF2-40B4-BE49-F238E27FC236}">
                    <a16:creationId xmlns:a16="http://schemas.microsoft.com/office/drawing/2014/main" id="{6B0EEAA3-84E8-C91F-5C68-6F5C4EAA451F}"/>
                  </a:ext>
                </a:extLst>
              </p:cNvPr>
              <p:cNvSpPr/>
              <p:nvPr/>
            </p:nvSpPr>
            <p:spPr>
              <a:xfrm>
                <a:off x="696925" y="4684625"/>
                <a:ext cx="122494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22494" h="13143">
                    <a:moveTo>
                      <a:pt x="122270" y="223"/>
                    </a:moveTo>
                    <a:lnTo>
                      <a:pt x="121750" y="0"/>
                    </a:lnTo>
                    <a:lnTo>
                      <a:pt x="103400" y="0"/>
                    </a:lnTo>
                    <a:lnTo>
                      <a:pt x="102880" y="223"/>
                    </a:lnTo>
                    <a:lnTo>
                      <a:pt x="102657" y="744"/>
                    </a:lnTo>
                    <a:lnTo>
                      <a:pt x="102657" y="12399"/>
                    </a:lnTo>
                    <a:lnTo>
                      <a:pt x="102880" y="12920"/>
                    </a:lnTo>
                    <a:lnTo>
                      <a:pt x="103400" y="13143"/>
                    </a:lnTo>
                    <a:lnTo>
                      <a:pt x="121750" y="13143"/>
                    </a:lnTo>
                    <a:lnTo>
                      <a:pt x="122270" y="12920"/>
                    </a:lnTo>
                    <a:lnTo>
                      <a:pt x="122494" y="12399"/>
                    </a:lnTo>
                    <a:lnTo>
                      <a:pt x="122494" y="744"/>
                    </a:lnTo>
                    <a:close/>
                    <a:moveTo>
                      <a:pt x="19614" y="223"/>
                    </a:moveTo>
                    <a:lnTo>
                      <a:pt x="19093" y="0"/>
                    </a:lnTo>
                    <a:lnTo>
                      <a:pt x="744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4" y="13143"/>
                    </a:lnTo>
                    <a:lnTo>
                      <a:pt x="19093" y="13143"/>
                    </a:lnTo>
                    <a:lnTo>
                      <a:pt x="19614" y="12920"/>
                    </a:lnTo>
                    <a:lnTo>
                      <a:pt x="19837" y="12399"/>
                    </a:lnTo>
                    <a:lnTo>
                      <a:pt x="19837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DDA_Side_Mould_3o">
                <a:extLst>
                  <a:ext uri="{FF2B5EF4-FFF2-40B4-BE49-F238E27FC236}">
                    <a16:creationId xmlns:a16="http://schemas.microsoft.com/office/drawing/2014/main" id="{2767ED0A-B858-ADEF-9700-386642C0827D}"/>
                  </a:ext>
                </a:extLst>
              </p:cNvPr>
              <p:cNvSpPr/>
              <p:nvPr/>
            </p:nvSpPr>
            <p:spPr>
              <a:xfrm>
                <a:off x="716762" y="4697768"/>
                <a:ext cx="82820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2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82820" y="0"/>
                    </a:moveTo>
                    <a:lnTo>
                      <a:pt x="82820" y="496"/>
                    </a:lnTo>
                    <a:lnTo>
                      <a:pt x="81828" y="2232"/>
                    </a:lnTo>
                    <a:lnTo>
                      <a:pt x="80588" y="2976"/>
                    </a:lnTo>
                    <a:lnTo>
                      <a:pt x="78852" y="3224"/>
                    </a:lnTo>
                    <a:lnTo>
                      <a:pt x="78356" y="3224"/>
                    </a:lnTo>
                    <a:lnTo>
                      <a:pt x="7835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DDA_Side_Mould_3i">
                <a:extLst>
                  <a:ext uri="{FF2B5EF4-FFF2-40B4-BE49-F238E27FC236}">
                    <a16:creationId xmlns:a16="http://schemas.microsoft.com/office/drawing/2014/main" id="{98091F39-BE51-0121-31F2-91C867D184F4}"/>
                  </a:ext>
                </a:extLst>
              </p:cNvPr>
              <p:cNvSpPr/>
              <p:nvPr/>
            </p:nvSpPr>
            <p:spPr>
              <a:xfrm>
                <a:off x="716762" y="4681402"/>
                <a:ext cx="82820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2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78356" y="3223"/>
                    </a:moveTo>
                    <a:lnTo>
                      <a:pt x="78356" y="0"/>
                    </a:lnTo>
                    <a:lnTo>
                      <a:pt x="78852" y="0"/>
                    </a:lnTo>
                    <a:lnTo>
                      <a:pt x="80588" y="248"/>
                    </a:lnTo>
                    <a:lnTo>
                      <a:pt x="81828" y="991"/>
                    </a:lnTo>
                    <a:lnTo>
                      <a:pt x="82820" y="2727"/>
                    </a:lnTo>
                    <a:lnTo>
                      <a:pt x="82820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DDA_Side_Panel_3">
                <a:extLst>
                  <a:ext uri="{FF2B5EF4-FFF2-40B4-BE49-F238E27FC236}">
                    <a16:creationId xmlns:a16="http://schemas.microsoft.com/office/drawing/2014/main" id="{F14A0A95-9DED-0DB4-D754-80209AEDBDEB}"/>
                  </a:ext>
                </a:extLst>
              </p:cNvPr>
              <p:cNvSpPr/>
              <p:nvPr/>
            </p:nvSpPr>
            <p:spPr>
              <a:xfrm>
                <a:off x="715770" y="4687477"/>
                <a:ext cx="84803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84803" h="7439">
                    <a:moveTo>
                      <a:pt x="78133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78133" y="0"/>
                    </a:lnTo>
                    <a:lnTo>
                      <a:pt x="84803" y="1488"/>
                    </a:lnTo>
                    <a:lnTo>
                      <a:pt x="84803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DDA_Main_Astragal">
                <a:extLst>
                  <a:ext uri="{FF2B5EF4-FFF2-40B4-BE49-F238E27FC236}">
                    <a16:creationId xmlns:a16="http://schemas.microsoft.com/office/drawing/2014/main" id="{34661EAD-8B22-752C-BC77-2302B636BCEB}"/>
                  </a:ext>
                </a:extLst>
              </p:cNvPr>
              <p:cNvSpPr/>
              <p:nvPr/>
            </p:nvSpPr>
            <p:spPr>
              <a:xfrm>
                <a:off x="812228" y="4697768"/>
                <a:ext cx="15621" cy="2976"/>
              </a:xfrm>
              <a:custGeom>
                <a:avLst/>
                <a:gdLst/>
                <a:ahLst/>
                <a:cxnLst/>
                <a:rect l="l" t="t" r="r" b="b"/>
                <a:pathLst>
                  <a:path w="15621" h="2976">
                    <a:moveTo>
                      <a:pt x="5207" y="0"/>
                    </a:moveTo>
                    <a:lnTo>
                      <a:pt x="10414" y="992"/>
                    </a:lnTo>
                    <a:lnTo>
                      <a:pt x="10017" y="1761"/>
                    </a:lnTo>
                    <a:lnTo>
                      <a:pt x="8877" y="2405"/>
                    </a:lnTo>
                    <a:lnTo>
                      <a:pt x="7191" y="2827"/>
                    </a:lnTo>
                    <a:lnTo>
                      <a:pt x="5207" y="2976"/>
                    </a:lnTo>
                    <a:lnTo>
                      <a:pt x="3223" y="2827"/>
                    </a:lnTo>
                    <a:lnTo>
                      <a:pt x="1537" y="2405"/>
                    </a:lnTo>
                    <a:lnTo>
                      <a:pt x="396" y="1761"/>
                    </a:lnTo>
                    <a:lnTo>
                      <a:pt x="0" y="992"/>
                    </a:lnTo>
                    <a:lnTo>
                      <a:pt x="15621" y="992"/>
                    </a:lnTo>
                    <a:lnTo>
                      <a:pt x="15621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02_03_Utility Single Door_OuterR">
                <a:extLst>
                  <a:ext uri="{FF2B5EF4-FFF2-40B4-BE49-F238E27FC236}">
                    <a16:creationId xmlns:a16="http://schemas.microsoft.com/office/drawing/2014/main" id="{5F6199FB-8E08-C472-68D9-EB298CFD1241}"/>
                  </a:ext>
                </a:extLst>
              </p:cNvPr>
              <p:cNvSpPr/>
              <p:nvPr/>
            </p:nvSpPr>
            <p:spPr>
              <a:xfrm>
                <a:off x="1794906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02_03_Utility Single Door_OuterL">
                <a:extLst>
                  <a:ext uri="{FF2B5EF4-FFF2-40B4-BE49-F238E27FC236}">
                    <a16:creationId xmlns:a16="http://schemas.microsoft.com/office/drawing/2014/main" id="{2529E3AA-2ACB-8F76-CD7C-B9EB3231FF87}"/>
                  </a:ext>
                </a:extLst>
              </p:cNvPr>
              <p:cNvSpPr/>
              <p:nvPr/>
            </p:nvSpPr>
            <p:spPr>
              <a:xfrm>
                <a:off x="2001955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02_03_Utility Single Door_LeafR">
                <a:extLst>
                  <a:ext uri="{FF2B5EF4-FFF2-40B4-BE49-F238E27FC236}">
                    <a16:creationId xmlns:a16="http://schemas.microsoft.com/office/drawing/2014/main" id="{42C43CC6-F8AC-C7AB-54DA-33CAF502E789}"/>
                  </a:ext>
                </a:extLst>
              </p:cNvPr>
              <p:cNvSpPr/>
              <p:nvPr/>
            </p:nvSpPr>
            <p:spPr>
              <a:xfrm>
                <a:off x="1808544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02_03_Utility Single Door_LeafL">
                <a:extLst>
                  <a:ext uri="{FF2B5EF4-FFF2-40B4-BE49-F238E27FC236}">
                    <a16:creationId xmlns:a16="http://schemas.microsoft.com/office/drawing/2014/main" id="{E1ABFDFF-B9FC-9843-EA33-9097706A430C}"/>
                  </a:ext>
                </a:extLst>
              </p:cNvPr>
              <p:cNvSpPr/>
              <p:nvPr/>
            </p:nvSpPr>
            <p:spPr>
              <a:xfrm>
                <a:off x="1994020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03_04_Front Entrance Door_BlueLeafL">
                <a:extLst>
                  <a:ext uri="{FF2B5EF4-FFF2-40B4-BE49-F238E27FC236}">
                    <a16:creationId xmlns:a16="http://schemas.microsoft.com/office/drawing/2014/main" id="{C0DEC79D-081F-237D-85E8-BDD1EF46CF66}"/>
                  </a:ext>
                </a:extLst>
              </p:cNvPr>
              <p:cNvSpPr/>
              <p:nvPr/>
            </p:nvSpPr>
            <p:spPr>
              <a:xfrm>
                <a:off x="2298569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03_04_Front Entrance Door_BlueLeafR">
                <a:extLst>
                  <a:ext uri="{FF2B5EF4-FFF2-40B4-BE49-F238E27FC236}">
                    <a16:creationId xmlns:a16="http://schemas.microsoft.com/office/drawing/2014/main" id="{ABAF0DFF-D86C-8690-FB58-8DEECA656AA7}"/>
                  </a:ext>
                </a:extLst>
              </p:cNvPr>
              <p:cNvSpPr/>
              <p:nvPr/>
            </p:nvSpPr>
            <p:spPr>
              <a:xfrm>
                <a:off x="2506858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03_04_Front Entrance Door_DoorHandle">
                <a:extLst>
                  <a:ext uri="{FF2B5EF4-FFF2-40B4-BE49-F238E27FC236}">
                    <a16:creationId xmlns:a16="http://schemas.microsoft.com/office/drawing/2014/main" id="{E0BED2A4-4F94-4027-0420-998B8318CC30}"/>
                  </a:ext>
                </a:extLst>
              </p:cNvPr>
              <p:cNvSpPr/>
              <p:nvPr/>
            </p:nvSpPr>
            <p:spPr>
              <a:xfrm>
                <a:off x="2499667" y="4937562"/>
                <a:ext cx="4463" cy="6199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6199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6199"/>
                    </a:lnTo>
                    <a:lnTo>
                      <a:pt x="0" y="619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03_04_Front Entrance Door_UpperPanel">
                <a:extLst>
                  <a:ext uri="{FF2B5EF4-FFF2-40B4-BE49-F238E27FC236}">
                    <a16:creationId xmlns:a16="http://schemas.microsoft.com/office/drawing/2014/main" id="{CCEBF2AB-4570-7148-0B05-7E120C939050}"/>
                  </a:ext>
                </a:extLst>
              </p:cNvPr>
              <p:cNvSpPr/>
              <p:nvPr/>
            </p:nvSpPr>
            <p:spPr>
              <a:xfrm>
                <a:off x="2318406" y="4949961"/>
                <a:ext cx="188452" cy="11158"/>
              </a:xfrm>
              <a:custGeom>
                <a:avLst/>
                <a:gdLst/>
                <a:ahLst/>
                <a:cxnLst/>
                <a:rect l="l" t="t" r="r" b="b"/>
                <a:pathLst>
                  <a:path w="188452" h="11158">
                    <a:moveTo>
                      <a:pt x="0" y="0"/>
                    </a:moveTo>
                    <a:lnTo>
                      <a:pt x="188452" y="0"/>
                    </a:lnTo>
                    <a:lnTo>
                      <a:pt x="188452" y="11158"/>
                    </a:lnTo>
                    <a:lnTo>
                      <a:pt x="0" y="1115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WD_03_04_Front Entrance Door_OuterL">
                <a:extLst>
                  <a:ext uri="{FF2B5EF4-FFF2-40B4-BE49-F238E27FC236}">
                    <a16:creationId xmlns:a16="http://schemas.microsoft.com/office/drawing/2014/main" id="{1367541D-9E22-90F2-560D-4AE9DC4FB3C4}"/>
                  </a:ext>
                </a:extLst>
              </p:cNvPr>
              <p:cNvSpPr/>
              <p:nvPr/>
            </p:nvSpPr>
            <p:spPr>
              <a:xfrm>
                <a:off x="2284931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WD_03_04_Front Entrance Door_OuterR">
                <a:extLst>
                  <a:ext uri="{FF2B5EF4-FFF2-40B4-BE49-F238E27FC236}">
                    <a16:creationId xmlns:a16="http://schemas.microsoft.com/office/drawing/2014/main" id="{92B99839-4C43-93AB-FCBC-9CA70333BD12}"/>
                  </a:ext>
                </a:extLst>
              </p:cNvPr>
              <p:cNvSpPr/>
              <p:nvPr/>
            </p:nvSpPr>
            <p:spPr>
              <a:xfrm>
                <a:off x="2526695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WD_06_07_Lounge Bay Window_LowerL">
                <a:extLst>
                  <a:ext uri="{FF2B5EF4-FFF2-40B4-BE49-F238E27FC236}">
                    <a16:creationId xmlns:a16="http://schemas.microsoft.com/office/drawing/2014/main" id="{D43898BA-499C-9287-C267-5A0876BFABC8}"/>
                  </a:ext>
                </a:extLst>
              </p:cNvPr>
              <p:cNvSpPr/>
              <p:nvPr/>
            </p:nvSpPr>
            <p:spPr>
              <a:xfrm>
                <a:off x="1571565" y="5133067"/>
                <a:ext cx="17432" cy="19689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89">
                    <a:moveTo>
                      <a:pt x="6373" y="19689"/>
                    </a:moveTo>
                    <a:lnTo>
                      <a:pt x="0" y="14977"/>
                    </a:lnTo>
                    <a:lnTo>
                      <a:pt x="11035" y="0"/>
                    </a:lnTo>
                    <a:lnTo>
                      <a:pt x="17432" y="473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WD_06_07_Lounge Bay Window_LowerR">
                <a:extLst>
                  <a:ext uri="{FF2B5EF4-FFF2-40B4-BE49-F238E27FC236}">
                    <a16:creationId xmlns:a16="http://schemas.microsoft.com/office/drawing/2014/main" id="{00026297-81D4-54A3-C737-167C839AADD5}"/>
                  </a:ext>
                </a:extLst>
              </p:cNvPr>
              <p:cNvSpPr/>
              <p:nvPr/>
            </p:nvSpPr>
            <p:spPr>
              <a:xfrm>
                <a:off x="1500177" y="5080297"/>
                <a:ext cx="17432" cy="19690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90">
                    <a:moveTo>
                      <a:pt x="6373" y="19690"/>
                    </a:moveTo>
                    <a:lnTo>
                      <a:pt x="0" y="14978"/>
                    </a:lnTo>
                    <a:lnTo>
                      <a:pt x="11034" y="0"/>
                    </a:lnTo>
                    <a:lnTo>
                      <a:pt x="17432" y="47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WD_06_07_Lounge Bay Window_OuterL">
                <a:extLst>
                  <a:ext uri="{FF2B5EF4-FFF2-40B4-BE49-F238E27FC236}">
                    <a16:creationId xmlns:a16="http://schemas.microsoft.com/office/drawing/2014/main" id="{0816A902-5B49-BC24-B28A-D63119A7CA70}"/>
                  </a:ext>
                </a:extLst>
              </p:cNvPr>
              <p:cNvSpPr/>
              <p:nvPr/>
            </p:nvSpPr>
            <p:spPr>
              <a:xfrm>
                <a:off x="1577938" y="513780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60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10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WD_06_07_Lounge Bay Window_OuterR">
                <a:extLst>
                  <a:ext uri="{FF2B5EF4-FFF2-40B4-BE49-F238E27FC236}">
                    <a16:creationId xmlns:a16="http://schemas.microsoft.com/office/drawing/2014/main" id="{47AED7CC-2514-41D2-C228-CF59C31F94DA}"/>
                  </a:ext>
                </a:extLst>
              </p:cNvPr>
              <p:cNvSpPr/>
              <p:nvPr/>
            </p:nvSpPr>
            <p:spPr>
              <a:xfrm>
                <a:off x="1489192" y="507221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85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08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WD_06_08_Lounge Bay Window_LowerL">
                <a:extLst>
                  <a:ext uri="{FF2B5EF4-FFF2-40B4-BE49-F238E27FC236}">
                    <a16:creationId xmlns:a16="http://schemas.microsoft.com/office/drawing/2014/main" id="{F593EE31-CC10-EB23-C232-C3FA47C48371}"/>
                  </a:ext>
                </a:extLst>
              </p:cNvPr>
              <p:cNvSpPr/>
              <p:nvPr/>
            </p:nvSpPr>
            <p:spPr>
              <a:xfrm>
                <a:off x="1648732" y="5170462"/>
                <a:ext cx="7934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4" h="18598">
                    <a:moveTo>
                      <a:pt x="0" y="0"/>
                    </a:moveTo>
                    <a:lnTo>
                      <a:pt x="7934" y="0"/>
                    </a:lnTo>
                    <a:lnTo>
                      <a:pt x="7934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WD_06_08_Lounge Bay Window_LowerR">
                <a:extLst>
                  <a:ext uri="{FF2B5EF4-FFF2-40B4-BE49-F238E27FC236}">
                    <a16:creationId xmlns:a16="http://schemas.microsoft.com/office/drawing/2014/main" id="{FD4FE8B2-AB8E-7AB4-FFF7-FA185CB40DD4}"/>
                  </a:ext>
                </a:extLst>
              </p:cNvPr>
              <p:cNvSpPr/>
              <p:nvPr/>
            </p:nvSpPr>
            <p:spPr>
              <a:xfrm>
                <a:off x="1861484" y="5170462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0" y="0"/>
                    </a:moveTo>
                    <a:lnTo>
                      <a:pt x="7935" y="0"/>
                    </a:lnTo>
                    <a:lnTo>
                      <a:pt x="7935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D_06_08_Lounge Bay Window_OuterL">
                <a:extLst>
                  <a:ext uri="{FF2B5EF4-FFF2-40B4-BE49-F238E27FC236}">
                    <a16:creationId xmlns:a16="http://schemas.microsoft.com/office/drawing/2014/main" id="{CA221B1F-561C-A7EB-D898-11CABF9686A6}"/>
                  </a:ext>
                </a:extLst>
              </p:cNvPr>
              <p:cNvSpPr/>
              <p:nvPr/>
            </p:nvSpPr>
            <p:spPr>
              <a:xfrm>
                <a:off x="1635094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D_06_08_Lounge Bay Window_OuterR">
                <a:extLst>
                  <a:ext uri="{FF2B5EF4-FFF2-40B4-BE49-F238E27FC236}">
                    <a16:creationId xmlns:a16="http://schemas.microsoft.com/office/drawing/2014/main" id="{A21C431F-9FC5-2259-6195-FF04DFCB786F}"/>
                  </a:ext>
                </a:extLst>
              </p:cNvPr>
              <p:cNvSpPr/>
              <p:nvPr/>
            </p:nvSpPr>
            <p:spPr>
              <a:xfrm>
                <a:off x="1869419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D_06_09_Lounge Bay Window_LowerL">
                <a:extLst>
                  <a:ext uri="{FF2B5EF4-FFF2-40B4-BE49-F238E27FC236}">
                    <a16:creationId xmlns:a16="http://schemas.microsoft.com/office/drawing/2014/main" id="{BCD58066-44E9-63CD-4836-9DA7C04BAFFD}"/>
                  </a:ext>
                </a:extLst>
              </p:cNvPr>
              <p:cNvSpPr/>
              <p:nvPr/>
            </p:nvSpPr>
            <p:spPr>
              <a:xfrm>
                <a:off x="2002377" y="5079355"/>
                <a:ext cx="17704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04" h="19540">
                    <a:moveTo>
                      <a:pt x="17704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D_06_09_Lounge Bay Window_LowerR">
                <a:extLst>
                  <a:ext uri="{FF2B5EF4-FFF2-40B4-BE49-F238E27FC236}">
                    <a16:creationId xmlns:a16="http://schemas.microsoft.com/office/drawing/2014/main" id="{009C1C98-8ED5-2E78-E911-9ACAAB4ED125}"/>
                  </a:ext>
                </a:extLst>
              </p:cNvPr>
              <p:cNvSpPr/>
              <p:nvPr/>
            </p:nvSpPr>
            <p:spPr>
              <a:xfrm>
                <a:off x="1932526" y="5134158"/>
                <a:ext cx="17729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29" h="19540">
                    <a:moveTo>
                      <a:pt x="17729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4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D_06_09_Lounge Bay Window_OuterL">
                <a:extLst>
                  <a:ext uri="{FF2B5EF4-FFF2-40B4-BE49-F238E27FC236}">
                    <a16:creationId xmlns:a16="http://schemas.microsoft.com/office/drawing/2014/main" id="{70C951E9-8005-DC2A-F0B5-4F86AD243CA8}"/>
                  </a:ext>
                </a:extLst>
              </p:cNvPr>
              <p:cNvSpPr/>
              <p:nvPr/>
            </p:nvSpPr>
            <p:spPr>
              <a:xfrm>
                <a:off x="2008601" y="507094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1"/>
                    </a:moveTo>
                    <a:lnTo>
                      <a:pt x="11480" y="23037"/>
                    </a:lnTo>
                    <a:lnTo>
                      <a:pt x="0" y="8407"/>
                    </a:lnTo>
                    <a:lnTo>
                      <a:pt x="1073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5" name="墙_WD_06_09_Lounge Bay Window_OuterR">
                <a:extLst>
                  <a:ext uri="{FF2B5EF4-FFF2-40B4-BE49-F238E27FC236}">
                    <a16:creationId xmlns:a16="http://schemas.microsoft.com/office/drawing/2014/main" id="{F2EE4D63-9456-4756-91D5-ECB2EFE6AD8D}"/>
                  </a:ext>
                </a:extLst>
              </p:cNvPr>
              <p:cNvSpPr/>
              <p:nvPr/>
            </p:nvSpPr>
            <p:spPr>
              <a:xfrm>
                <a:off x="1921789" y="513906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0"/>
                    </a:moveTo>
                    <a:lnTo>
                      <a:pt x="11480" y="23037"/>
                    </a:lnTo>
                    <a:lnTo>
                      <a:pt x="0" y="8406"/>
                    </a:lnTo>
                    <a:lnTo>
                      <a:pt x="1073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6" name="墙_WD_12_18_Kitchen Large Window_FixedMiddleB">
                <a:extLst>
                  <a:ext uri="{FF2B5EF4-FFF2-40B4-BE49-F238E27FC236}">
                    <a16:creationId xmlns:a16="http://schemas.microsoft.com/office/drawing/2014/main" id="{5D594EBE-CD3F-4CB1-6894-AEE4FA053BAE}"/>
                  </a:ext>
                </a:extLst>
              </p:cNvPr>
              <p:cNvSpPr/>
              <p:nvPr/>
            </p:nvSpPr>
            <p:spPr>
              <a:xfrm>
                <a:off x="1757216" y="1670938"/>
                <a:ext cx="18597" cy="11158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11589">
                    <a:moveTo>
                      <a:pt x="0" y="11158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1158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7" name="墙_WD_12_18_Kitchen Large Window_OuterL">
                <a:extLst>
                  <a:ext uri="{FF2B5EF4-FFF2-40B4-BE49-F238E27FC236}">
                    <a16:creationId xmlns:a16="http://schemas.microsoft.com/office/drawing/2014/main" id="{F6647B01-3BAA-5D4A-B1D3-FA23A89538EA}"/>
                  </a:ext>
                </a:extLst>
              </p:cNvPr>
              <p:cNvSpPr/>
              <p:nvPr/>
            </p:nvSpPr>
            <p:spPr>
              <a:xfrm>
                <a:off x="1757216" y="189535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8" name="墙_WD_12_18_Kitchen Large Window_OuterR">
                <a:extLst>
                  <a:ext uri="{FF2B5EF4-FFF2-40B4-BE49-F238E27FC236}">
                    <a16:creationId xmlns:a16="http://schemas.microsoft.com/office/drawing/2014/main" id="{D1E11A80-3BCC-2F62-3AAB-A308B90D84AD}"/>
                  </a:ext>
                </a:extLst>
              </p:cNvPr>
              <p:cNvSpPr/>
              <p:nvPr/>
            </p:nvSpPr>
            <p:spPr>
              <a:xfrm>
                <a:off x="1757216" y="1544470"/>
                <a:ext cx="18597" cy="13638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8">
                    <a:moveTo>
                      <a:pt x="0" y="13638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9" name="墙_WD_12_18_Kitchen Large Window_Side0L">
                <a:extLst>
                  <a:ext uri="{FF2B5EF4-FFF2-40B4-BE49-F238E27FC236}">
                    <a16:creationId xmlns:a16="http://schemas.microsoft.com/office/drawing/2014/main" id="{96A8D9E1-94C2-8A9B-2638-55AA138AF412}"/>
                  </a:ext>
                </a:extLst>
              </p:cNvPr>
              <p:cNvSpPr/>
              <p:nvPr/>
            </p:nvSpPr>
            <p:spPr>
              <a:xfrm>
                <a:off x="1757216" y="189424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0" name="墙_WD_12_18_Kitchen Large Window_Side0R">
                <a:extLst>
                  <a:ext uri="{FF2B5EF4-FFF2-40B4-BE49-F238E27FC236}">
                    <a16:creationId xmlns:a16="http://schemas.microsoft.com/office/drawing/2014/main" id="{A7A51D3D-2C9C-0EE5-3E42-CDA1D1357A2B}"/>
                  </a:ext>
                </a:extLst>
              </p:cNvPr>
              <p:cNvSpPr/>
              <p:nvPr/>
            </p:nvSpPr>
            <p:spPr>
              <a:xfrm>
                <a:off x="1757216" y="1789347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1" name="墙_WD_12_18_Kitchen Large Window_Side2L">
                <a:extLst>
                  <a:ext uri="{FF2B5EF4-FFF2-40B4-BE49-F238E27FC236}">
                    <a16:creationId xmlns:a16="http://schemas.microsoft.com/office/drawing/2014/main" id="{14416D6C-377F-63F8-10C9-72E05C940266}"/>
                  </a:ext>
                </a:extLst>
              </p:cNvPr>
              <p:cNvSpPr/>
              <p:nvPr/>
            </p:nvSpPr>
            <p:spPr>
              <a:xfrm>
                <a:off x="1757216" y="1656183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2" name="墙_WD_12_18_Kitchen Large Window_Side2R">
                <a:extLst>
                  <a:ext uri="{FF2B5EF4-FFF2-40B4-BE49-F238E27FC236}">
                    <a16:creationId xmlns:a16="http://schemas.microsoft.com/office/drawing/2014/main" id="{186511F7-FCCF-C1DA-3643-364BE2004B7D}"/>
                  </a:ext>
                </a:extLst>
              </p:cNvPr>
              <p:cNvSpPr/>
              <p:nvPr/>
            </p:nvSpPr>
            <p:spPr>
              <a:xfrm>
                <a:off x="1757216" y="1551289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3" name="墙_WD_13_19_Kitchen Small Window_OuterL">
                <a:extLst>
                  <a:ext uri="{FF2B5EF4-FFF2-40B4-BE49-F238E27FC236}">
                    <a16:creationId xmlns:a16="http://schemas.microsoft.com/office/drawing/2014/main" id="{7053E45C-E96F-36D9-8844-B2918D07EE4B}"/>
                  </a:ext>
                </a:extLst>
              </p:cNvPr>
              <p:cNvSpPr/>
              <p:nvPr/>
            </p:nvSpPr>
            <p:spPr>
              <a:xfrm>
                <a:off x="1757216" y="121562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4" name="墙_WD_13_19_Kitchen Small Window_OuterR">
                <a:extLst>
                  <a:ext uri="{FF2B5EF4-FFF2-40B4-BE49-F238E27FC236}">
                    <a16:creationId xmlns:a16="http://schemas.microsoft.com/office/drawing/2014/main" id="{8FB0F1F0-BFB5-3EC5-FB36-CAB532CD721C}"/>
                  </a:ext>
                </a:extLst>
              </p:cNvPr>
              <p:cNvSpPr/>
              <p:nvPr/>
            </p:nvSpPr>
            <p:spPr>
              <a:xfrm>
                <a:off x="1757216" y="1110981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5" name="墙_WD_13_19_Kitchen Small Window_Side1L">
                <a:extLst>
                  <a:ext uri="{FF2B5EF4-FFF2-40B4-BE49-F238E27FC236}">
                    <a16:creationId xmlns:a16="http://schemas.microsoft.com/office/drawing/2014/main" id="{77BE0F13-578F-4E38-855F-C40DD71BD886}"/>
                  </a:ext>
                </a:extLst>
              </p:cNvPr>
              <p:cNvSpPr/>
              <p:nvPr/>
            </p:nvSpPr>
            <p:spPr>
              <a:xfrm>
                <a:off x="1757216" y="1207816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6" name="墙_WD_13_19_Kitchen Small Window_Side1R">
                <a:extLst>
                  <a:ext uri="{FF2B5EF4-FFF2-40B4-BE49-F238E27FC236}">
                    <a16:creationId xmlns:a16="http://schemas.microsoft.com/office/drawing/2014/main" id="{41EEF4A9-0C09-B045-82F9-DB379125CBCB}"/>
                  </a:ext>
                </a:extLst>
              </p:cNvPr>
              <p:cNvSpPr/>
              <p:nvPr/>
            </p:nvSpPr>
            <p:spPr>
              <a:xfrm>
                <a:off x="1757216" y="111780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7" name="墙_WC200_DoorJamb">
                <a:extLst>
                  <a:ext uri="{FF2B5EF4-FFF2-40B4-BE49-F238E27FC236}">
                    <a16:creationId xmlns:a16="http://schemas.microsoft.com/office/drawing/2014/main" id="{635BB4F2-BD47-9DEF-C9C1-008FC82D93C2}"/>
                  </a:ext>
                </a:extLst>
              </p:cNvPr>
              <p:cNvSpPr/>
              <p:nvPr/>
            </p:nvSpPr>
            <p:spPr>
              <a:xfrm>
                <a:off x="1007747" y="3317454"/>
                <a:ext cx="34715" cy="7440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40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40"/>
                    </a:lnTo>
                    <a:lnTo>
                      <a:pt x="0" y="744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8" name="墙_WC200_DoorJamb.001">
                <a:extLst>
                  <a:ext uri="{FF2B5EF4-FFF2-40B4-BE49-F238E27FC236}">
                    <a16:creationId xmlns:a16="http://schemas.microsoft.com/office/drawing/2014/main" id="{664ECBBE-824F-D1AE-1CF8-C306AB21B3E8}"/>
                  </a:ext>
                </a:extLst>
              </p:cNvPr>
              <p:cNvSpPr/>
              <p:nvPr/>
            </p:nvSpPr>
            <p:spPr>
              <a:xfrm>
                <a:off x="1007747" y="3156270"/>
                <a:ext cx="34715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39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39"/>
                    </a:lnTo>
                    <a:lnTo>
                      <a:pt x="0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9" name="墙_DoorLeaf_WC200">
                <a:extLst>
                  <a:ext uri="{FF2B5EF4-FFF2-40B4-BE49-F238E27FC236}">
                    <a16:creationId xmlns:a16="http://schemas.microsoft.com/office/drawing/2014/main" id="{7BB084FD-DB28-3FF2-8FB6-7DEA7E3019ED}"/>
                  </a:ext>
                </a:extLst>
              </p:cNvPr>
              <p:cNvSpPr/>
              <p:nvPr/>
            </p:nvSpPr>
            <p:spPr>
              <a:xfrm>
                <a:off x="872235" y="3159295"/>
                <a:ext cx="153489" cy="30228"/>
              </a:xfrm>
              <a:custGeom>
                <a:avLst/>
                <a:gdLst/>
                <a:ahLst/>
                <a:cxnLst/>
                <a:rect l="l" t="t" r="r" b="b"/>
                <a:pathLst>
                  <a:path w="153489" h="30228">
                    <a:moveTo>
                      <a:pt x="153489" y="8828"/>
                    </a:moveTo>
                    <a:lnTo>
                      <a:pt x="1240" y="30228"/>
                    </a:lnTo>
                    <a:lnTo>
                      <a:pt x="0" y="21400"/>
                    </a:lnTo>
                    <a:lnTo>
                      <a:pt x="15224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0" name="墙_Utility_FlushAccessDoor">
                <a:extLst>
                  <a:ext uri="{FF2B5EF4-FFF2-40B4-BE49-F238E27FC236}">
                    <a16:creationId xmlns:a16="http://schemas.microsoft.com/office/drawing/2014/main" id="{767695DE-A393-03B0-727C-80FF46C05EFA}"/>
                  </a:ext>
                </a:extLst>
              </p:cNvPr>
              <p:cNvSpPr/>
              <p:nvPr/>
            </p:nvSpPr>
            <p:spPr>
              <a:xfrm>
                <a:off x="2302239" y="3212114"/>
                <a:ext cx="4463" cy="151266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151266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151266"/>
                    </a:lnTo>
                    <a:lnTo>
                      <a:pt x="0" y="15126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1" name="墙_Understair_TurnClosure_Stair_Winder_12">
                <a:extLst>
                  <a:ext uri="{FF2B5EF4-FFF2-40B4-BE49-F238E27FC236}">
                    <a16:creationId xmlns:a16="http://schemas.microsoft.com/office/drawing/2014/main" id="{A03E1C75-2B50-2559-1CAA-7FC753AC78F6}"/>
                  </a:ext>
                </a:extLst>
              </p:cNvPr>
              <p:cNvSpPr/>
              <p:nvPr/>
            </p:nvSpPr>
            <p:spPr>
              <a:xfrm>
                <a:off x="2303726" y="3085993"/>
                <a:ext cx="24797" cy="11739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17392">
                    <a:moveTo>
                      <a:pt x="24797" y="0"/>
                    </a:moveTo>
                    <a:lnTo>
                      <a:pt x="24797" y="117392"/>
                    </a:lnTo>
                    <a:lnTo>
                      <a:pt x="0" y="1173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2" name="墙_Understair_TurnClosure_Stair_Winder_13">
                <a:extLst>
                  <a:ext uri="{FF2B5EF4-FFF2-40B4-BE49-F238E27FC236}">
                    <a16:creationId xmlns:a16="http://schemas.microsoft.com/office/drawing/2014/main" id="{0CE7E101-C0A4-B9DC-BA15-C68124F26846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9342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93422">
                    <a:moveTo>
                      <a:pt x="24797" y="0"/>
                    </a:moveTo>
                    <a:lnTo>
                      <a:pt x="24797" y="193422"/>
                    </a:lnTo>
                    <a:lnTo>
                      <a:pt x="0" y="1934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3" name="墙_Understair_TurnClosure_Stair_Winder_14">
                <a:extLst>
                  <a:ext uri="{FF2B5EF4-FFF2-40B4-BE49-F238E27FC236}">
                    <a16:creationId xmlns:a16="http://schemas.microsoft.com/office/drawing/2014/main" id="{C6D2D993-8629-0C5B-92E5-25E00FE05A4A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86156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86156">
                    <a:moveTo>
                      <a:pt x="24797" y="0"/>
                    </a:moveTo>
                    <a:lnTo>
                      <a:pt x="24797" y="186156"/>
                    </a:lnTo>
                    <a:lnTo>
                      <a:pt x="0" y="18615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4" name="墙_V11_Continuous_Stair_Side">
                <a:extLst>
                  <a:ext uri="{FF2B5EF4-FFF2-40B4-BE49-F238E27FC236}">
                    <a16:creationId xmlns:a16="http://schemas.microsoft.com/office/drawing/2014/main" id="{4A53C7A8-B71B-9872-346F-CEB9F0F66AC1}"/>
                  </a:ext>
                </a:extLst>
              </p:cNvPr>
              <p:cNvSpPr/>
              <p:nvPr/>
            </p:nvSpPr>
            <p:spPr>
              <a:xfrm>
                <a:off x="2303726" y="3203385"/>
                <a:ext cx="25293" cy="323263"/>
              </a:xfrm>
              <a:custGeom>
                <a:avLst/>
                <a:gdLst/>
                <a:ahLst/>
                <a:cxnLst/>
                <a:rect l="l" t="t" r="r" b="b"/>
                <a:pathLst>
                  <a:path w="25293" h="323263">
                    <a:moveTo>
                      <a:pt x="25293" y="323263"/>
                    </a:moveTo>
                    <a:lnTo>
                      <a:pt x="25293" y="160739"/>
                    </a:lnTo>
                    <a:lnTo>
                      <a:pt x="0" y="160739"/>
                    </a:lnTo>
                    <a:lnTo>
                      <a:pt x="0" y="323263"/>
                    </a:lnTo>
                    <a:close/>
                    <a:moveTo>
                      <a:pt x="25293" y="0"/>
                    </a:moveTo>
                    <a:lnTo>
                      <a:pt x="25293" y="7985"/>
                    </a:lnTo>
                    <a:lnTo>
                      <a:pt x="0" y="79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5" name="墙_V11_Winder_Side_Transition">
                <a:extLst>
                  <a:ext uri="{FF2B5EF4-FFF2-40B4-BE49-F238E27FC236}">
                    <a16:creationId xmlns:a16="http://schemas.microsoft.com/office/drawing/2014/main" id="{88DC4D8D-D847-B9A8-69C0-536927CDC144}"/>
                  </a:ext>
                </a:extLst>
              </p:cNvPr>
              <p:cNvSpPr/>
              <p:nvPr/>
            </p:nvSpPr>
            <p:spPr>
              <a:xfrm>
                <a:off x="2303726" y="3174570"/>
                <a:ext cx="24797" cy="2926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29262">
                    <a:moveTo>
                      <a:pt x="24797" y="0"/>
                    </a:moveTo>
                    <a:lnTo>
                      <a:pt x="24797" y="29262"/>
                    </a:lnTo>
                    <a:lnTo>
                      <a:pt x="0" y="292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6" name="墙_V11_Passage_Right_Jamb_Closure">
                <a:extLst>
                  <a:ext uri="{FF2B5EF4-FFF2-40B4-BE49-F238E27FC236}">
                    <a16:creationId xmlns:a16="http://schemas.microsoft.com/office/drawing/2014/main" id="{A4CE3349-25BF-9623-906E-EDF58CD0D9F7}"/>
                  </a:ext>
                </a:extLst>
              </p:cNvPr>
              <p:cNvSpPr/>
              <p:nvPr/>
            </p:nvSpPr>
            <p:spPr>
              <a:xfrm>
                <a:off x="2303726" y="3002474"/>
                <a:ext cx="10415" cy="45628"/>
              </a:xfrm>
              <a:custGeom>
                <a:avLst/>
                <a:gdLst/>
                <a:ahLst/>
                <a:cxnLst/>
                <a:rect l="l" t="t" r="r" b="b"/>
                <a:pathLst>
                  <a:path w="10415" h="45628">
                    <a:moveTo>
                      <a:pt x="10415" y="0"/>
                    </a:moveTo>
                    <a:lnTo>
                      <a:pt x="10415" y="45628"/>
                    </a:lnTo>
                    <a:lnTo>
                      <a:pt x="0" y="456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7" name="墙_V13_Lounge_FrenchLeaf-1L">
                <a:extLst>
                  <a:ext uri="{FF2B5EF4-FFF2-40B4-BE49-F238E27FC236}">
                    <a16:creationId xmlns:a16="http://schemas.microsoft.com/office/drawing/2014/main" id="{CBEE8835-1110-2C86-4DBF-8008E87F61D0}"/>
                  </a:ext>
                </a:extLst>
              </p:cNvPr>
              <p:cNvSpPr/>
              <p:nvPr/>
            </p:nvSpPr>
            <p:spPr>
              <a:xfrm>
                <a:off x="1657782" y="3013980"/>
                <a:ext cx="20061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4">
                    <a:moveTo>
                      <a:pt x="3968" y="16144"/>
                    </a:moveTo>
                    <a:lnTo>
                      <a:pt x="0" y="9300"/>
                    </a:lnTo>
                    <a:lnTo>
                      <a:pt x="16118" y="0"/>
                    </a:lnTo>
                    <a:lnTo>
                      <a:pt x="20061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8" name="墙_V13_Lounge_FrenchLeaf-1R">
                <a:extLst>
                  <a:ext uri="{FF2B5EF4-FFF2-40B4-BE49-F238E27FC236}">
                    <a16:creationId xmlns:a16="http://schemas.microsoft.com/office/drawing/2014/main" id="{F6C98DD5-D196-E3B9-1036-144F6DAE2FBD}"/>
                  </a:ext>
                </a:extLst>
              </p:cNvPr>
              <p:cNvSpPr/>
              <p:nvPr/>
            </p:nvSpPr>
            <p:spPr>
              <a:xfrm>
                <a:off x="1594428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2" y="16143"/>
                    </a:moveTo>
                    <a:lnTo>
                      <a:pt x="0" y="9299"/>
                    </a:lnTo>
                    <a:lnTo>
                      <a:pt x="16092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9" name="墙_V13_Lounge_FrenchLeaf1L">
                <a:extLst>
                  <a:ext uri="{FF2B5EF4-FFF2-40B4-BE49-F238E27FC236}">
                    <a16:creationId xmlns:a16="http://schemas.microsoft.com/office/drawing/2014/main" id="{88C4E636-14A6-A75C-D3EC-E33CE2AE05E5}"/>
                  </a:ext>
                </a:extLst>
              </p:cNvPr>
              <p:cNvSpPr/>
              <p:nvPr/>
            </p:nvSpPr>
            <p:spPr>
              <a:xfrm>
                <a:off x="1454824" y="2904201"/>
                <a:ext cx="20061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3">
                    <a:moveTo>
                      <a:pt x="20061" y="9299"/>
                    </a:moveTo>
                    <a:lnTo>
                      <a:pt x="16118" y="16143"/>
                    </a:lnTo>
                    <a:lnTo>
                      <a:pt x="0" y="6844"/>
                    </a:lnTo>
                    <a:lnTo>
                      <a:pt x="396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0" name="墙_V13_Lounge_FrenchLeaf1R">
                <a:extLst>
                  <a:ext uri="{FF2B5EF4-FFF2-40B4-BE49-F238E27FC236}">
                    <a16:creationId xmlns:a16="http://schemas.microsoft.com/office/drawing/2014/main" id="{E799A0DD-72F0-E36E-9E4D-2A9468251C5D}"/>
                  </a:ext>
                </a:extLst>
              </p:cNvPr>
              <p:cNvSpPr/>
              <p:nvPr/>
            </p:nvSpPr>
            <p:spPr>
              <a:xfrm>
                <a:off x="1391470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1" name="墙_V13_Lounge_OuterL">
                <a:extLst>
                  <a:ext uri="{FF2B5EF4-FFF2-40B4-BE49-F238E27FC236}">
                    <a16:creationId xmlns:a16="http://schemas.microsoft.com/office/drawing/2014/main" id="{0507861C-46B0-23CD-F158-845AFB11AB90}"/>
                  </a:ext>
                </a:extLst>
              </p:cNvPr>
              <p:cNvSpPr/>
              <p:nvPr/>
            </p:nvSpPr>
            <p:spPr>
              <a:xfrm>
                <a:off x="1669808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2" name="墙_V13_Lounge_OuterR">
                <a:extLst>
                  <a:ext uri="{FF2B5EF4-FFF2-40B4-BE49-F238E27FC236}">
                    <a16:creationId xmlns:a16="http://schemas.microsoft.com/office/drawing/2014/main" id="{A287E7AA-2A38-D858-4517-75260AED1527}"/>
                  </a:ext>
                </a:extLst>
              </p:cNvPr>
              <p:cNvSpPr/>
              <p:nvPr/>
            </p:nvSpPr>
            <p:spPr>
              <a:xfrm>
                <a:off x="1385023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3" name="墙_V13_Utility_FrenchLeaf-1L">
                <a:extLst>
                  <a:ext uri="{FF2B5EF4-FFF2-40B4-BE49-F238E27FC236}">
                    <a16:creationId xmlns:a16="http://schemas.microsoft.com/office/drawing/2014/main" id="{2A51B9EB-386C-9EB8-A25A-B6B17A35B6D5}"/>
                  </a:ext>
                </a:extLst>
              </p:cNvPr>
              <p:cNvSpPr/>
              <p:nvPr/>
            </p:nvSpPr>
            <p:spPr>
              <a:xfrm>
                <a:off x="872979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3967" y="16144"/>
                    </a:moveTo>
                    <a:lnTo>
                      <a:pt x="0" y="9300"/>
                    </a:lnTo>
                    <a:lnTo>
                      <a:pt x="16117" y="0"/>
                    </a:lnTo>
                    <a:lnTo>
                      <a:pt x="20060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4" name="墙_V13_Utility_FrenchLeaf-1R">
                <a:extLst>
                  <a:ext uri="{FF2B5EF4-FFF2-40B4-BE49-F238E27FC236}">
                    <a16:creationId xmlns:a16="http://schemas.microsoft.com/office/drawing/2014/main" id="{8ED825F5-6315-BE09-F1DD-E74160CCAE36}"/>
                  </a:ext>
                </a:extLst>
              </p:cNvPr>
              <p:cNvSpPr/>
              <p:nvPr/>
            </p:nvSpPr>
            <p:spPr>
              <a:xfrm>
                <a:off x="809624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3" y="16143"/>
                    </a:moveTo>
                    <a:lnTo>
                      <a:pt x="0" y="9299"/>
                    </a:lnTo>
                    <a:lnTo>
                      <a:pt x="16093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5" name="墙_V13_Utility_FrenchLeaf1L">
                <a:extLst>
                  <a:ext uri="{FF2B5EF4-FFF2-40B4-BE49-F238E27FC236}">
                    <a16:creationId xmlns:a16="http://schemas.microsoft.com/office/drawing/2014/main" id="{0B664272-1A8A-8D0E-88E2-94A497516B50}"/>
                  </a:ext>
                </a:extLst>
              </p:cNvPr>
              <p:cNvSpPr/>
              <p:nvPr/>
            </p:nvSpPr>
            <p:spPr>
              <a:xfrm>
                <a:off x="670021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20060" y="9299"/>
                    </a:moveTo>
                    <a:lnTo>
                      <a:pt x="16117" y="16143"/>
                    </a:lnTo>
                    <a:lnTo>
                      <a:pt x="0" y="6844"/>
                    </a:lnTo>
                    <a:lnTo>
                      <a:pt x="396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6" name="墙_V13_Utility_FrenchLeaf1R">
                <a:extLst>
                  <a:ext uri="{FF2B5EF4-FFF2-40B4-BE49-F238E27FC236}">
                    <a16:creationId xmlns:a16="http://schemas.microsoft.com/office/drawing/2014/main" id="{FAC57386-327F-B5ED-3587-50EF8F7A07AE}"/>
                  </a:ext>
                </a:extLst>
              </p:cNvPr>
              <p:cNvSpPr/>
              <p:nvPr/>
            </p:nvSpPr>
            <p:spPr>
              <a:xfrm>
                <a:off x="606666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7" name="墙_V13_Utility_OuterL">
                <a:extLst>
                  <a:ext uri="{FF2B5EF4-FFF2-40B4-BE49-F238E27FC236}">
                    <a16:creationId xmlns:a16="http://schemas.microsoft.com/office/drawing/2014/main" id="{0B649432-5537-E3D2-17BB-EF8EA50D5262}"/>
                  </a:ext>
                </a:extLst>
              </p:cNvPr>
              <p:cNvSpPr/>
              <p:nvPr/>
            </p:nvSpPr>
            <p:spPr>
              <a:xfrm>
                <a:off x="885005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8" name="墙_V13_Utility_OuterR">
                <a:extLst>
                  <a:ext uri="{FF2B5EF4-FFF2-40B4-BE49-F238E27FC236}">
                    <a16:creationId xmlns:a16="http://schemas.microsoft.com/office/drawing/2014/main" id="{6A4A3B62-B6CA-C773-03BD-A29B95E38C3A}"/>
                  </a:ext>
                </a:extLst>
              </p:cNvPr>
              <p:cNvSpPr/>
              <p:nvPr/>
            </p:nvSpPr>
            <p:spPr>
              <a:xfrm>
                <a:off x="601087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9" name="墙_V13_KitchenSide_FrenchLeaf-1L">
                <a:extLst>
                  <a:ext uri="{FF2B5EF4-FFF2-40B4-BE49-F238E27FC236}">
                    <a16:creationId xmlns:a16="http://schemas.microsoft.com/office/drawing/2014/main" id="{51A42284-5489-8A1E-F3D9-C8E7522A44A1}"/>
                  </a:ext>
                </a:extLst>
              </p:cNvPr>
              <p:cNvSpPr/>
              <p:nvPr/>
            </p:nvSpPr>
            <p:spPr>
              <a:xfrm>
                <a:off x="1723393" y="2495510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18622" y="16119"/>
                    </a:moveTo>
                    <a:lnTo>
                      <a:pt x="9299" y="21500"/>
                    </a:lnTo>
                    <a:lnTo>
                      <a:pt x="0" y="5406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" name="墙_V13_KitchenSide_FrenchLeaf-1R">
                <a:extLst>
                  <a:ext uri="{FF2B5EF4-FFF2-40B4-BE49-F238E27FC236}">
                    <a16:creationId xmlns:a16="http://schemas.microsoft.com/office/drawing/2014/main" id="{03E9288A-5660-635F-A07D-E8D8BC6EA8B8}"/>
                  </a:ext>
                </a:extLst>
              </p:cNvPr>
              <p:cNvSpPr/>
              <p:nvPr/>
            </p:nvSpPr>
            <p:spPr>
              <a:xfrm>
                <a:off x="1573797" y="2581906"/>
                <a:ext cx="18622" cy="21474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74">
                    <a:moveTo>
                      <a:pt x="18622" y="16093"/>
                    </a:moveTo>
                    <a:lnTo>
                      <a:pt x="9299" y="21474"/>
                    </a:lnTo>
                    <a:lnTo>
                      <a:pt x="0" y="5381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1" name="墙_V13_KitchenSide_FrenchLeaf1L">
                <a:extLst>
                  <a:ext uri="{FF2B5EF4-FFF2-40B4-BE49-F238E27FC236}">
                    <a16:creationId xmlns:a16="http://schemas.microsoft.com/office/drawing/2014/main" id="{0D73072E-0227-51DB-8926-AD392C396696}"/>
                  </a:ext>
                </a:extLst>
              </p:cNvPr>
              <p:cNvSpPr/>
              <p:nvPr/>
            </p:nvSpPr>
            <p:spPr>
              <a:xfrm>
                <a:off x="1573797" y="2771806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500"/>
                    </a:lnTo>
                    <a:lnTo>
                      <a:pt x="0" y="160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2" name="墙_V13_KitchenSide_FrenchLeaf1R">
                <a:extLst>
                  <a:ext uri="{FF2B5EF4-FFF2-40B4-BE49-F238E27FC236}">
                    <a16:creationId xmlns:a16="http://schemas.microsoft.com/office/drawing/2014/main" id="{05ABA440-0D2B-BAE1-9C8A-65360A022679}"/>
                  </a:ext>
                </a:extLst>
              </p:cNvPr>
              <p:cNvSpPr/>
              <p:nvPr/>
            </p:nvSpPr>
            <p:spPr>
              <a:xfrm>
                <a:off x="1723393" y="2858177"/>
                <a:ext cx="18622" cy="21499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99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499"/>
                    </a:lnTo>
                    <a:lnTo>
                      <a:pt x="0" y="16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3" name="墙_V13_KitchenSide_OuterL">
                <a:extLst>
                  <a:ext uri="{FF2B5EF4-FFF2-40B4-BE49-F238E27FC236}">
                    <a16:creationId xmlns:a16="http://schemas.microsoft.com/office/drawing/2014/main" id="{6E655BA2-A2A6-5CD5-093A-8E82505F6C44}"/>
                  </a:ext>
                </a:extLst>
              </p:cNvPr>
              <p:cNvSpPr/>
              <p:nvPr/>
            </p:nvSpPr>
            <p:spPr>
              <a:xfrm>
                <a:off x="1736039" y="2484128"/>
                <a:ext cx="19937" cy="19442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2">
                    <a:moveTo>
                      <a:pt x="19937" y="0"/>
                    </a:moveTo>
                    <a:lnTo>
                      <a:pt x="19937" y="19442"/>
                    </a:lnTo>
                    <a:lnTo>
                      <a:pt x="0" y="194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4" name="墙_V13_KitchenSide_OuterR">
                <a:extLst>
                  <a:ext uri="{FF2B5EF4-FFF2-40B4-BE49-F238E27FC236}">
                    <a16:creationId xmlns:a16="http://schemas.microsoft.com/office/drawing/2014/main" id="{08ECE110-4EB1-83F0-4A9D-E1005F0830B1}"/>
                  </a:ext>
                </a:extLst>
              </p:cNvPr>
              <p:cNvSpPr/>
              <p:nvPr/>
            </p:nvSpPr>
            <p:spPr>
              <a:xfrm>
                <a:off x="1736039" y="2871617"/>
                <a:ext cx="19937" cy="19441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1">
                    <a:moveTo>
                      <a:pt x="19937" y="0"/>
                    </a:moveTo>
                    <a:lnTo>
                      <a:pt x="19937" y="19441"/>
                    </a:lnTo>
                    <a:lnTo>
                      <a:pt x="0" y="194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5" name="墙_SP_OuterFrame">
                <a:extLst>
                  <a:ext uri="{FF2B5EF4-FFF2-40B4-BE49-F238E27FC236}">
                    <a16:creationId xmlns:a16="http://schemas.microsoft.com/office/drawing/2014/main" id="{388245DE-1398-003B-5F84-DF28D231BB85}"/>
                  </a:ext>
                </a:extLst>
              </p:cNvPr>
              <p:cNvSpPr/>
              <p:nvPr/>
            </p:nvSpPr>
            <p:spPr>
              <a:xfrm>
                <a:off x="489380" y="3025536"/>
                <a:ext cx="520722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520722" h="18598">
                    <a:moveTo>
                      <a:pt x="111484" y="99"/>
                    </a:moveTo>
                    <a:lnTo>
                      <a:pt x="111211" y="0"/>
                    </a:lnTo>
                    <a:lnTo>
                      <a:pt x="99309" y="0"/>
                    </a:lnTo>
                    <a:lnTo>
                      <a:pt x="98962" y="75"/>
                    </a:lnTo>
                    <a:lnTo>
                      <a:pt x="98639" y="223"/>
                    </a:lnTo>
                    <a:lnTo>
                      <a:pt x="95267" y="2753"/>
                    </a:lnTo>
                    <a:lnTo>
                      <a:pt x="95069" y="3025"/>
                    </a:lnTo>
                    <a:lnTo>
                      <a:pt x="94970" y="3348"/>
                    </a:lnTo>
                    <a:lnTo>
                      <a:pt x="94970" y="4588"/>
                    </a:lnTo>
                    <a:lnTo>
                      <a:pt x="95069" y="4860"/>
                    </a:lnTo>
                    <a:lnTo>
                      <a:pt x="95341" y="4960"/>
                    </a:lnTo>
                    <a:lnTo>
                      <a:pt x="97573" y="4960"/>
                    </a:lnTo>
                    <a:lnTo>
                      <a:pt x="97846" y="5059"/>
                    </a:lnTo>
                    <a:lnTo>
                      <a:pt x="97945" y="5332"/>
                    </a:lnTo>
                    <a:lnTo>
                      <a:pt x="97945" y="18226"/>
                    </a:lnTo>
                    <a:lnTo>
                      <a:pt x="98044" y="18499"/>
                    </a:lnTo>
                    <a:lnTo>
                      <a:pt x="98317" y="18598"/>
                    </a:lnTo>
                    <a:lnTo>
                      <a:pt x="111211" y="18598"/>
                    </a:lnTo>
                    <a:lnTo>
                      <a:pt x="111484" y="18499"/>
                    </a:lnTo>
                    <a:lnTo>
                      <a:pt x="111583" y="18226"/>
                    </a:lnTo>
                    <a:lnTo>
                      <a:pt x="111583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274" y="0"/>
                    </a:lnTo>
                    <a:lnTo>
                      <a:pt x="12621" y="75"/>
                    </a:lnTo>
                    <a:lnTo>
                      <a:pt x="12943" y="223"/>
                    </a:lnTo>
                    <a:lnTo>
                      <a:pt x="16316" y="2753"/>
                    </a:lnTo>
                    <a:lnTo>
                      <a:pt x="16514" y="3025"/>
                    </a:lnTo>
                    <a:lnTo>
                      <a:pt x="16613" y="3348"/>
                    </a:lnTo>
                    <a:lnTo>
                      <a:pt x="16613" y="4588"/>
                    </a:lnTo>
                    <a:lnTo>
                      <a:pt x="16514" y="4860"/>
                    </a:lnTo>
                    <a:lnTo>
                      <a:pt x="16241" y="4960"/>
                    </a:lnTo>
                    <a:lnTo>
                      <a:pt x="14010" y="4960"/>
                    </a:lnTo>
                    <a:lnTo>
                      <a:pt x="13737" y="5059"/>
                    </a:lnTo>
                    <a:lnTo>
                      <a:pt x="13638" y="5332"/>
                    </a:lnTo>
                    <a:lnTo>
                      <a:pt x="13638" y="18226"/>
                    </a:lnTo>
                    <a:lnTo>
                      <a:pt x="13538" y="18499"/>
                    </a:lnTo>
                    <a:lnTo>
                      <a:pt x="13266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close/>
                    <a:moveTo>
                      <a:pt x="520623" y="99"/>
                    </a:moveTo>
                    <a:lnTo>
                      <a:pt x="520350" y="0"/>
                    </a:lnTo>
                    <a:lnTo>
                      <a:pt x="508448" y="0"/>
                    </a:lnTo>
                    <a:lnTo>
                      <a:pt x="508101" y="75"/>
                    </a:lnTo>
                    <a:lnTo>
                      <a:pt x="507779" y="223"/>
                    </a:lnTo>
                    <a:lnTo>
                      <a:pt x="504406" y="2753"/>
                    </a:lnTo>
                    <a:lnTo>
                      <a:pt x="504208" y="3025"/>
                    </a:lnTo>
                    <a:lnTo>
                      <a:pt x="504109" y="3348"/>
                    </a:lnTo>
                    <a:lnTo>
                      <a:pt x="504109" y="4588"/>
                    </a:lnTo>
                    <a:lnTo>
                      <a:pt x="504208" y="4860"/>
                    </a:lnTo>
                    <a:lnTo>
                      <a:pt x="504481" y="4960"/>
                    </a:lnTo>
                    <a:lnTo>
                      <a:pt x="506712" y="4960"/>
                    </a:lnTo>
                    <a:lnTo>
                      <a:pt x="506985" y="5059"/>
                    </a:lnTo>
                    <a:lnTo>
                      <a:pt x="507084" y="5332"/>
                    </a:lnTo>
                    <a:lnTo>
                      <a:pt x="507084" y="18226"/>
                    </a:lnTo>
                    <a:lnTo>
                      <a:pt x="507184" y="18499"/>
                    </a:lnTo>
                    <a:lnTo>
                      <a:pt x="507456" y="18598"/>
                    </a:lnTo>
                    <a:lnTo>
                      <a:pt x="520350" y="18598"/>
                    </a:lnTo>
                    <a:lnTo>
                      <a:pt x="520623" y="18499"/>
                    </a:lnTo>
                    <a:lnTo>
                      <a:pt x="520722" y="18226"/>
                    </a:lnTo>
                    <a:lnTo>
                      <a:pt x="520722" y="372"/>
                    </a:lnTo>
                    <a:close/>
                    <a:moveTo>
                      <a:pt x="409238" y="99"/>
                    </a:moveTo>
                    <a:lnTo>
                      <a:pt x="409511" y="0"/>
                    </a:lnTo>
                    <a:lnTo>
                      <a:pt x="421413" y="0"/>
                    </a:lnTo>
                    <a:lnTo>
                      <a:pt x="421760" y="75"/>
                    </a:lnTo>
                    <a:lnTo>
                      <a:pt x="422083" y="223"/>
                    </a:lnTo>
                    <a:lnTo>
                      <a:pt x="425455" y="2753"/>
                    </a:lnTo>
                    <a:lnTo>
                      <a:pt x="425653" y="3025"/>
                    </a:lnTo>
                    <a:lnTo>
                      <a:pt x="425752" y="3348"/>
                    </a:lnTo>
                    <a:lnTo>
                      <a:pt x="425752" y="4588"/>
                    </a:lnTo>
                    <a:lnTo>
                      <a:pt x="425653" y="4860"/>
                    </a:lnTo>
                    <a:lnTo>
                      <a:pt x="425381" y="4960"/>
                    </a:lnTo>
                    <a:lnTo>
                      <a:pt x="423149" y="4960"/>
                    </a:lnTo>
                    <a:lnTo>
                      <a:pt x="422876" y="5059"/>
                    </a:lnTo>
                    <a:lnTo>
                      <a:pt x="422777" y="5332"/>
                    </a:lnTo>
                    <a:lnTo>
                      <a:pt x="422777" y="18226"/>
                    </a:lnTo>
                    <a:lnTo>
                      <a:pt x="422678" y="18499"/>
                    </a:lnTo>
                    <a:lnTo>
                      <a:pt x="422405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6" name="墙_SP_Transom">
                <a:extLst>
                  <a:ext uri="{FF2B5EF4-FFF2-40B4-BE49-F238E27FC236}">
                    <a16:creationId xmlns:a16="http://schemas.microsoft.com/office/drawing/2014/main" id="{9877F1F9-4FD0-123E-5926-508A91A725D6}"/>
                  </a:ext>
                </a:extLst>
              </p:cNvPr>
              <p:cNvSpPr/>
              <p:nvPr/>
            </p:nvSpPr>
            <p:spPr>
              <a:xfrm>
                <a:off x="503018" y="3025536"/>
                <a:ext cx="493446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493446" h="18598">
                    <a:moveTo>
                      <a:pt x="84208" y="124"/>
                    </a:moveTo>
                    <a:lnTo>
                      <a:pt x="84307" y="372"/>
                    </a:lnTo>
                    <a:lnTo>
                      <a:pt x="84307" y="18226"/>
                    </a:lnTo>
                    <a:lnTo>
                      <a:pt x="84208" y="18499"/>
                    </a:lnTo>
                    <a:lnTo>
                      <a:pt x="83935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lnTo>
                      <a:pt x="99" y="124"/>
                    </a:lnTo>
                    <a:lnTo>
                      <a:pt x="372" y="0"/>
                    </a:lnTo>
                    <a:lnTo>
                      <a:pt x="83935" y="0"/>
                    </a:lnTo>
                    <a:close/>
                    <a:moveTo>
                      <a:pt x="493347" y="124"/>
                    </a:moveTo>
                    <a:lnTo>
                      <a:pt x="493446" y="372"/>
                    </a:lnTo>
                    <a:lnTo>
                      <a:pt x="493446" y="18226"/>
                    </a:lnTo>
                    <a:lnTo>
                      <a:pt x="493347" y="18499"/>
                    </a:lnTo>
                    <a:lnTo>
                      <a:pt x="493074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lnTo>
                      <a:pt x="409238" y="124"/>
                    </a:lnTo>
                    <a:lnTo>
                      <a:pt x="409511" y="0"/>
                    </a:lnTo>
                    <a:lnTo>
                      <a:pt x="49307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7" name="墙_V15_Fixed_Acoustic_Wall">
                <a:extLst>
                  <a:ext uri="{FF2B5EF4-FFF2-40B4-BE49-F238E27FC236}">
                    <a16:creationId xmlns:a16="http://schemas.microsoft.com/office/drawing/2014/main" id="{1D0B5870-81FA-F4C0-B868-FCCF678A737E}"/>
                  </a:ext>
                </a:extLst>
              </p:cNvPr>
              <p:cNvSpPr/>
              <p:nvPr/>
            </p:nvSpPr>
            <p:spPr>
              <a:xfrm>
                <a:off x="1317577" y="3083315"/>
                <a:ext cx="11406" cy="628522"/>
              </a:xfrm>
              <a:custGeom>
                <a:avLst/>
                <a:gdLst/>
                <a:ahLst/>
                <a:cxnLst/>
                <a:rect l="l" t="t" r="r" b="b"/>
                <a:pathLst>
                  <a:path w="11406" h="628522">
                    <a:moveTo>
                      <a:pt x="11356" y="49"/>
                    </a:moveTo>
                    <a:lnTo>
                      <a:pt x="11406" y="149"/>
                    </a:lnTo>
                    <a:lnTo>
                      <a:pt x="11406" y="5802"/>
                    </a:lnTo>
                    <a:lnTo>
                      <a:pt x="11356" y="5902"/>
                    </a:lnTo>
                    <a:lnTo>
                      <a:pt x="11257" y="5951"/>
                    </a:lnTo>
                    <a:lnTo>
                      <a:pt x="7091" y="5951"/>
                    </a:lnTo>
                    <a:lnTo>
                      <a:pt x="6992" y="5902"/>
                    </a:lnTo>
                    <a:lnTo>
                      <a:pt x="6943" y="5802"/>
                    </a:lnTo>
                    <a:lnTo>
                      <a:pt x="6943" y="149"/>
                    </a:lnTo>
                    <a:lnTo>
                      <a:pt x="6992" y="49"/>
                    </a:lnTo>
                    <a:lnTo>
                      <a:pt x="7091" y="0"/>
                    </a:lnTo>
                    <a:lnTo>
                      <a:pt x="11257" y="0"/>
                    </a:lnTo>
                    <a:close/>
                    <a:moveTo>
                      <a:pt x="11356" y="8977"/>
                    </a:moveTo>
                    <a:lnTo>
                      <a:pt x="11406" y="9076"/>
                    </a:lnTo>
                    <a:lnTo>
                      <a:pt x="11406" y="15721"/>
                    </a:lnTo>
                    <a:lnTo>
                      <a:pt x="11356" y="15821"/>
                    </a:lnTo>
                    <a:lnTo>
                      <a:pt x="11257" y="15870"/>
                    </a:lnTo>
                    <a:lnTo>
                      <a:pt x="7091" y="15870"/>
                    </a:lnTo>
                    <a:lnTo>
                      <a:pt x="6992" y="15821"/>
                    </a:lnTo>
                    <a:lnTo>
                      <a:pt x="6943" y="15721"/>
                    </a:lnTo>
                    <a:lnTo>
                      <a:pt x="6943" y="9076"/>
                    </a:lnTo>
                    <a:lnTo>
                      <a:pt x="6992" y="8977"/>
                    </a:lnTo>
                    <a:lnTo>
                      <a:pt x="7091" y="8927"/>
                    </a:lnTo>
                    <a:lnTo>
                      <a:pt x="11257" y="8927"/>
                    </a:lnTo>
                    <a:close/>
                    <a:moveTo>
                      <a:pt x="11356" y="18896"/>
                    </a:moveTo>
                    <a:lnTo>
                      <a:pt x="11406" y="18995"/>
                    </a:lnTo>
                    <a:lnTo>
                      <a:pt x="11406" y="25641"/>
                    </a:lnTo>
                    <a:lnTo>
                      <a:pt x="11356" y="25740"/>
                    </a:lnTo>
                    <a:lnTo>
                      <a:pt x="11257" y="25789"/>
                    </a:lnTo>
                    <a:lnTo>
                      <a:pt x="7091" y="25789"/>
                    </a:lnTo>
                    <a:lnTo>
                      <a:pt x="6992" y="25740"/>
                    </a:lnTo>
                    <a:lnTo>
                      <a:pt x="6943" y="25641"/>
                    </a:lnTo>
                    <a:lnTo>
                      <a:pt x="6943" y="18995"/>
                    </a:lnTo>
                    <a:lnTo>
                      <a:pt x="6992" y="18896"/>
                    </a:lnTo>
                    <a:lnTo>
                      <a:pt x="7091" y="18846"/>
                    </a:lnTo>
                    <a:lnTo>
                      <a:pt x="11257" y="18846"/>
                    </a:lnTo>
                    <a:close/>
                    <a:moveTo>
                      <a:pt x="11356" y="28815"/>
                    </a:moveTo>
                    <a:lnTo>
                      <a:pt x="11406" y="28914"/>
                    </a:lnTo>
                    <a:lnTo>
                      <a:pt x="11406" y="35560"/>
                    </a:lnTo>
                    <a:lnTo>
                      <a:pt x="11356" y="35659"/>
                    </a:lnTo>
                    <a:lnTo>
                      <a:pt x="11257" y="35708"/>
                    </a:lnTo>
                    <a:lnTo>
                      <a:pt x="7091" y="35708"/>
                    </a:lnTo>
                    <a:lnTo>
                      <a:pt x="6992" y="35659"/>
                    </a:lnTo>
                    <a:lnTo>
                      <a:pt x="6943" y="35560"/>
                    </a:lnTo>
                    <a:lnTo>
                      <a:pt x="6943" y="28914"/>
                    </a:lnTo>
                    <a:lnTo>
                      <a:pt x="6992" y="28815"/>
                    </a:lnTo>
                    <a:lnTo>
                      <a:pt x="7091" y="28765"/>
                    </a:lnTo>
                    <a:lnTo>
                      <a:pt x="11257" y="28765"/>
                    </a:lnTo>
                    <a:close/>
                    <a:moveTo>
                      <a:pt x="11356" y="38734"/>
                    </a:moveTo>
                    <a:lnTo>
                      <a:pt x="11406" y="38833"/>
                    </a:lnTo>
                    <a:lnTo>
                      <a:pt x="11406" y="45479"/>
                    </a:lnTo>
                    <a:lnTo>
                      <a:pt x="11356" y="45578"/>
                    </a:lnTo>
                    <a:lnTo>
                      <a:pt x="11257" y="45627"/>
                    </a:lnTo>
                    <a:lnTo>
                      <a:pt x="7091" y="45627"/>
                    </a:lnTo>
                    <a:lnTo>
                      <a:pt x="6992" y="45578"/>
                    </a:lnTo>
                    <a:lnTo>
                      <a:pt x="6943" y="45479"/>
                    </a:lnTo>
                    <a:lnTo>
                      <a:pt x="6943" y="38833"/>
                    </a:lnTo>
                    <a:lnTo>
                      <a:pt x="6992" y="38734"/>
                    </a:lnTo>
                    <a:lnTo>
                      <a:pt x="7091" y="38684"/>
                    </a:lnTo>
                    <a:lnTo>
                      <a:pt x="11257" y="38684"/>
                    </a:lnTo>
                    <a:close/>
                    <a:moveTo>
                      <a:pt x="11356" y="48653"/>
                    </a:moveTo>
                    <a:lnTo>
                      <a:pt x="11406" y="48752"/>
                    </a:lnTo>
                    <a:lnTo>
                      <a:pt x="11406" y="55398"/>
                    </a:lnTo>
                    <a:lnTo>
                      <a:pt x="11356" y="55497"/>
                    </a:lnTo>
                    <a:lnTo>
                      <a:pt x="11257" y="55547"/>
                    </a:lnTo>
                    <a:lnTo>
                      <a:pt x="7091" y="55547"/>
                    </a:lnTo>
                    <a:lnTo>
                      <a:pt x="6992" y="55497"/>
                    </a:lnTo>
                    <a:lnTo>
                      <a:pt x="6943" y="55398"/>
                    </a:lnTo>
                    <a:lnTo>
                      <a:pt x="6943" y="48752"/>
                    </a:lnTo>
                    <a:lnTo>
                      <a:pt x="6992" y="48653"/>
                    </a:lnTo>
                    <a:lnTo>
                      <a:pt x="7091" y="48603"/>
                    </a:lnTo>
                    <a:lnTo>
                      <a:pt x="11257" y="48603"/>
                    </a:lnTo>
                    <a:close/>
                    <a:moveTo>
                      <a:pt x="11356" y="58572"/>
                    </a:moveTo>
                    <a:lnTo>
                      <a:pt x="11406" y="58671"/>
                    </a:lnTo>
                    <a:lnTo>
                      <a:pt x="11406" y="65317"/>
                    </a:lnTo>
                    <a:lnTo>
                      <a:pt x="11356" y="65416"/>
                    </a:lnTo>
                    <a:lnTo>
                      <a:pt x="11257" y="65466"/>
                    </a:lnTo>
                    <a:lnTo>
                      <a:pt x="7091" y="65466"/>
                    </a:lnTo>
                    <a:lnTo>
                      <a:pt x="6992" y="65416"/>
                    </a:lnTo>
                    <a:lnTo>
                      <a:pt x="6943" y="65317"/>
                    </a:lnTo>
                    <a:lnTo>
                      <a:pt x="6943" y="58671"/>
                    </a:lnTo>
                    <a:lnTo>
                      <a:pt x="6992" y="58572"/>
                    </a:lnTo>
                    <a:lnTo>
                      <a:pt x="7091" y="58522"/>
                    </a:lnTo>
                    <a:lnTo>
                      <a:pt x="11257" y="58522"/>
                    </a:lnTo>
                    <a:close/>
                    <a:moveTo>
                      <a:pt x="11356" y="68491"/>
                    </a:moveTo>
                    <a:lnTo>
                      <a:pt x="11406" y="68590"/>
                    </a:lnTo>
                    <a:lnTo>
                      <a:pt x="11406" y="75236"/>
                    </a:lnTo>
                    <a:lnTo>
                      <a:pt x="11356" y="75335"/>
                    </a:lnTo>
                    <a:lnTo>
                      <a:pt x="11257" y="75385"/>
                    </a:lnTo>
                    <a:lnTo>
                      <a:pt x="7091" y="75385"/>
                    </a:lnTo>
                    <a:lnTo>
                      <a:pt x="6992" y="75335"/>
                    </a:lnTo>
                    <a:lnTo>
                      <a:pt x="6943" y="75236"/>
                    </a:lnTo>
                    <a:lnTo>
                      <a:pt x="6943" y="68590"/>
                    </a:lnTo>
                    <a:lnTo>
                      <a:pt x="6992" y="68491"/>
                    </a:lnTo>
                    <a:lnTo>
                      <a:pt x="7091" y="68441"/>
                    </a:lnTo>
                    <a:lnTo>
                      <a:pt x="11257" y="68441"/>
                    </a:lnTo>
                    <a:close/>
                    <a:moveTo>
                      <a:pt x="11356" y="78410"/>
                    </a:moveTo>
                    <a:lnTo>
                      <a:pt x="11406" y="78509"/>
                    </a:lnTo>
                    <a:lnTo>
                      <a:pt x="11406" y="85155"/>
                    </a:lnTo>
                    <a:lnTo>
                      <a:pt x="11356" y="85254"/>
                    </a:lnTo>
                    <a:lnTo>
                      <a:pt x="11257" y="85304"/>
                    </a:lnTo>
                    <a:lnTo>
                      <a:pt x="7091" y="85304"/>
                    </a:lnTo>
                    <a:lnTo>
                      <a:pt x="6992" y="85254"/>
                    </a:lnTo>
                    <a:lnTo>
                      <a:pt x="6943" y="85155"/>
                    </a:lnTo>
                    <a:lnTo>
                      <a:pt x="6943" y="78509"/>
                    </a:lnTo>
                    <a:lnTo>
                      <a:pt x="6992" y="78410"/>
                    </a:lnTo>
                    <a:lnTo>
                      <a:pt x="7091" y="78360"/>
                    </a:lnTo>
                    <a:lnTo>
                      <a:pt x="11257" y="78360"/>
                    </a:lnTo>
                    <a:close/>
                    <a:moveTo>
                      <a:pt x="11356" y="88329"/>
                    </a:moveTo>
                    <a:lnTo>
                      <a:pt x="11406" y="88428"/>
                    </a:lnTo>
                    <a:lnTo>
                      <a:pt x="11406" y="95074"/>
                    </a:lnTo>
                    <a:lnTo>
                      <a:pt x="11356" y="95173"/>
                    </a:lnTo>
                    <a:lnTo>
                      <a:pt x="11257" y="95223"/>
                    </a:lnTo>
                    <a:lnTo>
                      <a:pt x="7091" y="95223"/>
                    </a:lnTo>
                    <a:lnTo>
                      <a:pt x="6992" y="95173"/>
                    </a:lnTo>
                    <a:lnTo>
                      <a:pt x="6943" y="95074"/>
                    </a:lnTo>
                    <a:lnTo>
                      <a:pt x="6943" y="88428"/>
                    </a:lnTo>
                    <a:lnTo>
                      <a:pt x="6992" y="88329"/>
                    </a:lnTo>
                    <a:lnTo>
                      <a:pt x="7091" y="88280"/>
                    </a:lnTo>
                    <a:lnTo>
                      <a:pt x="11257" y="88280"/>
                    </a:lnTo>
                    <a:close/>
                    <a:moveTo>
                      <a:pt x="11356" y="98248"/>
                    </a:moveTo>
                    <a:lnTo>
                      <a:pt x="11406" y="98347"/>
                    </a:lnTo>
                    <a:lnTo>
                      <a:pt x="11406" y="104993"/>
                    </a:lnTo>
                    <a:lnTo>
                      <a:pt x="11356" y="105092"/>
                    </a:lnTo>
                    <a:lnTo>
                      <a:pt x="11257" y="105142"/>
                    </a:lnTo>
                    <a:lnTo>
                      <a:pt x="7091" y="105142"/>
                    </a:lnTo>
                    <a:lnTo>
                      <a:pt x="6992" y="105092"/>
                    </a:lnTo>
                    <a:lnTo>
                      <a:pt x="6943" y="104993"/>
                    </a:lnTo>
                    <a:lnTo>
                      <a:pt x="6943" y="98347"/>
                    </a:lnTo>
                    <a:lnTo>
                      <a:pt x="6992" y="98248"/>
                    </a:lnTo>
                    <a:lnTo>
                      <a:pt x="7091" y="98199"/>
                    </a:lnTo>
                    <a:lnTo>
                      <a:pt x="11257" y="98199"/>
                    </a:lnTo>
                    <a:close/>
                    <a:moveTo>
                      <a:pt x="11356" y="108167"/>
                    </a:moveTo>
                    <a:lnTo>
                      <a:pt x="11406" y="108266"/>
                    </a:lnTo>
                    <a:lnTo>
                      <a:pt x="11406" y="114912"/>
                    </a:lnTo>
                    <a:lnTo>
                      <a:pt x="11356" y="115011"/>
                    </a:lnTo>
                    <a:lnTo>
                      <a:pt x="11257" y="115061"/>
                    </a:lnTo>
                    <a:lnTo>
                      <a:pt x="7091" y="115061"/>
                    </a:lnTo>
                    <a:lnTo>
                      <a:pt x="6992" y="115011"/>
                    </a:lnTo>
                    <a:lnTo>
                      <a:pt x="6943" y="114912"/>
                    </a:lnTo>
                    <a:lnTo>
                      <a:pt x="6943" y="108266"/>
                    </a:lnTo>
                    <a:lnTo>
                      <a:pt x="6992" y="108167"/>
                    </a:lnTo>
                    <a:lnTo>
                      <a:pt x="7091" y="108118"/>
                    </a:lnTo>
                    <a:lnTo>
                      <a:pt x="11257" y="108118"/>
                    </a:lnTo>
                    <a:close/>
                    <a:moveTo>
                      <a:pt x="11356" y="118086"/>
                    </a:moveTo>
                    <a:lnTo>
                      <a:pt x="11406" y="118186"/>
                    </a:lnTo>
                    <a:lnTo>
                      <a:pt x="11406" y="124831"/>
                    </a:lnTo>
                    <a:lnTo>
                      <a:pt x="11356" y="124930"/>
                    </a:lnTo>
                    <a:lnTo>
                      <a:pt x="11257" y="124980"/>
                    </a:lnTo>
                    <a:lnTo>
                      <a:pt x="7091" y="124980"/>
                    </a:lnTo>
                    <a:lnTo>
                      <a:pt x="6992" y="124930"/>
                    </a:lnTo>
                    <a:lnTo>
                      <a:pt x="6943" y="124831"/>
                    </a:lnTo>
                    <a:lnTo>
                      <a:pt x="6943" y="118186"/>
                    </a:lnTo>
                    <a:lnTo>
                      <a:pt x="6992" y="118086"/>
                    </a:lnTo>
                    <a:lnTo>
                      <a:pt x="7091" y="118037"/>
                    </a:lnTo>
                    <a:lnTo>
                      <a:pt x="11257" y="118037"/>
                    </a:lnTo>
                    <a:close/>
                    <a:moveTo>
                      <a:pt x="11356" y="128005"/>
                    </a:moveTo>
                    <a:lnTo>
                      <a:pt x="11406" y="128105"/>
                    </a:lnTo>
                    <a:lnTo>
                      <a:pt x="11406" y="134750"/>
                    </a:lnTo>
                    <a:lnTo>
                      <a:pt x="11356" y="134850"/>
                    </a:lnTo>
                    <a:lnTo>
                      <a:pt x="11257" y="134899"/>
                    </a:lnTo>
                    <a:lnTo>
                      <a:pt x="7091" y="134899"/>
                    </a:lnTo>
                    <a:lnTo>
                      <a:pt x="6992" y="134850"/>
                    </a:lnTo>
                    <a:lnTo>
                      <a:pt x="6943" y="134750"/>
                    </a:lnTo>
                    <a:lnTo>
                      <a:pt x="6943" y="128105"/>
                    </a:lnTo>
                    <a:lnTo>
                      <a:pt x="6992" y="128005"/>
                    </a:lnTo>
                    <a:lnTo>
                      <a:pt x="7091" y="127956"/>
                    </a:lnTo>
                    <a:lnTo>
                      <a:pt x="11257" y="127956"/>
                    </a:lnTo>
                    <a:close/>
                    <a:moveTo>
                      <a:pt x="11356" y="137924"/>
                    </a:moveTo>
                    <a:lnTo>
                      <a:pt x="11406" y="138024"/>
                    </a:lnTo>
                    <a:lnTo>
                      <a:pt x="11406" y="144669"/>
                    </a:lnTo>
                    <a:lnTo>
                      <a:pt x="11356" y="144769"/>
                    </a:lnTo>
                    <a:lnTo>
                      <a:pt x="11257" y="144818"/>
                    </a:lnTo>
                    <a:lnTo>
                      <a:pt x="7091" y="144818"/>
                    </a:lnTo>
                    <a:lnTo>
                      <a:pt x="6992" y="144769"/>
                    </a:lnTo>
                    <a:lnTo>
                      <a:pt x="6943" y="144669"/>
                    </a:lnTo>
                    <a:lnTo>
                      <a:pt x="6943" y="138024"/>
                    </a:lnTo>
                    <a:lnTo>
                      <a:pt x="6992" y="137924"/>
                    </a:lnTo>
                    <a:lnTo>
                      <a:pt x="7091" y="137875"/>
                    </a:lnTo>
                    <a:lnTo>
                      <a:pt x="11257" y="137875"/>
                    </a:lnTo>
                    <a:close/>
                    <a:moveTo>
                      <a:pt x="11356" y="147844"/>
                    </a:moveTo>
                    <a:lnTo>
                      <a:pt x="11406" y="147943"/>
                    </a:lnTo>
                    <a:lnTo>
                      <a:pt x="11406" y="154589"/>
                    </a:lnTo>
                    <a:lnTo>
                      <a:pt x="11356" y="154688"/>
                    </a:lnTo>
                    <a:lnTo>
                      <a:pt x="11257" y="154737"/>
                    </a:lnTo>
                    <a:lnTo>
                      <a:pt x="7091" y="154737"/>
                    </a:lnTo>
                    <a:lnTo>
                      <a:pt x="6992" y="154688"/>
                    </a:lnTo>
                    <a:lnTo>
                      <a:pt x="6943" y="154589"/>
                    </a:lnTo>
                    <a:lnTo>
                      <a:pt x="6943" y="147943"/>
                    </a:lnTo>
                    <a:lnTo>
                      <a:pt x="6992" y="147844"/>
                    </a:lnTo>
                    <a:lnTo>
                      <a:pt x="7091" y="147794"/>
                    </a:lnTo>
                    <a:lnTo>
                      <a:pt x="11257" y="147794"/>
                    </a:lnTo>
                    <a:close/>
                    <a:moveTo>
                      <a:pt x="11356" y="157763"/>
                    </a:moveTo>
                    <a:lnTo>
                      <a:pt x="11406" y="157862"/>
                    </a:lnTo>
                    <a:lnTo>
                      <a:pt x="11406" y="164508"/>
                    </a:lnTo>
                    <a:lnTo>
                      <a:pt x="11356" y="164607"/>
                    </a:lnTo>
                    <a:lnTo>
                      <a:pt x="11257" y="164656"/>
                    </a:lnTo>
                    <a:lnTo>
                      <a:pt x="7091" y="164656"/>
                    </a:lnTo>
                    <a:lnTo>
                      <a:pt x="6992" y="164607"/>
                    </a:lnTo>
                    <a:lnTo>
                      <a:pt x="6943" y="164508"/>
                    </a:lnTo>
                    <a:lnTo>
                      <a:pt x="6943" y="157862"/>
                    </a:lnTo>
                    <a:lnTo>
                      <a:pt x="6992" y="157763"/>
                    </a:lnTo>
                    <a:lnTo>
                      <a:pt x="7091" y="157713"/>
                    </a:lnTo>
                    <a:lnTo>
                      <a:pt x="11257" y="157713"/>
                    </a:lnTo>
                    <a:close/>
                    <a:moveTo>
                      <a:pt x="11356" y="168351"/>
                    </a:moveTo>
                    <a:lnTo>
                      <a:pt x="11406" y="168450"/>
                    </a:lnTo>
                    <a:lnTo>
                      <a:pt x="11406" y="174427"/>
                    </a:lnTo>
                    <a:lnTo>
                      <a:pt x="11356" y="174526"/>
                    </a:lnTo>
                    <a:lnTo>
                      <a:pt x="11257" y="174575"/>
                    </a:lnTo>
                    <a:lnTo>
                      <a:pt x="7091" y="174575"/>
                    </a:lnTo>
                    <a:lnTo>
                      <a:pt x="6992" y="174526"/>
                    </a:lnTo>
                    <a:lnTo>
                      <a:pt x="6943" y="174427"/>
                    </a:lnTo>
                    <a:lnTo>
                      <a:pt x="6943" y="168450"/>
                    </a:lnTo>
                    <a:lnTo>
                      <a:pt x="6992" y="168351"/>
                    </a:lnTo>
                    <a:lnTo>
                      <a:pt x="7091" y="168302"/>
                    </a:lnTo>
                    <a:lnTo>
                      <a:pt x="11257" y="168302"/>
                    </a:lnTo>
                    <a:close/>
                    <a:moveTo>
                      <a:pt x="11356" y="167682"/>
                    </a:moveTo>
                    <a:lnTo>
                      <a:pt x="11406" y="167781"/>
                    </a:lnTo>
                    <a:lnTo>
                      <a:pt x="11406" y="168153"/>
                    </a:lnTo>
                    <a:lnTo>
                      <a:pt x="11356" y="168252"/>
                    </a:lnTo>
                    <a:lnTo>
                      <a:pt x="11257" y="168302"/>
                    </a:lnTo>
                    <a:lnTo>
                      <a:pt x="7091" y="168302"/>
                    </a:lnTo>
                    <a:lnTo>
                      <a:pt x="6992" y="168252"/>
                    </a:lnTo>
                    <a:lnTo>
                      <a:pt x="6943" y="168153"/>
                    </a:lnTo>
                    <a:lnTo>
                      <a:pt x="6943" y="167781"/>
                    </a:lnTo>
                    <a:lnTo>
                      <a:pt x="6992" y="167682"/>
                    </a:lnTo>
                    <a:lnTo>
                      <a:pt x="7091" y="167632"/>
                    </a:lnTo>
                    <a:lnTo>
                      <a:pt x="11257" y="167632"/>
                    </a:lnTo>
                    <a:close/>
                    <a:moveTo>
                      <a:pt x="11356" y="177601"/>
                    </a:moveTo>
                    <a:lnTo>
                      <a:pt x="11406" y="177700"/>
                    </a:lnTo>
                    <a:lnTo>
                      <a:pt x="11406" y="184346"/>
                    </a:lnTo>
                    <a:lnTo>
                      <a:pt x="11356" y="184445"/>
                    </a:lnTo>
                    <a:lnTo>
                      <a:pt x="11257" y="184495"/>
                    </a:lnTo>
                    <a:lnTo>
                      <a:pt x="7091" y="184495"/>
                    </a:lnTo>
                    <a:lnTo>
                      <a:pt x="6992" y="184445"/>
                    </a:lnTo>
                    <a:lnTo>
                      <a:pt x="6943" y="184346"/>
                    </a:lnTo>
                    <a:lnTo>
                      <a:pt x="6943" y="177700"/>
                    </a:lnTo>
                    <a:lnTo>
                      <a:pt x="6992" y="177601"/>
                    </a:lnTo>
                    <a:lnTo>
                      <a:pt x="7091" y="177551"/>
                    </a:lnTo>
                    <a:lnTo>
                      <a:pt x="11257" y="177551"/>
                    </a:lnTo>
                    <a:close/>
                    <a:moveTo>
                      <a:pt x="11356" y="187520"/>
                    </a:moveTo>
                    <a:lnTo>
                      <a:pt x="11406" y="187619"/>
                    </a:lnTo>
                    <a:lnTo>
                      <a:pt x="11406" y="194265"/>
                    </a:lnTo>
                    <a:lnTo>
                      <a:pt x="11356" y="194364"/>
                    </a:lnTo>
                    <a:lnTo>
                      <a:pt x="11257" y="194414"/>
                    </a:lnTo>
                    <a:lnTo>
                      <a:pt x="7091" y="194414"/>
                    </a:lnTo>
                    <a:lnTo>
                      <a:pt x="6992" y="194364"/>
                    </a:lnTo>
                    <a:lnTo>
                      <a:pt x="6943" y="194265"/>
                    </a:lnTo>
                    <a:lnTo>
                      <a:pt x="6943" y="187619"/>
                    </a:lnTo>
                    <a:lnTo>
                      <a:pt x="6992" y="187520"/>
                    </a:lnTo>
                    <a:lnTo>
                      <a:pt x="7091" y="187470"/>
                    </a:lnTo>
                    <a:lnTo>
                      <a:pt x="11257" y="187470"/>
                    </a:lnTo>
                    <a:close/>
                    <a:moveTo>
                      <a:pt x="11356" y="197439"/>
                    </a:moveTo>
                    <a:lnTo>
                      <a:pt x="11406" y="197538"/>
                    </a:lnTo>
                    <a:lnTo>
                      <a:pt x="11406" y="204184"/>
                    </a:lnTo>
                    <a:lnTo>
                      <a:pt x="11356" y="204283"/>
                    </a:lnTo>
                    <a:lnTo>
                      <a:pt x="11257" y="204333"/>
                    </a:lnTo>
                    <a:lnTo>
                      <a:pt x="7091" y="204333"/>
                    </a:lnTo>
                    <a:lnTo>
                      <a:pt x="6992" y="204283"/>
                    </a:lnTo>
                    <a:lnTo>
                      <a:pt x="6943" y="204184"/>
                    </a:lnTo>
                    <a:lnTo>
                      <a:pt x="6943" y="197538"/>
                    </a:lnTo>
                    <a:lnTo>
                      <a:pt x="6992" y="197439"/>
                    </a:lnTo>
                    <a:lnTo>
                      <a:pt x="7091" y="197389"/>
                    </a:lnTo>
                    <a:lnTo>
                      <a:pt x="11257" y="197389"/>
                    </a:lnTo>
                    <a:close/>
                    <a:moveTo>
                      <a:pt x="11356" y="207358"/>
                    </a:moveTo>
                    <a:lnTo>
                      <a:pt x="11406" y="207457"/>
                    </a:lnTo>
                    <a:lnTo>
                      <a:pt x="11406" y="214103"/>
                    </a:lnTo>
                    <a:lnTo>
                      <a:pt x="11356" y="214202"/>
                    </a:lnTo>
                    <a:lnTo>
                      <a:pt x="11257" y="214252"/>
                    </a:lnTo>
                    <a:lnTo>
                      <a:pt x="7091" y="214252"/>
                    </a:lnTo>
                    <a:lnTo>
                      <a:pt x="6992" y="214202"/>
                    </a:lnTo>
                    <a:lnTo>
                      <a:pt x="6943" y="214103"/>
                    </a:lnTo>
                    <a:lnTo>
                      <a:pt x="6943" y="207457"/>
                    </a:lnTo>
                    <a:lnTo>
                      <a:pt x="6992" y="207358"/>
                    </a:lnTo>
                    <a:lnTo>
                      <a:pt x="7091" y="207308"/>
                    </a:lnTo>
                    <a:lnTo>
                      <a:pt x="11257" y="207308"/>
                    </a:lnTo>
                    <a:close/>
                    <a:moveTo>
                      <a:pt x="11356" y="217277"/>
                    </a:moveTo>
                    <a:lnTo>
                      <a:pt x="11406" y="217376"/>
                    </a:lnTo>
                    <a:lnTo>
                      <a:pt x="11406" y="224022"/>
                    </a:lnTo>
                    <a:lnTo>
                      <a:pt x="11356" y="224121"/>
                    </a:lnTo>
                    <a:lnTo>
                      <a:pt x="11257" y="224171"/>
                    </a:lnTo>
                    <a:lnTo>
                      <a:pt x="7091" y="224171"/>
                    </a:lnTo>
                    <a:lnTo>
                      <a:pt x="6992" y="224121"/>
                    </a:lnTo>
                    <a:lnTo>
                      <a:pt x="6943" y="224022"/>
                    </a:lnTo>
                    <a:lnTo>
                      <a:pt x="6943" y="217376"/>
                    </a:lnTo>
                    <a:lnTo>
                      <a:pt x="6992" y="217277"/>
                    </a:lnTo>
                    <a:lnTo>
                      <a:pt x="7091" y="217227"/>
                    </a:lnTo>
                    <a:lnTo>
                      <a:pt x="11257" y="217227"/>
                    </a:lnTo>
                    <a:close/>
                    <a:moveTo>
                      <a:pt x="11356" y="227196"/>
                    </a:moveTo>
                    <a:lnTo>
                      <a:pt x="11406" y="227295"/>
                    </a:lnTo>
                    <a:lnTo>
                      <a:pt x="11406" y="233941"/>
                    </a:lnTo>
                    <a:lnTo>
                      <a:pt x="11356" y="234040"/>
                    </a:lnTo>
                    <a:lnTo>
                      <a:pt x="11257" y="234090"/>
                    </a:lnTo>
                    <a:lnTo>
                      <a:pt x="7091" y="234090"/>
                    </a:lnTo>
                    <a:lnTo>
                      <a:pt x="6992" y="234040"/>
                    </a:lnTo>
                    <a:lnTo>
                      <a:pt x="6943" y="233941"/>
                    </a:lnTo>
                    <a:lnTo>
                      <a:pt x="6943" y="227295"/>
                    </a:lnTo>
                    <a:lnTo>
                      <a:pt x="6992" y="227196"/>
                    </a:lnTo>
                    <a:lnTo>
                      <a:pt x="7091" y="227147"/>
                    </a:lnTo>
                    <a:lnTo>
                      <a:pt x="11257" y="227147"/>
                    </a:lnTo>
                    <a:close/>
                    <a:moveTo>
                      <a:pt x="11356" y="237115"/>
                    </a:moveTo>
                    <a:lnTo>
                      <a:pt x="11406" y="237214"/>
                    </a:lnTo>
                    <a:lnTo>
                      <a:pt x="11406" y="243860"/>
                    </a:lnTo>
                    <a:lnTo>
                      <a:pt x="11356" y="243959"/>
                    </a:lnTo>
                    <a:lnTo>
                      <a:pt x="11257" y="244009"/>
                    </a:lnTo>
                    <a:lnTo>
                      <a:pt x="7091" y="244009"/>
                    </a:lnTo>
                    <a:lnTo>
                      <a:pt x="6992" y="243959"/>
                    </a:lnTo>
                    <a:lnTo>
                      <a:pt x="6943" y="243860"/>
                    </a:lnTo>
                    <a:lnTo>
                      <a:pt x="6943" y="237214"/>
                    </a:lnTo>
                    <a:lnTo>
                      <a:pt x="6992" y="237115"/>
                    </a:lnTo>
                    <a:lnTo>
                      <a:pt x="7091" y="237066"/>
                    </a:lnTo>
                    <a:lnTo>
                      <a:pt x="11257" y="237066"/>
                    </a:lnTo>
                    <a:close/>
                    <a:moveTo>
                      <a:pt x="11356" y="247034"/>
                    </a:moveTo>
                    <a:lnTo>
                      <a:pt x="11406" y="247133"/>
                    </a:lnTo>
                    <a:lnTo>
                      <a:pt x="11406" y="253779"/>
                    </a:lnTo>
                    <a:lnTo>
                      <a:pt x="11356" y="253878"/>
                    </a:lnTo>
                    <a:lnTo>
                      <a:pt x="11257" y="253928"/>
                    </a:lnTo>
                    <a:lnTo>
                      <a:pt x="7091" y="253928"/>
                    </a:lnTo>
                    <a:lnTo>
                      <a:pt x="6992" y="253878"/>
                    </a:lnTo>
                    <a:lnTo>
                      <a:pt x="6943" y="253779"/>
                    </a:lnTo>
                    <a:lnTo>
                      <a:pt x="6943" y="247133"/>
                    </a:lnTo>
                    <a:lnTo>
                      <a:pt x="6992" y="247034"/>
                    </a:lnTo>
                    <a:lnTo>
                      <a:pt x="7091" y="246985"/>
                    </a:lnTo>
                    <a:lnTo>
                      <a:pt x="11257" y="246985"/>
                    </a:lnTo>
                    <a:close/>
                    <a:moveTo>
                      <a:pt x="11356" y="256953"/>
                    </a:moveTo>
                    <a:lnTo>
                      <a:pt x="11406" y="257053"/>
                    </a:lnTo>
                    <a:lnTo>
                      <a:pt x="11406" y="263698"/>
                    </a:lnTo>
                    <a:lnTo>
                      <a:pt x="11356" y="263798"/>
                    </a:lnTo>
                    <a:lnTo>
                      <a:pt x="11257" y="263847"/>
                    </a:lnTo>
                    <a:lnTo>
                      <a:pt x="7091" y="263847"/>
                    </a:lnTo>
                    <a:lnTo>
                      <a:pt x="6992" y="263798"/>
                    </a:lnTo>
                    <a:lnTo>
                      <a:pt x="6943" y="263698"/>
                    </a:lnTo>
                    <a:lnTo>
                      <a:pt x="6943" y="257053"/>
                    </a:lnTo>
                    <a:lnTo>
                      <a:pt x="6992" y="256953"/>
                    </a:lnTo>
                    <a:lnTo>
                      <a:pt x="7091" y="256904"/>
                    </a:lnTo>
                    <a:lnTo>
                      <a:pt x="11257" y="256904"/>
                    </a:lnTo>
                    <a:close/>
                    <a:moveTo>
                      <a:pt x="11356" y="266872"/>
                    </a:moveTo>
                    <a:lnTo>
                      <a:pt x="11406" y="266972"/>
                    </a:lnTo>
                    <a:lnTo>
                      <a:pt x="11406" y="273617"/>
                    </a:lnTo>
                    <a:lnTo>
                      <a:pt x="11356" y="273717"/>
                    </a:lnTo>
                    <a:lnTo>
                      <a:pt x="11257" y="273766"/>
                    </a:lnTo>
                    <a:lnTo>
                      <a:pt x="7091" y="273766"/>
                    </a:lnTo>
                    <a:lnTo>
                      <a:pt x="6992" y="273717"/>
                    </a:lnTo>
                    <a:lnTo>
                      <a:pt x="6943" y="273617"/>
                    </a:lnTo>
                    <a:lnTo>
                      <a:pt x="6943" y="266972"/>
                    </a:lnTo>
                    <a:lnTo>
                      <a:pt x="6992" y="266872"/>
                    </a:lnTo>
                    <a:lnTo>
                      <a:pt x="7091" y="266823"/>
                    </a:lnTo>
                    <a:lnTo>
                      <a:pt x="11257" y="266823"/>
                    </a:lnTo>
                    <a:close/>
                    <a:moveTo>
                      <a:pt x="11356" y="276792"/>
                    </a:moveTo>
                    <a:lnTo>
                      <a:pt x="11406" y="276891"/>
                    </a:lnTo>
                    <a:lnTo>
                      <a:pt x="11406" y="283536"/>
                    </a:lnTo>
                    <a:lnTo>
                      <a:pt x="11356" y="283636"/>
                    </a:lnTo>
                    <a:lnTo>
                      <a:pt x="11257" y="283685"/>
                    </a:lnTo>
                    <a:lnTo>
                      <a:pt x="7091" y="283685"/>
                    </a:lnTo>
                    <a:lnTo>
                      <a:pt x="6992" y="283636"/>
                    </a:lnTo>
                    <a:lnTo>
                      <a:pt x="6943" y="283536"/>
                    </a:lnTo>
                    <a:lnTo>
                      <a:pt x="6943" y="276891"/>
                    </a:lnTo>
                    <a:lnTo>
                      <a:pt x="6992" y="276792"/>
                    </a:lnTo>
                    <a:lnTo>
                      <a:pt x="7091" y="276742"/>
                    </a:lnTo>
                    <a:lnTo>
                      <a:pt x="11257" y="276742"/>
                    </a:lnTo>
                    <a:close/>
                    <a:moveTo>
                      <a:pt x="11356" y="286711"/>
                    </a:moveTo>
                    <a:lnTo>
                      <a:pt x="11406" y="286810"/>
                    </a:lnTo>
                    <a:lnTo>
                      <a:pt x="11406" y="293456"/>
                    </a:lnTo>
                    <a:lnTo>
                      <a:pt x="11356" y="293555"/>
                    </a:lnTo>
                    <a:lnTo>
                      <a:pt x="11257" y="293604"/>
                    </a:lnTo>
                    <a:lnTo>
                      <a:pt x="7091" y="293604"/>
                    </a:lnTo>
                    <a:lnTo>
                      <a:pt x="6992" y="293555"/>
                    </a:lnTo>
                    <a:lnTo>
                      <a:pt x="6943" y="293456"/>
                    </a:lnTo>
                    <a:lnTo>
                      <a:pt x="6943" y="286810"/>
                    </a:lnTo>
                    <a:lnTo>
                      <a:pt x="6992" y="286711"/>
                    </a:lnTo>
                    <a:lnTo>
                      <a:pt x="7091" y="286661"/>
                    </a:lnTo>
                    <a:lnTo>
                      <a:pt x="11257" y="286661"/>
                    </a:lnTo>
                    <a:close/>
                    <a:moveTo>
                      <a:pt x="11356" y="296630"/>
                    </a:moveTo>
                    <a:lnTo>
                      <a:pt x="11406" y="296729"/>
                    </a:lnTo>
                    <a:lnTo>
                      <a:pt x="11406" y="303375"/>
                    </a:lnTo>
                    <a:lnTo>
                      <a:pt x="11356" y="303474"/>
                    </a:lnTo>
                    <a:lnTo>
                      <a:pt x="11257" y="303523"/>
                    </a:lnTo>
                    <a:lnTo>
                      <a:pt x="7091" y="303523"/>
                    </a:lnTo>
                    <a:lnTo>
                      <a:pt x="6992" y="303474"/>
                    </a:lnTo>
                    <a:lnTo>
                      <a:pt x="6943" y="303375"/>
                    </a:lnTo>
                    <a:lnTo>
                      <a:pt x="6943" y="296729"/>
                    </a:lnTo>
                    <a:lnTo>
                      <a:pt x="6992" y="296630"/>
                    </a:lnTo>
                    <a:lnTo>
                      <a:pt x="7091" y="296580"/>
                    </a:lnTo>
                    <a:lnTo>
                      <a:pt x="11257" y="296580"/>
                    </a:lnTo>
                    <a:close/>
                    <a:moveTo>
                      <a:pt x="11356" y="306549"/>
                    </a:moveTo>
                    <a:lnTo>
                      <a:pt x="11406" y="306648"/>
                    </a:lnTo>
                    <a:lnTo>
                      <a:pt x="11406" y="313294"/>
                    </a:lnTo>
                    <a:lnTo>
                      <a:pt x="11356" y="313393"/>
                    </a:lnTo>
                    <a:lnTo>
                      <a:pt x="11257" y="313442"/>
                    </a:lnTo>
                    <a:lnTo>
                      <a:pt x="7091" y="313442"/>
                    </a:lnTo>
                    <a:lnTo>
                      <a:pt x="6992" y="313393"/>
                    </a:lnTo>
                    <a:lnTo>
                      <a:pt x="6943" y="313294"/>
                    </a:lnTo>
                    <a:lnTo>
                      <a:pt x="6943" y="306648"/>
                    </a:lnTo>
                    <a:lnTo>
                      <a:pt x="6992" y="306549"/>
                    </a:lnTo>
                    <a:lnTo>
                      <a:pt x="7091" y="306499"/>
                    </a:lnTo>
                    <a:lnTo>
                      <a:pt x="11257" y="306499"/>
                    </a:lnTo>
                    <a:close/>
                    <a:moveTo>
                      <a:pt x="11356" y="316468"/>
                    </a:moveTo>
                    <a:lnTo>
                      <a:pt x="11406" y="316567"/>
                    </a:lnTo>
                    <a:lnTo>
                      <a:pt x="11406" y="323213"/>
                    </a:lnTo>
                    <a:lnTo>
                      <a:pt x="11356" y="323312"/>
                    </a:lnTo>
                    <a:lnTo>
                      <a:pt x="11257" y="323362"/>
                    </a:lnTo>
                    <a:lnTo>
                      <a:pt x="7091" y="323362"/>
                    </a:lnTo>
                    <a:lnTo>
                      <a:pt x="6992" y="323312"/>
                    </a:lnTo>
                    <a:lnTo>
                      <a:pt x="6943" y="323213"/>
                    </a:lnTo>
                    <a:lnTo>
                      <a:pt x="6943" y="316567"/>
                    </a:lnTo>
                    <a:lnTo>
                      <a:pt x="6992" y="316468"/>
                    </a:lnTo>
                    <a:lnTo>
                      <a:pt x="7091" y="316418"/>
                    </a:lnTo>
                    <a:lnTo>
                      <a:pt x="11257" y="316418"/>
                    </a:lnTo>
                    <a:close/>
                    <a:moveTo>
                      <a:pt x="11356" y="326387"/>
                    </a:moveTo>
                    <a:lnTo>
                      <a:pt x="11406" y="326486"/>
                    </a:lnTo>
                    <a:lnTo>
                      <a:pt x="11406" y="333132"/>
                    </a:lnTo>
                    <a:lnTo>
                      <a:pt x="11356" y="333231"/>
                    </a:lnTo>
                    <a:lnTo>
                      <a:pt x="11257" y="333281"/>
                    </a:lnTo>
                    <a:lnTo>
                      <a:pt x="7091" y="333281"/>
                    </a:lnTo>
                    <a:lnTo>
                      <a:pt x="6992" y="333231"/>
                    </a:lnTo>
                    <a:lnTo>
                      <a:pt x="6943" y="333132"/>
                    </a:lnTo>
                    <a:lnTo>
                      <a:pt x="6943" y="326486"/>
                    </a:lnTo>
                    <a:lnTo>
                      <a:pt x="6992" y="326387"/>
                    </a:lnTo>
                    <a:lnTo>
                      <a:pt x="7091" y="326337"/>
                    </a:lnTo>
                    <a:lnTo>
                      <a:pt x="11257" y="326337"/>
                    </a:lnTo>
                    <a:close/>
                    <a:moveTo>
                      <a:pt x="11356" y="336306"/>
                    </a:moveTo>
                    <a:lnTo>
                      <a:pt x="11406" y="336405"/>
                    </a:lnTo>
                    <a:lnTo>
                      <a:pt x="11406" y="343051"/>
                    </a:lnTo>
                    <a:lnTo>
                      <a:pt x="11356" y="343150"/>
                    </a:lnTo>
                    <a:lnTo>
                      <a:pt x="11257" y="343200"/>
                    </a:lnTo>
                    <a:lnTo>
                      <a:pt x="7091" y="343200"/>
                    </a:lnTo>
                    <a:lnTo>
                      <a:pt x="6992" y="343150"/>
                    </a:lnTo>
                    <a:lnTo>
                      <a:pt x="6943" y="343051"/>
                    </a:lnTo>
                    <a:lnTo>
                      <a:pt x="6943" y="336405"/>
                    </a:lnTo>
                    <a:lnTo>
                      <a:pt x="6992" y="336306"/>
                    </a:lnTo>
                    <a:lnTo>
                      <a:pt x="7091" y="336256"/>
                    </a:lnTo>
                    <a:lnTo>
                      <a:pt x="11257" y="336256"/>
                    </a:lnTo>
                    <a:close/>
                    <a:moveTo>
                      <a:pt x="11356" y="346225"/>
                    </a:moveTo>
                    <a:lnTo>
                      <a:pt x="11406" y="346324"/>
                    </a:lnTo>
                    <a:lnTo>
                      <a:pt x="11406" y="352970"/>
                    </a:lnTo>
                    <a:lnTo>
                      <a:pt x="11356" y="353069"/>
                    </a:lnTo>
                    <a:lnTo>
                      <a:pt x="11257" y="353119"/>
                    </a:lnTo>
                    <a:lnTo>
                      <a:pt x="7091" y="353119"/>
                    </a:lnTo>
                    <a:lnTo>
                      <a:pt x="6992" y="353069"/>
                    </a:lnTo>
                    <a:lnTo>
                      <a:pt x="6943" y="352970"/>
                    </a:lnTo>
                    <a:lnTo>
                      <a:pt x="6943" y="346324"/>
                    </a:lnTo>
                    <a:lnTo>
                      <a:pt x="6992" y="346225"/>
                    </a:lnTo>
                    <a:lnTo>
                      <a:pt x="7091" y="346175"/>
                    </a:lnTo>
                    <a:lnTo>
                      <a:pt x="11257" y="346175"/>
                    </a:lnTo>
                    <a:close/>
                    <a:moveTo>
                      <a:pt x="11356" y="356144"/>
                    </a:moveTo>
                    <a:lnTo>
                      <a:pt x="11406" y="356243"/>
                    </a:lnTo>
                    <a:lnTo>
                      <a:pt x="11406" y="362889"/>
                    </a:lnTo>
                    <a:lnTo>
                      <a:pt x="11356" y="362988"/>
                    </a:lnTo>
                    <a:lnTo>
                      <a:pt x="11257" y="363038"/>
                    </a:lnTo>
                    <a:lnTo>
                      <a:pt x="7091" y="363038"/>
                    </a:lnTo>
                    <a:lnTo>
                      <a:pt x="6992" y="362988"/>
                    </a:lnTo>
                    <a:lnTo>
                      <a:pt x="6943" y="362889"/>
                    </a:lnTo>
                    <a:lnTo>
                      <a:pt x="6943" y="356243"/>
                    </a:lnTo>
                    <a:lnTo>
                      <a:pt x="6992" y="356144"/>
                    </a:lnTo>
                    <a:lnTo>
                      <a:pt x="7091" y="356095"/>
                    </a:lnTo>
                    <a:lnTo>
                      <a:pt x="11257" y="356095"/>
                    </a:lnTo>
                    <a:close/>
                    <a:moveTo>
                      <a:pt x="11356" y="366063"/>
                    </a:moveTo>
                    <a:lnTo>
                      <a:pt x="11406" y="366162"/>
                    </a:lnTo>
                    <a:lnTo>
                      <a:pt x="11406" y="372808"/>
                    </a:lnTo>
                    <a:lnTo>
                      <a:pt x="11356" y="372907"/>
                    </a:lnTo>
                    <a:lnTo>
                      <a:pt x="11257" y="372957"/>
                    </a:lnTo>
                    <a:lnTo>
                      <a:pt x="7091" y="372957"/>
                    </a:lnTo>
                    <a:lnTo>
                      <a:pt x="6992" y="372907"/>
                    </a:lnTo>
                    <a:lnTo>
                      <a:pt x="6943" y="372808"/>
                    </a:lnTo>
                    <a:lnTo>
                      <a:pt x="6943" y="366162"/>
                    </a:lnTo>
                    <a:lnTo>
                      <a:pt x="6992" y="366063"/>
                    </a:lnTo>
                    <a:lnTo>
                      <a:pt x="7091" y="366014"/>
                    </a:lnTo>
                    <a:lnTo>
                      <a:pt x="11257" y="366014"/>
                    </a:lnTo>
                    <a:close/>
                    <a:moveTo>
                      <a:pt x="11356" y="375982"/>
                    </a:moveTo>
                    <a:lnTo>
                      <a:pt x="11406" y="376081"/>
                    </a:lnTo>
                    <a:lnTo>
                      <a:pt x="11406" y="382727"/>
                    </a:lnTo>
                    <a:lnTo>
                      <a:pt x="11356" y="382826"/>
                    </a:lnTo>
                    <a:lnTo>
                      <a:pt x="11257" y="382876"/>
                    </a:lnTo>
                    <a:lnTo>
                      <a:pt x="7091" y="382876"/>
                    </a:lnTo>
                    <a:lnTo>
                      <a:pt x="6992" y="382826"/>
                    </a:lnTo>
                    <a:lnTo>
                      <a:pt x="6943" y="382727"/>
                    </a:lnTo>
                    <a:lnTo>
                      <a:pt x="6943" y="376081"/>
                    </a:lnTo>
                    <a:lnTo>
                      <a:pt x="6992" y="375982"/>
                    </a:lnTo>
                    <a:lnTo>
                      <a:pt x="7091" y="375933"/>
                    </a:lnTo>
                    <a:lnTo>
                      <a:pt x="11257" y="375933"/>
                    </a:lnTo>
                    <a:close/>
                    <a:moveTo>
                      <a:pt x="11356" y="385901"/>
                    </a:moveTo>
                    <a:lnTo>
                      <a:pt x="11406" y="386001"/>
                    </a:lnTo>
                    <a:lnTo>
                      <a:pt x="11406" y="392646"/>
                    </a:lnTo>
                    <a:lnTo>
                      <a:pt x="11356" y="392745"/>
                    </a:lnTo>
                    <a:lnTo>
                      <a:pt x="11257" y="392795"/>
                    </a:lnTo>
                    <a:lnTo>
                      <a:pt x="7091" y="392795"/>
                    </a:lnTo>
                    <a:lnTo>
                      <a:pt x="6992" y="392745"/>
                    </a:lnTo>
                    <a:lnTo>
                      <a:pt x="6943" y="392646"/>
                    </a:lnTo>
                    <a:lnTo>
                      <a:pt x="6943" y="386001"/>
                    </a:lnTo>
                    <a:lnTo>
                      <a:pt x="6992" y="385901"/>
                    </a:lnTo>
                    <a:lnTo>
                      <a:pt x="7091" y="385852"/>
                    </a:lnTo>
                    <a:lnTo>
                      <a:pt x="11257" y="385852"/>
                    </a:lnTo>
                    <a:close/>
                    <a:moveTo>
                      <a:pt x="11356" y="395820"/>
                    </a:moveTo>
                    <a:lnTo>
                      <a:pt x="11406" y="395920"/>
                    </a:lnTo>
                    <a:lnTo>
                      <a:pt x="11406" y="402565"/>
                    </a:lnTo>
                    <a:lnTo>
                      <a:pt x="11356" y="402665"/>
                    </a:lnTo>
                    <a:lnTo>
                      <a:pt x="11257" y="402714"/>
                    </a:lnTo>
                    <a:lnTo>
                      <a:pt x="7091" y="402714"/>
                    </a:lnTo>
                    <a:lnTo>
                      <a:pt x="6992" y="402665"/>
                    </a:lnTo>
                    <a:lnTo>
                      <a:pt x="6943" y="402565"/>
                    </a:lnTo>
                    <a:lnTo>
                      <a:pt x="6943" y="395920"/>
                    </a:lnTo>
                    <a:lnTo>
                      <a:pt x="6992" y="395820"/>
                    </a:lnTo>
                    <a:lnTo>
                      <a:pt x="7091" y="395771"/>
                    </a:lnTo>
                    <a:lnTo>
                      <a:pt x="11257" y="395771"/>
                    </a:lnTo>
                    <a:close/>
                    <a:moveTo>
                      <a:pt x="11356" y="405739"/>
                    </a:moveTo>
                    <a:lnTo>
                      <a:pt x="11406" y="405839"/>
                    </a:lnTo>
                    <a:lnTo>
                      <a:pt x="11406" y="412484"/>
                    </a:lnTo>
                    <a:lnTo>
                      <a:pt x="11356" y="412584"/>
                    </a:lnTo>
                    <a:lnTo>
                      <a:pt x="11257" y="412633"/>
                    </a:lnTo>
                    <a:lnTo>
                      <a:pt x="7091" y="412633"/>
                    </a:lnTo>
                    <a:lnTo>
                      <a:pt x="6992" y="412584"/>
                    </a:lnTo>
                    <a:lnTo>
                      <a:pt x="6943" y="412484"/>
                    </a:lnTo>
                    <a:lnTo>
                      <a:pt x="6943" y="405839"/>
                    </a:lnTo>
                    <a:lnTo>
                      <a:pt x="6992" y="405739"/>
                    </a:lnTo>
                    <a:lnTo>
                      <a:pt x="7091" y="405690"/>
                    </a:lnTo>
                    <a:lnTo>
                      <a:pt x="11257" y="405690"/>
                    </a:lnTo>
                    <a:close/>
                    <a:moveTo>
                      <a:pt x="11356" y="415659"/>
                    </a:moveTo>
                    <a:lnTo>
                      <a:pt x="11406" y="415758"/>
                    </a:lnTo>
                    <a:lnTo>
                      <a:pt x="11406" y="422404"/>
                    </a:lnTo>
                    <a:lnTo>
                      <a:pt x="11356" y="422503"/>
                    </a:lnTo>
                    <a:lnTo>
                      <a:pt x="11257" y="422552"/>
                    </a:lnTo>
                    <a:lnTo>
                      <a:pt x="7091" y="422552"/>
                    </a:lnTo>
                    <a:lnTo>
                      <a:pt x="6992" y="422503"/>
                    </a:lnTo>
                    <a:lnTo>
                      <a:pt x="6943" y="422404"/>
                    </a:lnTo>
                    <a:lnTo>
                      <a:pt x="6943" y="415758"/>
                    </a:lnTo>
                    <a:lnTo>
                      <a:pt x="6992" y="415659"/>
                    </a:lnTo>
                    <a:lnTo>
                      <a:pt x="7091" y="415609"/>
                    </a:lnTo>
                    <a:lnTo>
                      <a:pt x="11257" y="415609"/>
                    </a:lnTo>
                    <a:close/>
                    <a:moveTo>
                      <a:pt x="11356" y="425578"/>
                    </a:moveTo>
                    <a:lnTo>
                      <a:pt x="11406" y="425677"/>
                    </a:lnTo>
                    <a:lnTo>
                      <a:pt x="11406" y="432323"/>
                    </a:lnTo>
                    <a:lnTo>
                      <a:pt x="11356" y="432422"/>
                    </a:lnTo>
                    <a:lnTo>
                      <a:pt x="11257" y="432471"/>
                    </a:lnTo>
                    <a:lnTo>
                      <a:pt x="7091" y="432471"/>
                    </a:lnTo>
                    <a:lnTo>
                      <a:pt x="6992" y="432422"/>
                    </a:lnTo>
                    <a:lnTo>
                      <a:pt x="6943" y="432323"/>
                    </a:lnTo>
                    <a:lnTo>
                      <a:pt x="6943" y="425677"/>
                    </a:lnTo>
                    <a:lnTo>
                      <a:pt x="6992" y="425578"/>
                    </a:lnTo>
                    <a:lnTo>
                      <a:pt x="7091" y="425528"/>
                    </a:lnTo>
                    <a:lnTo>
                      <a:pt x="11257" y="425528"/>
                    </a:lnTo>
                    <a:close/>
                    <a:moveTo>
                      <a:pt x="11356" y="435497"/>
                    </a:moveTo>
                    <a:lnTo>
                      <a:pt x="11406" y="435596"/>
                    </a:lnTo>
                    <a:lnTo>
                      <a:pt x="11406" y="442242"/>
                    </a:lnTo>
                    <a:lnTo>
                      <a:pt x="11356" y="442341"/>
                    </a:lnTo>
                    <a:lnTo>
                      <a:pt x="11257" y="442390"/>
                    </a:lnTo>
                    <a:lnTo>
                      <a:pt x="7091" y="442390"/>
                    </a:lnTo>
                    <a:lnTo>
                      <a:pt x="6992" y="442341"/>
                    </a:lnTo>
                    <a:lnTo>
                      <a:pt x="6943" y="442242"/>
                    </a:lnTo>
                    <a:lnTo>
                      <a:pt x="6943" y="435596"/>
                    </a:lnTo>
                    <a:lnTo>
                      <a:pt x="6992" y="435497"/>
                    </a:lnTo>
                    <a:lnTo>
                      <a:pt x="7091" y="435447"/>
                    </a:lnTo>
                    <a:lnTo>
                      <a:pt x="11257" y="435447"/>
                    </a:lnTo>
                    <a:close/>
                    <a:moveTo>
                      <a:pt x="11356" y="445416"/>
                    </a:moveTo>
                    <a:lnTo>
                      <a:pt x="11406" y="445515"/>
                    </a:lnTo>
                    <a:lnTo>
                      <a:pt x="11406" y="452161"/>
                    </a:lnTo>
                    <a:lnTo>
                      <a:pt x="11356" y="452260"/>
                    </a:lnTo>
                    <a:lnTo>
                      <a:pt x="11257" y="452310"/>
                    </a:lnTo>
                    <a:lnTo>
                      <a:pt x="7091" y="452310"/>
                    </a:lnTo>
                    <a:lnTo>
                      <a:pt x="6992" y="452260"/>
                    </a:lnTo>
                    <a:lnTo>
                      <a:pt x="6943" y="452161"/>
                    </a:lnTo>
                    <a:lnTo>
                      <a:pt x="6943" y="445515"/>
                    </a:lnTo>
                    <a:lnTo>
                      <a:pt x="6992" y="445416"/>
                    </a:lnTo>
                    <a:lnTo>
                      <a:pt x="7091" y="445366"/>
                    </a:lnTo>
                    <a:lnTo>
                      <a:pt x="11257" y="445366"/>
                    </a:lnTo>
                    <a:close/>
                    <a:moveTo>
                      <a:pt x="11356" y="455335"/>
                    </a:moveTo>
                    <a:lnTo>
                      <a:pt x="11406" y="455434"/>
                    </a:lnTo>
                    <a:lnTo>
                      <a:pt x="11406" y="462080"/>
                    </a:lnTo>
                    <a:lnTo>
                      <a:pt x="11356" y="462179"/>
                    </a:lnTo>
                    <a:lnTo>
                      <a:pt x="11257" y="462229"/>
                    </a:lnTo>
                    <a:lnTo>
                      <a:pt x="7091" y="462229"/>
                    </a:lnTo>
                    <a:lnTo>
                      <a:pt x="6992" y="462179"/>
                    </a:lnTo>
                    <a:lnTo>
                      <a:pt x="6943" y="462080"/>
                    </a:lnTo>
                    <a:lnTo>
                      <a:pt x="6943" y="455434"/>
                    </a:lnTo>
                    <a:lnTo>
                      <a:pt x="6992" y="455335"/>
                    </a:lnTo>
                    <a:lnTo>
                      <a:pt x="7091" y="455285"/>
                    </a:lnTo>
                    <a:lnTo>
                      <a:pt x="11257" y="455285"/>
                    </a:lnTo>
                    <a:close/>
                    <a:moveTo>
                      <a:pt x="11356" y="465254"/>
                    </a:moveTo>
                    <a:lnTo>
                      <a:pt x="11406" y="465353"/>
                    </a:lnTo>
                    <a:lnTo>
                      <a:pt x="11406" y="471999"/>
                    </a:lnTo>
                    <a:lnTo>
                      <a:pt x="11356" y="472098"/>
                    </a:lnTo>
                    <a:lnTo>
                      <a:pt x="11257" y="472148"/>
                    </a:lnTo>
                    <a:lnTo>
                      <a:pt x="7091" y="472148"/>
                    </a:lnTo>
                    <a:lnTo>
                      <a:pt x="6992" y="472098"/>
                    </a:lnTo>
                    <a:lnTo>
                      <a:pt x="6943" y="471999"/>
                    </a:lnTo>
                    <a:lnTo>
                      <a:pt x="6943" y="465353"/>
                    </a:lnTo>
                    <a:lnTo>
                      <a:pt x="6992" y="465254"/>
                    </a:lnTo>
                    <a:lnTo>
                      <a:pt x="7091" y="465204"/>
                    </a:lnTo>
                    <a:lnTo>
                      <a:pt x="11257" y="465204"/>
                    </a:lnTo>
                    <a:close/>
                    <a:moveTo>
                      <a:pt x="11356" y="475173"/>
                    </a:moveTo>
                    <a:lnTo>
                      <a:pt x="11406" y="475272"/>
                    </a:lnTo>
                    <a:lnTo>
                      <a:pt x="11406" y="481918"/>
                    </a:lnTo>
                    <a:lnTo>
                      <a:pt x="11356" y="482017"/>
                    </a:lnTo>
                    <a:lnTo>
                      <a:pt x="11257" y="482067"/>
                    </a:lnTo>
                    <a:lnTo>
                      <a:pt x="7091" y="482067"/>
                    </a:lnTo>
                    <a:lnTo>
                      <a:pt x="6992" y="482017"/>
                    </a:lnTo>
                    <a:lnTo>
                      <a:pt x="6943" y="481918"/>
                    </a:lnTo>
                    <a:lnTo>
                      <a:pt x="6943" y="475272"/>
                    </a:lnTo>
                    <a:lnTo>
                      <a:pt x="6992" y="475173"/>
                    </a:lnTo>
                    <a:lnTo>
                      <a:pt x="7091" y="475123"/>
                    </a:lnTo>
                    <a:lnTo>
                      <a:pt x="11257" y="475123"/>
                    </a:lnTo>
                    <a:close/>
                    <a:moveTo>
                      <a:pt x="11356" y="485092"/>
                    </a:moveTo>
                    <a:lnTo>
                      <a:pt x="11406" y="485191"/>
                    </a:lnTo>
                    <a:lnTo>
                      <a:pt x="11406" y="491837"/>
                    </a:lnTo>
                    <a:lnTo>
                      <a:pt x="11356" y="491936"/>
                    </a:lnTo>
                    <a:lnTo>
                      <a:pt x="11257" y="491986"/>
                    </a:lnTo>
                    <a:lnTo>
                      <a:pt x="7091" y="491986"/>
                    </a:lnTo>
                    <a:lnTo>
                      <a:pt x="6992" y="491936"/>
                    </a:lnTo>
                    <a:lnTo>
                      <a:pt x="6943" y="491837"/>
                    </a:lnTo>
                    <a:lnTo>
                      <a:pt x="6943" y="485191"/>
                    </a:lnTo>
                    <a:lnTo>
                      <a:pt x="6992" y="485092"/>
                    </a:lnTo>
                    <a:lnTo>
                      <a:pt x="7091" y="485042"/>
                    </a:lnTo>
                    <a:lnTo>
                      <a:pt x="11257" y="485042"/>
                    </a:lnTo>
                    <a:close/>
                    <a:moveTo>
                      <a:pt x="11356" y="495011"/>
                    </a:moveTo>
                    <a:lnTo>
                      <a:pt x="11406" y="495110"/>
                    </a:lnTo>
                    <a:lnTo>
                      <a:pt x="11406" y="501756"/>
                    </a:lnTo>
                    <a:lnTo>
                      <a:pt x="11356" y="501855"/>
                    </a:lnTo>
                    <a:lnTo>
                      <a:pt x="11257" y="501905"/>
                    </a:lnTo>
                    <a:lnTo>
                      <a:pt x="7091" y="501905"/>
                    </a:lnTo>
                    <a:lnTo>
                      <a:pt x="6992" y="501855"/>
                    </a:lnTo>
                    <a:lnTo>
                      <a:pt x="6943" y="501756"/>
                    </a:lnTo>
                    <a:lnTo>
                      <a:pt x="6943" y="495110"/>
                    </a:lnTo>
                    <a:lnTo>
                      <a:pt x="6992" y="495011"/>
                    </a:lnTo>
                    <a:lnTo>
                      <a:pt x="7091" y="494962"/>
                    </a:lnTo>
                    <a:lnTo>
                      <a:pt x="11257" y="494962"/>
                    </a:lnTo>
                    <a:close/>
                    <a:moveTo>
                      <a:pt x="11356" y="504930"/>
                    </a:moveTo>
                    <a:lnTo>
                      <a:pt x="11406" y="505029"/>
                    </a:lnTo>
                    <a:lnTo>
                      <a:pt x="11406" y="511675"/>
                    </a:lnTo>
                    <a:lnTo>
                      <a:pt x="11356" y="511774"/>
                    </a:lnTo>
                    <a:lnTo>
                      <a:pt x="11257" y="511824"/>
                    </a:lnTo>
                    <a:lnTo>
                      <a:pt x="7091" y="511824"/>
                    </a:lnTo>
                    <a:lnTo>
                      <a:pt x="6992" y="511774"/>
                    </a:lnTo>
                    <a:lnTo>
                      <a:pt x="6943" y="511675"/>
                    </a:lnTo>
                    <a:lnTo>
                      <a:pt x="6943" y="505029"/>
                    </a:lnTo>
                    <a:lnTo>
                      <a:pt x="6992" y="504930"/>
                    </a:lnTo>
                    <a:lnTo>
                      <a:pt x="7091" y="504881"/>
                    </a:lnTo>
                    <a:lnTo>
                      <a:pt x="11257" y="504881"/>
                    </a:lnTo>
                    <a:close/>
                    <a:moveTo>
                      <a:pt x="11356" y="514849"/>
                    </a:moveTo>
                    <a:lnTo>
                      <a:pt x="11406" y="514948"/>
                    </a:lnTo>
                    <a:lnTo>
                      <a:pt x="11406" y="521594"/>
                    </a:lnTo>
                    <a:lnTo>
                      <a:pt x="11356" y="521693"/>
                    </a:lnTo>
                    <a:lnTo>
                      <a:pt x="11257" y="521743"/>
                    </a:lnTo>
                    <a:lnTo>
                      <a:pt x="7091" y="521743"/>
                    </a:lnTo>
                    <a:lnTo>
                      <a:pt x="6992" y="521693"/>
                    </a:lnTo>
                    <a:lnTo>
                      <a:pt x="6943" y="521594"/>
                    </a:lnTo>
                    <a:lnTo>
                      <a:pt x="6943" y="514948"/>
                    </a:lnTo>
                    <a:lnTo>
                      <a:pt x="6992" y="514849"/>
                    </a:lnTo>
                    <a:lnTo>
                      <a:pt x="7091" y="514800"/>
                    </a:lnTo>
                    <a:lnTo>
                      <a:pt x="11257" y="514800"/>
                    </a:lnTo>
                    <a:close/>
                    <a:moveTo>
                      <a:pt x="11356" y="524768"/>
                    </a:moveTo>
                    <a:lnTo>
                      <a:pt x="11406" y="524868"/>
                    </a:lnTo>
                    <a:lnTo>
                      <a:pt x="11406" y="531513"/>
                    </a:lnTo>
                    <a:lnTo>
                      <a:pt x="11356" y="531613"/>
                    </a:lnTo>
                    <a:lnTo>
                      <a:pt x="11257" y="531662"/>
                    </a:lnTo>
                    <a:lnTo>
                      <a:pt x="7091" y="531662"/>
                    </a:lnTo>
                    <a:lnTo>
                      <a:pt x="6992" y="531613"/>
                    </a:lnTo>
                    <a:lnTo>
                      <a:pt x="6943" y="531513"/>
                    </a:lnTo>
                    <a:lnTo>
                      <a:pt x="6943" y="524868"/>
                    </a:lnTo>
                    <a:lnTo>
                      <a:pt x="6992" y="524768"/>
                    </a:lnTo>
                    <a:lnTo>
                      <a:pt x="7091" y="524719"/>
                    </a:lnTo>
                    <a:lnTo>
                      <a:pt x="11257" y="524719"/>
                    </a:lnTo>
                    <a:close/>
                    <a:moveTo>
                      <a:pt x="11356" y="534687"/>
                    </a:moveTo>
                    <a:lnTo>
                      <a:pt x="11406" y="534787"/>
                    </a:lnTo>
                    <a:lnTo>
                      <a:pt x="11406" y="541432"/>
                    </a:lnTo>
                    <a:lnTo>
                      <a:pt x="11356" y="541532"/>
                    </a:lnTo>
                    <a:lnTo>
                      <a:pt x="11257" y="541581"/>
                    </a:lnTo>
                    <a:lnTo>
                      <a:pt x="7091" y="541581"/>
                    </a:lnTo>
                    <a:lnTo>
                      <a:pt x="6992" y="541532"/>
                    </a:lnTo>
                    <a:lnTo>
                      <a:pt x="6943" y="541432"/>
                    </a:lnTo>
                    <a:lnTo>
                      <a:pt x="6943" y="534787"/>
                    </a:lnTo>
                    <a:lnTo>
                      <a:pt x="6992" y="534687"/>
                    </a:lnTo>
                    <a:lnTo>
                      <a:pt x="7091" y="534638"/>
                    </a:lnTo>
                    <a:lnTo>
                      <a:pt x="11257" y="534638"/>
                    </a:lnTo>
                    <a:close/>
                    <a:moveTo>
                      <a:pt x="11356" y="544607"/>
                    </a:moveTo>
                    <a:lnTo>
                      <a:pt x="11406" y="544706"/>
                    </a:lnTo>
                    <a:lnTo>
                      <a:pt x="11406" y="551351"/>
                    </a:lnTo>
                    <a:lnTo>
                      <a:pt x="11356" y="551451"/>
                    </a:lnTo>
                    <a:lnTo>
                      <a:pt x="11257" y="551500"/>
                    </a:lnTo>
                    <a:lnTo>
                      <a:pt x="7091" y="551500"/>
                    </a:lnTo>
                    <a:lnTo>
                      <a:pt x="6992" y="551451"/>
                    </a:lnTo>
                    <a:lnTo>
                      <a:pt x="6943" y="551351"/>
                    </a:lnTo>
                    <a:lnTo>
                      <a:pt x="6943" y="544706"/>
                    </a:lnTo>
                    <a:lnTo>
                      <a:pt x="6992" y="544607"/>
                    </a:lnTo>
                    <a:lnTo>
                      <a:pt x="7091" y="544557"/>
                    </a:lnTo>
                    <a:lnTo>
                      <a:pt x="11257" y="544557"/>
                    </a:lnTo>
                    <a:close/>
                    <a:moveTo>
                      <a:pt x="11356" y="554526"/>
                    </a:moveTo>
                    <a:lnTo>
                      <a:pt x="11406" y="554625"/>
                    </a:lnTo>
                    <a:lnTo>
                      <a:pt x="11406" y="561271"/>
                    </a:lnTo>
                    <a:lnTo>
                      <a:pt x="11356" y="561370"/>
                    </a:lnTo>
                    <a:lnTo>
                      <a:pt x="11257" y="561419"/>
                    </a:lnTo>
                    <a:lnTo>
                      <a:pt x="7091" y="561419"/>
                    </a:lnTo>
                    <a:lnTo>
                      <a:pt x="6992" y="561370"/>
                    </a:lnTo>
                    <a:lnTo>
                      <a:pt x="6943" y="561271"/>
                    </a:lnTo>
                    <a:lnTo>
                      <a:pt x="6943" y="554625"/>
                    </a:lnTo>
                    <a:lnTo>
                      <a:pt x="6992" y="554526"/>
                    </a:lnTo>
                    <a:lnTo>
                      <a:pt x="7091" y="554476"/>
                    </a:lnTo>
                    <a:lnTo>
                      <a:pt x="11257" y="554476"/>
                    </a:lnTo>
                    <a:close/>
                    <a:moveTo>
                      <a:pt x="11356" y="564445"/>
                    </a:moveTo>
                    <a:lnTo>
                      <a:pt x="11406" y="564544"/>
                    </a:lnTo>
                    <a:lnTo>
                      <a:pt x="11406" y="571190"/>
                    </a:lnTo>
                    <a:lnTo>
                      <a:pt x="11356" y="571289"/>
                    </a:lnTo>
                    <a:lnTo>
                      <a:pt x="11257" y="571338"/>
                    </a:lnTo>
                    <a:lnTo>
                      <a:pt x="7091" y="571338"/>
                    </a:lnTo>
                    <a:lnTo>
                      <a:pt x="6992" y="571289"/>
                    </a:lnTo>
                    <a:lnTo>
                      <a:pt x="6943" y="571190"/>
                    </a:lnTo>
                    <a:lnTo>
                      <a:pt x="6943" y="564544"/>
                    </a:lnTo>
                    <a:lnTo>
                      <a:pt x="6992" y="564445"/>
                    </a:lnTo>
                    <a:lnTo>
                      <a:pt x="7091" y="564395"/>
                    </a:lnTo>
                    <a:lnTo>
                      <a:pt x="11257" y="564395"/>
                    </a:lnTo>
                    <a:close/>
                    <a:moveTo>
                      <a:pt x="11356" y="574364"/>
                    </a:moveTo>
                    <a:lnTo>
                      <a:pt x="11406" y="574463"/>
                    </a:lnTo>
                    <a:lnTo>
                      <a:pt x="11406" y="581109"/>
                    </a:lnTo>
                    <a:lnTo>
                      <a:pt x="11356" y="581208"/>
                    </a:lnTo>
                    <a:lnTo>
                      <a:pt x="11257" y="581257"/>
                    </a:lnTo>
                    <a:lnTo>
                      <a:pt x="7091" y="581257"/>
                    </a:lnTo>
                    <a:lnTo>
                      <a:pt x="6992" y="581208"/>
                    </a:lnTo>
                    <a:lnTo>
                      <a:pt x="6943" y="581109"/>
                    </a:lnTo>
                    <a:lnTo>
                      <a:pt x="6943" y="574463"/>
                    </a:lnTo>
                    <a:lnTo>
                      <a:pt x="6992" y="574364"/>
                    </a:lnTo>
                    <a:lnTo>
                      <a:pt x="7091" y="574314"/>
                    </a:lnTo>
                    <a:lnTo>
                      <a:pt x="11257" y="574314"/>
                    </a:lnTo>
                    <a:close/>
                    <a:moveTo>
                      <a:pt x="11356" y="584283"/>
                    </a:moveTo>
                    <a:lnTo>
                      <a:pt x="11406" y="584382"/>
                    </a:lnTo>
                    <a:lnTo>
                      <a:pt x="11406" y="591028"/>
                    </a:lnTo>
                    <a:lnTo>
                      <a:pt x="11356" y="591127"/>
                    </a:lnTo>
                    <a:lnTo>
                      <a:pt x="11257" y="591177"/>
                    </a:lnTo>
                    <a:lnTo>
                      <a:pt x="7091" y="591177"/>
                    </a:lnTo>
                    <a:lnTo>
                      <a:pt x="6992" y="591127"/>
                    </a:lnTo>
                    <a:lnTo>
                      <a:pt x="6943" y="591028"/>
                    </a:lnTo>
                    <a:lnTo>
                      <a:pt x="6943" y="584382"/>
                    </a:lnTo>
                    <a:lnTo>
                      <a:pt x="6992" y="584283"/>
                    </a:lnTo>
                    <a:lnTo>
                      <a:pt x="7091" y="584233"/>
                    </a:lnTo>
                    <a:lnTo>
                      <a:pt x="11257" y="584233"/>
                    </a:lnTo>
                    <a:close/>
                    <a:moveTo>
                      <a:pt x="11356" y="594202"/>
                    </a:moveTo>
                    <a:lnTo>
                      <a:pt x="11406" y="594301"/>
                    </a:lnTo>
                    <a:lnTo>
                      <a:pt x="11406" y="600947"/>
                    </a:lnTo>
                    <a:lnTo>
                      <a:pt x="11356" y="601046"/>
                    </a:lnTo>
                    <a:lnTo>
                      <a:pt x="11257" y="601096"/>
                    </a:lnTo>
                    <a:lnTo>
                      <a:pt x="7091" y="601096"/>
                    </a:lnTo>
                    <a:lnTo>
                      <a:pt x="6992" y="601046"/>
                    </a:lnTo>
                    <a:lnTo>
                      <a:pt x="6943" y="600947"/>
                    </a:lnTo>
                    <a:lnTo>
                      <a:pt x="6943" y="594301"/>
                    </a:lnTo>
                    <a:lnTo>
                      <a:pt x="6992" y="594202"/>
                    </a:lnTo>
                    <a:lnTo>
                      <a:pt x="7091" y="594152"/>
                    </a:lnTo>
                    <a:lnTo>
                      <a:pt x="11257" y="594152"/>
                    </a:lnTo>
                    <a:close/>
                    <a:moveTo>
                      <a:pt x="11356" y="604121"/>
                    </a:moveTo>
                    <a:lnTo>
                      <a:pt x="11406" y="604220"/>
                    </a:lnTo>
                    <a:lnTo>
                      <a:pt x="11406" y="610866"/>
                    </a:lnTo>
                    <a:lnTo>
                      <a:pt x="11356" y="610965"/>
                    </a:lnTo>
                    <a:lnTo>
                      <a:pt x="11257" y="611015"/>
                    </a:lnTo>
                    <a:lnTo>
                      <a:pt x="7091" y="611015"/>
                    </a:lnTo>
                    <a:lnTo>
                      <a:pt x="6992" y="610965"/>
                    </a:lnTo>
                    <a:lnTo>
                      <a:pt x="6943" y="610866"/>
                    </a:lnTo>
                    <a:lnTo>
                      <a:pt x="6943" y="604220"/>
                    </a:lnTo>
                    <a:lnTo>
                      <a:pt x="6992" y="604121"/>
                    </a:lnTo>
                    <a:lnTo>
                      <a:pt x="7091" y="604071"/>
                    </a:lnTo>
                    <a:lnTo>
                      <a:pt x="11257" y="604071"/>
                    </a:lnTo>
                    <a:close/>
                    <a:moveTo>
                      <a:pt x="11356" y="614040"/>
                    </a:moveTo>
                    <a:lnTo>
                      <a:pt x="11406" y="614139"/>
                    </a:lnTo>
                    <a:lnTo>
                      <a:pt x="11406" y="620785"/>
                    </a:lnTo>
                    <a:lnTo>
                      <a:pt x="11356" y="620884"/>
                    </a:lnTo>
                    <a:lnTo>
                      <a:pt x="11257" y="620934"/>
                    </a:lnTo>
                    <a:lnTo>
                      <a:pt x="7091" y="620934"/>
                    </a:lnTo>
                    <a:lnTo>
                      <a:pt x="6992" y="620884"/>
                    </a:lnTo>
                    <a:lnTo>
                      <a:pt x="6943" y="620785"/>
                    </a:lnTo>
                    <a:lnTo>
                      <a:pt x="6943" y="614139"/>
                    </a:lnTo>
                    <a:lnTo>
                      <a:pt x="6992" y="614040"/>
                    </a:lnTo>
                    <a:lnTo>
                      <a:pt x="7091" y="613990"/>
                    </a:lnTo>
                    <a:lnTo>
                      <a:pt x="11257" y="613990"/>
                    </a:lnTo>
                    <a:close/>
                    <a:moveTo>
                      <a:pt x="11356" y="623959"/>
                    </a:moveTo>
                    <a:lnTo>
                      <a:pt x="11406" y="624058"/>
                    </a:lnTo>
                    <a:lnTo>
                      <a:pt x="11406" y="628373"/>
                    </a:lnTo>
                    <a:lnTo>
                      <a:pt x="11356" y="628472"/>
                    </a:lnTo>
                    <a:lnTo>
                      <a:pt x="11257" y="628522"/>
                    </a:lnTo>
                    <a:lnTo>
                      <a:pt x="7091" y="628522"/>
                    </a:lnTo>
                    <a:lnTo>
                      <a:pt x="6992" y="628472"/>
                    </a:lnTo>
                    <a:lnTo>
                      <a:pt x="6943" y="628373"/>
                    </a:lnTo>
                    <a:lnTo>
                      <a:pt x="6943" y="624058"/>
                    </a:lnTo>
                    <a:lnTo>
                      <a:pt x="6992" y="623959"/>
                    </a:lnTo>
                    <a:lnTo>
                      <a:pt x="7091" y="623910"/>
                    </a:lnTo>
                    <a:lnTo>
                      <a:pt x="11257" y="623910"/>
                    </a:lnTo>
                    <a:close/>
                    <a:moveTo>
                      <a:pt x="6893" y="168351"/>
                    </a:moveTo>
                    <a:lnTo>
                      <a:pt x="6943" y="168450"/>
                    </a:lnTo>
                    <a:lnTo>
                      <a:pt x="6943" y="206837"/>
                    </a:lnTo>
                    <a:lnTo>
                      <a:pt x="6893" y="206936"/>
                    </a:lnTo>
                    <a:lnTo>
                      <a:pt x="6794" y="206986"/>
                    </a:lnTo>
                    <a:lnTo>
                      <a:pt x="149" y="206986"/>
                    </a:lnTo>
                    <a:lnTo>
                      <a:pt x="25" y="206936"/>
                    </a:lnTo>
                    <a:lnTo>
                      <a:pt x="0" y="206837"/>
                    </a:lnTo>
                    <a:lnTo>
                      <a:pt x="0" y="168450"/>
                    </a:lnTo>
                    <a:lnTo>
                      <a:pt x="25" y="168351"/>
                    </a:lnTo>
                    <a:lnTo>
                      <a:pt x="149" y="168302"/>
                    </a:lnTo>
                    <a:lnTo>
                      <a:pt x="6794" y="168302"/>
                    </a:lnTo>
                    <a:close/>
                    <a:moveTo>
                      <a:pt x="6893" y="49"/>
                    </a:moveTo>
                    <a:lnTo>
                      <a:pt x="6943" y="149"/>
                    </a:lnTo>
                    <a:lnTo>
                      <a:pt x="6943" y="168153"/>
                    </a:lnTo>
                    <a:lnTo>
                      <a:pt x="6893" y="168252"/>
                    </a:lnTo>
                    <a:lnTo>
                      <a:pt x="6794" y="168302"/>
                    </a:lnTo>
                    <a:lnTo>
                      <a:pt x="149" y="168302"/>
                    </a:lnTo>
                    <a:lnTo>
                      <a:pt x="25" y="168252"/>
                    </a:lnTo>
                    <a:lnTo>
                      <a:pt x="0" y="168153"/>
                    </a:lnTo>
                    <a:lnTo>
                      <a:pt x="0" y="149"/>
                    </a:lnTo>
                    <a:lnTo>
                      <a:pt x="25" y="49"/>
                    </a:lnTo>
                    <a:lnTo>
                      <a:pt x="149" y="0"/>
                    </a:lnTo>
                    <a:lnTo>
                      <a:pt x="6794" y="0"/>
                    </a:lnTo>
                    <a:close/>
                    <a:moveTo>
                      <a:pt x="6893" y="207036"/>
                    </a:moveTo>
                    <a:lnTo>
                      <a:pt x="6943" y="207135"/>
                    </a:lnTo>
                    <a:lnTo>
                      <a:pt x="6943" y="628373"/>
                    </a:lnTo>
                    <a:lnTo>
                      <a:pt x="6893" y="628472"/>
                    </a:lnTo>
                    <a:lnTo>
                      <a:pt x="6794" y="628522"/>
                    </a:lnTo>
                    <a:lnTo>
                      <a:pt x="1388" y="628522"/>
                    </a:lnTo>
                    <a:lnTo>
                      <a:pt x="1289" y="628472"/>
                    </a:lnTo>
                    <a:lnTo>
                      <a:pt x="1240" y="628373"/>
                    </a:lnTo>
                    <a:lnTo>
                      <a:pt x="1240" y="207135"/>
                    </a:lnTo>
                    <a:lnTo>
                      <a:pt x="1289" y="207036"/>
                    </a:lnTo>
                    <a:lnTo>
                      <a:pt x="1388" y="206986"/>
                    </a:lnTo>
                    <a:lnTo>
                      <a:pt x="6794" y="20698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8" name="墙_V15_Concealed_Door_Leaf">
                <a:extLst>
                  <a:ext uri="{FF2B5EF4-FFF2-40B4-BE49-F238E27FC236}">
                    <a16:creationId xmlns:a16="http://schemas.microsoft.com/office/drawing/2014/main" id="{8D731464-C3FB-3C24-D5F1-3ED6884EFEF6}"/>
                  </a:ext>
                </a:extLst>
              </p:cNvPr>
              <p:cNvSpPr/>
              <p:nvPr/>
            </p:nvSpPr>
            <p:spPr>
              <a:xfrm>
                <a:off x="1318817" y="3711688"/>
                <a:ext cx="10166" cy="248969"/>
              </a:xfrm>
              <a:custGeom>
                <a:avLst/>
                <a:gdLst/>
                <a:ahLst/>
                <a:cxnLst/>
                <a:rect l="l" t="t" r="r" b="b"/>
                <a:pathLst>
                  <a:path w="10166" h="248969">
                    <a:moveTo>
                      <a:pt x="10116" y="50"/>
                    </a:moveTo>
                    <a:lnTo>
                      <a:pt x="10166" y="149"/>
                    </a:lnTo>
                    <a:lnTo>
                      <a:pt x="10166" y="2331"/>
                    </a:lnTo>
                    <a:lnTo>
                      <a:pt x="10116" y="2430"/>
                    </a:lnTo>
                    <a:lnTo>
                      <a:pt x="10017" y="2480"/>
                    </a:lnTo>
                    <a:lnTo>
                      <a:pt x="5851" y="2480"/>
                    </a:lnTo>
                    <a:lnTo>
                      <a:pt x="5752" y="2430"/>
                    </a:lnTo>
                    <a:lnTo>
                      <a:pt x="5703" y="2331"/>
                    </a:lnTo>
                    <a:lnTo>
                      <a:pt x="5703" y="149"/>
                    </a:lnTo>
                    <a:lnTo>
                      <a:pt x="5752" y="50"/>
                    </a:lnTo>
                    <a:lnTo>
                      <a:pt x="5851" y="0"/>
                    </a:lnTo>
                    <a:lnTo>
                      <a:pt x="10017" y="0"/>
                    </a:lnTo>
                    <a:close/>
                    <a:moveTo>
                      <a:pt x="10116" y="5505"/>
                    </a:moveTo>
                    <a:lnTo>
                      <a:pt x="10166" y="5604"/>
                    </a:lnTo>
                    <a:lnTo>
                      <a:pt x="10166" y="12250"/>
                    </a:lnTo>
                    <a:lnTo>
                      <a:pt x="10116" y="12349"/>
                    </a:lnTo>
                    <a:lnTo>
                      <a:pt x="10017" y="12399"/>
                    </a:lnTo>
                    <a:lnTo>
                      <a:pt x="5851" y="12399"/>
                    </a:lnTo>
                    <a:lnTo>
                      <a:pt x="5752" y="12349"/>
                    </a:lnTo>
                    <a:lnTo>
                      <a:pt x="5703" y="12250"/>
                    </a:lnTo>
                    <a:lnTo>
                      <a:pt x="5703" y="5604"/>
                    </a:lnTo>
                    <a:lnTo>
                      <a:pt x="5752" y="5505"/>
                    </a:lnTo>
                    <a:lnTo>
                      <a:pt x="5851" y="5456"/>
                    </a:lnTo>
                    <a:lnTo>
                      <a:pt x="10017" y="5456"/>
                    </a:lnTo>
                    <a:close/>
                    <a:moveTo>
                      <a:pt x="10116" y="15424"/>
                    </a:moveTo>
                    <a:lnTo>
                      <a:pt x="10166" y="15523"/>
                    </a:lnTo>
                    <a:lnTo>
                      <a:pt x="10166" y="22169"/>
                    </a:lnTo>
                    <a:lnTo>
                      <a:pt x="10116" y="22268"/>
                    </a:lnTo>
                    <a:lnTo>
                      <a:pt x="10017" y="22318"/>
                    </a:lnTo>
                    <a:lnTo>
                      <a:pt x="5851" y="22318"/>
                    </a:lnTo>
                    <a:lnTo>
                      <a:pt x="5752" y="22268"/>
                    </a:lnTo>
                    <a:lnTo>
                      <a:pt x="5703" y="22169"/>
                    </a:lnTo>
                    <a:lnTo>
                      <a:pt x="5703" y="15523"/>
                    </a:lnTo>
                    <a:lnTo>
                      <a:pt x="5752" y="15424"/>
                    </a:lnTo>
                    <a:lnTo>
                      <a:pt x="5851" y="15375"/>
                    </a:lnTo>
                    <a:lnTo>
                      <a:pt x="10017" y="15375"/>
                    </a:lnTo>
                    <a:close/>
                    <a:moveTo>
                      <a:pt x="10116" y="25343"/>
                    </a:moveTo>
                    <a:lnTo>
                      <a:pt x="10166" y="25443"/>
                    </a:lnTo>
                    <a:lnTo>
                      <a:pt x="10166" y="32088"/>
                    </a:lnTo>
                    <a:lnTo>
                      <a:pt x="10116" y="32187"/>
                    </a:lnTo>
                    <a:lnTo>
                      <a:pt x="10017" y="32237"/>
                    </a:lnTo>
                    <a:lnTo>
                      <a:pt x="5851" y="32237"/>
                    </a:lnTo>
                    <a:lnTo>
                      <a:pt x="5752" y="32187"/>
                    </a:lnTo>
                    <a:lnTo>
                      <a:pt x="5703" y="32088"/>
                    </a:lnTo>
                    <a:lnTo>
                      <a:pt x="5703" y="25443"/>
                    </a:lnTo>
                    <a:lnTo>
                      <a:pt x="5752" y="25343"/>
                    </a:lnTo>
                    <a:lnTo>
                      <a:pt x="5851" y="25294"/>
                    </a:lnTo>
                    <a:lnTo>
                      <a:pt x="10017" y="25294"/>
                    </a:lnTo>
                    <a:close/>
                    <a:moveTo>
                      <a:pt x="10116" y="35262"/>
                    </a:moveTo>
                    <a:lnTo>
                      <a:pt x="10166" y="35362"/>
                    </a:lnTo>
                    <a:lnTo>
                      <a:pt x="10166" y="42007"/>
                    </a:lnTo>
                    <a:lnTo>
                      <a:pt x="10116" y="42107"/>
                    </a:lnTo>
                    <a:lnTo>
                      <a:pt x="10017" y="42156"/>
                    </a:lnTo>
                    <a:lnTo>
                      <a:pt x="5851" y="42156"/>
                    </a:lnTo>
                    <a:lnTo>
                      <a:pt x="5752" y="42107"/>
                    </a:lnTo>
                    <a:lnTo>
                      <a:pt x="5703" y="42007"/>
                    </a:lnTo>
                    <a:lnTo>
                      <a:pt x="5703" y="35362"/>
                    </a:lnTo>
                    <a:lnTo>
                      <a:pt x="5752" y="35262"/>
                    </a:lnTo>
                    <a:lnTo>
                      <a:pt x="5851" y="35213"/>
                    </a:lnTo>
                    <a:lnTo>
                      <a:pt x="10017" y="35213"/>
                    </a:lnTo>
                    <a:close/>
                    <a:moveTo>
                      <a:pt x="10116" y="45181"/>
                    </a:moveTo>
                    <a:lnTo>
                      <a:pt x="10166" y="45281"/>
                    </a:lnTo>
                    <a:lnTo>
                      <a:pt x="10166" y="51926"/>
                    </a:lnTo>
                    <a:lnTo>
                      <a:pt x="10116" y="52026"/>
                    </a:lnTo>
                    <a:lnTo>
                      <a:pt x="10017" y="52075"/>
                    </a:lnTo>
                    <a:lnTo>
                      <a:pt x="5851" y="52075"/>
                    </a:lnTo>
                    <a:lnTo>
                      <a:pt x="5752" y="52026"/>
                    </a:lnTo>
                    <a:lnTo>
                      <a:pt x="5703" y="51926"/>
                    </a:lnTo>
                    <a:lnTo>
                      <a:pt x="5703" y="45281"/>
                    </a:lnTo>
                    <a:lnTo>
                      <a:pt x="5752" y="45181"/>
                    </a:lnTo>
                    <a:lnTo>
                      <a:pt x="5851" y="45132"/>
                    </a:lnTo>
                    <a:lnTo>
                      <a:pt x="10017" y="45132"/>
                    </a:lnTo>
                    <a:close/>
                    <a:moveTo>
                      <a:pt x="10116" y="55101"/>
                    </a:moveTo>
                    <a:lnTo>
                      <a:pt x="10166" y="55200"/>
                    </a:lnTo>
                    <a:lnTo>
                      <a:pt x="10166" y="61846"/>
                    </a:lnTo>
                    <a:lnTo>
                      <a:pt x="10116" y="61945"/>
                    </a:lnTo>
                    <a:lnTo>
                      <a:pt x="10017" y="61994"/>
                    </a:lnTo>
                    <a:lnTo>
                      <a:pt x="5851" y="61994"/>
                    </a:lnTo>
                    <a:lnTo>
                      <a:pt x="5752" y="61945"/>
                    </a:lnTo>
                    <a:lnTo>
                      <a:pt x="5703" y="61846"/>
                    </a:lnTo>
                    <a:lnTo>
                      <a:pt x="5703" y="55200"/>
                    </a:lnTo>
                    <a:lnTo>
                      <a:pt x="5752" y="55101"/>
                    </a:lnTo>
                    <a:lnTo>
                      <a:pt x="5851" y="55051"/>
                    </a:lnTo>
                    <a:lnTo>
                      <a:pt x="10017" y="55051"/>
                    </a:lnTo>
                    <a:close/>
                    <a:moveTo>
                      <a:pt x="10116" y="65020"/>
                    </a:moveTo>
                    <a:lnTo>
                      <a:pt x="10166" y="65119"/>
                    </a:lnTo>
                    <a:lnTo>
                      <a:pt x="10166" y="71765"/>
                    </a:lnTo>
                    <a:lnTo>
                      <a:pt x="10116" y="71864"/>
                    </a:lnTo>
                    <a:lnTo>
                      <a:pt x="10017" y="71913"/>
                    </a:lnTo>
                    <a:lnTo>
                      <a:pt x="5851" y="71913"/>
                    </a:lnTo>
                    <a:lnTo>
                      <a:pt x="5752" y="71864"/>
                    </a:lnTo>
                    <a:lnTo>
                      <a:pt x="5703" y="71765"/>
                    </a:lnTo>
                    <a:lnTo>
                      <a:pt x="5703" y="65119"/>
                    </a:lnTo>
                    <a:lnTo>
                      <a:pt x="5752" y="65020"/>
                    </a:lnTo>
                    <a:lnTo>
                      <a:pt x="5851" y="64970"/>
                    </a:lnTo>
                    <a:lnTo>
                      <a:pt x="10017" y="64970"/>
                    </a:lnTo>
                    <a:close/>
                    <a:moveTo>
                      <a:pt x="10116" y="74939"/>
                    </a:moveTo>
                    <a:lnTo>
                      <a:pt x="10166" y="75038"/>
                    </a:lnTo>
                    <a:lnTo>
                      <a:pt x="10166" y="81684"/>
                    </a:lnTo>
                    <a:lnTo>
                      <a:pt x="10116" y="81783"/>
                    </a:lnTo>
                    <a:lnTo>
                      <a:pt x="10017" y="81832"/>
                    </a:lnTo>
                    <a:lnTo>
                      <a:pt x="5851" y="81832"/>
                    </a:lnTo>
                    <a:lnTo>
                      <a:pt x="5752" y="81783"/>
                    </a:lnTo>
                    <a:lnTo>
                      <a:pt x="5703" y="81684"/>
                    </a:lnTo>
                    <a:lnTo>
                      <a:pt x="5703" y="75038"/>
                    </a:lnTo>
                    <a:lnTo>
                      <a:pt x="5752" y="74939"/>
                    </a:lnTo>
                    <a:lnTo>
                      <a:pt x="5851" y="74889"/>
                    </a:lnTo>
                    <a:lnTo>
                      <a:pt x="10017" y="74889"/>
                    </a:lnTo>
                    <a:close/>
                    <a:moveTo>
                      <a:pt x="10116" y="84858"/>
                    </a:moveTo>
                    <a:lnTo>
                      <a:pt x="10166" y="84957"/>
                    </a:lnTo>
                    <a:lnTo>
                      <a:pt x="10166" y="91603"/>
                    </a:lnTo>
                    <a:lnTo>
                      <a:pt x="10116" y="91702"/>
                    </a:lnTo>
                    <a:lnTo>
                      <a:pt x="10017" y="91752"/>
                    </a:lnTo>
                    <a:lnTo>
                      <a:pt x="5851" y="91752"/>
                    </a:lnTo>
                    <a:lnTo>
                      <a:pt x="5752" y="91702"/>
                    </a:lnTo>
                    <a:lnTo>
                      <a:pt x="5703" y="91603"/>
                    </a:lnTo>
                    <a:lnTo>
                      <a:pt x="5703" y="84957"/>
                    </a:lnTo>
                    <a:lnTo>
                      <a:pt x="5752" y="84858"/>
                    </a:lnTo>
                    <a:lnTo>
                      <a:pt x="5851" y="84808"/>
                    </a:lnTo>
                    <a:lnTo>
                      <a:pt x="10017" y="84808"/>
                    </a:lnTo>
                    <a:close/>
                    <a:moveTo>
                      <a:pt x="10116" y="94777"/>
                    </a:moveTo>
                    <a:lnTo>
                      <a:pt x="10166" y="94876"/>
                    </a:lnTo>
                    <a:lnTo>
                      <a:pt x="10166" y="101522"/>
                    </a:lnTo>
                    <a:lnTo>
                      <a:pt x="10116" y="101621"/>
                    </a:lnTo>
                    <a:lnTo>
                      <a:pt x="10017" y="101671"/>
                    </a:lnTo>
                    <a:lnTo>
                      <a:pt x="5851" y="101671"/>
                    </a:lnTo>
                    <a:lnTo>
                      <a:pt x="5752" y="101621"/>
                    </a:lnTo>
                    <a:lnTo>
                      <a:pt x="5703" y="101522"/>
                    </a:lnTo>
                    <a:lnTo>
                      <a:pt x="5703" y="94876"/>
                    </a:lnTo>
                    <a:lnTo>
                      <a:pt x="5752" y="94777"/>
                    </a:lnTo>
                    <a:lnTo>
                      <a:pt x="5851" y="94727"/>
                    </a:lnTo>
                    <a:lnTo>
                      <a:pt x="10017" y="94727"/>
                    </a:lnTo>
                    <a:close/>
                    <a:moveTo>
                      <a:pt x="10116" y="104696"/>
                    </a:moveTo>
                    <a:lnTo>
                      <a:pt x="10166" y="104795"/>
                    </a:lnTo>
                    <a:lnTo>
                      <a:pt x="10166" y="111441"/>
                    </a:lnTo>
                    <a:lnTo>
                      <a:pt x="10116" y="111540"/>
                    </a:lnTo>
                    <a:lnTo>
                      <a:pt x="10017" y="111590"/>
                    </a:lnTo>
                    <a:lnTo>
                      <a:pt x="5851" y="111590"/>
                    </a:lnTo>
                    <a:lnTo>
                      <a:pt x="5752" y="111540"/>
                    </a:lnTo>
                    <a:lnTo>
                      <a:pt x="5703" y="111441"/>
                    </a:lnTo>
                    <a:lnTo>
                      <a:pt x="5703" y="104795"/>
                    </a:lnTo>
                    <a:lnTo>
                      <a:pt x="5752" y="104696"/>
                    </a:lnTo>
                    <a:lnTo>
                      <a:pt x="5851" y="104646"/>
                    </a:lnTo>
                    <a:lnTo>
                      <a:pt x="10017" y="104646"/>
                    </a:lnTo>
                    <a:close/>
                    <a:moveTo>
                      <a:pt x="10116" y="114615"/>
                    </a:moveTo>
                    <a:lnTo>
                      <a:pt x="10166" y="114714"/>
                    </a:lnTo>
                    <a:lnTo>
                      <a:pt x="10166" y="121360"/>
                    </a:lnTo>
                    <a:lnTo>
                      <a:pt x="10116" y="121459"/>
                    </a:lnTo>
                    <a:lnTo>
                      <a:pt x="10017" y="121509"/>
                    </a:lnTo>
                    <a:lnTo>
                      <a:pt x="5851" y="121509"/>
                    </a:lnTo>
                    <a:lnTo>
                      <a:pt x="5752" y="121459"/>
                    </a:lnTo>
                    <a:lnTo>
                      <a:pt x="5703" y="121360"/>
                    </a:lnTo>
                    <a:lnTo>
                      <a:pt x="5703" y="114714"/>
                    </a:lnTo>
                    <a:lnTo>
                      <a:pt x="5752" y="114615"/>
                    </a:lnTo>
                    <a:lnTo>
                      <a:pt x="5851" y="114565"/>
                    </a:lnTo>
                    <a:lnTo>
                      <a:pt x="10017" y="114565"/>
                    </a:lnTo>
                    <a:close/>
                    <a:moveTo>
                      <a:pt x="10116" y="124534"/>
                    </a:moveTo>
                    <a:lnTo>
                      <a:pt x="10166" y="124633"/>
                    </a:lnTo>
                    <a:lnTo>
                      <a:pt x="10166" y="131279"/>
                    </a:lnTo>
                    <a:lnTo>
                      <a:pt x="10116" y="131378"/>
                    </a:lnTo>
                    <a:lnTo>
                      <a:pt x="10017" y="131428"/>
                    </a:lnTo>
                    <a:lnTo>
                      <a:pt x="5851" y="131428"/>
                    </a:lnTo>
                    <a:lnTo>
                      <a:pt x="5752" y="131378"/>
                    </a:lnTo>
                    <a:lnTo>
                      <a:pt x="5703" y="131279"/>
                    </a:lnTo>
                    <a:lnTo>
                      <a:pt x="5703" y="124633"/>
                    </a:lnTo>
                    <a:lnTo>
                      <a:pt x="5752" y="124534"/>
                    </a:lnTo>
                    <a:lnTo>
                      <a:pt x="5851" y="124484"/>
                    </a:lnTo>
                    <a:lnTo>
                      <a:pt x="10017" y="124484"/>
                    </a:lnTo>
                    <a:close/>
                    <a:moveTo>
                      <a:pt x="10116" y="134453"/>
                    </a:moveTo>
                    <a:lnTo>
                      <a:pt x="10166" y="134552"/>
                    </a:lnTo>
                    <a:lnTo>
                      <a:pt x="10166" y="141198"/>
                    </a:lnTo>
                    <a:lnTo>
                      <a:pt x="10116" y="141297"/>
                    </a:lnTo>
                    <a:lnTo>
                      <a:pt x="10017" y="141347"/>
                    </a:lnTo>
                    <a:lnTo>
                      <a:pt x="5851" y="141347"/>
                    </a:lnTo>
                    <a:lnTo>
                      <a:pt x="5752" y="141297"/>
                    </a:lnTo>
                    <a:lnTo>
                      <a:pt x="5703" y="141198"/>
                    </a:lnTo>
                    <a:lnTo>
                      <a:pt x="5703" y="134552"/>
                    </a:lnTo>
                    <a:lnTo>
                      <a:pt x="5752" y="134453"/>
                    </a:lnTo>
                    <a:lnTo>
                      <a:pt x="5851" y="134404"/>
                    </a:lnTo>
                    <a:lnTo>
                      <a:pt x="10017" y="134404"/>
                    </a:lnTo>
                    <a:close/>
                    <a:moveTo>
                      <a:pt x="10116" y="144372"/>
                    </a:moveTo>
                    <a:lnTo>
                      <a:pt x="10166" y="144471"/>
                    </a:lnTo>
                    <a:lnTo>
                      <a:pt x="10166" y="151117"/>
                    </a:lnTo>
                    <a:lnTo>
                      <a:pt x="10116" y="151216"/>
                    </a:lnTo>
                    <a:lnTo>
                      <a:pt x="10017" y="151266"/>
                    </a:lnTo>
                    <a:lnTo>
                      <a:pt x="5851" y="151266"/>
                    </a:lnTo>
                    <a:lnTo>
                      <a:pt x="5752" y="151216"/>
                    </a:lnTo>
                    <a:lnTo>
                      <a:pt x="5703" y="151117"/>
                    </a:lnTo>
                    <a:lnTo>
                      <a:pt x="5703" y="144471"/>
                    </a:lnTo>
                    <a:lnTo>
                      <a:pt x="5752" y="144372"/>
                    </a:lnTo>
                    <a:lnTo>
                      <a:pt x="5851" y="144323"/>
                    </a:lnTo>
                    <a:lnTo>
                      <a:pt x="10017" y="144323"/>
                    </a:lnTo>
                    <a:close/>
                    <a:moveTo>
                      <a:pt x="10116" y="154291"/>
                    </a:moveTo>
                    <a:lnTo>
                      <a:pt x="10166" y="154390"/>
                    </a:lnTo>
                    <a:lnTo>
                      <a:pt x="10166" y="161036"/>
                    </a:lnTo>
                    <a:lnTo>
                      <a:pt x="10116" y="161135"/>
                    </a:lnTo>
                    <a:lnTo>
                      <a:pt x="10017" y="161185"/>
                    </a:lnTo>
                    <a:lnTo>
                      <a:pt x="5851" y="161185"/>
                    </a:lnTo>
                    <a:lnTo>
                      <a:pt x="5752" y="161135"/>
                    </a:lnTo>
                    <a:lnTo>
                      <a:pt x="5703" y="161036"/>
                    </a:lnTo>
                    <a:lnTo>
                      <a:pt x="5703" y="154390"/>
                    </a:lnTo>
                    <a:lnTo>
                      <a:pt x="5752" y="154291"/>
                    </a:lnTo>
                    <a:lnTo>
                      <a:pt x="5851" y="154242"/>
                    </a:lnTo>
                    <a:lnTo>
                      <a:pt x="10017" y="154242"/>
                    </a:lnTo>
                    <a:close/>
                    <a:moveTo>
                      <a:pt x="10116" y="164210"/>
                    </a:moveTo>
                    <a:lnTo>
                      <a:pt x="10166" y="164310"/>
                    </a:lnTo>
                    <a:lnTo>
                      <a:pt x="10166" y="170955"/>
                    </a:lnTo>
                    <a:lnTo>
                      <a:pt x="10116" y="171055"/>
                    </a:lnTo>
                    <a:lnTo>
                      <a:pt x="10017" y="171104"/>
                    </a:lnTo>
                    <a:lnTo>
                      <a:pt x="5851" y="171104"/>
                    </a:lnTo>
                    <a:lnTo>
                      <a:pt x="5752" y="171055"/>
                    </a:lnTo>
                    <a:lnTo>
                      <a:pt x="5703" y="170955"/>
                    </a:lnTo>
                    <a:lnTo>
                      <a:pt x="5703" y="164310"/>
                    </a:lnTo>
                    <a:lnTo>
                      <a:pt x="5752" y="164210"/>
                    </a:lnTo>
                    <a:lnTo>
                      <a:pt x="5851" y="164161"/>
                    </a:lnTo>
                    <a:lnTo>
                      <a:pt x="10017" y="164161"/>
                    </a:lnTo>
                    <a:close/>
                    <a:moveTo>
                      <a:pt x="10116" y="174129"/>
                    </a:moveTo>
                    <a:lnTo>
                      <a:pt x="10166" y="174229"/>
                    </a:lnTo>
                    <a:lnTo>
                      <a:pt x="10166" y="180874"/>
                    </a:lnTo>
                    <a:lnTo>
                      <a:pt x="10116" y="180974"/>
                    </a:lnTo>
                    <a:lnTo>
                      <a:pt x="10017" y="181023"/>
                    </a:lnTo>
                    <a:lnTo>
                      <a:pt x="5851" y="181023"/>
                    </a:lnTo>
                    <a:lnTo>
                      <a:pt x="5752" y="180974"/>
                    </a:lnTo>
                    <a:lnTo>
                      <a:pt x="5703" y="180874"/>
                    </a:lnTo>
                    <a:lnTo>
                      <a:pt x="5703" y="174229"/>
                    </a:lnTo>
                    <a:lnTo>
                      <a:pt x="5752" y="174129"/>
                    </a:lnTo>
                    <a:lnTo>
                      <a:pt x="5851" y="174080"/>
                    </a:lnTo>
                    <a:lnTo>
                      <a:pt x="10017" y="174080"/>
                    </a:lnTo>
                    <a:close/>
                    <a:moveTo>
                      <a:pt x="10116" y="184049"/>
                    </a:moveTo>
                    <a:lnTo>
                      <a:pt x="10166" y="184148"/>
                    </a:lnTo>
                    <a:lnTo>
                      <a:pt x="10166" y="190793"/>
                    </a:lnTo>
                    <a:lnTo>
                      <a:pt x="10116" y="190893"/>
                    </a:lnTo>
                    <a:lnTo>
                      <a:pt x="10017" y="190942"/>
                    </a:lnTo>
                    <a:lnTo>
                      <a:pt x="5851" y="190942"/>
                    </a:lnTo>
                    <a:lnTo>
                      <a:pt x="5752" y="190893"/>
                    </a:lnTo>
                    <a:lnTo>
                      <a:pt x="5703" y="190793"/>
                    </a:lnTo>
                    <a:lnTo>
                      <a:pt x="5703" y="184148"/>
                    </a:lnTo>
                    <a:lnTo>
                      <a:pt x="5752" y="184049"/>
                    </a:lnTo>
                    <a:lnTo>
                      <a:pt x="5851" y="183999"/>
                    </a:lnTo>
                    <a:lnTo>
                      <a:pt x="10017" y="183999"/>
                    </a:lnTo>
                    <a:close/>
                    <a:moveTo>
                      <a:pt x="10116" y="193968"/>
                    </a:moveTo>
                    <a:lnTo>
                      <a:pt x="10166" y="194067"/>
                    </a:lnTo>
                    <a:lnTo>
                      <a:pt x="10166" y="200713"/>
                    </a:lnTo>
                    <a:lnTo>
                      <a:pt x="10116" y="200812"/>
                    </a:lnTo>
                    <a:lnTo>
                      <a:pt x="10017" y="200861"/>
                    </a:lnTo>
                    <a:lnTo>
                      <a:pt x="5851" y="200861"/>
                    </a:lnTo>
                    <a:lnTo>
                      <a:pt x="5752" y="200812"/>
                    </a:lnTo>
                    <a:lnTo>
                      <a:pt x="5703" y="200713"/>
                    </a:lnTo>
                    <a:lnTo>
                      <a:pt x="5703" y="194067"/>
                    </a:lnTo>
                    <a:lnTo>
                      <a:pt x="5752" y="193968"/>
                    </a:lnTo>
                    <a:lnTo>
                      <a:pt x="5851" y="193918"/>
                    </a:lnTo>
                    <a:lnTo>
                      <a:pt x="10017" y="193918"/>
                    </a:lnTo>
                    <a:close/>
                    <a:moveTo>
                      <a:pt x="10116" y="203887"/>
                    </a:moveTo>
                    <a:lnTo>
                      <a:pt x="10166" y="203986"/>
                    </a:lnTo>
                    <a:lnTo>
                      <a:pt x="10166" y="210632"/>
                    </a:lnTo>
                    <a:lnTo>
                      <a:pt x="10116" y="210731"/>
                    </a:lnTo>
                    <a:lnTo>
                      <a:pt x="10017" y="210780"/>
                    </a:lnTo>
                    <a:lnTo>
                      <a:pt x="5851" y="210780"/>
                    </a:lnTo>
                    <a:lnTo>
                      <a:pt x="5752" y="210731"/>
                    </a:lnTo>
                    <a:lnTo>
                      <a:pt x="5703" y="210632"/>
                    </a:lnTo>
                    <a:lnTo>
                      <a:pt x="5703" y="203986"/>
                    </a:lnTo>
                    <a:lnTo>
                      <a:pt x="5752" y="203887"/>
                    </a:lnTo>
                    <a:lnTo>
                      <a:pt x="5851" y="203837"/>
                    </a:lnTo>
                    <a:lnTo>
                      <a:pt x="10017" y="203837"/>
                    </a:lnTo>
                    <a:close/>
                    <a:moveTo>
                      <a:pt x="10116" y="213806"/>
                    </a:moveTo>
                    <a:lnTo>
                      <a:pt x="10166" y="213905"/>
                    </a:lnTo>
                    <a:lnTo>
                      <a:pt x="10166" y="220551"/>
                    </a:lnTo>
                    <a:lnTo>
                      <a:pt x="10116" y="220650"/>
                    </a:lnTo>
                    <a:lnTo>
                      <a:pt x="10017" y="220699"/>
                    </a:lnTo>
                    <a:lnTo>
                      <a:pt x="5851" y="220699"/>
                    </a:lnTo>
                    <a:lnTo>
                      <a:pt x="5752" y="220650"/>
                    </a:lnTo>
                    <a:lnTo>
                      <a:pt x="5703" y="220551"/>
                    </a:lnTo>
                    <a:lnTo>
                      <a:pt x="5703" y="213905"/>
                    </a:lnTo>
                    <a:lnTo>
                      <a:pt x="5752" y="213806"/>
                    </a:lnTo>
                    <a:lnTo>
                      <a:pt x="5851" y="213756"/>
                    </a:lnTo>
                    <a:lnTo>
                      <a:pt x="10017" y="213756"/>
                    </a:lnTo>
                    <a:close/>
                    <a:moveTo>
                      <a:pt x="10116" y="223725"/>
                    </a:moveTo>
                    <a:lnTo>
                      <a:pt x="10166" y="223824"/>
                    </a:lnTo>
                    <a:lnTo>
                      <a:pt x="10166" y="230470"/>
                    </a:lnTo>
                    <a:lnTo>
                      <a:pt x="10116" y="230569"/>
                    </a:lnTo>
                    <a:lnTo>
                      <a:pt x="10017" y="230619"/>
                    </a:lnTo>
                    <a:lnTo>
                      <a:pt x="5851" y="230619"/>
                    </a:lnTo>
                    <a:lnTo>
                      <a:pt x="5752" y="230569"/>
                    </a:lnTo>
                    <a:lnTo>
                      <a:pt x="5703" y="230470"/>
                    </a:lnTo>
                    <a:lnTo>
                      <a:pt x="5703" y="223824"/>
                    </a:lnTo>
                    <a:lnTo>
                      <a:pt x="5752" y="223725"/>
                    </a:lnTo>
                    <a:lnTo>
                      <a:pt x="5851" y="223675"/>
                    </a:lnTo>
                    <a:lnTo>
                      <a:pt x="10017" y="223675"/>
                    </a:lnTo>
                    <a:close/>
                    <a:moveTo>
                      <a:pt x="10116" y="233644"/>
                    </a:moveTo>
                    <a:lnTo>
                      <a:pt x="10166" y="233743"/>
                    </a:lnTo>
                    <a:lnTo>
                      <a:pt x="10166" y="240389"/>
                    </a:lnTo>
                    <a:lnTo>
                      <a:pt x="10116" y="240488"/>
                    </a:lnTo>
                    <a:lnTo>
                      <a:pt x="10017" y="240538"/>
                    </a:lnTo>
                    <a:lnTo>
                      <a:pt x="5851" y="240538"/>
                    </a:lnTo>
                    <a:lnTo>
                      <a:pt x="5752" y="240488"/>
                    </a:lnTo>
                    <a:lnTo>
                      <a:pt x="5703" y="240389"/>
                    </a:lnTo>
                    <a:lnTo>
                      <a:pt x="5703" y="233743"/>
                    </a:lnTo>
                    <a:lnTo>
                      <a:pt x="5752" y="233644"/>
                    </a:lnTo>
                    <a:lnTo>
                      <a:pt x="5851" y="233594"/>
                    </a:lnTo>
                    <a:lnTo>
                      <a:pt x="10017" y="233594"/>
                    </a:lnTo>
                    <a:close/>
                    <a:moveTo>
                      <a:pt x="10116" y="243563"/>
                    </a:moveTo>
                    <a:lnTo>
                      <a:pt x="10166" y="243662"/>
                    </a:lnTo>
                    <a:lnTo>
                      <a:pt x="10166" y="248820"/>
                    </a:lnTo>
                    <a:lnTo>
                      <a:pt x="10116" y="248919"/>
                    </a:lnTo>
                    <a:lnTo>
                      <a:pt x="10017" y="248969"/>
                    </a:lnTo>
                    <a:lnTo>
                      <a:pt x="5851" y="248969"/>
                    </a:lnTo>
                    <a:lnTo>
                      <a:pt x="5752" y="248919"/>
                    </a:lnTo>
                    <a:lnTo>
                      <a:pt x="5703" y="248820"/>
                    </a:lnTo>
                    <a:lnTo>
                      <a:pt x="5703" y="243662"/>
                    </a:lnTo>
                    <a:lnTo>
                      <a:pt x="5752" y="243563"/>
                    </a:lnTo>
                    <a:lnTo>
                      <a:pt x="5851" y="243513"/>
                    </a:lnTo>
                    <a:lnTo>
                      <a:pt x="10017" y="243513"/>
                    </a:lnTo>
                    <a:close/>
                    <a:moveTo>
                      <a:pt x="5653" y="50"/>
                    </a:moveTo>
                    <a:lnTo>
                      <a:pt x="5703" y="149"/>
                    </a:lnTo>
                    <a:lnTo>
                      <a:pt x="5703" y="248820"/>
                    </a:lnTo>
                    <a:lnTo>
                      <a:pt x="5653" y="248919"/>
                    </a:lnTo>
                    <a:lnTo>
                      <a:pt x="5554" y="248969"/>
                    </a:lnTo>
                    <a:lnTo>
                      <a:pt x="148" y="248969"/>
                    </a:lnTo>
                    <a:lnTo>
                      <a:pt x="49" y="248919"/>
                    </a:lnTo>
                    <a:lnTo>
                      <a:pt x="0" y="248820"/>
                    </a:lnTo>
                    <a:lnTo>
                      <a:pt x="0" y="149"/>
                    </a:lnTo>
                    <a:lnTo>
                      <a:pt x="49" y="50"/>
                    </a:lnTo>
                    <a:lnTo>
                      <a:pt x="148" y="0"/>
                    </a:lnTo>
                    <a:lnTo>
                      <a:pt x="555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9" name="墙_V17_Storage_North_Casing">
                <a:extLst>
                  <a:ext uri="{FF2B5EF4-FFF2-40B4-BE49-F238E27FC236}">
                    <a16:creationId xmlns:a16="http://schemas.microsoft.com/office/drawing/2014/main" id="{4A43F4A0-8ED9-211A-4AAC-537CF13F280A}"/>
                  </a:ext>
                </a:extLst>
              </p:cNvPr>
              <p:cNvSpPr/>
              <p:nvPr/>
            </p:nvSpPr>
            <p:spPr>
              <a:xfrm>
                <a:off x="2240297" y="4676368"/>
                <a:ext cx="4960" cy="11159"/>
              </a:xfrm>
              <a:custGeom>
                <a:avLst/>
                <a:gdLst/>
                <a:ahLst/>
                <a:cxnLst/>
                <a:rect l="l" t="t" r="r" b="b"/>
                <a:pathLst>
                  <a:path w="4960" h="11159">
                    <a:moveTo>
                      <a:pt x="4960" y="0"/>
                    </a:moveTo>
                    <a:lnTo>
                      <a:pt x="0" y="0"/>
                    </a:lnTo>
                    <a:lnTo>
                      <a:pt x="0" y="11159"/>
                    </a:lnTo>
                    <a:lnTo>
                      <a:pt x="4960" y="1115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423" name="房间名（沿用施工图）">
              <a:extLst>
                <a:ext uri="{FF2B5EF4-FFF2-40B4-BE49-F238E27FC236}">
                  <a16:creationId xmlns:a16="http://schemas.microsoft.com/office/drawing/2014/main" id="{999474E9-7318-2C4D-EF6E-2949F8F8533D}"/>
                </a:ext>
              </a:extLst>
            </p:cNvPr>
            <p:cNvGrpSpPr/>
            <p:nvPr/>
          </p:nvGrpSpPr>
          <p:grpSpPr>
            <a:xfrm>
              <a:off x="658780" y="1171576"/>
              <a:ext cx="1914044" cy="4397638"/>
              <a:chOff x="658780" y="1171576"/>
              <a:chExt cx="1914044" cy="4397638"/>
            </a:xfrm>
          </p:grpSpPr>
          <p:sp>
            <p:nvSpPr>
              <p:cNvPr id="424" name="TextBox 423">
                <a:extLst>
                  <a:ext uri="{FF2B5EF4-FFF2-40B4-BE49-F238E27FC236}">
                    <a16:creationId xmlns:a16="http://schemas.microsoft.com/office/drawing/2014/main" id="{43FEC776-CEDF-3216-2E0A-B9CE63EE2390}"/>
                  </a:ext>
                </a:extLst>
              </p:cNvPr>
              <p:cNvSpPr txBox="1"/>
              <p:nvPr/>
            </p:nvSpPr>
            <p:spPr>
              <a:xfrm rot="16200000">
                <a:off x="1704467" y="464322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起居室</a:t>
                </a:r>
              </a:p>
            </p:txBody>
          </p:sp>
          <p:sp>
            <p:nvSpPr>
              <p:cNvPr id="425" name="TextBox 424">
                <a:extLst>
                  <a:ext uri="{FF2B5EF4-FFF2-40B4-BE49-F238E27FC236}">
                    <a16:creationId xmlns:a16="http://schemas.microsoft.com/office/drawing/2014/main" id="{4E1035C1-A79A-E69F-B479-A165BD13CC06}"/>
                  </a:ext>
                </a:extLst>
              </p:cNvPr>
              <p:cNvSpPr txBox="1"/>
              <p:nvPr/>
            </p:nvSpPr>
            <p:spPr>
              <a:xfrm rot="16200000">
                <a:off x="1952573" y="2508311"/>
                <a:ext cx="54125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厨房（吧台区）</a:t>
                </a:r>
              </a:p>
            </p:txBody>
          </p:sp>
          <p:sp>
            <p:nvSpPr>
              <p:cNvPr id="426" name="TextBox 425">
                <a:extLst>
                  <a:ext uri="{FF2B5EF4-FFF2-40B4-BE49-F238E27FC236}">
                    <a16:creationId xmlns:a16="http://schemas.microsoft.com/office/drawing/2014/main" id="{58A143EE-E6E5-2CE6-EA82-045D91BC6A96}"/>
                  </a:ext>
                </a:extLst>
              </p:cNvPr>
              <p:cNvSpPr txBox="1"/>
              <p:nvPr/>
            </p:nvSpPr>
            <p:spPr>
              <a:xfrm rot="16200000">
                <a:off x="1377294" y="547717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前院</a:t>
                </a:r>
              </a:p>
            </p:txBody>
          </p:sp>
          <p:sp>
            <p:nvSpPr>
              <p:cNvPr id="427" name="TextBox 426">
                <a:extLst>
                  <a:ext uri="{FF2B5EF4-FFF2-40B4-BE49-F238E27FC236}">
                    <a16:creationId xmlns:a16="http://schemas.microsoft.com/office/drawing/2014/main" id="{A7A11826-15A1-F21D-B60C-531AAE91EB7C}"/>
                  </a:ext>
                </a:extLst>
              </p:cNvPr>
              <p:cNvSpPr txBox="1"/>
              <p:nvPr/>
            </p:nvSpPr>
            <p:spPr>
              <a:xfrm rot="16200000">
                <a:off x="1792213" y="3624550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餐厅</a:t>
                </a:r>
                <a:endParaRPr sz="1301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28" name="TextBox 427">
                <a:extLst>
                  <a:ext uri="{FF2B5EF4-FFF2-40B4-BE49-F238E27FC236}">
                    <a16:creationId xmlns:a16="http://schemas.microsoft.com/office/drawing/2014/main" id="{7343EACE-CE65-E7E9-B861-48D7090D7218}"/>
                  </a:ext>
                </a:extLst>
              </p:cNvPr>
              <p:cNvSpPr txBox="1"/>
              <p:nvPr/>
            </p:nvSpPr>
            <p:spPr>
              <a:xfrm rot="16200000">
                <a:off x="2320821" y="4239600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  <p:sp>
            <p:nvSpPr>
              <p:cNvPr id="429" name="TextBox 428">
                <a:extLst>
                  <a:ext uri="{FF2B5EF4-FFF2-40B4-BE49-F238E27FC236}">
                    <a16:creationId xmlns:a16="http://schemas.microsoft.com/office/drawing/2014/main" id="{A10F7F30-E0C5-2FE9-F6DD-3D4FE703DA0D}"/>
                  </a:ext>
                </a:extLst>
              </p:cNvPr>
              <p:cNvSpPr txBox="1"/>
              <p:nvPr/>
            </p:nvSpPr>
            <p:spPr>
              <a:xfrm rot="16200000">
                <a:off x="964969" y="201019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后花园</a:t>
                </a:r>
              </a:p>
            </p:txBody>
          </p:sp>
          <p:sp>
            <p:nvSpPr>
              <p:cNvPr id="430" name="TextBox 429">
                <a:extLst>
                  <a:ext uri="{FF2B5EF4-FFF2-40B4-BE49-F238E27FC236}">
                    <a16:creationId xmlns:a16="http://schemas.microsoft.com/office/drawing/2014/main" id="{3387C132-2888-B401-4ED1-11F4143ECB2F}"/>
                  </a:ext>
                </a:extLst>
              </p:cNvPr>
              <p:cNvSpPr txBox="1"/>
              <p:nvPr/>
            </p:nvSpPr>
            <p:spPr>
              <a:xfrm rot="16200000">
                <a:off x="2320821" y="472944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  <a:endParaRPr sz="1301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31" name="TextBox 430">
                <a:extLst>
                  <a:ext uri="{FF2B5EF4-FFF2-40B4-BE49-F238E27FC236}">
                    <a16:creationId xmlns:a16="http://schemas.microsoft.com/office/drawing/2014/main" id="{5AB5D4B4-1267-862F-370E-CB023A94A0EA}"/>
                  </a:ext>
                </a:extLst>
              </p:cNvPr>
              <p:cNvSpPr txBox="1"/>
              <p:nvPr/>
            </p:nvSpPr>
            <p:spPr>
              <a:xfrm rot="16200000">
                <a:off x="1098651" y="321923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432" name="TextBox 431">
                <a:extLst>
                  <a:ext uri="{FF2B5EF4-FFF2-40B4-BE49-F238E27FC236}">
                    <a16:creationId xmlns:a16="http://schemas.microsoft.com/office/drawing/2014/main" id="{A94F9BBF-6BA1-7A05-33AF-81559C4F895C}"/>
                  </a:ext>
                </a:extLst>
              </p:cNvPr>
              <p:cNvSpPr txBox="1"/>
              <p:nvPr/>
            </p:nvSpPr>
            <p:spPr>
              <a:xfrm rot="16200000">
                <a:off x="2378657" y="3368357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433" name="TextBox 432">
                <a:extLst>
                  <a:ext uri="{FF2B5EF4-FFF2-40B4-BE49-F238E27FC236}">
                    <a16:creationId xmlns:a16="http://schemas.microsoft.com/office/drawing/2014/main" id="{94530346-B00F-94EA-1F07-D67074D2FEC6}"/>
                  </a:ext>
                </a:extLst>
              </p:cNvPr>
              <p:cNvSpPr txBox="1"/>
              <p:nvPr/>
            </p:nvSpPr>
            <p:spPr>
              <a:xfrm rot="16200000">
                <a:off x="2120615" y="1821014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</a:t>
                </a:r>
              </a:p>
            </p:txBody>
          </p:sp>
          <p:sp>
            <p:nvSpPr>
              <p:cNvPr id="434" name="TextBox 433">
                <a:extLst>
                  <a:ext uri="{FF2B5EF4-FFF2-40B4-BE49-F238E27FC236}">
                    <a16:creationId xmlns:a16="http://schemas.microsoft.com/office/drawing/2014/main" id="{D3666B31-7E3E-C075-3FAC-62278ECCD7E6}"/>
                  </a:ext>
                </a:extLst>
              </p:cNvPr>
              <p:cNvSpPr txBox="1"/>
              <p:nvPr/>
            </p:nvSpPr>
            <p:spPr>
              <a:xfrm rot="16200000">
                <a:off x="2087745" y="117157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洗衣房</a:t>
                </a:r>
              </a:p>
            </p:txBody>
          </p:sp>
          <p:sp>
            <p:nvSpPr>
              <p:cNvPr id="435" name="TextBox 434">
                <a:extLst>
                  <a:ext uri="{FF2B5EF4-FFF2-40B4-BE49-F238E27FC236}">
                    <a16:creationId xmlns:a16="http://schemas.microsoft.com/office/drawing/2014/main" id="{121FAF64-6464-C9C9-726F-FE3A1C91C334}"/>
                  </a:ext>
                </a:extLst>
              </p:cNvPr>
              <p:cNvSpPr txBox="1"/>
              <p:nvPr/>
            </p:nvSpPr>
            <p:spPr>
              <a:xfrm rot="16200000">
                <a:off x="791437" y="404074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客厅</a:t>
                </a:r>
              </a:p>
            </p:txBody>
          </p:sp>
          <p:sp>
            <p:nvSpPr>
              <p:cNvPr id="436" name="TextBox 435">
                <a:extLst>
                  <a:ext uri="{FF2B5EF4-FFF2-40B4-BE49-F238E27FC236}">
                    <a16:creationId xmlns:a16="http://schemas.microsoft.com/office/drawing/2014/main" id="{CD08588D-5387-80FF-3321-1E90D1A52452}"/>
                  </a:ext>
                </a:extLst>
              </p:cNvPr>
              <p:cNvSpPr txBox="1"/>
              <p:nvPr/>
            </p:nvSpPr>
            <p:spPr>
              <a:xfrm rot="16200000">
                <a:off x="658780" y="4720908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</p:grpSp>
      </p:grpSp>
      <p:sp>
        <p:nvSpPr>
          <p:cNvPr id="538" name="Rectangle 537"/>
          <p:cNvSpPr/>
          <p:nvPr/>
        </p:nvSpPr>
        <p:spPr>
          <a:xfrm>
            <a:off x="0" y="0"/>
            <a:ext cx="12192000" cy="8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Rectangle 538"/>
          <p:cNvSpPr/>
          <p:nvPr/>
        </p:nvSpPr>
        <p:spPr>
          <a:xfrm>
            <a:off x="0" y="6650000"/>
            <a:ext cx="12192000" cy="2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" name="Rectangle 539"/>
          <p:cNvSpPr/>
          <p:nvPr/>
        </p:nvSpPr>
        <p:spPr>
          <a:xfrm>
            <a:off x="0" y="850000"/>
            <a:ext cx="300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" name="Rectangle 540"/>
          <p:cNvSpPr/>
          <p:nvPr/>
        </p:nvSpPr>
        <p:spPr>
          <a:xfrm>
            <a:off x="8450000" y="850000"/>
            <a:ext cx="3742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Rectangle 54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TextBox 54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一层照明平面放大图（厨房 · 洗衣房 · 后花园）</a:t>
            </a:r>
          </a:p>
        </p:txBody>
      </p:sp>
      <p:sp>
        <p:nvSpPr>
          <p:cNvPr id="544" name="Rectangle 543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5" name="TextBox 544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546" name="TextBox 545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住宅改造（一层）</a:t>
            </a:r>
          </a:p>
        </p:txBody>
      </p:sp>
      <p:cxnSp>
        <p:nvCxnSpPr>
          <p:cNvPr id="547" name="Connector 546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8" name="TextBox 547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549" name="TextBox 548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一层照明平面放大图（厨房 · 洗衣房 · 后花园）</a:t>
            </a:r>
          </a:p>
        </p:txBody>
      </p:sp>
      <p:cxnSp>
        <p:nvCxnSpPr>
          <p:cNvPr id="550" name="Connector 549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1" name="TextBox 550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552" name="TextBox 551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电施-05</a:t>
            </a:r>
          </a:p>
        </p:txBody>
      </p:sp>
      <p:cxnSp>
        <p:nvCxnSpPr>
          <p:cNvPr id="553" name="Connector 552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4" name="TextBox 553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555" name="TextBox 554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1:50（A3）</a:t>
            </a:r>
          </a:p>
        </p:txBody>
      </p:sp>
      <p:cxnSp>
        <p:nvCxnSpPr>
          <p:cNvPr id="556" name="Connector 555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7" name="TextBox 556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558" name="TextBox 557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G-A 2026-10-03）</a:t>
            </a:r>
          </a:p>
        </p:txBody>
      </p:sp>
      <p:cxnSp>
        <p:nvCxnSpPr>
          <p:cNvPr id="559" name="Connector 558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0" name="TextBox 559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561" name="TextBox 560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562" name="Connector 561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3" name="Connector 562"/>
          <p:cNvCxnSpPr/>
          <p:nvPr/>
        </p:nvCxnSpPr>
        <p:spPr>
          <a:xfrm>
            <a:off x="3677151" y="4318219"/>
            <a:ext cx="1593685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4" name="Connector 563"/>
          <p:cNvCxnSpPr/>
          <p:nvPr/>
        </p:nvCxnSpPr>
        <p:spPr>
          <a:xfrm>
            <a:off x="2404240" y="1302782"/>
            <a:ext cx="1148138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5" name="Connector 564"/>
          <p:cNvCxnSpPr/>
          <p:nvPr/>
        </p:nvCxnSpPr>
        <p:spPr>
          <a:xfrm>
            <a:off x="3552378" y="1302782"/>
            <a:ext cx="1056745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6" name="Connector 565"/>
          <p:cNvCxnSpPr/>
          <p:nvPr/>
        </p:nvCxnSpPr>
        <p:spPr>
          <a:xfrm>
            <a:off x="4609123" y="1302782"/>
            <a:ext cx="599774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7" name="Connector 566"/>
          <p:cNvCxnSpPr/>
          <p:nvPr/>
        </p:nvCxnSpPr>
        <p:spPr>
          <a:xfrm>
            <a:off x="5208897" y="1302782"/>
            <a:ext cx="0" cy="2891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8" name="Connector 567"/>
          <p:cNvCxnSpPr/>
          <p:nvPr/>
        </p:nvCxnSpPr>
        <p:spPr>
          <a:xfrm>
            <a:off x="1981736" y="5123684"/>
            <a:ext cx="369979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9" name="Connector 568"/>
          <p:cNvCxnSpPr/>
          <p:nvPr/>
        </p:nvCxnSpPr>
        <p:spPr>
          <a:xfrm>
            <a:off x="5681526" y="5123684"/>
            <a:ext cx="0" cy="1221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0" name="Connector 569"/>
          <p:cNvCxnSpPr/>
          <p:nvPr/>
        </p:nvCxnSpPr>
        <p:spPr>
          <a:xfrm flipV="1">
            <a:off x="1139210" y="5123684"/>
            <a:ext cx="0" cy="989052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1" name="Connector 570"/>
          <p:cNvCxnSpPr/>
          <p:nvPr/>
        </p:nvCxnSpPr>
        <p:spPr>
          <a:xfrm>
            <a:off x="1139210" y="5123684"/>
            <a:ext cx="842526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2" name="TextBox 571"/>
          <p:cNvSpPr txBox="1"/>
          <p:nvPr/>
        </p:nvSpPr>
        <p:spPr>
          <a:xfrm>
            <a:off x="-655039" y="5877111"/>
            <a:ext cx="1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WL2  BV-3×2.5 PC20 WC/CC</a:t>
            </a:r>
          </a:p>
        </p:txBody>
      </p:sp>
      <p:cxnSp>
        <p:nvCxnSpPr>
          <p:cNvPr id="573" name="Connector 572"/>
          <p:cNvCxnSpPr/>
          <p:nvPr/>
        </p:nvCxnSpPr>
        <p:spPr>
          <a:xfrm>
            <a:off x="1597105" y="1588736"/>
            <a:ext cx="0" cy="30404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4" name="Connector 573"/>
          <p:cNvCxnSpPr/>
          <p:nvPr/>
        </p:nvCxnSpPr>
        <p:spPr>
          <a:xfrm>
            <a:off x="1597105" y="4629157"/>
            <a:ext cx="1477473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5" name="Connector 574"/>
          <p:cNvCxnSpPr/>
          <p:nvPr/>
        </p:nvCxnSpPr>
        <p:spPr>
          <a:xfrm>
            <a:off x="3074578" y="4629157"/>
            <a:ext cx="3101474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6" name="Connector 575"/>
          <p:cNvCxnSpPr/>
          <p:nvPr/>
        </p:nvCxnSpPr>
        <p:spPr>
          <a:xfrm>
            <a:off x="6176052" y="4629157"/>
            <a:ext cx="0" cy="50673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7" name="Connector 576"/>
          <p:cNvCxnSpPr/>
          <p:nvPr/>
        </p:nvCxnSpPr>
        <p:spPr>
          <a:xfrm>
            <a:off x="1176910" y="6112736"/>
            <a:ext cx="1897668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8" name="Connector 577"/>
          <p:cNvCxnSpPr/>
          <p:nvPr/>
        </p:nvCxnSpPr>
        <p:spPr>
          <a:xfrm flipV="1">
            <a:off x="3074578" y="4629157"/>
            <a:ext cx="0" cy="1483579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9" name="TextBox 578"/>
          <p:cNvSpPr txBox="1"/>
          <p:nvPr/>
        </p:nvSpPr>
        <p:spPr>
          <a:xfrm>
            <a:off x="-655039" y="5782860"/>
            <a:ext cx="1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WL3  BV-3×2.5 PC20 WC/CC</a:t>
            </a:r>
          </a:p>
        </p:txBody>
      </p:sp>
      <p:cxnSp>
        <p:nvCxnSpPr>
          <p:cNvPr id="580" name="Connector 579"/>
          <p:cNvCxnSpPr/>
          <p:nvPr/>
        </p:nvCxnSpPr>
        <p:spPr>
          <a:xfrm>
            <a:off x="1597105" y="1588736"/>
            <a:ext cx="0" cy="2729483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1" name="Connector 580"/>
          <p:cNvCxnSpPr/>
          <p:nvPr/>
        </p:nvCxnSpPr>
        <p:spPr>
          <a:xfrm>
            <a:off x="1597105" y="4318219"/>
            <a:ext cx="2080046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2" name="Connector 581"/>
          <p:cNvCxnSpPr/>
          <p:nvPr/>
        </p:nvCxnSpPr>
        <p:spPr>
          <a:xfrm>
            <a:off x="1597105" y="1588736"/>
            <a:ext cx="80713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3" name="Connector 582"/>
          <p:cNvCxnSpPr/>
          <p:nvPr/>
        </p:nvCxnSpPr>
        <p:spPr>
          <a:xfrm flipV="1">
            <a:off x="2404240" y="1302782"/>
            <a:ext cx="0" cy="285954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4" name="Connector 583"/>
          <p:cNvCxnSpPr/>
          <p:nvPr/>
        </p:nvCxnSpPr>
        <p:spPr>
          <a:xfrm flipV="1">
            <a:off x="3074578" y="4318219"/>
            <a:ext cx="0" cy="310938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5" name="Connector 584"/>
          <p:cNvCxnSpPr/>
          <p:nvPr/>
        </p:nvCxnSpPr>
        <p:spPr>
          <a:xfrm>
            <a:off x="3074578" y="4318219"/>
            <a:ext cx="602573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6" name="Connector 585"/>
          <p:cNvCxnSpPr/>
          <p:nvPr/>
        </p:nvCxnSpPr>
        <p:spPr>
          <a:xfrm flipV="1">
            <a:off x="3074578" y="1302782"/>
            <a:ext cx="0" cy="332637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7" name="Connector 586"/>
          <p:cNvCxnSpPr/>
          <p:nvPr/>
        </p:nvCxnSpPr>
        <p:spPr>
          <a:xfrm>
            <a:off x="3074578" y="1302782"/>
            <a:ext cx="47780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8" name="Connector 587"/>
          <p:cNvCxnSpPr/>
          <p:nvPr/>
        </p:nvCxnSpPr>
        <p:spPr>
          <a:xfrm>
            <a:off x="1981736" y="5123684"/>
            <a:ext cx="0" cy="16895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9" name="Connector 588"/>
          <p:cNvCxnSpPr/>
          <p:nvPr/>
        </p:nvCxnSpPr>
        <p:spPr>
          <a:xfrm>
            <a:off x="1981736" y="5292641"/>
            <a:ext cx="113922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0" name="Connector 589"/>
          <p:cNvCxnSpPr/>
          <p:nvPr/>
        </p:nvCxnSpPr>
        <p:spPr>
          <a:xfrm>
            <a:off x="1981736" y="5123684"/>
            <a:ext cx="2881577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1" name="Connector 590"/>
          <p:cNvCxnSpPr/>
          <p:nvPr/>
        </p:nvCxnSpPr>
        <p:spPr>
          <a:xfrm>
            <a:off x="4863313" y="5123684"/>
            <a:ext cx="0" cy="136466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2" name="Connector 591"/>
          <p:cNvCxnSpPr/>
          <p:nvPr/>
        </p:nvCxnSpPr>
        <p:spPr>
          <a:xfrm>
            <a:off x="5681526" y="5135894"/>
            <a:ext cx="0" cy="49383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3" name="Connector 592"/>
          <p:cNvCxnSpPr/>
          <p:nvPr/>
        </p:nvCxnSpPr>
        <p:spPr>
          <a:xfrm>
            <a:off x="5681526" y="5629725"/>
            <a:ext cx="24024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4" name="Connector 593"/>
          <p:cNvCxnSpPr/>
          <p:nvPr/>
        </p:nvCxnSpPr>
        <p:spPr>
          <a:xfrm>
            <a:off x="6176052" y="5135894"/>
            <a:ext cx="521076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5" name="Connector 594"/>
          <p:cNvCxnSpPr/>
          <p:nvPr/>
        </p:nvCxnSpPr>
        <p:spPr>
          <a:xfrm>
            <a:off x="6697128" y="5135894"/>
            <a:ext cx="0" cy="227363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6" name="Connector 595"/>
          <p:cNvCxnSpPr/>
          <p:nvPr/>
        </p:nvCxnSpPr>
        <p:spPr>
          <a:xfrm flipH="1" flipV="1">
            <a:off x="1597105" y="1588736"/>
            <a:ext cx="1477473" cy="3040421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7" name="Connector 596"/>
          <p:cNvCxnSpPr/>
          <p:nvPr/>
        </p:nvCxnSpPr>
        <p:spPr>
          <a:xfrm flipH="1" flipV="1">
            <a:off x="2317276" y="3135434"/>
            <a:ext cx="75579" cy="2614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8" name="Connector 597"/>
          <p:cNvCxnSpPr/>
          <p:nvPr/>
        </p:nvCxnSpPr>
        <p:spPr>
          <a:xfrm flipH="1" flipV="1">
            <a:off x="2307664" y="3115654"/>
            <a:ext cx="75579" cy="2614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9" name="Connector 598"/>
          <p:cNvCxnSpPr/>
          <p:nvPr/>
        </p:nvCxnSpPr>
        <p:spPr>
          <a:xfrm flipH="1" flipV="1">
            <a:off x="2298052" y="3095874"/>
            <a:ext cx="75579" cy="2614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0" name="Connector 599"/>
          <p:cNvCxnSpPr/>
          <p:nvPr/>
        </p:nvCxnSpPr>
        <p:spPr>
          <a:xfrm flipH="1" flipV="1">
            <a:off x="2288440" y="3076094"/>
            <a:ext cx="75579" cy="2614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1" name="Connector 600"/>
          <p:cNvCxnSpPr/>
          <p:nvPr/>
        </p:nvCxnSpPr>
        <p:spPr>
          <a:xfrm flipH="1" flipV="1">
            <a:off x="2278828" y="3056314"/>
            <a:ext cx="75579" cy="2614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2" name="Rectangle 601"/>
          <p:cNvSpPr/>
          <p:nvPr/>
        </p:nvSpPr>
        <p:spPr>
          <a:xfrm>
            <a:off x="1026110" y="6057443"/>
            <a:ext cx="226200" cy="110586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Freeform 1"/>
          <p:cNvSpPr/>
          <p:nvPr/>
        </p:nvSpPr>
        <p:spPr>
          <a:xfrm>
            <a:off x="1026110" y="6057443"/>
            <a:ext cx="226200" cy="110587"/>
          </a:xfrm>
          <a:custGeom>
            <a:avLst/>
            <a:gdLst/>
            <a:ahLst/>
            <a:cxnLst/>
            <a:rect l="l" t="t" r="r" b="b"/>
            <a:pathLst>
              <a:path w="226200" h="110587">
                <a:moveTo>
                  <a:pt x="0" y="110587"/>
                </a:moveTo>
                <a:lnTo>
                  <a:pt x="226200" y="0"/>
                </a:lnTo>
                <a:lnTo>
                  <a:pt x="226200" y="110587"/>
                </a:lnTo>
                <a:close/>
              </a:path>
            </a:pathLst>
          </a:custGeom>
          <a:solidFill>
            <a:srgbClr val="1A1A1A"/>
          </a:solidFill>
          <a:ln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3" name="TextBox 602"/>
          <p:cNvSpPr txBox="1"/>
          <p:nvPr/>
        </p:nvSpPr>
        <p:spPr>
          <a:xfrm>
            <a:off x="988410" y="6178083"/>
            <a:ext cx="301600" cy="9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00" b="1">
                <a:solidFill>
                  <a:srgbClr val="1A1A1A"/>
                </a:solidFill>
                <a:latin typeface="Microsoft YaHei"/>
              </a:rPr>
              <a:t>AL1</a:t>
            </a:r>
          </a:p>
        </p:txBody>
      </p:sp>
      <p:sp>
        <p:nvSpPr>
          <p:cNvPr id="604" name="Oval 603"/>
          <p:cNvSpPr/>
          <p:nvPr/>
        </p:nvSpPr>
        <p:spPr>
          <a:xfrm>
            <a:off x="6628011" y="5294140"/>
            <a:ext cx="138233" cy="13823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6628011" y="5363257"/>
            <a:ext cx="138234" cy="69117"/>
          </a:xfrm>
          <a:custGeom>
            <a:avLst/>
            <a:gdLst/>
            <a:ahLst/>
            <a:cxnLst/>
            <a:rect l="l" t="t" r="r" b="b"/>
            <a:pathLst>
              <a:path w="138234" h="69117">
                <a:moveTo>
                  <a:pt x="138234" y="0"/>
                </a:moveTo>
                <a:lnTo>
                  <a:pt x="136906" y="13484"/>
                </a:lnTo>
                <a:lnTo>
                  <a:pt x="132972" y="26450"/>
                </a:lnTo>
                <a:lnTo>
                  <a:pt x="126585" y="38399"/>
                </a:lnTo>
                <a:lnTo>
                  <a:pt x="117990" y="48873"/>
                </a:lnTo>
                <a:lnTo>
                  <a:pt x="107516" y="57468"/>
                </a:lnTo>
                <a:lnTo>
                  <a:pt x="95567" y="63855"/>
                </a:lnTo>
                <a:lnTo>
                  <a:pt x="82601" y="67788"/>
                </a:lnTo>
                <a:lnTo>
                  <a:pt x="69117" y="69117"/>
                </a:lnTo>
                <a:lnTo>
                  <a:pt x="55633" y="67788"/>
                </a:lnTo>
                <a:lnTo>
                  <a:pt x="42667" y="63855"/>
                </a:lnTo>
                <a:lnTo>
                  <a:pt x="30718" y="57468"/>
                </a:lnTo>
                <a:lnTo>
                  <a:pt x="20244" y="48873"/>
                </a:lnTo>
                <a:lnTo>
                  <a:pt x="11648" y="38399"/>
                </a:lnTo>
                <a:lnTo>
                  <a:pt x="5261" y="26450"/>
                </a:lnTo>
                <a:lnTo>
                  <a:pt x="1328" y="13484"/>
                </a:lnTo>
                <a:lnTo>
                  <a:pt x="0" y="0"/>
                </a:lnTo>
                <a:lnTo>
                  <a:pt x="138234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5" name="TextBox 604"/>
          <p:cNvSpPr txBox="1"/>
          <p:nvPr/>
        </p:nvSpPr>
        <p:spPr>
          <a:xfrm>
            <a:off x="6766245" y="5218740"/>
            <a:ext cx="125667" cy="94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u</a:t>
            </a:r>
          </a:p>
        </p:txBody>
      </p:sp>
      <p:sp>
        <p:nvSpPr>
          <p:cNvPr id="606" name="Oval 605"/>
          <p:cNvSpPr/>
          <p:nvPr/>
        </p:nvSpPr>
        <p:spPr>
          <a:xfrm>
            <a:off x="3608035" y="4249102"/>
            <a:ext cx="138233" cy="13823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3608035" y="4318219"/>
            <a:ext cx="138233" cy="69116"/>
          </a:xfrm>
          <a:custGeom>
            <a:avLst/>
            <a:gdLst/>
            <a:ahLst/>
            <a:cxnLst/>
            <a:rect l="l" t="t" r="r" b="b"/>
            <a:pathLst>
              <a:path w="138233" h="69116">
                <a:moveTo>
                  <a:pt x="138233" y="0"/>
                </a:moveTo>
                <a:lnTo>
                  <a:pt x="136905" y="13484"/>
                </a:lnTo>
                <a:lnTo>
                  <a:pt x="132972" y="26449"/>
                </a:lnTo>
                <a:lnTo>
                  <a:pt x="126585" y="38399"/>
                </a:lnTo>
                <a:lnTo>
                  <a:pt x="117990" y="48873"/>
                </a:lnTo>
                <a:lnTo>
                  <a:pt x="107516" y="57468"/>
                </a:lnTo>
                <a:lnTo>
                  <a:pt x="95566" y="63855"/>
                </a:lnTo>
                <a:lnTo>
                  <a:pt x="82601" y="67788"/>
                </a:lnTo>
                <a:lnTo>
                  <a:pt x="69116" y="69116"/>
                </a:lnTo>
                <a:lnTo>
                  <a:pt x="55632" y="67788"/>
                </a:lnTo>
                <a:lnTo>
                  <a:pt x="42667" y="63855"/>
                </a:lnTo>
                <a:lnTo>
                  <a:pt x="30717" y="57468"/>
                </a:lnTo>
                <a:lnTo>
                  <a:pt x="20243" y="48873"/>
                </a:lnTo>
                <a:lnTo>
                  <a:pt x="11648" y="38399"/>
                </a:lnTo>
                <a:lnTo>
                  <a:pt x="5261" y="26449"/>
                </a:lnTo>
                <a:lnTo>
                  <a:pt x="1328" y="13484"/>
                </a:lnTo>
                <a:lnTo>
                  <a:pt x="0" y="0"/>
                </a:lnTo>
                <a:lnTo>
                  <a:pt x="138233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7" name="TextBox 606"/>
          <p:cNvSpPr txBox="1"/>
          <p:nvPr/>
        </p:nvSpPr>
        <p:spPr>
          <a:xfrm>
            <a:off x="3746268" y="4173701"/>
            <a:ext cx="125667" cy="94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p</a:t>
            </a:r>
          </a:p>
        </p:txBody>
      </p:sp>
      <p:sp>
        <p:nvSpPr>
          <p:cNvPr id="608" name="Oval 607"/>
          <p:cNvSpPr/>
          <p:nvPr/>
        </p:nvSpPr>
        <p:spPr>
          <a:xfrm>
            <a:off x="5201719" y="4249102"/>
            <a:ext cx="138233" cy="13823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Freeform 109"/>
          <p:cNvSpPr/>
          <p:nvPr/>
        </p:nvSpPr>
        <p:spPr>
          <a:xfrm>
            <a:off x="5201719" y="4318219"/>
            <a:ext cx="138234" cy="69116"/>
          </a:xfrm>
          <a:custGeom>
            <a:avLst/>
            <a:gdLst/>
            <a:ahLst/>
            <a:cxnLst/>
            <a:rect l="l" t="t" r="r" b="b"/>
            <a:pathLst>
              <a:path w="138234" h="69116">
                <a:moveTo>
                  <a:pt x="138234" y="0"/>
                </a:moveTo>
                <a:lnTo>
                  <a:pt x="136906" y="13484"/>
                </a:lnTo>
                <a:lnTo>
                  <a:pt x="132973" y="26449"/>
                </a:lnTo>
                <a:lnTo>
                  <a:pt x="126586" y="38399"/>
                </a:lnTo>
                <a:lnTo>
                  <a:pt x="117990" y="48873"/>
                </a:lnTo>
                <a:lnTo>
                  <a:pt x="107516" y="57468"/>
                </a:lnTo>
                <a:lnTo>
                  <a:pt x="95567" y="63855"/>
                </a:lnTo>
                <a:lnTo>
                  <a:pt x="82601" y="67788"/>
                </a:lnTo>
                <a:lnTo>
                  <a:pt x="69117" y="69116"/>
                </a:lnTo>
                <a:lnTo>
                  <a:pt x="55633" y="67788"/>
                </a:lnTo>
                <a:lnTo>
                  <a:pt x="42667" y="63855"/>
                </a:lnTo>
                <a:lnTo>
                  <a:pt x="30718" y="57468"/>
                </a:lnTo>
                <a:lnTo>
                  <a:pt x="20244" y="48873"/>
                </a:lnTo>
                <a:lnTo>
                  <a:pt x="11648" y="38399"/>
                </a:lnTo>
                <a:lnTo>
                  <a:pt x="5261" y="26449"/>
                </a:lnTo>
                <a:lnTo>
                  <a:pt x="1328" y="13484"/>
                </a:lnTo>
                <a:lnTo>
                  <a:pt x="0" y="0"/>
                </a:lnTo>
                <a:lnTo>
                  <a:pt x="138234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9" name="TextBox 608"/>
          <p:cNvSpPr txBox="1"/>
          <p:nvPr/>
        </p:nvSpPr>
        <p:spPr>
          <a:xfrm>
            <a:off x="5339953" y="4173701"/>
            <a:ext cx="125667" cy="94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p</a:t>
            </a:r>
          </a:p>
        </p:txBody>
      </p:sp>
      <p:sp>
        <p:nvSpPr>
          <p:cNvPr id="610" name="Oval 609"/>
          <p:cNvSpPr/>
          <p:nvPr/>
        </p:nvSpPr>
        <p:spPr>
          <a:xfrm>
            <a:off x="4787913" y="5184750"/>
            <a:ext cx="150800" cy="150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1" name="Connector 610"/>
          <p:cNvCxnSpPr/>
          <p:nvPr/>
        </p:nvCxnSpPr>
        <p:spPr>
          <a:xfrm>
            <a:off x="4810005" y="5206842"/>
            <a:ext cx="106616" cy="1066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2" name="Connector 611"/>
          <p:cNvCxnSpPr/>
          <p:nvPr/>
        </p:nvCxnSpPr>
        <p:spPr>
          <a:xfrm flipV="1">
            <a:off x="4810005" y="5206842"/>
            <a:ext cx="106616" cy="1066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3" name="TextBox 612"/>
          <p:cNvSpPr txBox="1"/>
          <p:nvPr/>
        </p:nvSpPr>
        <p:spPr>
          <a:xfrm>
            <a:off x="4932430" y="5115633"/>
            <a:ext cx="125667" cy="94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s</a:t>
            </a:r>
          </a:p>
        </p:txBody>
      </p:sp>
      <p:sp>
        <p:nvSpPr>
          <p:cNvPr id="614" name="Oval 613"/>
          <p:cNvSpPr/>
          <p:nvPr/>
        </p:nvSpPr>
        <p:spPr>
          <a:xfrm>
            <a:off x="3045561" y="5217240"/>
            <a:ext cx="150800" cy="150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5" name="Connector 614"/>
          <p:cNvCxnSpPr/>
          <p:nvPr/>
        </p:nvCxnSpPr>
        <p:spPr>
          <a:xfrm>
            <a:off x="3067653" y="5239333"/>
            <a:ext cx="106616" cy="1066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6" name="Connector 615"/>
          <p:cNvCxnSpPr/>
          <p:nvPr/>
        </p:nvCxnSpPr>
        <p:spPr>
          <a:xfrm flipV="1">
            <a:off x="3067653" y="5239333"/>
            <a:ext cx="106616" cy="1066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7" name="TextBox 616"/>
          <p:cNvSpPr txBox="1"/>
          <p:nvPr/>
        </p:nvSpPr>
        <p:spPr>
          <a:xfrm>
            <a:off x="3190078" y="5148124"/>
            <a:ext cx="125667" cy="94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r</a:t>
            </a:r>
          </a:p>
        </p:txBody>
      </p:sp>
      <p:sp>
        <p:nvSpPr>
          <p:cNvPr id="618" name="Oval 617"/>
          <p:cNvSpPr/>
          <p:nvPr/>
        </p:nvSpPr>
        <p:spPr>
          <a:xfrm>
            <a:off x="5871505" y="5579458"/>
            <a:ext cx="100533" cy="10053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9" name="Oval 618"/>
          <p:cNvSpPr/>
          <p:nvPr/>
        </p:nvSpPr>
        <p:spPr>
          <a:xfrm>
            <a:off x="5906063" y="5614017"/>
            <a:ext cx="31416" cy="3141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0" name="TextBox 619"/>
          <p:cNvSpPr txBox="1"/>
          <p:nvPr/>
        </p:nvSpPr>
        <p:spPr>
          <a:xfrm>
            <a:off x="5990888" y="5485208"/>
            <a:ext cx="125667" cy="94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t</a:t>
            </a:r>
          </a:p>
        </p:txBody>
      </p:sp>
      <p:sp>
        <p:nvSpPr>
          <p:cNvPr id="621" name="Oval 620"/>
          <p:cNvSpPr/>
          <p:nvPr/>
        </p:nvSpPr>
        <p:spPr>
          <a:xfrm>
            <a:off x="2360257" y="1258799"/>
            <a:ext cx="87966" cy="879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Freeform 110"/>
          <p:cNvSpPr/>
          <p:nvPr/>
        </p:nvSpPr>
        <p:spPr>
          <a:xfrm>
            <a:off x="2379107" y="1274507"/>
            <a:ext cx="50267" cy="47125"/>
          </a:xfrm>
          <a:custGeom>
            <a:avLst/>
            <a:gdLst/>
            <a:ahLst/>
            <a:cxnLst/>
            <a:rect l="l" t="t" r="r" b="b"/>
            <a:pathLst>
              <a:path w="50267" h="47125">
                <a:moveTo>
                  <a:pt x="25133" y="0"/>
                </a:moveTo>
                <a:lnTo>
                  <a:pt x="0" y="47125"/>
                </a:lnTo>
                <a:lnTo>
                  <a:pt x="50267" y="47125"/>
                </a:lnTo>
                <a:lnTo>
                  <a:pt x="25133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2" name="TextBox 621"/>
          <p:cNvSpPr txBox="1"/>
          <p:nvPr/>
        </p:nvSpPr>
        <p:spPr>
          <a:xfrm>
            <a:off x="2473357" y="1158265"/>
            <a:ext cx="125667" cy="94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623" name="Oval 622"/>
          <p:cNvSpPr/>
          <p:nvPr/>
        </p:nvSpPr>
        <p:spPr>
          <a:xfrm>
            <a:off x="3508395" y="1258799"/>
            <a:ext cx="87966" cy="879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Freeform 111"/>
          <p:cNvSpPr/>
          <p:nvPr/>
        </p:nvSpPr>
        <p:spPr>
          <a:xfrm>
            <a:off x="3527245" y="1274507"/>
            <a:ext cx="50266" cy="47125"/>
          </a:xfrm>
          <a:custGeom>
            <a:avLst/>
            <a:gdLst/>
            <a:ahLst/>
            <a:cxnLst/>
            <a:rect l="l" t="t" r="r" b="b"/>
            <a:pathLst>
              <a:path w="50266" h="47125">
                <a:moveTo>
                  <a:pt x="25133" y="0"/>
                </a:moveTo>
                <a:lnTo>
                  <a:pt x="0" y="47125"/>
                </a:lnTo>
                <a:lnTo>
                  <a:pt x="50266" y="47125"/>
                </a:lnTo>
                <a:lnTo>
                  <a:pt x="25133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4" name="TextBox 623"/>
          <p:cNvSpPr txBox="1"/>
          <p:nvPr/>
        </p:nvSpPr>
        <p:spPr>
          <a:xfrm>
            <a:off x="3621495" y="1158265"/>
            <a:ext cx="125667" cy="94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625" name="Oval 624"/>
          <p:cNvSpPr/>
          <p:nvPr/>
        </p:nvSpPr>
        <p:spPr>
          <a:xfrm>
            <a:off x="4565139" y="1258799"/>
            <a:ext cx="87966" cy="879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Freeform 112"/>
          <p:cNvSpPr/>
          <p:nvPr/>
        </p:nvSpPr>
        <p:spPr>
          <a:xfrm>
            <a:off x="4583989" y="1274507"/>
            <a:ext cx="50267" cy="47125"/>
          </a:xfrm>
          <a:custGeom>
            <a:avLst/>
            <a:gdLst/>
            <a:ahLst/>
            <a:cxnLst/>
            <a:rect l="l" t="t" r="r" b="b"/>
            <a:pathLst>
              <a:path w="50267" h="47125">
                <a:moveTo>
                  <a:pt x="25134" y="0"/>
                </a:moveTo>
                <a:lnTo>
                  <a:pt x="0" y="47125"/>
                </a:lnTo>
                <a:lnTo>
                  <a:pt x="50267" y="47125"/>
                </a:lnTo>
                <a:lnTo>
                  <a:pt x="25134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6" name="TextBox 625"/>
          <p:cNvSpPr txBox="1"/>
          <p:nvPr/>
        </p:nvSpPr>
        <p:spPr>
          <a:xfrm>
            <a:off x="4678239" y="1158265"/>
            <a:ext cx="125667" cy="94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627" name="Oval 626"/>
          <p:cNvSpPr/>
          <p:nvPr/>
        </p:nvSpPr>
        <p:spPr>
          <a:xfrm>
            <a:off x="5164914" y="1261690"/>
            <a:ext cx="87966" cy="879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Freeform 113"/>
          <p:cNvSpPr/>
          <p:nvPr/>
        </p:nvSpPr>
        <p:spPr>
          <a:xfrm>
            <a:off x="5183764" y="1277398"/>
            <a:ext cx="50267" cy="47125"/>
          </a:xfrm>
          <a:custGeom>
            <a:avLst/>
            <a:gdLst/>
            <a:ahLst/>
            <a:cxnLst/>
            <a:rect l="l" t="t" r="r" b="b"/>
            <a:pathLst>
              <a:path w="50267" h="47125">
                <a:moveTo>
                  <a:pt x="25133" y="0"/>
                </a:moveTo>
                <a:lnTo>
                  <a:pt x="0" y="47125"/>
                </a:lnTo>
                <a:lnTo>
                  <a:pt x="50267" y="47125"/>
                </a:lnTo>
                <a:lnTo>
                  <a:pt x="25133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8" name="TextBox 627"/>
          <p:cNvSpPr txBox="1"/>
          <p:nvPr/>
        </p:nvSpPr>
        <p:spPr>
          <a:xfrm>
            <a:off x="5278014" y="1161156"/>
            <a:ext cx="125667" cy="94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629" name="Oval 628"/>
          <p:cNvSpPr/>
          <p:nvPr/>
        </p:nvSpPr>
        <p:spPr>
          <a:xfrm>
            <a:off x="1574485" y="1566116"/>
            <a:ext cx="45240" cy="4524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0" name="Connector 629"/>
          <p:cNvCxnSpPr/>
          <p:nvPr/>
        </p:nvCxnSpPr>
        <p:spPr>
          <a:xfrm flipV="1">
            <a:off x="1597105" y="1503431"/>
            <a:ext cx="85305" cy="8530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1" name="Connector 630"/>
          <p:cNvCxnSpPr/>
          <p:nvPr/>
        </p:nvCxnSpPr>
        <p:spPr>
          <a:xfrm>
            <a:off x="1682410" y="1503431"/>
            <a:ext cx="21327" cy="213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2" name="Connector 631"/>
          <p:cNvCxnSpPr/>
          <p:nvPr/>
        </p:nvCxnSpPr>
        <p:spPr>
          <a:xfrm>
            <a:off x="1667055" y="1518786"/>
            <a:ext cx="21327" cy="213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3" name="Connector 632"/>
          <p:cNvCxnSpPr/>
          <p:nvPr/>
        </p:nvCxnSpPr>
        <p:spPr>
          <a:xfrm flipH="1">
            <a:off x="1533126" y="1588736"/>
            <a:ext cx="63979" cy="6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4" name="Connector 633"/>
          <p:cNvCxnSpPr/>
          <p:nvPr/>
        </p:nvCxnSpPr>
        <p:spPr>
          <a:xfrm flipH="1" flipV="1">
            <a:off x="1511799" y="1631389"/>
            <a:ext cx="21327" cy="2132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5" name="TextBox 634"/>
          <p:cNvSpPr txBox="1"/>
          <p:nvPr/>
        </p:nvSpPr>
        <p:spPr>
          <a:xfrm>
            <a:off x="1694977" y="1402897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S11</a:t>
            </a:r>
          </a:p>
        </p:txBody>
      </p:sp>
      <p:sp>
        <p:nvSpPr>
          <p:cNvPr id="636" name="Oval 635"/>
          <p:cNvSpPr/>
          <p:nvPr/>
        </p:nvSpPr>
        <p:spPr>
          <a:xfrm>
            <a:off x="3051958" y="4606537"/>
            <a:ext cx="45240" cy="4524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7" name="Connector 636"/>
          <p:cNvCxnSpPr/>
          <p:nvPr/>
        </p:nvCxnSpPr>
        <p:spPr>
          <a:xfrm flipV="1">
            <a:off x="3074578" y="4543852"/>
            <a:ext cx="85306" cy="8530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8" name="Connector 637"/>
          <p:cNvCxnSpPr/>
          <p:nvPr/>
        </p:nvCxnSpPr>
        <p:spPr>
          <a:xfrm>
            <a:off x="3159884" y="4543852"/>
            <a:ext cx="21326" cy="213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9" name="Connector 638"/>
          <p:cNvCxnSpPr/>
          <p:nvPr/>
        </p:nvCxnSpPr>
        <p:spPr>
          <a:xfrm>
            <a:off x="3144529" y="4559207"/>
            <a:ext cx="21326" cy="213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0" name="Connector 639"/>
          <p:cNvCxnSpPr/>
          <p:nvPr/>
        </p:nvCxnSpPr>
        <p:spPr>
          <a:xfrm flipH="1">
            <a:off x="3010599" y="4629157"/>
            <a:ext cx="63979" cy="6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1" name="Connector 640"/>
          <p:cNvCxnSpPr/>
          <p:nvPr/>
        </p:nvCxnSpPr>
        <p:spPr>
          <a:xfrm flipH="1" flipV="1">
            <a:off x="2989273" y="4671810"/>
            <a:ext cx="21326" cy="2132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2" name="TextBox 641"/>
          <p:cNvSpPr txBox="1"/>
          <p:nvPr/>
        </p:nvSpPr>
        <p:spPr>
          <a:xfrm>
            <a:off x="3172451" y="4443318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S12</a:t>
            </a:r>
          </a:p>
        </p:txBody>
      </p:sp>
      <p:sp>
        <p:nvSpPr>
          <p:cNvPr id="643" name="Oval 642"/>
          <p:cNvSpPr/>
          <p:nvPr/>
        </p:nvSpPr>
        <p:spPr>
          <a:xfrm>
            <a:off x="1959116" y="5101064"/>
            <a:ext cx="45240" cy="4524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4" name="Connector 643"/>
          <p:cNvCxnSpPr/>
          <p:nvPr/>
        </p:nvCxnSpPr>
        <p:spPr>
          <a:xfrm flipV="1">
            <a:off x="1981736" y="5038378"/>
            <a:ext cx="85306" cy="8530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5" name="Connector 644"/>
          <p:cNvCxnSpPr/>
          <p:nvPr/>
        </p:nvCxnSpPr>
        <p:spPr>
          <a:xfrm>
            <a:off x="2067042" y="5038378"/>
            <a:ext cx="21326" cy="2132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6" name="Connector 645"/>
          <p:cNvCxnSpPr/>
          <p:nvPr/>
        </p:nvCxnSpPr>
        <p:spPr>
          <a:xfrm>
            <a:off x="2051687" y="5053733"/>
            <a:ext cx="21326" cy="2132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7" name="TextBox 646"/>
          <p:cNvSpPr txBox="1"/>
          <p:nvPr/>
        </p:nvSpPr>
        <p:spPr>
          <a:xfrm>
            <a:off x="2079609" y="4937844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S13</a:t>
            </a:r>
          </a:p>
        </p:txBody>
      </p:sp>
      <p:sp>
        <p:nvSpPr>
          <p:cNvPr id="648" name="Oval 647"/>
          <p:cNvSpPr/>
          <p:nvPr/>
        </p:nvSpPr>
        <p:spPr>
          <a:xfrm>
            <a:off x="5658906" y="5113274"/>
            <a:ext cx="45240" cy="4524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9" name="Connector 648"/>
          <p:cNvCxnSpPr/>
          <p:nvPr/>
        </p:nvCxnSpPr>
        <p:spPr>
          <a:xfrm flipV="1">
            <a:off x="5681526" y="5050589"/>
            <a:ext cx="85305" cy="8530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0" name="Connector 649"/>
          <p:cNvCxnSpPr/>
          <p:nvPr/>
        </p:nvCxnSpPr>
        <p:spPr>
          <a:xfrm>
            <a:off x="5766831" y="5050589"/>
            <a:ext cx="21327" cy="213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1" name="TextBox 650"/>
          <p:cNvSpPr txBox="1"/>
          <p:nvPr/>
        </p:nvSpPr>
        <p:spPr>
          <a:xfrm>
            <a:off x="5779398" y="4950055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S14</a:t>
            </a:r>
          </a:p>
        </p:txBody>
      </p:sp>
      <p:sp>
        <p:nvSpPr>
          <p:cNvPr id="652" name="Oval 651"/>
          <p:cNvSpPr/>
          <p:nvPr/>
        </p:nvSpPr>
        <p:spPr>
          <a:xfrm>
            <a:off x="6153432" y="5113274"/>
            <a:ext cx="45240" cy="4524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3" name="Connector 652"/>
          <p:cNvCxnSpPr/>
          <p:nvPr/>
        </p:nvCxnSpPr>
        <p:spPr>
          <a:xfrm flipV="1">
            <a:off x="6176052" y="5050589"/>
            <a:ext cx="85306" cy="8530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4" name="Connector 653"/>
          <p:cNvCxnSpPr/>
          <p:nvPr/>
        </p:nvCxnSpPr>
        <p:spPr>
          <a:xfrm>
            <a:off x="6261358" y="5050589"/>
            <a:ext cx="21326" cy="213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5" name="TextBox 654"/>
          <p:cNvSpPr txBox="1"/>
          <p:nvPr/>
        </p:nvSpPr>
        <p:spPr>
          <a:xfrm>
            <a:off x="6273924" y="4950055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S15</a:t>
            </a:r>
          </a:p>
        </p:txBody>
      </p:sp>
      <p:sp>
        <p:nvSpPr>
          <p:cNvPr id="656" name="Rectangle 655"/>
          <p:cNvSpPr/>
          <p:nvPr/>
        </p:nvSpPr>
        <p:spPr>
          <a:xfrm>
            <a:off x="3294388" y="6137167"/>
            <a:ext cx="170907" cy="85453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7" name="TextBox 656"/>
          <p:cNvSpPr txBox="1"/>
          <p:nvPr/>
        </p:nvSpPr>
        <p:spPr>
          <a:xfrm>
            <a:off x="3294388" y="6137167"/>
            <a:ext cx="170907" cy="854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658" name="Rectangle 657"/>
          <p:cNvSpPr/>
          <p:nvPr/>
        </p:nvSpPr>
        <p:spPr>
          <a:xfrm>
            <a:off x="4594809" y="6198220"/>
            <a:ext cx="170907" cy="85453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9" name="TextBox 658"/>
          <p:cNvSpPr txBox="1"/>
          <p:nvPr/>
        </p:nvSpPr>
        <p:spPr>
          <a:xfrm>
            <a:off x="4594809" y="6198220"/>
            <a:ext cx="170907" cy="854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660" name="Rectangle 659"/>
          <p:cNvSpPr/>
          <p:nvPr/>
        </p:nvSpPr>
        <p:spPr>
          <a:xfrm>
            <a:off x="4936704" y="6137167"/>
            <a:ext cx="170907" cy="85453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1" name="TextBox 660"/>
          <p:cNvSpPr txBox="1"/>
          <p:nvPr/>
        </p:nvSpPr>
        <p:spPr>
          <a:xfrm>
            <a:off x="4936704" y="6137167"/>
            <a:ext cx="170907" cy="854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662" name="Rectangle 661"/>
          <p:cNvSpPr/>
          <p:nvPr/>
        </p:nvSpPr>
        <p:spPr>
          <a:xfrm>
            <a:off x="5675441" y="6088325"/>
            <a:ext cx="170907" cy="85453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3" name="TextBox 662"/>
          <p:cNvSpPr txBox="1"/>
          <p:nvPr/>
        </p:nvSpPr>
        <p:spPr>
          <a:xfrm>
            <a:off x="5675441" y="6088325"/>
            <a:ext cx="170907" cy="854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664" name="Rectangle 663"/>
          <p:cNvSpPr/>
          <p:nvPr/>
        </p:nvSpPr>
        <p:spPr>
          <a:xfrm>
            <a:off x="5992914" y="6112746"/>
            <a:ext cx="170907" cy="85453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5" name="TextBox 664"/>
          <p:cNvSpPr txBox="1"/>
          <p:nvPr/>
        </p:nvSpPr>
        <p:spPr>
          <a:xfrm>
            <a:off x="5992914" y="6112746"/>
            <a:ext cx="170907" cy="854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666" name="TextBox 665"/>
          <p:cNvSpPr txBox="1"/>
          <p:nvPr/>
        </p:nvSpPr>
        <p:spPr>
          <a:xfrm>
            <a:off x="8710000" y="300000"/>
            <a:ext cx="33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1A1A1A"/>
                </a:solidFill>
                <a:latin typeface="Microsoft YaHei"/>
              </a:rPr>
              <a:t>本图开关（键 1→键 4 从左到右）</a:t>
            </a:r>
          </a:p>
        </p:txBody>
      </p:sp>
      <p:sp>
        <p:nvSpPr>
          <p:cNvPr id="667" name="TextBox 666"/>
          <p:cNvSpPr txBox="1"/>
          <p:nvPr/>
        </p:nvSpPr>
        <p:spPr>
          <a:xfrm>
            <a:off x="8710000" y="5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S11  G15 区 · 通后花园门旁</a:t>
            </a:r>
          </a:p>
        </p:txBody>
      </p:sp>
      <p:sp>
        <p:nvSpPr>
          <p:cNvPr id="668" name="TextBox 667"/>
          <p:cNvSpPr txBox="1"/>
          <p:nvPr/>
        </p:nvSpPr>
        <p:spPr>
          <a:xfrm>
            <a:off x="8910000" y="6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键1=p  键2=q</a:t>
            </a:r>
          </a:p>
        </p:txBody>
      </p:sp>
      <p:sp>
        <p:nvSpPr>
          <p:cNvPr id="669" name="TextBox 668"/>
          <p:cNvSpPr txBox="1"/>
          <p:nvPr/>
        </p:nvSpPr>
        <p:spPr>
          <a:xfrm>
            <a:off x="8710000" y="8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S12  厨房后门旁（吧台区）</a:t>
            </a:r>
          </a:p>
        </p:txBody>
      </p:sp>
      <p:sp>
        <p:nvSpPr>
          <p:cNvPr id="670" name="TextBox 669"/>
          <p:cNvSpPr txBox="1"/>
          <p:nvPr/>
        </p:nvSpPr>
        <p:spPr>
          <a:xfrm>
            <a:off x="8910000" y="10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键1=p  键2=q</a:t>
            </a:r>
          </a:p>
        </p:txBody>
      </p:sp>
      <p:sp>
        <p:nvSpPr>
          <p:cNvPr id="671" name="TextBox 670"/>
          <p:cNvSpPr txBox="1"/>
          <p:nvPr/>
        </p:nvSpPr>
        <p:spPr>
          <a:xfrm>
            <a:off x="8710000" y="12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S13  厨房入口</a:t>
            </a:r>
          </a:p>
        </p:txBody>
      </p:sp>
      <p:sp>
        <p:nvSpPr>
          <p:cNvPr id="672" name="TextBox 671"/>
          <p:cNvSpPr txBox="1"/>
          <p:nvPr/>
        </p:nvSpPr>
        <p:spPr>
          <a:xfrm>
            <a:off x="8910000" y="13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键1=r  键2=s</a:t>
            </a:r>
          </a:p>
        </p:txBody>
      </p:sp>
      <p:sp>
        <p:nvSpPr>
          <p:cNvPr id="673" name="TextBox 672"/>
          <p:cNvSpPr txBox="1"/>
          <p:nvPr/>
        </p:nvSpPr>
        <p:spPr>
          <a:xfrm>
            <a:off x="8710000" y="15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S14  洗衣房门旁</a:t>
            </a:r>
          </a:p>
        </p:txBody>
      </p:sp>
      <p:sp>
        <p:nvSpPr>
          <p:cNvPr id="674" name="TextBox 673"/>
          <p:cNvSpPr txBox="1"/>
          <p:nvPr/>
        </p:nvSpPr>
        <p:spPr>
          <a:xfrm>
            <a:off x="8910000" y="17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键1=t</a:t>
            </a:r>
          </a:p>
        </p:txBody>
      </p:sp>
      <p:sp>
        <p:nvSpPr>
          <p:cNvPr id="675" name="TextBox 674"/>
          <p:cNvSpPr txBox="1"/>
          <p:nvPr/>
        </p:nvSpPr>
        <p:spPr>
          <a:xfrm>
            <a:off x="8710000" y="19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S15  洗衣房后门旁</a:t>
            </a:r>
          </a:p>
        </p:txBody>
      </p:sp>
      <p:sp>
        <p:nvSpPr>
          <p:cNvPr id="676" name="TextBox 675"/>
          <p:cNvSpPr txBox="1"/>
          <p:nvPr/>
        </p:nvSpPr>
        <p:spPr>
          <a:xfrm>
            <a:off x="8910000" y="20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键1=u</a:t>
            </a:r>
          </a:p>
        </p:txBody>
      </p:sp>
      <p:sp>
        <p:nvSpPr>
          <p:cNvPr id="677" name="Rectangle 676"/>
          <p:cNvSpPr/>
          <p:nvPr/>
        </p:nvSpPr>
        <p:spPr>
          <a:xfrm>
            <a:off x="400000" y="6540000"/>
            <a:ext cx="571213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8" name="Rectangle 677"/>
          <p:cNvSpPr/>
          <p:nvPr/>
        </p:nvSpPr>
        <p:spPr>
          <a:xfrm>
            <a:off x="971213" y="6540000"/>
            <a:ext cx="571213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9" name="TextBox 678"/>
          <p:cNvSpPr txBox="1"/>
          <p:nvPr/>
        </p:nvSpPr>
        <p:spPr>
          <a:xfrm>
            <a:off x="1582427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2 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AL1 照明配电箱系统图（一、二层）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住宅改造（一层）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AL1 照明配电箱系统图（一、二层）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电施-06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G-A 2026-10-03）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000000" y="1300000"/>
            <a:ext cx="0" cy="3250000"/>
          </a:xfrm>
          <a:prstGeom prst="line">
            <a:avLst/>
          </a:prstGeom>
          <a:ln w="381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00000" y="1450000"/>
            <a:ext cx="3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Microsoft YaHei"/>
              </a:rPr>
              <a:t>进线：引自总配电箱 / 电表箱</a:t>
            </a:r>
          </a:p>
          <a:p>
            <a:pPr algn="l"/>
            <a:r>
              <a:rPr sz="800" b="0">
                <a:solidFill>
                  <a:srgbClr val="1A1A1A"/>
                </a:solidFill>
                <a:latin typeface="Microsoft YaHei"/>
              </a:rPr>
              <a:t>（英国：Consumer Unit 内主开关 + RCBO）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000000" y="1300000"/>
            <a:ext cx="100000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100000" y="1040000"/>
            <a:ext cx="15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AL1  暗装，底边距地 1.5 m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000000" y="1750000"/>
            <a:ext cx="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2900000" y="1640000"/>
            <a:ext cx="400000" cy="2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3300000" y="1750000"/>
            <a:ext cx="2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2900000" y="1420000"/>
            <a:ext cx="1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B6 1P+N RCBO 30mA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50000" y="1560000"/>
            <a:ext cx="2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BV-3×2.5  PC20  WC/CC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0000" y="1600000"/>
            <a:ext cx="3500000" cy="3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WL1  一层前区照明（门廊 / 门厅 / 起居室 / 餐厅 / 楼梯）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灯 22 盏（一层，字母 a b c d e f g h i n）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000000" y="2450000"/>
            <a:ext cx="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2900000" y="2340000"/>
            <a:ext cx="400000" cy="2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>
            <a:off x="3300000" y="2450000"/>
            <a:ext cx="2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2900000" y="2120000"/>
            <a:ext cx="1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B6 1P+N RCBO 30mA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50000" y="2260000"/>
            <a:ext cx="2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BV-3×2.5  PC20  WC/CC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0000" y="2300000"/>
            <a:ext cx="3500000" cy="3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WL2  一层后区照明（客厅 / 卫生间 / 厨房 / 吧台 / 洗衣房）+ 卫生间排气扇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灯 14 盏（一层，字母 j k l m o r s t）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2000000" y="3150000"/>
            <a:ext cx="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2900000" y="3040000"/>
            <a:ext cx="400000" cy="2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" name="Connector 40"/>
          <p:cNvCxnSpPr/>
          <p:nvPr/>
        </p:nvCxnSpPr>
        <p:spPr>
          <a:xfrm>
            <a:off x="3300000" y="3150000"/>
            <a:ext cx="2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2900000" y="2820000"/>
            <a:ext cx="1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B6 1P+N RCBO 30mA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50000" y="2960000"/>
            <a:ext cx="2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BV-3×2.5  PC20  WC/CC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00000" y="3000000"/>
            <a:ext cx="3500000" cy="3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WL3  户外照明（后花园壁灯 / 围栏地灯）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灯 7 盏（一层，字母 p q u）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2000000" y="3850000"/>
            <a:ext cx="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2900000" y="3740000"/>
            <a:ext cx="400000" cy="2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" name="Connector 46"/>
          <p:cNvCxnSpPr/>
          <p:nvPr/>
        </p:nvCxnSpPr>
        <p:spPr>
          <a:xfrm>
            <a:off x="3300000" y="3850000"/>
            <a:ext cx="2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2900000" y="3520000"/>
            <a:ext cx="1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B6 1P+N RCBO 30mA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450000" y="3660000"/>
            <a:ext cx="2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BV-3×2.5  PC20  WC/CC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00000" y="3700000"/>
            <a:ext cx="3500000" cy="3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WL4  二层照明 + 卫生间排气扇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灯 16 盏（二层，字母 见二层图）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2000000" y="4550000"/>
            <a:ext cx="900000" cy="0"/>
          </a:xfrm>
          <a:prstGeom prst="line">
            <a:avLst/>
          </a:prstGeom>
          <a:ln w="12700">
            <a:solidFill>
              <a:srgbClr val="1A1A1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3000000" y="4400000"/>
            <a:ext cx="5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备用 1 路（C16 RCBO）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00000" y="5550000"/>
            <a:ext cx="7900000" cy="11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说明：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1. 照明回路按区域划分，每路一个 30 mA RCBO（见上表回路名称）；单回路灯具数量与功率均在允许范围内（灯具均为 LED）。插座与专线回路见网页「配电箱」页。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2. 英国规范（BS 7671）照明回路常用 1.5 mm² 双芯加地线 + B6 RCBO；国内常用 BV-2.5 + C16。施工由电工按当地规范定。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3. 卫生间排气扇无单独开关，接所在卫生间灯回路；楼梯吊灯 F06 属 二层回路，一层 S6 只做三控开关点。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4. WL4 沿楼梯井暗管引上至二层。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一层开关面板表 · 照明回路表</a:t>
            </a:r>
          </a:p>
        </p:txBody>
      </p:sp>
      <p:sp>
        <p:nvSpPr>
          <p:cNvPr id="4" name="Rectangle 3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住宅改造（一层）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一层开关面板表 · 照明回路表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电施-07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G-A 2026-10-03）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250000" y="650000"/>
          <a:ext cx="8380000" cy="3485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80000"/>
                <a:gridCol w="1250000"/>
                <a:gridCol w="650000"/>
                <a:gridCol w="1550000"/>
                <a:gridCol w="1550000"/>
                <a:gridCol w="1550000"/>
                <a:gridCol w="1450000"/>
              </a:tblGrid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编号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位置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规格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1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2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3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4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门厅 · 前门内侧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四位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c 门廊壁灯 G25（户外）（单控）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 起居室主灯 G06（双控）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e 起居室筒灯 上两排（含电梯旁）（双控）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f 起居室筒灯 右列+下排（双控）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门厅 · 前储物间旁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二位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a 门厅吊灯 G08（单控）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b 前储物间筒灯（+门控开关）（单控）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起居室侧 · 拱门旁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三位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 G07 区主灯（双控）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h G07 区筒灯 上排+左（双控）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 G07 区筒灯 右+下排（双控）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楼梯口 · 拱门旁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四位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n 楼梯壁灯 F32（单控）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 起居室主灯 G06（双控）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e 起居室筒灯 上两排（含电梯旁）（双控）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f 起居室筒灯 右列+下排（双控）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S5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G07 区侧 · 拱门旁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三位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 G07 区主灯（双控）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h G07 区筒灯 上排+左（双控）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 G07 区筒灯 右+下排（双控）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S6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楼梯底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二层楼梯吊灯 F06（与二层 S11、S12 三控）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S7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G07 区东侧 · 卫生间走道口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二位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p 后花园壁灯 G26_2、G26_3（三控：S11、S12、S7）（中途）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q 围栏地灯 ×4（户外，三控：S11、S12、S7）（中途）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S8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G15 区南门旁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四位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 G15 吊灯（双控）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k G16 吊灯（双控）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l G15 区筒灯 上排+左（双控）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m G15 区筒灯 下排+右（双控）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S9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G15 区 · 储物间门旁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四位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 G15 吊灯（双控）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k G16 吊灯（双控）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l G15 区筒灯 上排+左（双控）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m G15 区筒灯 下排+右（双控）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卫生间门外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o 卫生间筒灯（单控）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G15 区 · 通后花园门旁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二位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p 后花园壁灯 G26_2、G26_3（三控：S11、S12、S7）（三控）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q 围栏地灯 ×4（户外，三控：S11、S12、S7）（三控）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厨房后门旁（吧台区）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二位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p 后花园壁灯 G26_2、G26_3（三控：S11、S12、S7）（三控）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q 围栏地灯 ×4（户外，三控：S11、S12、S7）（三控）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厨房入口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二位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r 吧台区吊灯（待选）（单控）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 厨房主灯（待选）（单控）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洗衣房门旁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t 洗衣房筒灯（单控）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S15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洗衣房后门旁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u 后花园壁灯 G26_1（单控）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MK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前储物间门框锁侧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门控开关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b 前储物间筒灯（与 S2 键 2 并联）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8710000" y="300000"/>
          <a:ext cx="3250000" cy="4510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00000"/>
                <a:gridCol w="1650000"/>
                <a:gridCol w="900000"/>
                <a:gridCol w="400000"/>
              </a:tblGrid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字母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控制灯具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开关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回路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a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门厅吊灯 G08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S2-1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b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前储物间筒灯（+门控开关）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S2-2，MK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c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门廊壁灯 G25（户外）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起居室主灯 G06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S1-2，S4-2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e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起居室筒灯 上两排（含电梯旁）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S1-3，S4-3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f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起居室筒灯 右列+下排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S1-4，S4-4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G07 区主灯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S5-1，S3-1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h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G07 区筒灯 上排+左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S5-2，S3-2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G07 区筒灯 右+下排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S5-3，S3-3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G15 吊灯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S8-1，S9-1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k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G16 吊灯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S8-2，S9-2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l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G15 区筒灯 上排+左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S8-3，S9-3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m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G15 区筒灯 下排+右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S8-4，S9-4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n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楼梯壁灯 F32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S4-1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o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卫生间筒灯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S10-1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p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后花园壁灯 G26_2、G26_3（三控：S11、S12、S7）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S7-1，S11-1，S12-1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q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围栏地灯 ×4（户外，三控：S11、S12、S7）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S7-2，S11-2，S12-2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r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吧台区吊灯（待选）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S13-1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厨房主灯（待选）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S13-2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t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洗衣房筒灯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S14-1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u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后花园壁灯 G26_1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S15-1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657943C-DDA9-4971-B19D-825B96C1EEB0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46b9902e-1167-4303-a629-c113ab9720ea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1005</TotalTime>
  <Words>1302</Words>
  <Application>Microsoft Office PowerPoint</Application>
  <PresentationFormat>Widescreen</PresentationFormat>
  <Paragraphs>338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Microsoft YaHei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Martin Jiang</cp:lastModifiedBy>
  <cp:revision>11</cp:revision>
  <dcterms:created xsi:type="dcterms:W3CDTF">2013-01-27T09:14:16Z</dcterms:created>
  <dcterms:modified xsi:type="dcterms:W3CDTF">2026-10-03T08:02:17Z</dcterms:modified>
  <cp:category/>
</cp:coreProperties>
</file>