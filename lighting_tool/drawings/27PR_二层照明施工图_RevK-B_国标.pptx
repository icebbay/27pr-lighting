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K：主卧灯开关 S3 挪回主卧南墙（C19 西侧）；卧室 2 门旁开关 S7 改装在短墙的卧室 2 一侧。按键不变。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251820" y="3896282"/>
            <a:ext cx="9530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204892" y="3435311"/>
            <a:ext cx="0" cy="46097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04892" y="3435311"/>
            <a:ext cx="3927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3597615" y="3123076"/>
            <a:ext cx="0" cy="3122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H="1">
            <a:off x="3591762" y="3921358"/>
            <a:ext cx="60769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591762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3442974" y="4433258"/>
            <a:ext cx="14878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3442974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3591762" y="4433258"/>
            <a:ext cx="7205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H="1">
            <a:off x="3018708" y="3435311"/>
            <a:ext cx="186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V="1">
            <a:off x="3018708" y="2807454"/>
            <a:ext cx="0" cy="6278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48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29749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3204892" y="3123076"/>
            <a:ext cx="392723" cy="31223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36378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798627" y="5024050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09551" y="5015535"/>
            <a:ext cx="6196" cy="4998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20475" y="5007021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31399" y="4998506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42323" y="4989991"/>
            <a:ext cx="6196" cy="4998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3190646" y="342106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3204892" y="3381586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258618" y="338158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164598" y="3435311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151166" y="346217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266532" y="331826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577516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591762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45488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35817" y="438920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51467" y="443325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38036" y="446012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53402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88263" y="3902631"/>
            <a:ext cx="13922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4680480" y="3229260"/>
            <a:ext cx="0" cy="67337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680480" y="3229260"/>
            <a:ext cx="5736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5254157" y="2773157"/>
            <a:ext cx="0" cy="456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680480" y="3229260"/>
            <a:ext cx="0" cy="14121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680480" y="4641368"/>
            <a:ext cx="34778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028263" y="4641368"/>
            <a:ext cx="21734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245607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245607" y="6418000"/>
            <a:ext cx="226173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245607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H="1">
            <a:off x="4408508" y="3229260"/>
            <a:ext cx="2719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V="1">
            <a:off x="4408508" y="2312106"/>
            <a:ext cx="0" cy="9171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316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245607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4345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680480" y="2773157"/>
            <a:ext cx="573677" cy="456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244292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078923" y="5547455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098427" y="5532253"/>
            <a:ext cx="11061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17930" y="5517051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37434" y="5501849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56938" y="5486647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4655045" y="320382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4680480" y="313333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4776401" y="313333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4608539" y="322926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4584559" y="327722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790532" y="302029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245607" y="459110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341529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24263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173667" y="4687029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149686" y="4734990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355659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主卧南墙（衣帽间那面墙）主卧一侧，C19 西侧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门旁（门西侧短墙，卧室2 一侧，锁侧）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K-B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主卧南墙（衣帽间那面墙）主卧一侧，C19 西侧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