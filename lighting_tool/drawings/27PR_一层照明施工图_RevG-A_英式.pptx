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G-A · 方案 A · 专业 18 路（照明 4 路）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TextBox 652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4" name="Oval 653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5" name="Connector 654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9" name="Oval 658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5" name="Oval 664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6" name="Connector 665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1" name="TextBox 670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2" name="Oval 671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3" name="Connector 672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TextBox 680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2" name="Oval 681"/>
          <p:cNvSpPr/>
          <p:nvPr/>
        </p:nvSpPr>
        <p:spPr>
          <a:xfrm>
            <a:off x="4419576" y="418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 flipV="1">
            <a:off x="4433076" y="4138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4483214" y="413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474690" y="414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TextBox 685"/>
          <p:cNvSpPr txBox="1"/>
          <p:nvPr/>
        </p:nvSpPr>
        <p:spPr>
          <a:xfrm>
            <a:off x="4183076" y="422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7" name="Oval 686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8" name="Connector 687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3" name="TextBox 692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4" name="Oval 693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5" name="Connector 694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1" name="Oval 700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2" name="Connector 701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4" name="TextBox 703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5" name="Oval 704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6" name="Connector 705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9" name="TextBox 708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0" name="Oval 709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1" name="Connector 710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5" name="Oval 714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6" name="Connector 715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TextBox 718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0" name="Oval 719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1" name="Connector 720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4" name="Oval 723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28" name="Connector 727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Oval 728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0" name="Connector 729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2" name="TextBox 731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3" name="Rectangle 732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5" name="Rectangle 734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Oval 742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4" name="Connector 743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1" name="Oval 750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56" name="Oval 755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58" name="Oval 757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9" name="Connector 758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2" name="TextBox 761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3" name="Rectangle 762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TextBox 765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67" name="Connector 766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8" name="TextBox 767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2" name="Rectangle 771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TextBox 774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02585" y="3136431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02585" y="3136431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TextBox 569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1" name="Oval 57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2" name="Connector 57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4" name="TextBox 573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5" name="Oval 574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6" name="Connector 575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9" name="Oval 57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TextBox 581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3" name="Connector 582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TextBox 583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5" name="Oval 584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8" name="Oval 587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1" name="Oval 590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4" name="Oval 593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TextBox 595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7" name="Oval 596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0" name="Oval 599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3" name="Oval 602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6" name="Oval 605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9" name="Oval 60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2" name="Oval 61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5" name="Oval 61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8" name="Oval 61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1" name="Oval 62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4" name="Oval 62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7" name="Oval 62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0" name="Oval 62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3" name="Oval 63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6" name="Connector 635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7" name="Oval 636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8" name="Connector 637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0" name="TextBox 639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1" name="Oval 640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2" name="Connector 641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Rounded Rectangle 646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49" name="Oval 648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0" name="Connector 649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Rounded Rectangle 652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5" name="Oval 654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Rounded Rectangle 659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2" name="Oval 661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3" name="Connector 662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8" name="Rounded Rectangle 667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0" name="Oval 669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1" name="Connector 670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5" name="Rounded Rectangle 674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7" name="Oval 676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8" name="Connector 677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0" name="Rounded Rectangle 679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extBox 680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2" name="Oval 681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 flipV="1">
            <a:off x="7862259" y="2951468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970090" y="2951468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951759" y="2973314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Rounded Rectangle 685"/>
          <p:cNvSpPr/>
          <p:nvPr/>
        </p:nvSpPr>
        <p:spPr>
          <a:xfrm>
            <a:off x="7986220" y="2813987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7986220" y="2813987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G07 区东侧 · 卫生间走道口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TextBox 710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457463" y="3495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457463" y="3495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0" name="Freeform 119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9" name="Oval 58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0" name="Connector 589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3" name="Rounded Rectangle 592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5" name="Oval 594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9" name="Rounded Rectangle 598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1" name="Oval 600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2" name="Connector 601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07" name="Oval 60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Rounded Rectangle 609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2" name="Oval 61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3" name="Connector 612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5" name="Rounded Rectangle 614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17" name="Rectangle 616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0" name="Rectangle 619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3" name="Rectangle 622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26" name="Rectangle 625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29" name="Rectangle 628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G15 区 · 通后花园门旁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2 联 · 厨房后门旁（吧台区）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W1：S12 ↔ S11  3C+E  回路 p q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1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