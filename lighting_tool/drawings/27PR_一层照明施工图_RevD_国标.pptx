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前区（含门廊壁灯）、WL2 后区（含卫生间排气扇）、WL3 后花园户外，均带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66244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66244" y="4176307"/>
            <a:ext cx="29234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3079975"/>
            <a:ext cx="53935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30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区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洗衣房）+ 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44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45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42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43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44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见二层图）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52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00000" y="51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回路划分按区域：前区 / 后区 / 户外，单回路灯具数量与功率均在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