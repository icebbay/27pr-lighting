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I-B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AL1（暂定楼梯下，现场定）引出 2 个回路：WL1 一层照明（B10）、WL3 户外照明（B6），均为 30 mA RCBO。本图为方案 B · 精简 17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H：新增后花园壁灯 G26_4（卫生间后墙、小窗东侧，IP65，与 G26_2 同款），回路 v、键 28；S7、S11、S12 改三联，v 与 p、q 一样三处控制（S11、S12 两路，S7 中途），接户外 WL3。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13. 2026-10-07：键 28 的灯为后花园投光灯（SOLLA 三头 LED 150 W、6000 K、IP66），装在两扇后花园法式门中间的后墙上、离地约 3.5 m，照向院子；仍为回路 v、户外 WL3，S11 / S12 两路 + S7 中途三控。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14. 本套图：方案 B · 精简 17 路，全屋照明 3 路（WL1 一层照明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I-B 2026-10-06）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74" y="3837501"/>
            <a:ext cx="0" cy="42799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1743974" y="3837501"/>
            <a:ext cx="48332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227295" y="3837501"/>
            <a:ext cx="4809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702740" y="4257675"/>
            <a:ext cx="0" cy="407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02740" y="4257675"/>
            <a:ext cx="55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221767" y="4665274"/>
            <a:ext cx="48097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1738445" y="4665274"/>
            <a:ext cx="48332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5011131" y="2116500"/>
            <a:ext cx="78598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5797113" y="2116500"/>
            <a:ext cx="7234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520530" y="2116500"/>
            <a:ext cx="4105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931118" y="2116500"/>
            <a:ext cx="0" cy="19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07871" y="4924435"/>
            <a:ext cx="514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021948" y="4924435"/>
            <a:ext cx="0" cy="2256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48" y="5150128"/>
            <a:ext cx="994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3016666" y="4661128"/>
            <a:ext cx="0" cy="489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016666" y="4661128"/>
            <a:ext cx="188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204743" y="4661128"/>
            <a:ext cx="0" cy="1421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204743" y="4803230"/>
            <a:ext cx="0" cy="200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3137871" y="5003846"/>
            <a:ext cx="668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V="1">
            <a:off x="3016666" y="3382205"/>
            <a:ext cx="0" cy="1278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3016666" y="3382205"/>
            <a:ext cx="16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3033384" y="3382205"/>
            <a:ext cx="10365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4069897" y="3010230"/>
            <a:ext cx="0" cy="3719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2055384" y="3382205"/>
            <a:ext cx="9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2055384" y="2483615"/>
            <a:ext cx="0" cy="8985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204743" y="4803230"/>
            <a:ext cx="151715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4721897" y="4732179"/>
            <a:ext cx="0" cy="71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4721897" y="4732179"/>
            <a:ext cx="25327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7254666" y="4732179"/>
            <a:ext cx="0" cy="83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4124012" y="4732179"/>
            <a:ext cx="0" cy="67707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4124012" y="4732179"/>
            <a:ext cx="59788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4458635" y="4080134"/>
            <a:ext cx="10113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470025" y="4080134"/>
            <a:ext cx="0" cy="313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4458635" y="2312256"/>
            <a:ext cx="0" cy="176787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4458589" y="2312256"/>
            <a:ext cx="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470025" y="4393641"/>
            <a:ext cx="212318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7593205" y="4393641"/>
            <a:ext cx="0" cy="3468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V="1">
            <a:off x="4145128" y="4080134"/>
            <a:ext cx="0" cy="132912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4145128" y="4080134"/>
            <a:ext cx="313507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H="1">
            <a:off x="1461863" y="4924435"/>
            <a:ext cx="460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1461863" y="4924435"/>
            <a:ext cx="0" cy="355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1507871" y="4252643"/>
            <a:ext cx="0" cy="67179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507871" y="4252643"/>
            <a:ext cx="7189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1507871" y="4265497"/>
            <a:ext cx="0" cy="658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7871" y="4265497"/>
            <a:ext cx="23610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1507871" y="4924435"/>
            <a:ext cx="230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1738445" y="4665274"/>
            <a:ext cx="0" cy="259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H="1">
            <a:off x="1865138" y="5150128"/>
            <a:ext cx="1568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865138" y="5150128"/>
            <a:ext cx="0" cy="1390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021948" y="5150128"/>
            <a:ext cx="3133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2335340" y="5150128"/>
            <a:ext cx="0" cy="125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016666" y="4203184"/>
            <a:ext cx="0" cy="45794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3016666" y="4203184"/>
            <a:ext cx="7812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016666" y="4184989"/>
            <a:ext cx="0" cy="4761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3016666" y="4184989"/>
            <a:ext cx="2942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016666" y="4561200"/>
            <a:ext cx="0" cy="9992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016666" y="4561200"/>
            <a:ext cx="284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3137871" y="5003846"/>
            <a:ext cx="4128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V="1">
            <a:off x="3179154" y="4864428"/>
            <a:ext cx="0" cy="1394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2226858" y="5003846"/>
            <a:ext cx="9110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2226858" y="4252643"/>
            <a:ext cx="0" cy="7512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3137871" y="3837501"/>
            <a:ext cx="0" cy="11663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8269" y="3837501"/>
            <a:ext cx="42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2702740" y="5003846"/>
            <a:ext cx="4351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2702740" y="4665274"/>
            <a:ext cx="0" cy="3385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3204743" y="4203184"/>
            <a:ext cx="0" cy="60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3204743" y="4203184"/>
            <a:ext cx="59322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3204743" y="4184989"/>
            <a:ext cx="0" cy="6182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204743" y="4184989"/>
            <a:ext cx="1061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204743" y="4803230"/>
            <a:ext cx="963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3301129" y="4561200"/>
            <a:ext cx="0" cy="2420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3204743" y="5332932"/>
            <a:ext cx="0" cy="1055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4458635" y="4080134"/>
            <a:ext cx="142389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5882529" y="4080134"/>
            <a:ext cx="0" cy="1006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4458635" y="4080134"/>
            <a:ext cx="55249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5011131" y="2116500"/>
            <a:ext cx="0" cy="196363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4458635" y="4080134"/>
            <a:ext cx="15055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4609193" y="3482976"/>
            <a:ext cx="0" cy="597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3033384" y="2818974"/>
            <a:ext cx="0" cy="5632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3033384" y="2567172"/>
            <a:ext cx="0" cy="815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H="1">
            <a:off x="2384555" y="3382205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384555" y="2820355"/>
            <a:ext cx="0" cy="5618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H="1">
            <a:off x="2805548" y="3382205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2805548" y="3263573"/>
            <a:ext cx="0" cy="118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055384" y="2483615"/>
            <a:ext cx="7484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2803798" y="2483615"/>
            <a:ext cx="0" cy="3353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84" y="2483615"/>
            <a:ext cx="0" cy="835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2055384" y="2567172"/>
            <a:ext cx="1973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2055384" y="2405014"/>
            <a:ext cx="0" cy="786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2055384" y="2405014"/>
            <a:ext cx="3269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2055384" y="2483615"/>
            <a:ext cx="0" cy="7739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2055384" y="3257541"/>
            <a:ext cx="3217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4069897" y="3010230"/>
            <a:ext cx="946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4164537" y="3010230"/>
            <a:ext cx="0" cy="32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4458589" y="2312256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882529" y="2312256"/>
            <a:ext cx="0" cy="18685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4458589" y="2312256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5011131" y="2116500"/>
            <a:ext cx="0" cy="195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4458589" y="2312256"/>
            <a:ext cx="1506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4609193" y="2312256"/>
            <a:ext cx="0" cy="11707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V="1">
            <a:off x="5470025" y="4180781"/>
            <a:ext cx="0" cy="2128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5470025" y="4180781"/>
            <a:ext cx="412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V="1">
            <a:off x="5470025" y="2116500"/>
            <a:ext cx="0" cy="22771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5470025" y="2116500"/>
            <a:ext cx="3270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V="1">
            <a:off x="5470025" y="3482976"/>
            <a:ext cx="0" cy="9106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H="1">
            <a:off x="4609193" y="3482976"/>
            <a:ext cx="86083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721897" y="4732179"/>
            <a:ext cx="7798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5501777" y="4732179"/>
            <a:ext cx="0" cy="1156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4721897" y="4732179"/>
            <a:ext cx="19726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6694541" y="4732179"/>
            <a:ext cx="0" cy="934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7254666" y="4740538"/>
            <a:ext cx="0" cy="338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7254666" y="5078600"/>
            <a:ext cx="1644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7593205" y="4740538"/>
            <a:ext cx="3567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7949918" y="4740538"/>
            <a:ext cx="0" cy="1556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1507871" y="4924435"/>
            <a:ext cx="1630000" cy="794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V="1">
            <a:off x="2281676" y="49478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V="1">
            <a:off x="2293979" y="49484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2306282" y="4949093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2318586" y="49496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2330889" y="49502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2343987" y="4907831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1" name="Connector 700"/>
          <p:cNvCxnSpPr/>
          <p:nvPr/>
        </p:nvCxnSpPr>
        <p:spPr>
          <a:xfrm flipH="1" flipV="1">
            <a:off x="3016666" y="4661128"/>
            <a:ext cx="188077" cy="1421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3108177" y="4743941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3098350" y="4736516"/>
            <a:ext cx="44365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3088522" y="4729090"/>
            <a:ext cx="44365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3078694" y="4721665"/>
            <a:ext cx="44366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H="1">
            <a:off x="3068866" y="4714239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/>
          <p:cNvSpPr txBox="1"/>
          <p:nvPr/>
        </p:nvSpPr>
        <p:spPr>
          <a:xfrm>
            <a:off x="3131821" y="467587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8" name="Connector 707"/>
          <p:cNvCxnSpPr/>
          <p:nvPr/>
        </p:nvCxnSpPr>
        <p:spPr>
          <a:xfrm flipH="1" flipV="1">
            <a:off x="2055384" y="2483615"/>
            <a:ext cx="978000" cy="89859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>
            <a:off x="2540148" y="2948631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>
            <a:off x="2531078" y="2940297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>
            <a:off x="2522007" y="2931963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>
            <a:off x="2512937" y="2923629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>
            <a:off x="2503867" y="2915295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2565500" y="287660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15" name="Connector 714"/>
          <p:cNvCxnSpPr/>
          <p:nvPr/>
        </p:nvCxnSpPr>
        <p:spPr>
          <a:xfrm flipH="1" flipV="1">
            <a:off x="4458589" y="2312256"/>
            <a:ext cx="46" cy="176787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 flipV="1">
            <a:off x="4442775" y="3204994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4442775" y="3192676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4442775" y="3180359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4442775" y="3168041"/>
            <a:ext cx="31674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H="1" flipV="1">
            <a:off x="4442774" y="3155723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1" name="TextBox 720"/>
          <p:cNvSpPr txBox="1"/>
          <p:nvPr/>
        </p:nvSpPr>
        <p:spPr>
          <a:xfrm>
            <a:off x="4479728" y="3139886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4458589" y="2312256"/>
            <a:ext cx="1011436" cy="20813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4932374" y="3323468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4937757" y="3334547"/>
            <a:ext cx="42333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4943141" y="3345626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4948525" y="3356705"/>
            <a:ext cx="42332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4953908" y="3367784"/>
            <a:ext cx="42333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" name="TextBox 727"/>
          <p:cNvSpPr txBox="1"/>
          <p:nvPr/>
        </p:nvSpPr>
        <p:spPr>
          <a:xfrm>
            <a:off x="4985423" y="3296639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31" name="Connector 730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Rectangle 732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35" name="Oval 734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37" name="Oval 736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8" name="Connector 737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0" name="TextBox 739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41" name="Oval 740"/>
          <p:cNvSpPr/>
          <p:nvPr/>
        </p:nvSpPr>
        <p:spPr>
          <a:xfrm>
            <a:off x="2184627" y="421041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2" name="Connector 741"/>
          <p:cNvCxnSpPr/>
          <p:nvPr/>
        </p:nvCxnSpPr>
        <p:spPr>
          <a:xfrm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V="1"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4" name="TextBox 743"/>
          <p:cNvSpPr txBox="1"/>
          <p:nvPr/>
        </p:nvSpPr>
        <p:spPr>
          <a:xfrm>
            <a:off x="2265571" y="41716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45" name="Oval 744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6" name="Connector 745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8" name="TextBox 747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49" name="Oval 748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0" name="Connector 749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2" name="TextBox 751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53" name="Oval 752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6" name="TextBox 755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57" name="Oval 756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59" name="Oval 758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TextBox 759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61" name="Oval 760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TextBox 761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3" name="Oval 762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5" name="Oval 764"/>
          <p:cNvSpPr/>
          <p:nvPr/>
        </p:nvSpPr>
        <p:spPr>
          <a:xfrm>
            <a:off x="2674586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2693942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2741453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8" name="Oval 767"/>
          <p:cNvSpPr/>
          <p:nvPr/>
        </p:nvSpPr>
        <p:spPr>
          <a:xfrm>
            <a:off x="2193612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212968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260479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1" name="Oval 770"/>
          <p:cNvSpPr/>
          <p:nvPr/>
        </p:nvSpPr>
        <p:spPr>
          <a:xfrm>
            <a:off x="1710290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1729647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1777157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4" name="Oval 773"/>
          <p:cNvSpPr/>
          <p:nvPr/>
        </p:nvSpPr>
        <p:spPr>
          <a:xfrm>
            <a:off x="1715819" y="423734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1735175" y="4256699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1782686" y="418455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7" name="Oval 776"/>
          <p:cNvSpPr/>
          <p:nvPr/>
        </p:nvSpPr>
        <p:spPr>
          <a:xfrm>
            <a:off x="2199141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2218497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2266008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0" name="Oval 779"/>
          <p:cNvSpPr/>
          <p:nvPr/>
        </p:nvSpPr>
        <p:spPr>
          <a:xfrm>
            <a:off x="268011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269947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274698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3" name="Oval 782"/>
          <p:cNvSpPr/>
          <p:nvPr/>
        </p:nvSpPr>
        <p:spPr>
          <a:xfrm>
            <a:off x="2680114" y="422952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2699471" y="42488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2746982" y="41767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86" name="Oval 785"/>
          <p:cNvSpPr/>
          <p:nvPr/>
        </p:nvSpPr>
        <p:spPr>
          <a:xfrm>
            <a:off x="1715819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1735175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1782686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9" name="Oval 788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2" name="Oval 791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5" name="Oval 794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8" name="Oval 797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TextBox 799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1" name="Oval 800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TextBox 802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4" name="Oval 803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TextBox 805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7" name="Oval 806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TextBox 808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0" name="Oval 809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TextBox 811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3" name="Oval 812"/>
          <p:cNvSpPr/>
          <p:nvPr/>
        </p:nvSpPr>
        <p:spPr>
          <a:xfrm>
            <a:off x="6652309" y="478336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4" name="Connector 813"/>
          <p:cNvCxnSpPr/>
          <p:nvPr/>
        </p:nvCxnSpPr>
        <p:spPr>
          <a:xfrm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 flipV="1"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6" name="TextBox 815"/>
          <p:cNvSpPr txBox="1"/>
          <p:nvPr/>
        </p:nvSpPr>
        <p:spPr>
          <a:xfrm>
            <a:off x="6733254" y="47446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17" name="Oval 816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8" name="Connector 817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0" name="TextBox 819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21" name="Oval 820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TextBox 822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24" name="Oval 823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7" name="Oval 826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0" name="Oval 829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3" name="Oval 832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6" name="Oval 835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9" name="Oval 838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42" name="Oval 841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5" name="Oval 844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TextBox 846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8" name="Oval 847"/>
          <p:cNvSpPr/>
          <p:nvPr/>
        </p:nvSpPr>
        <p:spPr>
          <a:xfrm>
            <a:off x="7390977" y="50504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7410333" y="50698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TextBox 849"/>
          <p:cNvSpPr txBox="1"/>
          <p:nvPr/>
        </p:nvSpPr>
        <p:spPr>
          <a:xfrm>
            <a:off x="7457844" y="49976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51" name="Oval 850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TextBox 852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54" name="Oval 853"/>
          <p:cNvSpPr/>
          <p:nvPr/>
        </p:nvSpPr>
        <p:spPr>
          <a:xfrm>
            <a:off x="4986496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997054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TextBox 854"/>
          <p:cNvSpPr txBox="1"/>
          <p:nvPr/>
        </p:nvSpPr>
        <p:spPr>
          <a:xfrm>
            <a:off x="5049844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6" name="Oval 855"/>
          <p:cNvSpPr/>
          <p:nvPr/>
        </p:nvSpPr>
        <p:spPr>
          <a:xfrm>
            <a:off x="5772478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783036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TextBox 856"/>
          <p:cNvSpPr txBox="1"/>
          <p:nvPr/>
        </p:nvSpPr>
        <p:spPr>
          <a:xfrm>
            <a:off x="5835826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8" name="Oval 857"/>
          <p:cNvSpPr/>
          <p:nvPr/>
        </p:nvSpPr>
        <p:spPr>
          <a:xfrm>
            <a:off x="6495894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506452" y="2100663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8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8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TextBox 858"/>
          <p:cNvSpPr txBox="1"/>
          <p:nvPr/>
        </p:nvSpPr>
        <p:spPr>
          <a:xfrm>
            <a:off x="6559242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60" name="Oval 859"/>
          <p:cNvSpPr/>
          <p:nvPr/>
        </p:nvSpPr>
        <p:spPr>
          <a:xfrm>
            <a:off x="6906483" y="2093844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917041" y="2102642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7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TextBox 860"/>
          <p:cNvSpPr txBox="1"/>
          <p:nvPr/>
        </p:nvSpPr>
        <p:spPr>
          <a:xfrm>
            <a:off x="6969831" y="203753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62" name="Oval 861"/>
          <p:cNvSpPr/>
          <p:nvPr/>
        </p:nvSpPr>
        <p:spPr>
          <a:xfrm>
            <a:off x="4570480" y="3444263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4570480" y="3482976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2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TextBox 862"/>
          <p:cNvSpPr txBox="1"/>
          <p:nvPr/>
        </p:nvSpPr>
        <p:spPr>
          <a:xfrm>
            <a:off x="4647905" y="34020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864" name="Oval 863"/>
          <p:cNvSpPr/>
          <p:nvPr/>
        </p:nvSpPr>
        <p:spPr>
          <a:xfrm>
            <a:off x="1495202" y="491176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5" name="Connector 864"/>
          <p:cNvCxnSpPr/>
          <p:nvPr/>
        </p:nvCxnSpPr>
        <p:spPr>
          <a:xfrm flipV="1">
            <a:off x="1507871" y="487665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>
            <a:off x="1555651" y="48766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>
            <a:off x="1547051" y="48852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>
            <a:off x="1538450" y="48938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1529850" y="490245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H="1">
            <a:off x="1472036" y="492443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 flipH="1" flipV="1">
            <a:off x="1460091" y="49483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2" name="TextBox 871"/>
          <p:cNvSpPr txBox="1"/>
          <p:nvPr/>
        </p:nvSpPr>
        <p:spPr>
          <a:xfrm>
            <a:off x="1562690" y="482034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73" name="Oval 872"/>
          <p:cNvSpPr/>
          <p:nvPr/>
        </p:nvSpPr>
        <p:spPr>
          <a:xfrm>
            <a:off x="2009279" y="5137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4" name="Connector 873"/>
          <p:cNvCxnSpPr/>
          <p:nvPr/>
        </p:nvCxnSpPr>
        <p:spPr>
          <a:xfrm flipV="1">
            <a:off x="2021948" y="5102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>
            <a:off x="2069728" y="5102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>
            <a:off x="2061128" y="5110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7" name="TextBox 876"/>
          <p:cNvSpPr txBox="1"/>
          <p:nvPr/>
        </p:nvSpPr>
        <p:spPr>
          <a:xfrm>
            <a:off x="2076767" y="5046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78" name="Oval 877"/>
          <p:cNvSpPr/>
          <p:nvPr/>
        </p:nvSpPr>
        <p:spPr>
          <a:xfrm>
            <a:off x="3003997" y="4648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9" name="Connector 878"/>
          <p:cNvCxnSpPr/>
          <p:nvPr/>
        </p:nvCxnSpPr>
        <p:spPr>
          <a:xfrm flipV="1">
            <a:off x="3016666" y="4613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3064446" y="4613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>
            <a:off x="3055846" y="4621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>
            <a:off x="3047245" y="463054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 flipH="1">
            <a:off x="2980831" y="4661128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 flipH="1" flipV="1">
            <a:off x="2968886" y="468501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5" name="TextBox 884"/>
          <p:cNvSpPr txBox="1"/>
          <p:nvPr/>
        </p:nvSpPr>
        <p:spPr>
          <a:xfrm>
            <a:off x="3071485" y="4557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86" name="Oval 885"/>
          <p:cNvSpPr/>
          <p:nvPr/>
        </p:nvSpPr>
        <p:spPr>
          <a:xfrm>
            <a:off x="3125202" y="499117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7" name="Connector 886"/>
          <p:cNvCxnSpPr/>
          <p:nvPr/>
        </p:nvCxnSpPr>
        <p:spPr>
          <a:xfrm flipV="1">
            <a:off x="3137871" y="495606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3185651" y="49560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>
            <a:off x="3177051" y="49646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>
            <a:off x="3168450" y="49732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3159850" y="498186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 flipH="1">
            <a:off x="3102036" y="500384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 flipH="1" flipV="1">
            <a:off x="3090091" y="50277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4" name="TextBox 893"/>
          <p:cNvSpPr txBox="1"/>
          <p:nvPr/>
        </p:nvSpPr>
        <p:spPr>
          <a:xfrm>
            <a:off x="3192690" y="48997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95" name="Oval 894"/>
          <p:cNvSpPr/>
          <p:nvPr/>
        </p:nvSpPr>
        <p:spPr>
          <a:xfrm>
            <a:off x="3192074" y="4790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6" name="Connector 895"/>
          <p:cNvCxnSpPr/>
          <p:nvPr/>
        </p:nvCxnSpPr>
        <p:spPr>
          <a:xfrm flipV="1">
            <a:off x="3204743" y="4755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3252523" y="4755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3243923" y="47640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3235322" y="47726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>
            <a:off x="3168908" y="480323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H="1" flipV="1">
            <a:off x="3156963" y="48271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" name="TextBox 901"/>
          <p:cNvSpPr txBox="1"/>
          <p:nvPr/>
        </p:nvSpPr>
        <p:spPr>
          <a:xfrm>
            <a:off x="3259562" y="4699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903" name="Oval 902"/>
          <p:cNvSpPr/>
          <p:nvPr/>
        </p:nvSpPr>
        <p:spPr>
          <a:xfrm>
            <a:off x="3192074" y="5425843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4" name="Connector 903"/>
          <p:cNvCxnSpPr/>
          <p:nvPr/>
        </p:nvCxnSpPr>
        <p:spPr>
          <a:xfrm flipV="1">
            <a:off x="3204743" y="5390732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3252523" y="53907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TextBox 905"/>
          <p:cNvSpPr txBox="1"/>
          <p:nvPr/>
        </p:nvSpPr>
        <p:spPr>
          <a:xfrm>
            <a:off x="3259562" y="53344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907" name="Oval 906"/>
          <p:cNvSpPr/>
          <p:nvPr/>
        </p:nvSpPr>
        <p:spPr>
          <a:xfrm>
            <a:off x="4445966" y="406746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8" name="Connector 907"/>
          <p:cNvCxnSpPr/>
          <p:nvPr/>
        </p:nvCxnSpPr>
        <p:spPr>
          <a:xfrm flipV="1">
            <a:off x="4458635" y="4032354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>
            <a:off x="4506415" y="403235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4497815" y="40409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>
            <a:off x="4489214" y="40495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 flipH="1">
            <a:off x="4422800" y="4080134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 flipH="1" flipV="1">
            <a:off x="4410855" y="41040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4513454" y="39760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915" name="Oval 914"/>
          <p:cNvSpPr/>
          <p:nvPr/>
        </p:nvSpPr>
        <p:spPr>
          <a:xfrm>
            <a:off x="3020715" y="336953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6" name="Connector 915"/>
          <p:cNvCxnSpPr/>
          <p:nvPr/>
        </p:nvCxnSpPr>
        <p:spPr>
          <a:xfrm flipV="1">
            <a:off x="3033384" y="333442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3081164" y="3334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>
            <a:off x="3072564" y="33430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>
            <a:off x="3055363" y="336022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H="1">
            <a:off x="2997549" y="338220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H="1" flipV="1">
            <a:off x="2985604" y="340609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3" name="TextBox 922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24" name="Oval 923"/>
          <p:cNvSpPr/>
          <p:nvPr/>
        </p:nvSpPr>
        <p:spPr>
          <a:xfrm>
            <a:off x="2042715" y="247094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5" name="Connector 924"/>
          <p:cNvCxnSpPr/>
          <p:nvPr/>
        </p:nvCxnSpPr>
        <p:spPr>
          <a:xfrm flipV="1">
            <a:off x="2055384" y="24358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2103164" y="24358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2094564" y="244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2085963" y="245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>
            <a:off x="2077363" y="246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>
            <a:off x="2019549" y="24836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 flipH="1" flipV="1">
            <a:off x="2007604" y="25075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TextBox 931"/>
          <p:cNvSpPr txBox="1"/>
          <p:nvPr/>
        </p:nvSpPr>
        <p:spPr>
          <a:xfrm>
            <a:off x="2110203" y="23795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33" name="Oval 932"/>
          <p:cNvSpPr/>
          <p:nvPr/>
        </p:nvSpPr>
        <p:spPr>
          <a:xfrm>
            <a:off x="4057227" y="2997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4" name="Connector 933"/>
          <p:cNvCxnSpPr/>
          <p:nvPr/>
        </p:nvCxnSpPr>
        <p:spPr>
          <a:xfrm flipV="1">
            <a:off x="4069897" y="2962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4117677" y="2962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TextBox 935"/>
          <p:cNvSpPr txBox="1"/>
          <p:nvPr/>
        </p:nvSpPr>
        <p:spPr>
          <a:xfrm>
            <a:off x="4124716" y="2906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37" name="Oval 936"/>
          <p:cNvSpPr/>
          <p:nvPr/>
        </p:nvSpPr>
        <p:spPr>
          <a:xfrm>
            <a:off x="4445920" y="229958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8" name="Connector 937"/>
          <p:cNvCxnSpPr/>
          <p:nvPr/>
        </p:nvCxnSpPr>
        <p:spPr>
          <a:xfrm flipV="1">
            <a:off x="4458589" y="22644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>
            <a:off x="4506369" y="2264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4497769" y="22730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4489168" y="228167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H="1">
            <a:off x="4422754" y="23122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 flipH="1" flipV="1">
            <a:off x="4410809" y="23361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TextBox 943"/>
          <p:cNvSpPr txBox="1"/>
          <p:nvPr/>
        </p:nvSpPr>
        <p:spPr>
          <a:xfrm>
            <a:off x="4513408" y="22081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45" name="Oval 944"/>
          <p:cNvSpPr/>
          <p:nvPr/>
        </p:nvSpPr>
        <p:spPr>
          <a:xfrm>
            <a:off x="5457356" y="438097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6" name="Connector 945"/>
          <p:cNvCxnSpPr/>
          <p:nvPr/>
        </p:nvCxnSpPr>
        <p:spPr>
          <a:xfrm flipV="1">
            <a:off x="5470025" y="434586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>
            <a:off x="5517805" y="43458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>
            <a:off x="5509205" y="43544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5500604" y="43630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 flipH="1">
            <a:off x="5434190" y="439364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 flipH="1" flipV="1">
            <a:off x="5422245" y="44175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TextBox 951"/>
          <p:cNvSpPr txBox="1"/>
          <p:nvPr/>
        </p:nvSpPr>
        <p:spPr>
          <a:xfrm>
            <a:off x="5524844" y="42895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53" name="Oval 952"/>
          <p:cNvSpPr/>
          <p:nvPr/>
        </p:nvSpPr>
        <p:spPr>
          <a:xfrm>
            <a:off x="4709227" y="471950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4" name="Connector 953"/>
          <p:cNvCxnSpPr/>
          <p:nvPr/>
        </p:nvCxnSpPr>
        <p:spPr>
          <a:xfrm flipV="1">
            <a:off x="4721897" y="468439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>
            <a:off x="4769677" y="46843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>
            <a:off x="4761077" y="46929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7" name="TextBox 956"/>
          <p:cNvSpPr txBox="1"/>
          <p:nvPr/>
        </p:nvSpPr>
        <p:spPr>
          <a:xfrm>
            <a:off x="4776716" y="462809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58" name="Oval 957"/>
          <p:cNvSpPr/>
          <p:nvPr/>
        </p:nvSpPr>
        <p:spPr>
          <a:xfrm>
            <a:off x="7241997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9" name="Connector 958"/>
          <p:cNvCxnSpPr/>
          <p:nvPr/>
        </p:nvCxnSpPr>
        <p:spPr>
          <a:xfrm flipV="1">
            <a:off x="7254666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>
            <a:off x="7302446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1" name="TextBox 960"/>
          <p:cNvSpPr txBox="1"/>
          <p:nvPr/>
        </p:nvSpPr>
        <p:spPr>
          <a:xfrm>
            <a:off x="7309485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62" name="Oval 961"/>
          <p:cNvSpPr/>
          <p:nvPr/>
        </p:nvSpPr>
        <p:spPr>
          <a:xfrm>
            <a:off x="7580535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3" name="Connector 962"/>
          <p:cNvCxnSpPr/>
          <p:nvPr/>
        </p:nvCxnSpPr>
        <p:spPr>
          <a:xfrm flipV="1">
            <a:off x="7593205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>
            <a:off x="7640985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5" name="TextBox 964"/>
          <p:cNvSpPr txBox="1"/>
          <p:nvPr/>
        </p:nvSpPr>
        <p:spPr>
          <a:xfrm>
            <a:off x="7648023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66" name="Rectangle 965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TextBox 966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8" name="Rectangle 967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0" name="Rectangle 969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2" name="Rectangle 971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4" name="Rectangle 973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TextBox 974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76" name="Connector 975"/>
          <p:cNvCxnSpPr/>
          <p:nvPr/>
        </p:nvCxnSpPr>
        <p:spPr>
          <a:xfrm flipV="1">
            <a:off x="3204743" y="5267450"/>
            <a:ext cx="793553" cy="171062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7" name="Oval 976"/>
          <p:cNvSpPr/>
          <p:nvPr/>
        </p:nvSpPr>
        <p:spPr>
          <a:xfrm>
            <a:off x="3956064" y="52252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8" name="Connector 977"/>
          <p:cNvCxnSpPr/>
          <p:nvPr/>
        </p:nvCxnSpPr>
        <p:spPr>
          <a:xfrm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V="1"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0" name="TextBox 979"/>
          <p:cNvSpPr txBox="1"/>
          <p:nvPr/>
        </p:nvSpPr>
        <p:spPr>
          <a:xfrm>
            <a:off x="4051086" y="51924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82" name="Rectangle 981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84" name="Rectangle 983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86" name="Rectangle 985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TextBox 986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88" name="Rectangle 987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Rectangle 988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Rectangle 989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TextBox 990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I-B 2026-10-06）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55" y="2444714"/>
            <a:ext cx="0" cy="8024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772355" y="2444714"/>
            <a:ext cx="9062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678583" y="2444714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570043" y="3232541"/>
            <a:ext cx="0" cy="7642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4570043" y="3232541"/>
            <a:ext cx="103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3668217" y="3996789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2761988" y="3996789"/>
            <a:ext cx="9062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329663" y="4482716"/>
            <a:ext cx="963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93557" y="4482716"/>
            <a:ext cx="0" cy="4231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293557" y="4905889"/>
            <a:ext cx="186509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5158653" y="3989014"/>
            <a:ext cx="0" cy="9168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5158653" y="3989014"/>
            <a:ext cx="3526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511298" y="3989014"/>
            <a:ext cx="0" cy="2664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511298" y="4255456"/>
            <a:ext cx="0" cy="3761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385913" y="4631610"/>
            <a:ext cx="12538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>
            <a:off x="5385913" y="5391754"/>
            <a:ext cx="184021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5385913" y="4631610"/>
            <a:ext cx="0" cy="76014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TextBox 587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89" name="Connector 588"/>
          <p:cNvCxnSpPr/>
          <p:nvPr/>
        </p:nvCxnSpPr>
        <p:spPr>
          <a:xfrm flipV="1">
            <a:off x="7274519" y="2899652"/>
            <a:ext cx="0" cy="249210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7274519" y="2899652"/>
            <a:ext cx="5878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TextBox 590"/>
          <p:cNvSpPr txBox="1"/>
          <p:nvPr/>
        </p:nvSpPr>
        <p:spPr>
          <a:xfrm>
            <a:off x="5453542" y="5089312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2" name="Connector 591"/>
          <p:cNvCxnSpPr/>
          <p:nvPr/>
        </p:nvCxnSpPr>
        <p:spPr>
          <a:xfrm flipH="1">
            <a:off x="2243398" y="4482716"/>
            <a:ext cx="86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243398" y="4482716"/>
            <a:ext cx="0" cy="6659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329663" y="3223106"/>
            <a:ext cx="0" cy="12596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329663" y="3223106"/>
            <a:ext cx="13481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329663" y="3247206"/>
            <a:ext cx="0" cy="12355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29663" y="3247206"/>
            <a:ext cx="4426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329663" y="4482716"/>
            <a:ext cx="4323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2761988" y="3996789"/>
            <a:ext cx="0" cy="4859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2999539" y="4905889"/>
            <a:ext cx="2940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999539" y="4905889"/>
            <a:ext cx="0" cy="260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293557" y="4905889"/>
            <a:ext cx="5876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881167" y="4905889"/>
            <a:ext cx="0" cy="2348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5158653" y="3130369"/>
            <a:ext cx="0" cy="8586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5158653" y="3130369"/>
            <a:ext cx="14649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5158653" y="3096255"/>
            <a:ext cx="0" cy="8927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158653" y="3096255"/>
            <a:ext cx="5516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158653" y="3801649"/>
            <a:ext cx="0" cy="1873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158653" y="3801649"/>
            <a:ext cx="533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385913" y="4631610"/>
            <a:ext cx="77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5463318" y="4370202"/>
            <a:ext cx="0" cy="2614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3677764" y="4631610"/>
            <a:ext cx="17081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3677764" y="3223106"/>
            <a:ext cx="0" cy="1408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5385913" y="2444714"/>
            <a:ext cx="0" cy="218689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4580409" y="2444714"/>
            <a:ext cx="805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4570043" y="4631610"/>
            <a:ext cx="81587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570043" y="3996789"/>
            <a:ext cx="0" cy="6348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511298" y="3130369"/>
            <a:ext cx="0" cy="11250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511298" y="3130369"/>
            <a:ext cx="11122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511298" y="3096255"/>
            <a:ext cx="0" cy="11592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511298" y="3096255"/>
            <a:ext cx="1990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5511298" y="4255456"/>
            <a:ext cx="18072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92021" y="3801649"/>
            <a:ext cx="0" cy="453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5511298" y="52046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5543558" y="51562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7910736" y="2964173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接线见另图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7910736" y="2964173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7910736" y="2964173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接线见另图</a:t>
            </a:r>
          </a:p>
        </p:txBody>
      </p:sp>
      <p:cxnSp>
        <p:nvCxnSpPr>
          <p:cNvPr id="629" name="Connector 628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763383" y="4519932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791577" y="4521305"/>
            <a:ext cx="76033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819772" y="4522679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847966" y="4524052"/>
            <a:ext cx="76033" cy="689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3876161" y="4525426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3906179" y="442812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36" name="Connector 635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5329184" y="4149190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5306662" y="4132173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5284140" y="4115157"/>
            <a:ext cx="101671" cy="141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5261618" y="4098140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5239095" y="4081123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5383366" y="3993193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3" name="Rectangle 642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TextBox 643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45" name="Connector 644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48" name="Rectangle 647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50" name="Oval 649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TextBox 650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2" name="Oval 651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56" name="Oval 655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3766480" y="30376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60" name="Oval 659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1" name="Connector 660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3" name="TextBox 662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4" name="Oval 663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66" name="Oval 665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4658759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9" name="Oval 668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TextBox 670"/>
          <p:cNvSpPr txBox="1"/>
          <p:nvPr/>
        </p:nvSpPr>
        <p:spPr>
          <a:xfrm>
            <a:off x="3756933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2" name="Oval 671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2850705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5" name="Oval 674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2861071" y="30617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8" name="Oval 677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TextBox 679"/>
          <p:cNvSpPr txBox="1"/>
          <p:nvPr/>
        </p:nvSpPr>
        <p:spPr>
          <a:xfrm>
            <a:off x="3767299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1" name="Oval 680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TextBox 682"/>
          <p:cNvSpPr txBox="1"/>
          <p:nvPr/>
        </p:nvSpPr>
        <p:spPr>
          <a:xfrm>
            <a:off x="4669125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4" name="Oval 683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TextBox 685"/>
          <p:cNvSpPr txBox="1"/>
          <p:nvPr/>
        </p:nvSpPr>
        <p:spPr>
          <a:xfrm>
            <a:off x="4669125" y="304704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7" name="Oval 686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2861071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90" name="Oval 689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TextBox 691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3" name="Oval 692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TextBox 694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6" name="Oval 695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TextBox 697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9" name="Oval 698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TextBox 700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2" name="Oval 701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TextBox 703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5" name="Oval 704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8" name="Oval 707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709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1" name="Oval 710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4" name="Oval 713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TextBox 715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17" name="Oval 716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8" name="Connector 717"/>
          <p:cNvCxnSpPr/>
          <p:nvPr/>
        </p:nvCxnSpPr>
        <p:spPr>
          <a:xfrm flipV="1">
            <a:off x="2329663" y="4373220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439159" y="437322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2419450" y="4392929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2399740" y="4412639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2380031" y="443234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H="1">
            <a:off x="2247541" y="448271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H="1" flipV="1">
            <a:off x="2220167" y="453746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5" name="TextBox 724"/>
          <p:cNvSpPr txBox="1"/>
          <p:nvPr/>
        </p:nvSpPr>
        <p:spPr>
          <a:xfrm>
            <a:off x="2455289" y="424417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26" name="Oval 725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7" name="Connector 726"/>
          <p:cNvCxnSpPr/>
          <p:nvPr/>
        </p:nvCxnSpPr>
        <p:spPr>
          <a:xfrm flipV="1">
            <a:off x="3293557" y="4796393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3403053" y="479639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3383344" y="48161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0" name="TextBox 729"/>
          <p:cNvSpPr txBox="1"/>
          <p:nvPr/>
        </p:nvSpPr>
        <p:spPr>
          <a:xfrm>
            <a:off x="3419183" y="46673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31" name="Oval 730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2" name="Connector 731"/>
          <p:cNvCxnSpPr/>
          <p:nvPr/>
        </p:nvCxnSpPr>
        <p:spPr>
          <a:xfrm flipV="1">
            <a:off x="5158653" y="387951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268149" y="38795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5248440" y="389922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5228731" y="39189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>
            <a:off x="5076531" y="398901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H="1" flipV="1">
            <a:off x="5049158" y="4043762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8" name="TextBox 737"/>
          <p:cNvSpPr txBox="1"/>
          <p:nvPr/>
        </p:nvSpPr>
        <p:spPr>
          <a:xfrm>
            <a:off x="5284279" y="37504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39" name="Oval 738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0" name="Connector 739"/>
          <p:cNvCxnSpPr/>
          <p:nvPr/>
        </p:nvCxnSpPr>
        <p:spPr>
          <a:xfrm flipV="1">
            <a:off x="5385913" y="45221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495409" y="4522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475700" y="4541824"/>
            <a:ext cx="27373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5455990" y="456153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5436281" y="458124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H="1">
            <a:off x="5303791" y="463161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H="1" flipV="1">
            <a:off x="5276417" y="468635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5511539" y="4393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48" name="Oval 747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9" name="Connector 748"/>
          <p:cNvCxnSpPr/>
          <p:nvPr/>
        </p:nvCxnSpPr>
        <p:spPr>
          <a:xfrm flipV="1">
            <a:off x="5511298" y="4145960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620793" y="414596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5601084" y="416567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5581375" y="418537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>
            <a:off x="5429176" y="425545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 flipH="1" flipV="1">
            <a:off x="5401802" y="4310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5636924" y="40169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56" name="Oval 755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7" name="Connector 756"/>
          <p:cNvCxnSpPr/>
          <p:nvPr/>
        </p:nvCxnSpPr>
        <p:spPr>
          <a:xfrm flipV="1">
            <a:off x="5511298" y="533711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5620793" y="5337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TextBox 758"/>
          <p:cNvSpPr txBox="1"/>
          <p:nvPr/>
        </p:nvSpPr>
        <p:spPr>
          <a:xfrm>
            <a:off x="5636924" y="5208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60" name="Oval 759"/>
          <p:cNvSpPr/>
          <p:nvPr/>
        </p:nvSpPr>
        <p:spPr>
          <a:xfrm>
            <a:off x="7833311" y="287061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1" name="Connector 760"/>
          <p:cNvCxnSpPr/>
          <p:nvPr/>
        </p:nvCxnSpPr>
        <p:spPr>
          <a:xfrm flipV="1">
            <a:off x="7862345" y="2790156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7971841" y="279015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7952132" y="2809865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7932423" y="282957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H="1">
            <a:off x="7780223" y="2899652"/>
            <a:ext cx="82122" cy="821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 flipH="1" flipV="1">
            <a:off x="7752849" y="295439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7" name="TextBox 766"/>
          <p:cNvSpPr txBox="1"/>
          <p:nvPr/>
        </p:nvSpPr>
        <p:spPr>
          <a:xfrm>
            <a:off x="7987971" y="266111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68" name="Connector 767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9" name="Oval 768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0" name="Connector 769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TextBox 771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门厅 · 前门内侧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起居室侧 · 拱门旁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楼梯口 · 拱门旁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G07 区侧 · 拱门旁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楼梯底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G07 区东侧 · 卫生间走道口</a:t>
            </a:r>
          </a:p>
        </p:txBody>
      </p:sp>
      <p:sp>
        <p:nvSpPr>
          <p:cNvPr id="787" name="TextBox 786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89" name="Rectangle 788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I-B 2026-10-06）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60"/>
            <a:ext cx="21054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50" y="4412187"/>
            <a:ext cx="0" cy="7555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70" y="5167760"/>
            <a:ext cx="19865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70" y="3342500"/>
            <a:ext cx="0" cy="18252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8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WL1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60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60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70" y="3342500"/>
            <a:ext cx="152021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500"/>
            <a:ext cx="0" cy="6811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70" y="3342500"/>
            <a:ext cx="0" cy="169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70" y="3512225"/>
            <a:ext cx="40088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70" y="3182841"/>
            <a:ext cx="0" cy="1596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70" y="3182841"/>
            <a:ext cx="66412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70" y="3342500"/>
            <a:ext cx="0" cy="15720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70" y="4914538"/>
            <a:ext cx="6535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50" y="4412187"/>
            <a:ext cx="1922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87"/>
            <a:ext cx="0" cy="650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35" y="4294159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16" y="4273469"/>
            <a:ext cx="111108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498" y="425277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0" y="423208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61" y="421139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75" y="4115334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9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9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5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60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7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70" y="3223879"/>
            <a:ext cx="118621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391" y="322387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39" y="324523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687" y="3266582"/>
            <a:ext cx="29656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36" y="328793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05" y="3342500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50" y="340181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65" y="3084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50" y="4293567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70" y="4293567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44" y="415377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I-B 2026-10-06）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404240" y="1302782"/>
            <a:ext cx="114813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52378" y="1302782"/>
            <a:ext cx="105674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609123" y="1302782"/>
            <a:ext cx="5997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208897" y="1302782"/>
            <a:ext cx="0" cy="289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981736" y="5123684"/>
            <a:ext cx="36997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5681526" y="5123684"/>
            <a:ext cx="0" cy="122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101510" y="5123684"/>
            <a:ext cx="0" cy="98905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01510" y="5123684"/>
            <a:ext cx="8802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-655039" y="597136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73" name="Connector 572"/>
          <p:cNvCxnSpPr/>
          <p:nvPr/>
        </p:nvCxnSpPr>
        <p:spPr>
          <a:xfrm>
            <a:off x="1597105" y="1588736"/>
            <a:ext cx="0" cy="30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597105" y="4629157"/>
            <a:ext cx="147747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3074578" y="4629157"/>
            <a:ext cx="3101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76052" y="4629157"/>
            <a:ext cx="0" cy="506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139210" y="6112736"/>
            <a:ext cx="19353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74578" y="4629157"/>
            <a:ext cx="0" cy="14835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-655039" y="587711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597105" y="1588736"/>
            <a:ext cx="20800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3677151" y="1588736"/>
            <a:ext cx="0" cy="27294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597105" y="1588736"/>
            <a:ext cx="8071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404240" y="1302782"/>
            <a:ext cx="0" cy="2859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1597105" y="1588736"/>
            <a:ext cx="0" cy="17101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1597105" y="3298887"/>
            <a:ext cx="21999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3074578" y="4318219"/>
            <a:ext cx="0" cy="310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074578" y="4318219"/>
            <a:ext cx="6025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3074578" y="1302782"/>
            <a:ext cx="0" cy="3326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3074578" y="1302782"/>
            <a:ext cx="4778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H="1">
            <a:off x="1817102" y="4629157"/>
            <a:ext cx="12574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1817102" y="3298887"/>
            <a:ext cx="0" cy="13302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981736" y="5123684"/>
            <a:ext cx="0" cy="1689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981736" y="5292641"/>
            <a:ext cx="1139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981736" y="5123684"/>
            <a:ext cx="28815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4863313" y="5123684"/>
            <a:ext cx="0" cy="1364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5681526" y="5135894"/>
            <a:ext cx="0" cy="4938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5681526" y="5629725"/>
            <a:ext cx="2402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6176052" y="5135894"/>
            <a:ext cx="5210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6697128" y="5135894"/>
            <a:ext cx="0" cy="227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278828" y="305631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2288440" y="307609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298052" y="309587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307664" y="311565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2317276" y="313543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2373542" y="3008413"/>
            <a:ext cx="188500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07" name="Rectangle 606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9" name="Oval 608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11" name="Oval 610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3" name="Oval 612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5" name="Oval 614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4932430" y="511563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9" name="Oval 618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Connector 619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TextBox 621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23" name="Oval 622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5990888" y="548520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6" name="Oval 625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2473357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8" name="Oval 627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3621495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0" name="Oval 629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4678239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2" name="Oval 631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5278014" y="1161156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4" name="Oval 633"/>
          <p:cNvSpPr/>
          <p:nvPr/>
        </p:nvSpPr>
        <p:spPr>
          <a:xfrm>
            <a:off x="1747985" y="322977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747985" y="3298887"/>
            <a:ext cx="138233" cy="69117"/>
          </a:xfrm>
          <a:custGeom>
            <a:avLst/>
            <a:gdLst/>
            <a:ahLst/>
            <a:cxnLst/>
            <a:rect l="l" t="t" r="r" b="b"/>
            <a:pathLst>
              <a:path w="138233" h="69117">
                <a:moveTo>
                  <a:pt x="138233" y="0"/>
                </a:moveTo>
                <a:lnTo>
                  <a:pt x="136905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9"/>
                </a:lnTo>
                <a:lnTo>
                  <a:pt x="95566" y="63856"/>
                </a:lnTo>
                <a:lnTo>
                  <a:pt x="82601" y="67789"/>
                </a:lnTo>
                <a:lnTo>
                  <a:pt x="69117" y="69117"/>
                </a:lnTo>
                <a:lnTo>
                  <a:pt x="55633" y="67789"/>
                </a:lnTo>
                <a:lnTo>
                  <a:pt x="42667" y="63856"/>
                </a:lnTo>
                <a:lnTo>
                  <a:pt x="30717" y="57469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1886218" y="315437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636" name="Oval 635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1597105" y="1503431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1682410" y="150343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1667055" y="151878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1651700" y="153414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1533126" y="1588736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H="1" flipV="1">
            <a:off x="1511799" y="1631389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TextBox 642"/>
          <p:cNvSpPr txBox="1"/>
          <p:nvPr/>
        </p:nvSpPr>
        <p:spPr>
          <a:xfrm>
            <a:off x="1694977" y="14028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44" name="Oval 643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5" name="Connector 644"/>
          <p:cNvCxnSpPr/>
          <p:nvPr/>
        </p:nvCxnSpPr>
        <p:spPr>
          <a:xfrm flipV="1">
            <a:off x="3074578" y="4543852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159884" y="454385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144529" y="455920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3129174" y="457456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H="1">
            <a:off x="3010599" y="4629157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H="1" flipV="1">
            <a:off x="2989273" y="4671810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3172451" y="4443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52" name="Oval 651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1981736" y="5038378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2067042" y="5038378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2051687" y="5053733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6" name="TextBox 655"/>
          <p:cNvSpPr txBox="1"/>
          <p:nvPr/>
        </p:nvSpPr>
        <p:spPr>
          <a:xfrm>
            <a:off x="2079609" y="49378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57" name="Oval 656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8" name="Connector 657"/>
          <p:cNvCxnSpPr/>
          <p:nvPr/>
        </p:nvCxnSpPr>
        <p:spPr>
          <a:xfrm flipV="1">
            <a:off x="5681526" y="5050589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766831" y="505058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TextBox 659"/>
          <p:cNvSpPr txBox="1"/>
          <p:nvPr/>
        </p:nvSpPr>
        <p:spPr>
          <a:xfrm>
            <a:off x="5779398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61" name="Oval 660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2" name="Connector 661"/>
          <p:cNvCxnSpPr/>
          <p:nvPr/>
        </p:nvCxnSpPr>
        <p:spPr>
          <a:xfrm flipV="1">
            <a:off x="6176052" y="5050589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6261358" y="5050589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6273924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65" name="Rectangle 664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TextBox 665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9" name="Rectangle 668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1" name="Rectangle 670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TextBox 671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3" name="Rectangle 67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通后花园门旁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厨房后门旁（吧台区）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86" name="Rectangle 685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I-B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25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B10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一层照明（门廊 / 门厅 / 起居室 / 餐厅 / 楼梯 / 客厅 / 卫生间 / 厨房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36 盏（一层，字母 a b c d e f g h i j k l m n o r s t）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p q u v）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15 盏（二层，字母 见二层图）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00000" y="37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I-B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71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S7-2，S11-2，S12-2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后花园投光灯 SOLLA 三头 150W（离地约 3.5 m，三控：S11、S12、S7）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S7-3，S11-3，S12-3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