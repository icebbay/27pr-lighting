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K（2026-10-08）：排气扇只装无窗的卧室 4 套卫（经烟囱排风）；北卫、西卫有窗，不装。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Rev K：主卧灯开关 S3 挪到主卧南墙中间；卧室 2 门旁开关 S7 改装在短墙的卧室 2 一侧。按键不变。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L（2026-10-13）：开关、灯位按墙面立面图 / 点位定位图 Rev B；楼梯吊灯 F06 在转角平台；衣帽间改一个吸顶灯；墙体按模型 v46：卧室2 门 860、卧室2 方正 3.060 × 4.204、盥洗室 1.00 / 西卫 1.20 / 衣帽间 1.805。按键与回路不变。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3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1" y="3741289"/>
            <a:ext cx="0" cy="92497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13" y="3741289"/>
            <a:ext cx="131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1845572" y="3874935"/>
            <a:ext cx="0" cy="45281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1845572" y="3874935"/>
            <a:ext cx="38335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2228925" y="3874935"/>
            <a:ext cx="66559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V="1">
            <a:off x="2894517" y="3474438"/>
            <a:ext cx="0" cy="4004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894517" y="3474438"/>
            <a:ext cx="7491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643638" y="3008436"/>
            <a:ext cx="0" cy="466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643638" y="3008436"/>
            <a:ext cx="0" cy="580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3643638" y="3589180"/>
            <a:ext cx="4554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099089" y="3589180"/>
            <a:ext cx="0" cy="3321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4099089" y="3921360"/>
            <a:ext cx="100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 flipH="1">
            <a:off x="3549558" y="3921360"/>
            <a:ext cx="64989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3549558" y="3921360"/>
            <a:ext cx="0" cy="40638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3549558" y="4327748"/>
            <a:ext cx="0" cy="1055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3549558" y="4433258"/>
            <a:ext cx="4220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3591762" y="4433258"/>
            <a:ext cx="6348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4226580" y="4433258"/>
            <a:ext cx="0" cy="48798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226580" y="4921240"/>
            <a:ext cx="84496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5071540" y="4921240"/>
            <a:ext cx="2145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 flipV="1">
            <a:off x="5286076" y="4837712"/>
            <a:ext cx="0" cy="835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5286076" y="4837712"/>
            <a:ext cx="8572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6143345" y="4837712"/>
            <a:ext cx="0" cy="3912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643638" y="3008436"/>
            <a:ext cx="9759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 flipV="1">
            <a:off x="4619605" y="2590794"/>
            <a:ext cx="0" cy="417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1845572" y="4327748"/>
            <a:ext cx="0" cy="134525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1845572" y="5672998"/>
            <a:ext cx="15650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145358" y="4921240"/>
            <a:ext cx="0" cy="69699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5071540" y="4921240"/>
            <a:ext cx="7381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 flipV="1">
            <a:off x="1845572" y="3916838"/>
            <a:ext cx="0" cy="4109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1845572" y="3916838"/>
            <a:ext cx="2107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2228925" y="3874935"/>
            <a:ext cx="2501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>
            <a:off x="2479071" y="3874935"/>
            <a:ext cx="0" cy="20838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2894517" y="2490559"/>
            <a:ext cx="0" cy="9838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894517" y="2490559"/>
            <a:ext cx="1239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 flipH="1">
            <a:off x="3018491" y="3008436"/>
            <a:ext cx="6251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3018491" y="2490559"/>
            <a:ext cx="0" cy="51787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3643638" y="3008436"/>
            <a:ext cx="52974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V="1">
            <a:off x="4173386" y="2468578"/>
            <a:ext cx="0" cy="5398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H="1">
            <a:off x="3298532" y="4327748"/>
            <a:ext cx="2510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298532" y="3945715"/>
            <a:ext cx="0" cy="382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2002079" y="5672998"/>
            <a:ext cx="51875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2520835" y="4820127"/>
            <a:ext cx="0" cy="85287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>
            <a:off x="2002079" y="5672998"/>
            <a:ext cx="12921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294269" y="5163720"/>
            <a:ext cx="0" cy="5092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H="1">
            <a:off x="2520835" y="4433258"/>
            <a:ext cx="107092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520835" y="4433258"/>
            <a:ext cx="0" cy="3868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H="1">
            <a:off x="3294269" y="4433258"/>
            <a:ext cx="29749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 flipH="1">
            <a:off x="3884113" y="3589180"/>
            <a:ext cx="2149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3884113" y="3589180"/>
            <a:ext cx="0" cy="15210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4619605" y="2590794"/>
            <a:ext cx="2945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4914154" y="2590794"/>
            <a:ext cx="0" cy="3209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4199456" y="3921360"/>
            <a:ext cx="4913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690825" y="3921360"/>
            <a:ext cx="0" cy="27669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 flipV="1">
            <a:off x="4226580" y="4666259"/>
            <a:ext cx="0" cy="2549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H="1">
            <a:off x="3897301" y="4666259"/>
            <a:ext cx="32927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226580" y="4921240"/>
            <a:ext cx="7543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4980976" y="4921240"/>
            <a:ext cx="0" cy="5187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5071540" y="4921240"/>
            <a:ext cx="0" cy="5187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 flipH="1">
            <a:off x="4980976" y="5439997"/>
            <a:ext cx="905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 flipV="1">
            <a:off x="5286076" y="4799465"/>
            <a:ext cx="0" cy="382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5286076" y="4799465"/>
            <a:ext cx="71834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6143345" y="5228977"/>
            <a:ext cx="751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6218521" y="5228977"/>
            <a:ext cx="0" cy="2439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 flipV="1">
            <a:off x="2894517" y="3008436"/>
            <a:ext cx="749121" cy="4660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4099089" y="3589180"/>
            <a:ext cx="127491" cy="13320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 flipV="1">
            <a:off x="2002079" y="4433258"/>
            <a:ext cx="1589683" cy="123974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V="1">
            <a:off x="2771985" y="5045169"/>
            <a:ext cx="6183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 flipV="1">
            <a:off x="2782907" y="5036652"/>
            <a:ext cx="6183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793829" y="5028134"/>
            <a:ext cx="6182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804751" y="5019617"/>
            <a:ext cx="6182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15673" y="5011099"/>
            <a:ext cx="6182" cy="4998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H="1">
            <a:off x="4226580" y="4921240"/>
            <a:ext cx="844960" cy="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Oval 300098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1" name="TextBox 300100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2" name="Oval 300101"/>
          <p:cNvSpPr/>
          <p:nvPr/>
        </p:nvSpPr>
        <p:spPr>
          <a:xfrm>
            <a:off x="4933489" y="5392509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>
            <a:off x="4947403" y="5406423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4" name="Connector 300103"/>
          <p:cNvCxnSpPr/>
          <p:nvPr/>
        </p:nvCxnSpPr>
        <p:spPr>
          <a:xfrm flipV="1">
            <a:off x="4947403" y="5406423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5" name="TextBox 300104"/>
          <p:cNvSpPr txBox="1"/>
          <p:nvPr/>
        </p:nvSpPr>
        <p:spPr>
          <a:xfrm>
            <a:off x="5024507" y="534897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6" name="Oval 300105"/>
          <p:cNvSpPr/>
          <p:nvPr/>
        </p:nvSpPr>
        <p:spPr>
          <a:xfrm>
            <a:off x="3849814" y="461877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7" name="Connector 300106"/>
          <p:cNvCxnSpPr/>
          <p:nvPr/>
        </p:nvCxnSpPr>
        <p:spPr>
          <a:xfrm>
            <a:off x="3863728" y="463268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 flipV="1">
            <a:off x="3863728" y="463268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9" name="TextBox 300108"/>
          <p:cNvSpPr txBox="1"/>
          <p:nvPr/>
        </p:nvSpPr>
        <p:spPr>
          <a:xfrm>
            <a:off x="3940831" y="457524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0" name="Oval 300109"/>
          <p:cNvSpPr/>
          <p:nvPr/>
        </p:nvSpPr>
        <p:spPr>
          <a:xfrm>
            <a:off x="2971004" y="2443072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1" name="Connector 300110"/>
          <p:cNvCxnSpPr/>
          <p:nvPr/>
        </p:nvCxnSpPr>
        <p:spPr>
          <a:xfrm>
            <a:off x="2984918" y="245698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V="1">
            <a:off x="2984918" y="245698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62021" y="239954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2473348" y="477264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>
            <a:off x="2487262" y="478655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 flipV="1">
            <a:off x="2487262" y="478655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7" name="TextBox 300116"/>
          <p:cNvSpPr txBox="1"/>
          <p:nvPr/>
        </p:nvSpPr>
        <p:spPr>
          <a:xfrm>
            <a:off x="2564365" y="472911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18" name="Oval 300117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9" name="Connector 300118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1" name="TextBox 300120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2" name="Oval 300121"/>
          <p:cNvSpPr/>
          <p:nvPr/>
        </p:nvSpPr>
        <p:spPr>
          <a:xfrm>
            <a:off x="5956936" y="4751978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3" name="Connector 300122"/>
          <p:cNvCxnSpPr/>
          <p:nvPr/>
        </p:nvCxnSpPr>
        <p:spPr>
          <a:xfrm>
            <a:off x="5970850" y="4765891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4" name="Connector 300123"/>
          <p:cNvCxnSpPr/>
          <p:nvPr/>
        </p:nvCxnSpPr>
        <p:spPr>
          <a:xfrm flipV="1">
            <a:off x="5970850" y="4765891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5" name="TextBox 300124"/>
          <p:cNvSpPr txBox="1"/>
          <p:nvPr/>
        </p:nvSpPr>
        <p:spPr>
          <a:xfrm>
            <a:off x="6047954" y="47084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6" name="Oval 300125"/>
          <p:cNvSpPr/>
          <p:nvPr/>
        </p:nvSpPr>
        <p:spPr>
          <a:xfrm>
            <a:off x="4882496" y="28800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27" name="Oval 300126"/>
          <p:cNvSpPr/>
          <p:nvPr/>
        </p:nvSpPr>
        <p:spPr>
          <a:xfrm>
            <a:off x="4904261" y="29018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28" name="TextBox 300127"/>
          <p:cNvSpPr txBox="1"/>
          <p:nvPr/>
        </p:nvSpPr>
        <p:spPr>
          <a:xfrm>
            <a:off x="4957684" y="28207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6186863" y="544131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6208628" y="546307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6262051" y="538195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4125899" y="242109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9" name="Connector 300138"/>
          <p:cNvCxnSpPr/>
          <p:nvPr/>
        </p:nvCxnSpPr>
        <p:spPr>
          <a:xfrm>
            <a:off x="4139812" y="2435004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V="1">
            <a:off x="4139812" y="2435004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4216916" y="237756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2" name="Oval 300141"/>
          <p:cNvSpPr/>
          <p:nvPr/>
        </p:nvSpPr>
        <p:spPr>
          <a:xfrm>
            <a:off x="2447413" y="4051659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Oval 300142"/>
          <p:cNvSpPr/>
          <p:nvPr/>
        </p:nvSpPr>
        <p:spPr>
          <a:xfrm>
            <a:off x="2469178" y="4073424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TextBox 300143"/>
          <p:cNvSpPr txBox="1"/>
          <p:nvPr/>
        </p:nvSpPr>
        <p:spPr>
          <a:xfrm>
            <a:off x="2522601" y="399230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45" name="Oval 300144"/>
          <p:cNvSpPr/>
          <p:nvPr/>
        </p:nvSpPr>
        <p:spPr>
          <a:xfrm>
            <a:off x="3270831" y="3918014"/>
            <a:ext cx="55401" cy="5540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3282703" y="3927907"/>
            <a:ext cx="31658" cy="29680"/>
          </a:xfrm>
          <a:custGeom>
            <a:avLst/>
            <a:gdLst/>
            <a:ahLst/>
            <a:cxnLst/>
            <a:rect l="l" t="t" r="r" b="b"/>
            <a:pathLst>
              <a:path w="31658" h="29680">
                <a:moveTo>
                  <a:pt x="15829" y="0"/>
                </a:moveTo>
                <a:lnTo>
                  <a:pt x="0" y="29680"/>
                </a:lnTo>
                <a:lnTo>
                  <a:pt x="31658" y="29680"/>
                </a:lnTo>
                <a:lnTo>
                  <a:pt x="15829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3342062" y="38546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7" name="Oval 300146"/>
          <p:cNvSpPr/>
          <p:nvPr/>
        </p:nvSpPr>
        <p:spPr>
          <a:xfrm>
            <a:off x="3836625" y="3693802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8" name="Connector 300147"/>
          <p:cNvCxnSpPr/>
          <p:nvPr/>
        </p:nvCxnSpPr>
        <p:spPr>
          <a:xfrm>
            <a:off x="3850539" y="370771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9" name="Connector 300148"/>
          <p:cNvCxnSpPr/>
          <p:nvPr/>
        </p:nvCxnSpPr>
        <p:spPr>
          <a:xfrm flipV="1">
            <a:off x="3850539" y="3707716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3927643" y="365027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1831326" y="431350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2" name="Connector 300151"/>
          <p:cNvCxnSpPr/>
          <p:nvPr/>
        </p:nvCxnSpPr>
        <p:spPr>
          <a:xfrm flipV="1">
            <a:off x="1845572" y="427402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3" name="Connector 300152"/>
          <p:cNvCxnSpPr/>
          <p:nvPr/>
        </p:nvCxnSpPr>
        <p:spPr>
          <a:xfrm>
            <a:off x="1899298" y="427402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4" name="TextBox 300153"/>
          <p:cNvSpPr txBox="1"/>
          <p:nvPr/>
        </p:nvSpPr>
        <p:spPr>
          <a:xfrm>
            <a:off x="1907212" y="421070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55" name="Oval 300154"/>
          <p:cNvSpPr/>
          <p:nvPr/>
        </p:nvSpPr>
        <p:spPr>
          <a:xfrm>
            <a:off x="2214679" y="386068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6" name="Connector 300155"/>
          <p:cNvCxnSpPr/>
          <p:nvPr/>
        </p:nvCxnSpPr>
        <p:spPr>
          <a:xfrm flipV="1">
            <a:off x="2228925" y="382120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7" name="Connector 300156"/>
          <p:cNvCxnSpPr/>
          <p:nvPr/>
        </p:nvCxnSpPr>
        <p:spPr>
          <a:xfrm>
            <a:off x="2282651" y="382120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8" name="TextBox 300157"/>
          <p:cNvSpPr txBox="1"/>
          <p:nvPr/>
        </p:nvSpPr>
        <p:spPr>
          <a:xfrm>
            <a:off x="2290565" y="37578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59" name="Oval 300158"/>
          <p:cNvSpPr/>
          <p:nvPr/>
        </p:nvSpPr>
        <p:spPr>
          <a:xfrm>
            <a:off x="2880271" y="34601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0" name="Connector 300159"/>
          <p:cNvCxnSpPr/>
          <p:nvPr/>
        </p:nvCxnSpPr>
        <p:spPr>
          <a:xfrm flipV="1">
            <a:off x="2894517" y="34207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1" name="Connector 300160"/>
          <p:cNvCxnSpPr/>
          <p:nvPr/>
        </p:nvCxnSpPr>
        <p:spPr>
          <a:xfrm>
            <a:off x="2948243" y="34207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2" name="Connector 300161"/>
          <p:cNvCxnSpPr/>
          <p:nvPr/>
        </p:nvCxnSpPr>
        <p:spPr>
          <a:xfrm flipH="1">
            <a:off x="2854223" y="34744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3" name="Connector 300162"/>
          <p:cNvCxnSpPr/>
          <p:nvPr/>
        </p:nvCxnSpPr>
        <p:spPr>
          <a:xfrm flipH="1" flipV="1">
            <a:off x="2840791" y="35013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4" name="TextBox 300163"/>
          <p:cNvSpPr txBox="1"/>
          <p:nvPr/>
        </p:nvSpPr>
        <p:spPr>
          <a:xfrm>
            <a:off x="2956157" y="33573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65" name="Oval 300164"/>
          <p:cNvSpPr/>
          <p:nvPr/>
        </p:nvSpPr>
        <p:spPr>
          <a:xfrm>
            <a:off x="3629392" y="299419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6" name="Connector 300165"/>
          <p:cNvCxnSpPr/>
          <p:nvPr/>
        </p:nvCxnSpPr>
        <p:spPr>
          <a:xfrm flipV="1">
            <a:off x="3643638" y="2954710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7" name="Connector 300166"/>
          <p:cNvCxnSpPr/>
          <p:nvPr/>
        </p:nvCxnSpPr>
        <p:spPr>
          <a:xfrm>
            <a:off x="3697364" y="2954710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3687693" y="296438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3603344" y="3008436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3589912" y="3035299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3705278" y="289139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35312" y="431350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49558" y="427402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03284" y="427402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5" name="TextBox 300174"/>
          <p:cNvSpPr txBox="1"/>
          <p:nvPr/>
        </p:nvSpPr>
        <p:spPr>
          <a:xfrm>
            <a:off x="3611199" y="421070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76" name="Oval 300175"/>
          <p:cNvSpPr/>
          <p:nvPr/>
        </p:nvSpPr>
        <p:spPr>
          <a:xfrm>
            <a:off x="1987832" y="565875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7" name="Connector 300176"/>
          <p:cNvCxnSpPr/>
          <p:nvPr/>
        </p:nvCxnSpPr>
        <p:spPr>
          <a:xfrm flipV="1">
            <a:off x="2002079" y="5619272"/>
            <a:ext cx="53725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8" name="Connector 300177"/>
          <p:cNvCxnSpPr/>
          <p:nvPr/>
        </p:nvCxnSpPr>
        <p:spPr>
          <a:xfrm>
            <a:off x="2055804" y="561927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9" name="Connector 300178"/>
          <p:cNvCxnSpPr/>
          <p:nvPr/>
        </p:nvCxnSpPr>
        <p:spPr>
          <a:xfrm>
            <a:off x="2046134" y="562894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0" name="Connector 300179"/>
          <p:cNvCxnSpPr/>
          <p:nvPr/>
        </p:nvCxnSpPr>
        <p:spPr>
          <a:xfrm flipH="1">
            <a:off x="1961784" y="5672998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 flipH="1" flipV="1">
            <a:off x="1948353" y="5699860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2063719" y="55559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3577516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3591762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3645488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3635817" y="438920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3551467" y="4433258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3538036" y="446012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3653402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4084843" y="357493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4099089" y="353545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4152815" y="353545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 flipH="1">
            <a:off x="4058795" y="3589180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 flipV="1">
            <a:off x="4045363" y="361604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5" name="TextBox 300194"/>
          <p:cNvSpPr txBox="1"/>
          <p:nvPr/>
        </p:nvSpPr>
        <p:spPr>
          <a:xfrm>
            <a:off x="4160729" y="3472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96" name="Oval 300195"/>
          <p:cNvSpPr/>
          <p:nvPr/>
        </p:nvSpPr>
        <p:spPr>
          <a:xfrm>
            <a:off x="4605359" y="2576548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7" name="Connector 300196"/>
          <p:cNvCxnSpPr/>
          <p:nvPr/>
        </p:nvCxnSpPr>
        <p:spPr>
          <a:xfrm flipV="1">
            <a:off x="4619605" y="2537068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8" name="Connector 300197"/>
          <p:cNvCxnSpPr/>
          <p:nvPr/>
        </p:nvCxnSpPr>
        <p:spPr>
          <a:xfrm>
            <a:off x="4673331" y="2537068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9" name="TextBox 300198"/>
          <p:cNvSpPr txBox="1"/>
          <p:nvPr/>
        </p:nvSpPr>
        <p:spPr>
          <a:xfrm>
            <a:off x="4681245" y="247375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0" name="Oval 300199"/>
          <p:cNvSpPr/>
          <p:nvPr/>
        </p:nvSpPr>
        <p:spPr>
          <a:xfrm>
            <a:off x="4185209" y="390711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1" name="Connector 300200"/>
          <p:cNvCxnSpPr/>
          <p:nvPr/>
        </p:nvCxnSpPr>
        <p:spPr>
          <a:xfrm flipV="1">
            <a:off x="4199456" y="3867634"/>
            <a:ext cx="53725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2" name="Connector 300201"/>
          <p:cNvCxnSpPr/>
          <p:nvPr/>
        </p:nvCxnSpPr>
        <p:spPr>
          <a:xfrm>
            <a:off x="4253181" y="386763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3" name="TextBox 300202"/>
          <p:cNvSpPr txBox="1"/>
          <p:nvPr/>
        </p:nvSpPr>
        <p:spPr>
          <a:xfrm>
            <a:off x="4261096" y="3804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04" name="Oval 300203"/>
          <p:cNvSpPr/>
          <p:nvPr/>
        </p:nvSpPr>
        <p:spPr>
          <a:xfrm>
            <a:off x="4212334" y="490699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5" name="Connector 300204"/>
          <p:cNvCxnSpPr/>
          <p:nvPr/>
        </p:nvCxnSpPr>
        <p:spPr>
          <a:xfrm flipV="1">
            <a:off x="4226580" y="4867515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6" name="Connector 300205"/>
          <p:cNvCxnSpPr/>
          <p:nvPr/>
        </p:nvCxnSpPr>
        <p:spPr>
          <a:xfrm>
            <a:off x="4280306" y="486751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7" name="Connector 300206"/>
          <p:cNvCxnSpPr/>
          <p:nvPr/>
        </p:nvCxnSpPr>
        <p:spPr>
          <a:xfrm>
            <a:off x="4270636" y="487718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8" name="Connector 300207"/>
          <p:cNvCxnSpPr/>
          <p:nvPr/>
        </p:nvCxnSpPr>
        <p:spPr>
          <a:xfrm flipH="1">
            <a:off x="4186286" y="492124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 flipH="1" flipV="1">
            <a:off x="4172855" y="494810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88221" y="480419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5057293" y="490699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5071540" y="4867515"/>
            <a:ext cx="53725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5125265" y="486751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 flipH="1">
            <a:off x="5031245" y="4921240"/>
            <a:ext cx="40295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 flipV="1">
            <a:off x="5017814" y="494810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6" name="TextBox 300215"/>
          <p:cNvSpPr txBox="1"/>
          <p:nvPr/>
        </p:nvSpPr>
        <p:spPr>
          <a:xfrm>
            <a:off x="5133180" y="480419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17" name="Oval 300216"/>
          <p:cNvSpPr/>
          <p:nvPr/>
        </p:nvSpPr>
        <p:spPr>
          <a:xfrm>
            <a:off x="5271830" y="48234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8" name="Connector 300217"/>
          <p:cNvCxnSpPr/>
          <p:nvPr/>
        </p:nvCxnSpPr>
        <p:spPr>
          <a:xfrm flipV="1">
            <a:off x="5286076" y="478398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9" name="Connector 300218"/>
          <p:cNvCxnSpPr/>
          <p:nvPr/>
        </p:nvCxnSpPr>
        <p:spPr>
          <a:xfrm>
            <a:off x="5339802" y="4783986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0" name="TextBox 300219"/>
          <p:cNvSpPr txBox="1"/>
          <p:nvPr/>
        </p:nvSpPr>
        <p:spPr>
          <a:xfrm>
            <a:off x="5347717" y="472066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1" name="Oval 300220"/>
          <p:cNvSpPr/>
          <p:nvPr/>
        </p:nvSpPr>
        <p:spPr>
          <a:xfrm>
            <a:off x="6129099" y="521473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2" name="Connector 300221"/>
          <p:cNvCxnSpPr/>
          <p:nvPr/>
        </p:nvCxnSpPr>
        <p:spPr>
          <a:xfrm flipV="1">
            <a:off x="6143345" y="517525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3" name="Connector 300222"/>
          <p:cNvCxnSpPr/>
          <p:nvPr/>
        </p:nvCxnSpPr>
        <p:spPr>
          <a:xfrm>
            <a:off x="6197071" y="517525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4" name="TextBox 300223"/>
          <p:cNvSpPr txBox="1"/>
          <p:nvPr/>
        </p:nvSpPr>
        <p:spPr>
          <a:xfrm>
            <a:off x="6204985" y="511193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25" name="TextBox 300224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26" name="Rectangle 300225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27" name="TextBox 300226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28" name="Rectangle 300227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29" name="TextBox 300228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0" name="Rectangle 300229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1" name="Rectangle 300230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2" name="Rectangle 300231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3" name="TextBox 300232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694828" y="3871449"/>
            <a:ext cx="0" cy="6614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2694828" y="3871449"/>
            <a:ext cx="5599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3254818" y="3871449"/>
            <a:ext cx="97227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4227094" y="3286415"/>
            <a:ext cx="0" cy="5850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4227094" y="3286415"/>
            <a:ext cx="109429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5321386" y="2605694"/>
            <a:ext cx="0" cy="6807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227094" y="3286415"/>
            <a:ext cx="0" cy="124648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4227094" y="4532903"/>
            <a:ext cx="9568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5183958" y="4532903"/>
            <a:ext cx="0" cy="1541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5183958" y="4687029"/>
            <a:ext cx="616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2694828" y="4532903"/>
            <a:ext cx="0" cy="196509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2694828" y="6498002"/>
            <a:ext cx="22862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H="1">
            <a:off x="5245607" y="6418000"/>
            <a:ext cx="226173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5245607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3" name="TextBox 300042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4" name="Connector 300043"/>
          <p:cNvCxnSpPr/>
          <p:nvPr/>
        </p:nvCxnSpPr>
        <p:spPr>
          <a:xfrm flipV="1">
            <a:off x="2694828" y="3932660"/>
            <a:ext cx="0" cy="60024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2694828" y="3932660"/>
            <a:ext cx="3077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3254818" y="3871449"/>
            <a:ext cx="36540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3620224" y="3871449"/>
            <a:ext cx="0" cy="30439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4227094" y="1849197"/>
            <a:ext cx="0" cy="14372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4227094" y="1849197"/>
            <a:ext cx="1810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H="1">
            <a:off x="4408192" y="2605694"/>
            <a:ext cx="9131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V="1">
            <a:off x="4408192" y="1849197"/>
            <a:ext cx="0" cy="7564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>
            <a:off x="5321386" y="2605694"/>
            <a:ext cx="7738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6095225" y="1817087"/>
            <a:ext cx="0" cy="7886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 flipV="1">
            <a:off x="5183958" y="3974842"/>
            <a:ext cx="0" cy="5580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H="1">
            <a:off x="4817267" y="3974842"/>
            <a:ext cx="36669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2923448" y="6498002"/>
            <a:ext cx="7577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3681232" y="5252156"/>
            <a:ext cx="0" cy="12458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2923448" y="6498002"/>
            <a:ext cx="188759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 flipV="1">
            <a:off x="4811039" y="5754065"/>
            <a:ext cx="0" cy="74393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 flipH="1">
            <a:off x="3681232" y="4687029"/>
            <a:ext cx="15643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3681232" y="4687029"/>
            <a:ext cx="0" cy="5651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5245607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4811039" y="5754065"/>
            <a:ext cx="4345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4227094" y="2605694"/>
            <a:ext cx="1094292" cy="6807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2923448" y="4687029"/>
            <a:ext cx="2322159" cy="181097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V="1">
            <a:off x="4040009" y="5578307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4059509" y="5563100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079009" y="5547892"/>
            <a:ext cx="11038" cy="892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098508" y="5532685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18008" y="5517478"/>
            <a:ext cx="11038" cy="892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1" name="Oval 300070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TextBox 300072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4323409" y="17644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 flipV="1"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7" name="TextBox 300076"/>
          <p:cNvSpPr txBox="1"/>
          <p:nvPr/>
        </p:nvSpPr>
        <p:spPr>
          <a:xfrm>
            <a:off x="4485910" y="168669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78" name="Oval 300077"/>
          <p:cNvSpPr/>
          <p:nvPr/>
        </p:nvSpPr>
        <p:spPr>
          <a:xfrm>
            <a:off x="3596449" y="5167372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9" name="Connector 300078"/>
          <p:cNvCxnSpPr/>
          <p:nvPr/>
        </p:nvCxnSpPr>
        <p:spPr>
          <a:xfrm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 flipV="1"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758950" y="50896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3" name="Oval 300082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Oval 300085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TextBox 300086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6010442" y="1732304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 flipV="1"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1" name="TextBox 300090"/>
          <p:cNvSpPr txBox="1"/>
          <p:nvPr/>
        </p:nvSpPr>
        <p:spPr>
          <a:xfrm>
            <a:off x="6172943" y="165458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3563702" y="41193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3" name="Oval 300092"/>
          <p:cNvSpPr/>
          <p:nvPr/>
        </p:nvSpPr>
        <p:spPr>
          <a:xfrm>
            <a:off x="3602561" y="4158183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3697942" y="40133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95" name="Oval 300094"/>
          <p:cNvSpPr/>
          <p:nvPr/>
        </p:nvSpPr>
        <p:spPr>
          <a:xfrm>
            <a:off x="4767810" y="3925385"/>
            <a:ext cx="98913" cy="989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789005" y="3943048"/>
            <a:ext cx="56523" cy="52989"/>
          </a:xfrm>
          <a:custGeom>
            <a:avLst/>
            <a:gdLst/>
            <a:ahLst/>
            <a:cxnLst/>
            <a:rect l="l" t="t" r="r" b="b"/>
            <a:pathLst>
              <a:path w="56523" h="52989">
                <a:moveTo>
                  <a:pt x="28262" y="0"/>
                </a:moveTo>
                <a:lnTo>
                  <a:pt x="0" y="52989"/>
                </a:lnTo>
                <a:lnTo>
                  <a:pt x="56523" y="52989"/>
                </a:lnTo>
                <a:lnTo>
                  <a:pt x="28262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6" name="TextBox 300095"/>
          <p:cNvSpPr txBox="1"/>
          <p:nvPr/>
        </p:nvSpPr>
        <p:spPr>
          <a:xfrm>
            <a:off x="4894984" y="38123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266939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8" name="Connector 300097"/>
          <p:cNvCxnSpPr/>
          <p:nvPr/>
        </p:nvCxnSpPr>
        <p:spPr>
          <a:xfrm flipV="1">
            <a:off x="2694828" y="4436982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>
            <a:off x="2790749" y="443698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0" name="TextBox 300099"/>
          <p:cNvSpPr txBox="1"/>
          <p:nvPr/>
        </p:nvSpPr>
        <p:spPr>
          <a:xfrm>
            <a:off x="2804880" y="43239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1" name="Oval 300100"/>
          <p:cNvSpPr/>
          <p:nvPr/>
        </p:nvSpPr>
        <p:spPr>
          <a:xfrm>
            <a:off x="3229383" y="384601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2" name="Connector 300101"/>
          <p:cNvCxnSpPr/>
          <p:nvPr/>
        </p:nvCxnSpPr>
        <p:spPr>
          <a:xfrm flipV="1">
            <a:off x="3254818" y="377552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3" name="Connector 300102"/>
          <p:cNvCxnSpPr/>
          <p:nvPr/>
        </p:nvCxnSpPr>
        <p:spPr>
          <a:xfrm>
            <a:off x="3350739" y="377552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3364870" y="36624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201659" y="32609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 flipV="1">
            <a:off x="4227094" y="31904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>
            <a:off x="4323015" y="31904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 flipH="1">
            <a:off x="4155153" y="32864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 flipH="1" flipV="1">
            <a:off x="4131173" y="33343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4337146" y="30774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5295951" y="2580259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5321386" y="2509773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5417308" y="2509773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>
            <a:off x="5400042" y="25270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>
            <a:off x="5249446" y="2605694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 flipH="1" flipV="1">
            <a:off x="5225465" y="2653655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7" name="TextBox 300116"/>
          <p:cNvSpPr txBox="1"/>
          <p:nvPr/>
        </p:nvSpPr>
        <p:spPr>
          <a:xfrm>
            <a:off x="5431438" y="239672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18" name="Oval 300117"/>
          <p:cNvSpPr/>
          <p:nvPr/>
        </p:nvSpPr>
        <p:spPr>
          <a:xfrm>
            <a:off x="515852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9" name="Connector 300118"/>
          <p:cNvCxnSpPr/>
          <p:nvPr/>
        </p:nvCxnSpPr>
        <p:spPr>
          <a:xfrm flipV="1">
            <a:off x="5183958" y="4436982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279879" y="443698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1" name="TextBox 300120"/>
          <p:cNvSpPr txBox="1"/>
          <p:nvPr/>
        </p:nvSpPr>
        <p:spPr>
          <a:xfrm>
            <a:off x="5294010" y="43239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2" name="Oval 300121"/>
          <p:cNvSpPr/>
          <p:nvPr/>
        </p:nvSpPr>
        <p:spPr>
          <a:xfrm>
            <a:off x="2898013" y="647256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3" name="Connector 300122"/>
          <p:cNvCxnSpPr/>
          <p:nvPr/>
        </p:nvCxnSpPr>
        <p:spPr>
          <a:xfrm flipV="1">
            <a:off x="2923448" y="6402081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4" name="Connector 300123"/>
          <p:cNvCxnSpPr/>
          <p:nvPr/>
        </p:nvCxnSpPr>
        <p:spPr>
          <a:xfrm>
            <a:off x="3019369" y="6402081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5" name="Connector 300124"/>
          <p:cNvCxnSpPr/>
          <p:nvPr/>
        </p:nvCxnSpPr>
        <p:spPr>
          <a:xfrm>
            <a:off x="3002104" y="64193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 flipH="1">
            <a:off x="2851507" y="6498002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H="1" flipV="1">
            <a:off x="2827527" y="6545962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3033500" y="62890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 flipV="1">
            <a:off x="5245607" y="4591108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5341529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>
            <a:off x="5324263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>
            <a:off x="5173667" y="4687029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4" name="Connector 300133"/>
          <p:cNvCxnSpPr/>
          <p:nvPr/>
        </p:nvCxnSpPr>
        <p:spPr>
          <a:xfrm flipH="1" flipV="1">
            <a:off x="5149686" y="4734990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5" name="TextBox 300134"/>
          <p:cNvSpPr txBox="1"/>
          <p:nvPr/>
        </p:nvSpPr>
        <p:spPr>
          <a:xfrm>
            <a:off x="5355659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盥洗室入口墙垛正中（一门两用旁）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西卫生间隔墙端头旁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主卧床头板正中上方（h1360，与门口 S4 双控）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主卧门旁 · F 墙转角（离墙端 150）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衣帽间洞口旁 400 墙段正中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床头（C04 正上方，h850）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门旁（门西侧短墙，卧室2 一侧，锁侧）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1" name="Rectangle 30015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Rectangle 30015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09" y="3676224"/>
            <a:ext cx="0" cy="135116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243" y="3676224"/>
            <a:ext cx="192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98274" y="3454026"/>
            <a:ext cx="0" cy="4852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98274" y="3939265"/>
            <a:ext cx="14661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86" y="3939265"/>
            <a:ext cx="0" cy="14605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86" y="5399859"/>
            <a:ext cx="396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784509" y="5399859"/>
            <a:ext cx="12342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4018799" y="5399859"/>
            <a:ext cx="31338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 flipV="1">
            <a:off x="4332188" y="5277843"/>
            <a:ext cx="0" cy="1220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332188" y="5277843"/>
            <a:ext cx="125227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5584459" y="5277843"/>
            <a:ext cx="0" cy="57154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 flipV="1">
            <a:off x="2598274" y="1995616"/>
            <a:ext cx="0" cy="14584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2598274" y="1995616"/>
            <a:ext cx="76035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4118924" y="5399859"/>
            <a:ext cx="0" cy="101814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4018799" y="5399859"/>
            <a:ext cx="10012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5" name="Connector 300044"/>
          <p:cNvCxnSpPr/>
          <p:nvPr/>
        </p:nvCxnSpPr>
        <p:spPr>
          <a:xfrm flipH="1">
            <a:off x="2284243" y="3454026"/>
            <a:ext cx="3140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2284243" y="3454026"/>
            <a:ext cx="0" cy="22219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3358627" y="1995616"/>
            <a:ext cx="4302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788895" y="1995616"/>
            <a:ext cx="0" cy="4687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2744886" y="3939265"/>
            <a:ext cx="7177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3462663" y="3939265"/>
            <a:ext cx="0" cy="4041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H="1">
            <a:off x="2303509" y="5399859"/>
            <a:ext cx="4810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2303509" y="5027390"/>
            <a:ext cx="0" cy="3724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2784509" y="5399859"/>
            <a:ext cx="1101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3886507" y="5399859"/>
            <a:ext cx="0" cy="75778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4018799" y="5399859"/>
            <a:ext cx="0" cy="75778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3886507" y="6157641"/>
            <a:ext cx="1322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332188" y="5221973"/>
            <a:ext cx="0" cy="558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4332188" y="5221973"/>
            <a:ext cx="10493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5584459" y="5849391"/>
            <a:ext cx="1098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5694273" y="5849391"/>
            <a:ext cx="0" cy="3564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598274" y="3454026"/>
            <a:ext cx="186235" cy="194583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2784509" y="5399859"/>
            <a:ext cx="1234290" cy="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Oval 300062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4" name="Connector 300063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TextBox 300064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6" name="Oval 300065"/>
          <p:cNvSpPr/>
          <p:nvPr/>
        </p:nvSpPr>
        <p:spPr>
          <a:xfrm>
            <a:off x="3801724" y="6072858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7" name="Connector 300066"/>
          <p:cNvCxnSpPr/>
          <p:nvPr/>
        </p:nvCxnSpPr>
        <p:spPr>
          <a:xfrm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9" name="TextBox 300068"/>
          <p:cNvSpPr txBox="1"/>
          <p:nvPr/>
        </p:nvSpPr>
        <p:spPr>
          <a:xfrm>
            <a:off x="3964225" y="599514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2218725" y="4942606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TextBox 300072"/>
          <p:cNvSpPr txBox="1"/>
          <p:nvPr/>
        </p:nvSpPr>
        <p:spPr>
          <a:xfrm>
            <a:off x="2381226" y="486488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7" name="TextBox 300076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8" name="Oval 300077"/>
          <p:cNvSpPr/>
          <p:nvPr/>
        </p:nvSpPr>
        <p:spPr>
          <a:xfrm>
            <a:off x="5296744" y="513719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9" name="Connector 300078"/>
          <p:cNvCxnSpPr/>
          <p:nvPr/>
        </p:nvCxnSpPr>
        <p:spPr>
          <a:xfrm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 flipV="1"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5459245" y="505947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732373" y="240789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3" name="Oval 300082"/>
          <p:cNvSpPr/>
          <p:nvPr/>
        </p:nvSpPr>
        <p:spPr>
          <a:xfrm>
            <a:off x="3771232" y="244675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66613" y="230191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5637751" y="614928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Oval 300085"/>
          <p:cNvSpPr/>
          <p:nvPr/>
        </p:nvSpPr>
        <p:spPr>
          <a:xfrm>
            <a:off x="5676610" y="618814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TextBox 300086"/>
          <p:cNvSpPr txBox="1"/>
          <p:nvPr/>
        </p:nvSpPr>
        <p:spPr>
          <a:xfrm>
            <a:off x="5771991" y="60433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2199460" y="359144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 flipV="1"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1" name="TextBox 300090"/>
          <p:cNvSpPr txBox="1"/>
          <p:nvPr/>
        </p:nvSpPr>
        <p:spPr>
          <a:xfrm>
            <a:off x="2361961" y="3513723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2572839" y="342859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2598274" y="3358105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2694195" y="3358105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H="1">
            <a:off x="2526333" y="3454026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 flipV="1">
            <a:off x="2502353" y="350198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7" name="TextBox 300096"/>
          <p:cNvSpPr txBox="1"/>
          <p:nvPr/>
        </p:nvSpPr>
        <p:spPr>
          <a:xfrm>
            <a:off x="2708325" y="324506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8" name="Oval 300097"/>
          <p:cNvSpPr/>
          <p:nvPr/>
        </p:nvSpPr>
        <p:spPr>
          <a:xfrm>
            <a:off x="3333192" y="197018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9" name="Connector 300098"/>
          <p:cNvCxnSpPr/>
          <p:nvPr/>
        </p:nvCxnSpPr>
        <p:spPr>
          <a:xfrm flipV="1">
            <a:off x="3358627" y="1899695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>
            <a:off x="3454549" y="189969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1" name="TextBox 300100"/>
          <p:cNvSpPr txBox="1"/>
          <p:nvPr/>
        </p:nvSpPr>
        <p:spPr>
          <a:xfrm>
            <a:off x="3468679" y="17866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2" name="Oval 300101"/>
          <p:cNvSpPr/>
          <p:nvPr/>
        </p:nvSpPr>
        <p:spPr>
          <a:xfrm>
            <a:off x="2719451" y="39138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2744886" y="3843343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4" name="Connector 300103"/>
          <p:cNvCxnSpPr/>
          <p:nvPr/>
        </p:nvCxnSpPr>
        <p:spPr>
          <a:xfrm>
            <a:off x="2840807" y="3843343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5" name="TextBox 300104"/>
          <p:cNvSpPr txBox="1"/>
          <p:nvPr/>
        </p:nvSpPr>
        <p:spPr>
          <a:xfrm>
            <a:off x="2854938" y="373029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6" name="Oval 300105"/>
          <p:cNvSpPr/>
          <p:nvPr/>
        </p:nvSpPr>
        <p:spPr>
          <a:xfrm>
            <a:off x="275907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7" name="Connector 300106"/>
          <p:cNvCxnSpPr/>
          <p:nvPr/>
        </p:nvCxnSpPr>
        <p:spPr>
          <a:xfrm flipV="1">
            <a:off x="2784509" y="5303938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>
            <a:off x="2880431" y="530393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2863165" y="5321203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 flipH="1">
            <a:off x="2712568" y="539985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 flipV="1">
            <a:off x="2688588" y="5447819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2894561" y="51908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399336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018799" y="530393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114720" y="530393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 flipH="1">
            <a:off x="3946858" y="539985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 flipV="1">
            <a:off x="3922878" y="5447819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8" name="TextBox 300117"/>
          <p:cNvSpPr txBox="1"/>
          <p:nvPr/>
        </p:nvSpPr>
        <p:spPr>
          <a:xfrm>
            <a:off x="4128851" y="51908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9" name="Oval 300118"/>
          <p:cNvSpPr/>
          <p:nvPr/>
        </p:nvSpPr>
        <p:spPr>
          <a:xfrm>
            <a:off x="4306753" y="525240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0" name="Connector 300119"/>
          <p:cNvCxnSpPr/>
          <p:nvPr/>
        </p:nvCxnSpPr>
        <p:spPr>
          <a:xfrm flipV="1">
            <a:off x="4332188" y="518192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>
            <a:off x="4428109" y="5181921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2" name="TextBox 300121"/>
          <p:cNvSpPr txBox="1"/>
          <p:nvPr/>
        </p:nvSpPr>
        <p:spPr>
          <a:xfrm>
            <a:off x="4442239" y="506887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3" name="Oval 300122"/>
          <p:cNvSpPr/>
          <p:nvPr/>
        </p:nvSpPr>
        <p:spPr>
          <a:xfrm>
            <a:off x="5559024" y="582395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4" name="Connector 300123"/>
          <p:cNvCxnSpPr/>
          <p:nvPr/>
        </p:nvCxnSpPr>
        <p:spPr>
          <a:xfrm flipV="1">
            <a:off x="5584459" y="575347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5" name="Connector 300124"/>
          <p:cNvCxnSpPr/>
          <p:nvPr/>
        </p:nvCxnSpPr>
        <p:spPr>
          <a:xfrm>
            <a:off x="5680380" y="575347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6" name="TextBox 300125"/>
          <p:cNvSpPr txBox="1"/>
          <p:nvPr/>
        </p:nvSpPr>
        <p:spPr>
          <a:xfrm>
            <a:off x="5694510" y="564042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7" name="TextBox 300126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北卫生间门外（离门洞 150）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 · 卧室 4 门旁（离门口 350）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卫生间门左边（离门洞 100）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2" name="Rectangle 300141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Rectangle 300142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TextBox 300143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5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L-B 2026-10-13）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盥洗室入口墙垛正中（一门两用旁）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西卫生间隔墙端头旁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主卧床头板正中上方（h1360，与门口 S4 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 · F 墙转角（离墙端 150）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衣帽间洞口旁 400 墙段正中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衣帽间吸顶灯（单控）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床头（C04 正上方，h850）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北卫生间门外（离门洞 150）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 · 卧室 4 门旁（离门口 350）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卫生间门左边（离门洞 100）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