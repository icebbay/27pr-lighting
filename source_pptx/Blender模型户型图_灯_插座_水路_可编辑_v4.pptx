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0" r:id="rId3"/>
    <p:sldId id="271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29E3-0578-C12B-841E-5E2CFBBF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106B1-AEAB-CEFC-A224-9BC582533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469B6-C19F-4352-3D27-E2362CFB5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29AC-AC2E-2D79-C2ED-152165676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1738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429E3-0578-C12B-841E-5E2CFBBF5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106B1-AEAB-CEFC-A224-9BC5825336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D469B6-C19F-4352-3D27-E2362CFB59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2 页。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E29AC-AC2E-2D79-C2ED-152165676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317389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3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4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6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7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左图由 Blender 模型 27PR_CGI_v19_integrated_materials.blend 导出生成（cgi_v19/elec/model_plans_pptx.py）；右图为《水电点位施工图_A3.pdf》第 8 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4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 dirty="0" err="1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壁灯 F32"/>
          <p:cNvGrpSpPr/>
          <p:nvPr/>
        </p:nvGrpSpPr>
        <p:grpSpPr>
          <a:xfrm>
            <a:off x="2123301" y="3868459"/>
            <a:ext cx="268218" cy="86250"/>
            <a:chOff x="2165880" y="3887464"/>
            <a:chExt cx="268218" cy="86250"/>
          </a:xfrm>
        </p:grpSpPr>
        <p:sp>
          <p:nvSpPr>
            <p:cNvPr id="438" name="Isosceles Triangle 437"/>
            <p:cNvSpPr/>
            <p:nvPr/>
          </p:nvSpPr>
          <p:spPr>
            <a:xfrm>
              <a:off x="2165880" y="391376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2241261" y="388746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F32</a:t>
              </a:r>
            </a:p>
          </p:txBody>
        </p:sp>
      </p:grpSp>
      <p:grpSp>
        <p:nvGrpSpPr>
          <p:cNvPr id="440" name="主灯 G07"/>
          <p:cNvGrpSpPr/>
          <p:nvPr/>
        </p:nvGrpSpPr>
        <p:grpSpPr>
          <a:xfrm>
            <a:off x="1693453" y="3462189"/>
            <a:ext cx="289254" cy="113948"/>
            <a:chOff x="1800755" y="3349995"/>
            <a:chExt cx="289254" cy="113948"/>
          </a:xfrm>
        </p:grpSpPr>
        <p:sp>
          <p:nvSpPr>
            <p:cNvPr id="441" name="Oval 440"/>
            <p:cNvSpPr/>
            <p:nvPr/>
          </p:nvSpPr>
          <p:spPr>
            <a:xfrm>
              <a:off x="1800755" y="337629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2" name="Connector 441"/>
            <p:cNvCxnSpPr/>
            <p:nvPr/>
          </p:nvCxnSpPr>
          <p:spPr>
            <a:xfrm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Connector 442"/>
            <p:cNvCxnSpPr/>
            <p:nvPr/>
          </p:nvCxnSpPr>
          <p:spPr>
            <a:xfrm flipV="1">
              <a:off x="1813903" y="338943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4" name="TextBox 443"/>
            <p:cNvSpPr txBox="1"/>
            <p:nvPr/>
          </p:nvSpPr>
          <p:spPr>
            <a:xfrm>
              <a:off x="1897172" y="334999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G07</a:t>
              </a:r>
            </a:p>
          </p:txBody>
        </p:sp>
      </p:grpSp>
      <p:grpSp>
        <p:nvGrpSpPr>
          <p:cNvPr id="445" name="主灯 G06"/>
          <p:cNvGrpSpPr/>
          <p:nvPr/>
        </p:nvGrpSpPr>
        <p:grpSpPr>
          <a:xfrm>
            <a:off x="1724818" y="4458511"/>
            <a:ext cx="289254" cy="113948"/>
            <a:chOff x="1743720" y="4361740"/>
            <a:chExt cx="289254" cy="113948"/>
          </a:xfrm>
        </p:grpSpPr>
        <p:sp>
          <p:nvSpPr>
            <p:cNvPr id="446" name="Oval 445"/>
            <p:cNvSpPr/>
            <p:nvPr/>
          </p:nvSpPr>
          <p:spPr>
            <a:xfrm>
              <a:off x="1743720" y="4388036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47" name="Connector 446"/>
            <p:cNvCxnSpPr/>
            <p:nvPr/>
          </p:nvCxnSpPr>
          <p:spPr>
            <a:xfrm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Connector 447"/>
            <p:cNvCxnSpPr/>
            <p:nvPr/>
          </p:nvCxnSpPr>
          <p:spPr>
            <a:xfrm flipV="1">
              <a:off x="1756868" y="4401184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9" name="TextBox 448"/>
            <p:cNvSpPr txBox="1"/>
            <p:nvPr/>
          </p:nvSpPr>
          <p:spPr>
            <a:xfrm>
              <a:off x="1840137" y="436174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G06</a:t>
              </a:r>
            </a:p>
          </p:txBody>
        </p:sp>
      </p:grpSp>
      <p:grpSp>
        <p:nvGrpSpPr>
          <p:cNvPr id="450" name="主灯 G08"/>
          <p:cNvGrpSpPr/>
          <p:nvPr/>
        </p:nvGrpSpPr>
        <p:grpSpPr>
          <a:xfrm>
            <a:off x="2382138" y="4687897"/>
            <a:ext cx="289254" cy="113948"/>
            <a:chOff x="2369862" y="4717587"/>
            <a:chExt cx="289254" cy="113948"/>
          </a:xfrm>
        </p:grpSpPr>
        <p:sp>
          <p:nvSpPr>
            <p:cNvPr id="451" name="Oval 450"/>
            <p:cNvSpPr/>
            <p:nvPr/>
          </p:nvSpPr>
          <p:spPr>
            <a:xfrm>
              <a:off x="2369862" y="4743883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2" name="Connector 451"/>
            <p:cNvCxnSpPr/>
            <p:nvPr/>
          </p:nvCxnSpPr>
          <p:spPr>
            <a:xfrm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Connector 452"/>
            <p:cNvCxnSpPr/>
            <p:nvPr/>
          </p:nvCxnSpPr>
          <p:spPr>
            <a:xfrm flipV="1">
              <a:off x="2383010" y="4757031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4" name="TextBox 453"/>
            <p:cNvSpPr txBox="1"/>
            <p:nvPr/>
          </p:nvSpPr>
          <p:spPr>
            <a:xfrm>
              <a:off x="2466279" y="4717587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G08</a:t>
              </a:r>
            </a:p>
          </p:txBody>
        </p:sp>
      </p:grpSp>
      <p:grpSp>
        <p:nvGrpSpPr>
          <p:cNvPr id="455" name="主灯 G15"/>
          <p:cNvGrpSpPr/>
          <p:nvPr/>
        </p:nvGrpSpPr>
        <p:grpSpPr>
          <a:xfrm>
            <a:off x="815652" y="4092643"/>
            <a:ext cx="289254" cy="113948"/>
            <a:chOff x="759252" y="4200555"/>
            <a:chExt cx="289254" cy="113948"/>
          </a:xfrm>
        </p:grpSpPr>
        <p:sp>
          <p:nvSpPr>
            <p:cNvPr id="456" name="Oval 455"/>
            <p:cNvSpPr/>
            <p:nvPr/>
          </p:nvSpPr>
          <p:spPr>
            <a:xfrm>
              <a:off x="759252" y="422685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Connector 457"/>
            <p:cNvCxnSpPr/>
            <p:nvPr/>
          </p:nvCxnSpPr>
          <p:spPr>
            <a:xfrm flipV="1">
              <a:off x="772400" y="423999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59" name="TextBox 458"/>
            <p:cNvSpPr txBox="1"/>
            <p:nvPr/>
          </p:nvSpPr>
          <p:spPr>
            <a:xfrm>
              <a:off x="855669" y="420055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G15</a:t>
              </a:r>
            </a:p>
          </p:txBody>
        </p:sp>
      </p:grpSp>
      <p:grpSp>
        <p:nvGrpSpPr>
          <p:cNvPr id="460" name="主灯 G16"/>
          <p:cNvGrpSpPr/>
          <p:nvPr/>
        </p:nvGrpSpPr>
        <p:grpSpPr>
          <a:xfrm>
            <a:off x="655971" y="3315700"/>
            <a:ext cx="289254" cy="113948"/>
            <a:chOff x="727015" y="3667405"/>
            <a:chExt cx="289254" cy="113948"/>
          </a:xfrm>
        </p:grpSpPr>
        <p:sp>
          <p:nvSpPr>
            <p:cNvPr id="461" name="Oval 460"/>
            <p:cNvSpPr/>
            <p:nvPr/>
          </p:nvSpPr>
          <p:spPr>
            <a:xfrm>
              <a:off x="727015" y="3693701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62" name="Connector 461"/>
            <p:cNvCxnSpPr/>
            <p:nvPr/>
          </p:nvCxnSpPr>
          <p:spPr>
            <a:xfrm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Connector 462"/>
            <p:cNvCxnSpPr/>
            <p:nvPr/>
          </p:nvCxnSpPr>
          <p:spPr>
            <a:xfrm flipV="1">
              <a:off x="740163" y="3706849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4" name="TextBox 463"/>
            <p:cNvSpPr txBox="1"/>
            <p:nvPr/>
          </p:nvSpPr>
          <p:spPr>
            <a:xfrm>
              <a:off x="823432" y="36674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G16</a:t>
              </a:r>
            </a:p>
          </p:txBody>
        </p:sp>
      </p:grpSp>
      <p:grpSp>
        <p:nvGrpSpPr>
          <p:cNvPr id="465" name="壁灯 G25"/>
          <p:cNvGrpSpPr/>
          <p:nvPr/>
        </p:nvGrpSpPr>
        <p:grpSpPr>
          <a:xfrm>
            <a:off x="2386579" y="4957484"/>
            <a:ext cx="268218" cy="86250"/>
            <a:chOff x="2386579" y="4957484"/>
            <a:chExt cx="268218" cy="86250"/>
          </a:xfrm>
        </p:grpSpPr>
        <p:sp>
          <p:nvSpPr>
            <p:cNvPr id="466" name="Isosceles Triangle 465"/>
            <p:cNvSpPr/>
            <p:nvPr/>
          </p:nvSpPr>
          <p:spPr>
            <a:xfrm>
              <a:off x="2386579" y="4983780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461960" y="4957484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G25</a:t>
              </a:r>
            </a:p>
          </p:txBody>
        </p:sp>
      </p:grpSp>
      <p:grpSp>
        <p:nvGrpSpPr>
          <p:cNvPr id="468" name="壁灯 G26_1"/>
          <p:cNvGrpSpPr/>
          <p:nvPr/>
        </p:nvGrpSpPr>
        <p:grpSpPr>
          <a:xfrm>
            <a:off x="2143439" y="843064"/>
            <a:ext cx="268218" cy="86250"/>
            <a:chOff x="1266964" y="2951351"/>
            <a:chExt cx="268218" cy="86250"/>
          </a:xfrm>
        </p:grpSpPr>
        <p:sp>
          <p:nvSpPr>
            <p:cNvPr id="469" name="Isosceles Triangle 468"/>
            <p:cNvSpPr/>
            <p:nvPr/>
          </p:nvSpPr>
          <p:spPr>
            <a:xfrm>
              <a:off x="1266964" y="2977647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1342345" y="2951351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 dirty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G26_1</a:t>
              </a:r>
            </a:p>
          </p:txBody>
        </p:sp>
      </p:grpSp>
      <p:grpSp>
        <p:nvGrpSpPr>
          <p:cNvPr id="471" name="壁灯 G26_2"/>
          <p:cNvGrpSpPr/>
          <p:nvPr/>
        </p:nvGrpSpPr>
        <p:grpSpPr>
          <a:xfrm>
            <a:off x="1689764" y="2154105"/>
            <a:ext cx="268218" cy="86250"/>
            <a:chOff x="1689764" y="2154105"/>
            <a:chExt cx="268218" cy="86250"/>
          </a:xfrm>
        </p:grpSpPr>
        <p:sp>
          <p:nvSpPr>
            <p:cNvPr id="472" name="Isosceles Triangle 471"/>
            <p:cNvSpPr/>
            <p:nvPr/>
          </p:nvSpPr>
          <p:spPr>
            <a:xfrm>
              <a:off x="1689764" y="2180401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1765145" y="2154105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G26_2</a:t>
              </a:r>
            </a:p>
          </p:txBody>
        </p:sp>
      </p:grpSp>
      <p:grpSp>
        <p:nvGrpSpPr>
          <p:cNvPr id="474" name="壁灯 G26_3"/>
          <p:cNvGrpSpPr/>
          <p:nvPr/>
        </p:nvGrpSpPr>
        <p:grpSpPr>
          <a:xfrm>
            <a:off x="1689764" y="1462250"/>
            <a:ext cx="268218" cy="86250"/>
            <a:chOff x="1689764" y="1462250"/>
            <a:chExt cx="268218" cy="86250"/>
          </a:xfrm>
        </p:grpSpPr>
        <p:sp>
          <p:nvSpPr>
            <p:cNvPr id="475" name="Isosceles Triangle 474"/>
            <p:cNvSpPr/>
            <p:nvPr/>
          </p:nvSpPr>
          <p:spPr>
            <a:xfrm>
              <a:off x="1689764" y="1488546"/>
              <a:ext cx="66616" cy="59954"/>
            </a:xfrm>
            <a:prstGeom prst="triangle">
              <a:avLst/>
            </a:prstGeom>
            <a:solidFill>
              <a:srgbClr val="F0A8A8"/>
            </a:solidFill>
            <a:ln w="1016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1765145" y="1462250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G26_3</a:t>
              </a:r>
            </a:p>
          </p:txBody>
        </p:sp>
      </p:grpSp>
      <p:grpSp>
        <p:nvGrpSpPr>
          <p:cNvPr id="477" name="射灯 GU10_GF_起居室_1"/>
          <p:cNvGrpSpPr/>
          <p:nvPr/>
        </p:nvGrpSpPr>
        <p:grpSpPr>
          <a:xfrm>
            <a:off x="2000513" y="4197049"/>
            <a:ext cx="59604" cy="59604"/>
            <a:chOff x="2000513" y="4216574"/>
            <a:chExt cx="59604" cy="59604"/>
          </a:xfrm>
        </p:grpSpPr>
        <p:sp>
          <p:nvSpPr>
            <p:cNvPr id="478" name="Oval 477"/>
            <p:cNvSpPr/>
            <p:nvPr/>
          </p:nvSpPr>
          <p:spPr>
            <a:xfrm>
              <a:off x="2000513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9" name="Connector 478"/>
            <p:cNvCxnSpPr/>
            <p:nvPr/>
          </p:nvCxnSpPr>
          <p:spPr>
            <a:xfrm>
              <a:off x="2000513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Connector 479"/>
            <p:cNvCxnSpPr/>
            <p:nvPr/>
          </p:nvCxnSpPr>
          <p:spPr>
            <a:xfrm>
              <a:off x="2030315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1" name="射灯 GU10_GF_起居室_2"/>
          <p:cNvGrpSpPr/>
          <p:nvPr/>
        </p:nvGrpSpPr>
        <p:grpSpPr>
          <a:xfrm>
            <a:off x="2000513" y="4502060"/>
            <a:ext cx="59604" cy="59604"/>
            <a:chOff x="2000513" y="4521585"/>
            <a:chExt cx="59604" cy="59604"/>
          </a:xfrm>
        </p:grpSpPr>
        <p:sp>
          <p:nvSpPr>
            <p:cNvPr id="482" name="Oval 481"/>
            <p:cNvSpPr/>
            <p:nvPr/>
          </p:nvSpPr>
          <p:spPr>
            <a:xfrm>
              <a:off x="2000513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3" name="Connector 482"/>
            <p:cNvCxnSpPr/>
            <p:nvPr/>
          </p:nvCxnSpPr>
          <p:spPr>
            <a:xfrm>
              <a:off x="2000513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Connector 483"/>
            <p:cNvCxnSpPr/>
            <p:nvPr/>
          </p:nvCxnSpPr>
          <p:spPr>
            <a:xfrm>
              <a:off x="2030315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射灯 GU10_GF_起居室_3"/>
          <p:cNvGrpSpPr/>
          <p:nvPr/>
        </p:nvGrpSpPr>
        <p:grpSpPr>
          <a:xfrm>
            <a:off x="2000513" y="4808560"/>
            <a:ext cx="59604" cy="59604"/>
            <a:chOff x="2000513" y="4828085"/>
            <a:chExt cx="59604" cy="59604"/>
          </a:xfrm>
        </p:grpSpPr>
        <p:sp>
          <p:nvSpPr>
            <p:cNvPr id="486" name="Oval 485"/>
            <p:cNvSpPr/>
            <p:nvPr/>
          </p:nvSpPr>
          <p:spPr>
            <a:xfrm>
              <a:off x="2000513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>
              <a:off x="2000513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Connector 487"/>
            <p:cNvCxnSpPr/>
            <p:nvPr/>
          </p:nvCxnSpPr>
          <p:spPr>
            <a:xfrm>
              <a:off x="2030315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9" name="射灯 GU10_GF_起居室_4"/>
          <p:cNvGrpSpPr/>
          <p:nvPr/>
        </p:nvGrpSpPr>
        <p:grpSpPr>
          <a:xfrm>
            <a:off x="1746993" y="4805054"/>
            <a:ext cx="59604" cy="59604"/>
            <a:chOff x="1780062" y="4828085"/>
            <a:chExt cx="59604" cy="59604"/>
          </a:xfrm>
        </p:grpSpPr>
        <p:sp>
          <p:nvSpPr>
            <p:cNvPr id="490" name="Oval 489"/>
            <p:cNvSpPr/>
            <p:nvPr/>
          </p:nvSpPr>
          <p:spPr>
            <a:xfrm>
              <a:off x="1780062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1" name="Connector 490"/>
            <p:cNvCxnSpPr/>
            <p:nvPr/>
          </p:nvCxnSpPr>
          <p:spPr>
            <a:xfrm>
              <a:off x="1780062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Connector 491"/>
            <p:cNvCxnSpPr/>
            <p:nvPr/>
          </p:nvCxnSpPr>
          <p:spPr>
            <a:xfrm>
              <a:off x="1809864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3" name="射灯 GU10_GF_起居室_5"/>
          <p:cNvGrpSpPr/>
          <p:nvPr/>
        </p:nvGrpSpPr>
        <p:grpSpPr>
          <a:xfrm>
            <a:off x="1475578" y="4498554"/>
            <a:ext cx="59604" cy="59604"/>
            <a:chOff x="1562090" y="4521585"/>
            <a:chExt cx="59604" cy="59604"/>
          </a:xfrm>
        </p:grpSpPr>
        <p:sp>
          <p:nvSpPr>
            <p:cNvPr id="494" name="Oval 493"/>
            <p:cNvSpPr/>
            <p:nvPr/>
          </p:nvSpPr>
          <p:spPr>
            <a:xfrm>
              <a:off x="1562090" y="45215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5" name="Connector 494"/>
            <p:cNvCxnSpPr/>
            <p:nvPr/>
          </p:nvCxnSpPr>
          <p:spPr>
            <a:xfrm>
              <a:off x="1562090" y="45513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Connector 495"/>
            <p:cNvCxnSpPr/>
            <p:nvPr/>
          </p:nvCxnSpPr>
          <p:spPr>
            <a:xfrm>
              <a:off x="1591892" y="45215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射灯 GU10_GF_起居室_6"/>
          <p:cNvGrpSpPr/>
          <p:nvPr/>
        </p:nvGrpSpPr>
        <p:grpSpPr>
          <a:xfrm>
            <a:off x="1475578" y="4193543"/>
            <a:ext cx="59604" cy="59604"/>
            <a:chOff x="1562090" y="4216574"/>
            <a:chExt cx="59604" cy="59604"/>
          </a:xfrm>
        </p:grpSpPr>
        <p:sp>
          <p:nvSpPr>
            <p:cNvPr id="498" name="Oval 497"/>
            <p:cNvSpPr/>
            <p:nvPr/>
          </p:nvSpPr>
          <p:spPr>
            <a:xfrm>
              <a:off x="1562090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>
              <a:off x="1562090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Connector 499"/>
            <p:cNvCxnSpPr/>
            <p:nvPr/>
          </p:nvCxnSpPr>
          <p:spPr>
            <a:xfrm>
              <a:off x="1591892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1" name="射灯 GU10_GF_起居室_7"/>
          <p:cNvGrpSpPr/>
          <p:nvPr/>
        </p:nvGrpSpPr>
        <p:grpSpPr>
          <a:xfrm>
            <a:off x="1742033" y="4193543"/>
            <a:ext cx="59604" cy="59604"/>
            <a:chOff x="1775102" y="4216574"/>
            <a:chExt cx="59604" cy="59604"/>
          </a:xfrm>
        </p:grpSpPr>
        <p:sp>
          <p:nvSpPr>
            <p:cNvPr id="502" name="Oval 501"/>
            <p:cNvSpPr/>
            <p:nvPr/>
          </p:nvSpPr>
          <p:spPr>
            <a:xfrm>
              <a:off x="1775102" y="421657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3" name="Connector 502"/>
            <p:cNvCxnSpPr/>
            <p:nvPr/>
          </p:nvCxnSpPr>
          <p:spPr>
            <a:xfrm>
              <a:off x="1775102" y="424637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Connector 503"/>
            <p:cNvCxnSpPr/>
            <p:nvPr/>
          </p:nvCxnSpPr>
          <p:spPr>
            <a:xfrm>
              <a:off x="1804904" y="421657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5" name="射灯 GU10_GF_电梯井_1"/>
          <p:cNvGrpSpPr/>
          <p:nvPr/>
        </p:nvGrpSpPr>
        <p:grpSpPr>
          <a:xfrm>
            <a:off x="1475578" y="4805054"/>
            <a:ext cx="59604" cy="59604"/>
            <a:chOff x="1562090" y="4828085"/>
            <a:chExt cx="59604" cy="59604"/>
          </a:xfrm>
        </p:grpSpPr>
        <p:sp>
          <p:nvSpPr>
            <p:cNvPr id="506" name="Oval 505"/>
            <p:cNvSpPr/>
            <p:nvPr/>
          </p:nvSpPr>
          <p:spPr>
            <a:xfrm>
              <a:off x="1562090" y="482808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07" name="Connector 506"/>
            <p:cNvCxnSpPr/>
            <p:nvPr/>
          </p:nvCxnSpPr>
          <p:spPr>
            <a:xfrm>
              <a:off x="1562090" y="485788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Connector 507"/>
            <p:cNvCxnSpPr/>
            <p:nvPr/>
          </p:nvCxnSpPr>
          <p:spPr>
            <a:xfrm>
              <a:off x="1591892" y="482808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9" name="射灯 GU10_GF_餐厅_1"/>
          <p:cNvGrpSpPr/>
          <p:nvPr/>
        </p:nvGrpSpPr>
        <p:grpSpPr>
          <a:xfrm>
            <a:off x="1934514" y="3511080"/>
            <a:ext cx="59604" cy="59604"/>
            <a:chOff x="1953646" y="3511080"/>
            <a:chExt cx="59604" cy="59604"/>
          </a:xfrm>
        </p:grpSpPr>
        <p:sp>
          <p:nvSpPr>
            <p:cNvPr id="510" name="Oval 509"/>
            <p:cNvSpPr/>
            <p:nvPr/>
          </p:nvSpPr>
          <p:spPr>
            <a:xfrm>
              <a:off x="1953646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1" name="Connector 510"/>
            <p:cNvCxnSpPr/>
            <p:nvPr/>
          </p:nvCxnSpPr>
          <p:spPr>
            <a:xfrm>
              <a:off x="1953646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Connector 511"/>
            <p:cNvCxnSpPr/>
            <p:nvPr/>
          </p:nvCxnSpPr>
          <p:spPr>
            <a:xfrm>
              <a:off x="1983448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3" name="射灯 GU10_GF_餐厅_2"/>
          <p:cNvGrpSpPr/>
          <p:nvPr/>
        </p:nvGrpSpPr>
        <p:grpSpPr>
          <a:xfrm>
            <a:off x="1934514" y="3817579"/>
            <a:ext cx="59604" cy="59604"/>
            <a:chOff x="1953646" y="3817579"/>
            <a:chExt cx="59604" cy="59604"/>
          </a:xfrm>
        </p:grpSpPr>
        <p:sp>
          <p:nvSpPr>
            <p:cNvPr id="514" name="Oval 513"/>
            <p:cNvSpPr/>
            <p:nvPr/>
          </p:nvSpPr>
          <p:spPr>
            <a:xfrm>
              <a:off x="1953646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5" name="Connector 514"/>
            <p:cNvCxnSpPr/>
            <p:nvPr/>
          </p:nvCxnSpPr>
          <p:spPr>
            <a:xfrm>
              <a:off x="1953646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Connector 515"/>
            <p:cNvCxnSpPr/>
            <p:nvPr/>
          </p:nvCxnSpPr>
          <p:spPr>
            <a:xfrm>
              <a:off x="1983448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7" name="射灯 GU10_GF_餐厅_3"/>
          <p:cNvGrpSpPr/>
          <p:nvPr/>
        </p:nvGrpSpPr>
        <p:grpSpPr>
          <a:xfrm>
            <a:off x="1695939" y="3811391"/>
            <a:ext cx="59604" cy="59604"/>
            <a:chOff x="1733442" y="3817579"/>
            <a:chExt cx="59604" cy="59604"/>
          </a:xfrm>
        </p:grpSpPr>
        <p:sp>
          <p:nvSpPr>
            <p:cNvPr id="518" name="Oval 517"/>
            <p:cNvSpPr/>
            <p:nvPr/>
          </p:nvSpPr>
          <p:spPr>
            <a:xfrm>
              <a:off x="1733442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9" name="Connector 518"/>
            <p:cNvCxnSpPr/>
            <p:nvPr/>
          </p:nvCxnSpPr>
          <p:spPr>
            <a:xfrm>
              <a:off x="1733442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Connector 519"/>
            <p:cNvCxnSpPr/>
            <p:nvPr/>
          </p:nvCxnSpPr>
          <p:spPr>
            <a:xfrm>
              <a:off x="1763244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1" name="射灯 GU10_GF_餐厅_4"/>
          <p:cNvGrpSpPr/>
          <p:nvPr/>
        </p:nvGrpSpPr>
        <p:grpSpPr>
          <a:xfrm>
            <a:off x="1475578" y="3817579"/>
            <a:ext cx="59604" cy="59604"/>
            <a:chOff x="1515223" y="3817579"/>
            <a:chExt cx="59604" cy="59604"/>
          </a:xfrm>
        </p:grpSpPr>
        <p:sp>
          <p:nvSpPr>
            <p:cNvPr id="522" name="Oval 521"/>
            <p:cNvSpPr/>
            <p:nvPr/>
          </p:nvSpPr>
          <p:spPr>
            <a:xfrm>
              <a:off x="1515223" y="381757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522"/>
            <p:cNvCxnSpPr/>
            <p:nvPr/>
          </p:nvCxnSpPr>
          <p:spPr>
            <a:xfrm>
              <a:off x="1515223" y="384738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Connector 523"/>
            <p:cNvCxnSpPr/>
            <p:nvPr/>
          </p:nvCxnSpPr>
          <p:spPr>
            <a:xfrm>
              <a:off x="1545025" y="381757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5" name="射灯 GU10_GF_餐厅_5"/>
          <p:cNvGrpSpPr/>
          <p:nvPr/>
        </p:nvGrpSpPr>
        <p:grpSpPr>
          <a:xfrm>
            <a:off x="1475578" y="3511080"/>
            <a:ext cx="59604" cy="59604"/>
            <a:chOff x="1515223" y="3511080"/>
            <a:chExt cx="59604" cy="59604"/>
          </a:xfrm>
        </p:grpSpPr>
        <p:sp>
          <p:nvSpPr>
            <p:cNvPr id="526" name="Oval 525"/>
            <p:cNvSpPr/>
            <p:nvPr/>
          </p:nvSpPr>
          <p:spPr>
            <a:xfrm>
              <a:off x="1515223" y="3511080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7" name="Connector 526"/>
            <p:cNvCxnSpPr/>
            <p:nvPr/>
          </p:nvCxnSpPr>
          <p:spPr>
            <a:xfrm>
              <a:off x="1515223" y="3540882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Connector 527"/>
            <p:cNvCxnSpPr/>
            <p:nvPr/>
          </p:nvCxnSpPr>
          <p:spPr>
            <a:xfrm>
              <a:off x="1545025" y="3511080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9" name="射灯 GU10_GF_餐厅_6"/>
          <p:cNvGrpSpPr/>
          <p:nvPr/>
        </p:nvGrpSpPr>
        <p:grpSpPr>
          <a:xfrm>
            <a:off x="1475578" y="3206068"/>
            <a:ext cx="59604" cy="59604"/>
            <a:chOff x="1515223" y="3206068"/>
            <a:chExt cx="59604" cy="59604"/>
          </a:xfrm>
        </p:grpSpPr>
        <p:sp>
          <p:nvSpPr>
            <p:cNvPr id="530" name="Oval 529"/>
            <p:cNvSpPr/>
            <p:nvPr/>
          </p:nvSpPr>
          <p:spPr>
            <a:xfrm>
              <a:off x="1515223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1" name="Connector 530"/>
            <p:cNvCxnSpPr/>
            <p:nvPr/>
          </p:nvCxnSpPr>
          <p:spPr>
            <a:xfrm>
              <a:off x="1515223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Connector 531"/>
            <p:cNvCxnSpPr/>
            <p:nvPr/>
          </p:nvCxnSpPr>
          <p:spPr>
            <a:xfrm>
              <a:off x="1545025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3" name="射灯 GU10_GF_餐厅_7"/>
          <p:cNvGrpSpPr/>
          <p:nvPr/>
        </p:nvGrpSpPr>
        <p:grpSpPr>
          <a:xfrm>
            <a:off x="1712509" y="3199880"/>
            <a:ext cx="59604" cy="59604"/>
            <a:chOff x="1728235" y="3206068"/>
            <a:chExt cx="59604" cy="59604"/>
          </a:xfrm>
        </p:grpSpPr>
        <p:sp>
          <p:nvSpPr>
            <p:cNvPr id="534" name="Oval 533"/>
            <p:cNvSpPr/>
            <p:nvPr/>
          </p:nvSpPr>
          <p:spPr>
            <a:xfrm>
              <a:off x="1728235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5" name="Connector 534"/>
            <p:cNvCxnSpPr/>
            <p:nvPr/>
          </p:nvCxnSpPr>
          <p:spPr>
            <a:xfrm>
              <a:off x="1728235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Connector 535"/>
            <p:cNvCxnSpPr/>
            <p:nvPr/>
          </p:nvCxnSpPr>
          <p:spPr>
            <a:xfrm>
              <a:off x="1758037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" name="射灯 GU10_GF_餐厅_9"/>
          <p:cNvGrpSpPr/>
          <p:nvPr/>
        </p:nvGrpSpPr>
        <p:grpSpPr>
          <a:xfrm>
            <a:off x="1934514" y="3206068"/>
            <a:ext cx="59604" cy="59604"/>
            <a:chOff x="1953646" y="3206068"/>
            <a:chExt cx="59604" cy="59604"/>
          </a:xfrm>
        </p:grpSpPr>
        <p:sp>
          <p:nvSpPr>
            <p:cNvPr id="542" name="Oval 541"/>
            <p:cNvSpPr/>
            <p:nvPr/>
          </p:nvSpPr>
          <p:spPr>
            <a:xfrm>
              <a:off x="1953646" y="3206068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3" name="Connector 542"/>
            <p:cNvCxnSpPr/>
            <p:nvPr/>
          </p:nvCxnSpPr>
          <p:spPr>
            <a:xfrm>
              <a:off x="1953646" y="3235870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Connector 543"/>
            <p:cNvCxnSpPr/>
            <p:nvPr/>
          </p:nvCxnSpPr>
          <p:spPr>
            <a:xfrm>
              <a:off x="1983448" y="3206068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0" name="主灯位待选 主灯待选_厨房"/>
          <p:cNvGrpSpPr/>
          <p:nvPr/>
        </p:nvGrpSpPr>
        <p:grpSpPr>
          <a:xfrm>
            <a:off x="2088160" y="1625316"/>
            <a:ext cx="289254" cy="113948"/>
            <a:chOff x="2088160" y="1625316"/>
            <a:chExt cx="289254" cy="113948"/>
          </a:xfrm>
        </p:grpSpPr>
        <p:sp>
          <p:nvSpPr>
            <p:cNvPr id="551" name="Oval 550"/>
            <p:cNvSpPr/>
            <p:nvPr/>
          </p:nvSpPr>
          <p:spPr>
            <a:xfrm>
              <a:off x="2088160" y="1651612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2" name="Connector 551"/>
            <p:cNvCxnSpPr/>
            <p:nvPr/>
          </p:nvCxnSpPr>
          <p:spPr>
            <a:xfrm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Connector 552"/>
            <p:cNvCxnSpPr/>
            <p:nvPr/>
          </p:nvCxnSpPr>
          <p:spPr>
            <a:xfrm flipV="1">
              <a:off x="2101308" y="1664760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4" name="TextBox 553"/>
            <p:cNvSpPr txBox="1"/>
            <p:nvPr/>
          </p:nvSpPr>
          <p:spPr>
            <a:xfrm>
              <a:off x="2184577" y="1625316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55" name="主灯位待选 主灯待选_厨房吧台区"/>
          <p:cNvGrpSpPr/>
          <p:nvPr/>
        </p:nvGrpSpPr>
        <p:grpSpPr>
          <a:xfrm>
            <a:off x="2102265" y="2381711"/>
            <a:ext cx="289254" cy="113948"/>
            <a:chOff x="2212148" y="2348168"/>
            <a:chExt cx="289254" cy="113948"/>
          </a:xfrm>
        </p:grpSpPr>
        <p:sp>
          <p:nvSpPr>
            <p:cNvPr id="556" name="Oval 555"/>
            <p:cNvSpPr/>
            <p:nvPr/>
          </p:nvSpPr>
          <p:spPr>
            <a:xfrm>
              <a:off x="2212148" y="2374464"/>
              <a:ext cx="87652" cy="87652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7" name="Connector 556"/>
            <p:cNvCxnSpPr/>
            <p:nvPr/>
          </p:nvCxnSpPr>
          <p:spPr>
            <a:xfrm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Connector 557"/>
            <p:cNvCxnSpPr/>
            <p:nvPr/>
          </p:nvCxnSpPr>
          <p:spPr>
            <a:xfrm flipV="1">
              <a:off x="2225296" y="2387612"/>
              <a:ext cx="61356" cy="6135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9" name="TextBox 558"/>
            <p:cNvSpPr txBox="1"/>
            <p:nvPr/>
          </p:nvSpPr>
          <p:spPr>
            <a:xfrm>
              <a:off x="2308565" y="2348168"/>
              <a:ext cx="192837" cy="5259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560" name="射灯 GU10_GF_储物间_1"/>
          <p:cNvGrpSpPr/>
          <p:nvPr/>
        </p:nvGrpSpPr>
        <p:grpSpPr>
          <a:xfrm>
            <a:off x="2387413" y="4430037"/>
            <a:ext cx="59604" cy="59604"/>
            <a:chOff x="2373967" y="4453144"/>
            <a:chExt cx="59604" cy="59604"/>
          </a:xfrm>
        </p:grpSpPr>
        <p:sp>
          <p:nvSpPr>
            <p:cNvPr id="561" name="Oval 560"/>
            <p:cNvSpPr/>
            <p:nvPr/>
          </p:nvSpPr>
          <p:spPr>
            <a:xfrm>
              <a:off x="2373967" y="445314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62" name="Connector 561"/>
            <p:cNvCxnSpPr/>
            <p:nvPr/>
          </p:nvCxnSpPr>
          <p:spPr>
            <a:xfrm>
              <a:off x="2373967" y="448294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Connector 562"/>
            <p:cNvCxnSpPr/>
            <p:nvPr/>
          </p:nvCxnSpPr>
          <p:spPr>
            <a:xfrm>
              <a:off x="2403769" y="445314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2" name="射灯 GU10_GF_客厅_1"/>
          <p:cNvGrpSpPr/>
          <p:nvPr/>
        </p:nvGrpSpPr>
        <p:grpSpPr>
          <a:xfrm>
            <a:off x="1111620" y="4131853"/>
            <a:ext cx="59604" cy="59604"/>
            <a:chOff x="1114988" y="4179625"/>
            <a:chExt cx="59604" cy="59604"/>
          </a:xfrm>
        </p:grpSpPr>
        <p:sp>
          <p:nvSpPr>
            <p:cNvPr id="573" name="Oval 572"/>
            <p:cNvSpPr/>
            <p:nvPr/>
          </p:nvSpPr>
          <p:spPr>
            <a:xfrm>
              <a:off x="1114988" y="417962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4" name="Connector 573"/>
            <p:cNvCxnSpPr/>
            <p:nvPr/>
          </p:nvCxnSpPr>
          <p:spPr>
            <a:xfrm>
              <a:off x="1114988" y="420942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Connector 574"/>
            <p:cNvCxnSpPr/>
            <p:nvPr/>
          </p:nvCxnSpPr>
          <p:spPr>
            <a:xfrm>
              <a:off x="1144790" y="417962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6" name="射灯 GU10_GF_客厅_2"/>
          <p:cNvGrpSpPr/>
          <p:nvPr/>
        </p:nvGrpSpPr>
        <p:grpSpPr>
          <a:xfrm>
            <a:off x="1107795" y="4403529"/>
            <a:ext cx="59604" cy="59604"/>
            <a:chOff x="1122923" y="4459839"/>
            <a:chExt cx="59604" cy="59604"/>
          </a:xfrm>
        </p:grpSpPr>
        <p:sp>
          <p:nvSpPr>
            <p:cNvPr id="577" name="Oval 576"/>
            <p:cNvSpPr/>
            <p:nvPr/>
          </p:nvSpPr>
          <p:spPr>
            <a:xfrm>
              <a:off x="1122923" y="445983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78" name="Connector 577"/>
            <p:cNvCxnSpPr/>
            <p:nvPr/>
          </p:nvCxnSpPr>
          <p:spPr>
            <a:xfrm>
              <a:off x="1122923" y="448964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Connector 578"/>
            <p:cNvCxnSpPr/>
            <p:nvPr/>
          </p:nvCxnSpPr>
          <p:spPr>
            <a:xfrm>
              <a:off x="1152725" y="445983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0" name="射灯 GU10_GF_客厅_3"/>
          <p:cNvGrpSpPr/>
          <p:nvPr/>
        </p:nvGrpSpPr>
        <p:grpSpPr>
          <a:xfrm>
            <a:off x="830552" y="4398827"/>
            <a:ext cx="59604" cy="59604"/>
            <a:chOff x="839734" y="4476949"/>
            <a:chExt cx="59604" cy="59604"/>
          </a:xfrm>
        </p:grpSpPr>
        <p:sp>
          <p:nvSpPr>
            <p:cNvPr id="581" name="Oval 580"/>
            <p:cNvSpPr/>
            <p:nvPr/>
          </p:nvSpPr>
          <p:spPr>
            <a:xfrm>
              <a:off x="839734" y="4476949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2" name="Connector 581"/>
            <p:cNvCxnSpPr/>
            <p:nvPr/>
          </p:nvCxnSpPr>
          <p:spPr>
            <a:xfrm>
              <a:off x="839734" y="4506751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Connector 582"/>
            <p:cNvCxnSpPr/>
            <p:nvPr/>
          </p:nvCxnSpPr>
          <p:spPr>
            <a:xfrm>
              <a:off x="869536" y="4476949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4" name="射灯 GU10_GF_客厅_4"/>
          <p:cNvGrpSpPr/>
          <p:nvPr/>
        </p:nvGrpSpPr>
        <p:grpSpPr>
          <a:xfrm>
            <a:off x="567162" y="4400235"/>
            <a:ext cx="59604" cy="59604"/>
            <a:chOff x="606388" y="4472486"/>
            <a:chExt cx="59604" cy="59604"/>
          </a:xfrm>
        </p:grpSpPr>
        <p:sp>
          <p:nvSpPr>
            <p:cNvPr id="585" name="Oval 584"/>
            <p:cNvSpPr/>
            <p:nvPr/>
          </p:nvSpPr>
          <p:spPr>
            <a:xfrm>
              <a:off x="606388" y="447248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86" name="Connector 585"/>
            <p:cNvCxnSpPr/>
            <p:nvPr/>
          </p:nvCxnSpPr>
          <p:spPr>
            <a:xfrm>
              <a:off x="606388" y="450228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Connector 586"/>
            <p:cNvCxnSpPr/>
            <p:nvPr/>
          </p:nvCxnSpPr>
          <p:spPr>
            <a:xfrm>
              <a:off x="636190" y="447248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88" name="射灯 GU10_GF_客厅_5"/>
          <p:cNvGrpSpPr/>
          <p:nvPr/>
        </p:nvGrpSpPr>
        <p:grpSpPr>
          <a:xfrm>
            <a:off x="567162" y="4137445"/>
            <a:ext cx="59604" cy="59604"/>
            <a:chOff x="606388" y="4217814"/>
            <a:chExt cx="59604" cy="59604"/>
          </a:xfrm>
        </p:grpSpPr>
        <p:sp>
          <p:nvSpPr>
            <p:cNvPr id="589" name="Oval 588"/>
            <p:cNvSpPr/>
            <p:nvPr/>
          </p:nvSpPr>
          <p:spPr>
            <a:xfrm>
              <a:off x="606388" y="4217814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0" name="Connector 589"/>
            <p:cNvCxnSpPr/>
            <p:nvPr/>
          </p:nvCxnSpPr>
          <p:spPr>
            <a:xfrm>
              <a:off x="606388" y="4247616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Connector 590"/>
            <p:cNvCxnSpPr/>
            <p:nvPr/>
          </p:nvCxnSpPr>
          <p:spPr>
            <a:xfrm>
              <a:off x="636190" y="4217814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2" name="射灯 GU10_GF_客厅_6"/>
          <p:cNvGrpSpPr/>
          <p:nvPr/>
        </p:nvGrpSpPr>
        <p:grpSpPr>
          <a:xfrm>
            <a:off x="571513" y="3834607"/>
            <a:ext cx="59604" cy="59604"/>
            <a:chOff x="614323" y="3852296"/>
            <a:chExt cx="59604" cy="59604"/>
          </a:xfrm>
        </p:grpSpPr>
        <p:sp>
          <p:nvSpPr>
            <p:cNvPr id="593" name="Oval 592"/>
            <p:cNvSpPr/>
            <p:nvPr/>
          </p:nvSpPr>
          <p:spPr>
            <a:xfrm>
              <a:off x="614323" y="385229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4" name="Connector 593"/>
            <p:cNvCxnSpPr/>
            <p:nvPr/>
          </p:nvCxnSpPr>
          <p:spPr>
            <a:xfrm>
              <a:off x="614323" y="388209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Connector 594"/>
            <p:cNvCxnSpPr/>
            <p:nvPr/>
          </p:nvCxnSpPr>
          <p:spPr>
            <a:xfrm>
              <a:off x="644125" y="385229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6" name="射灯 GU10_GF_客厅_7"/>
          <p:cNvGrpSpPr/>
          <p:nvPr/>
        </p:nvGrpSpPr>
        <p:grpSpPr>
          <a:xfrm>
            <a:off x="820493" y="3825898"/>
            <a:ext cx="59604" cy="59604"/>
            <a:chOff x="839734" y="3854032"/>
            <a:chExt cx="59604" cy="59604"/>
          </a:xfrm>
        </p:grpSpPr>
        <p:sp>
          <p:nvSpPr>
            <p:cNvPr id="597" name="Oval 596"/>
            <p:cNvSpPr/>
            <p:nvPr/>
          </p:nvSpPr>
          <p:spPr>
            <a:xfrm>
              <a:off x="839734" y="3854032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98" name="Connector 597"/>
            <p:cNvCxnSpPr/>
            <p:nvPr/>
          </p:nvCxnSpPr>
          <p:spPr>
            <a:xfrm>
              <a:off x="839734" y="3883834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Connector 598"/>
            <p:cNvCxnSpPr/>
            <p:nvPr/>
          </p:nvCxnSpPr>
          <p:spPr>
            <a:xfrm>
              <a:off x="869536" y="3854032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2" name="射灯 GU10_GF_客厅_11"/>
          <p:cNvGrpSpPr/>
          <p:nvPr/>
        </p:nvGrpSpPr>
        <p:grpSpPr>
          <a:xfrm>
            <a:off x="1116724" y="3825898"/>
            <a:ext cx="59604" cy="59604"/>
            <a:chOff x="1116724" y="3838657"/>
            <a:chExt cx="59604" cy="59604"/>
          </a:xfrm>
        </p:grpSpPr>
        <p:sp>
          <p:nvSpPr>
            <p:cNvPr id="613" name="Oval 612"/>
            <p:cNvSpPr/>
            <p:nvPr/>
          </p:nvSpPr>
          <p:spPr>
            <a:xfrm>
              <a:off x="1116724" y="3838657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14" name="Connector 613"/>
            <p:cNvCxnSpPr/>
            <p:nvPr/>
          </p:nvCxnSpPr>
          <p:spPr>
            <a:xfrm>
              <a:off x="1116724" y="3868459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Connector 614"/>
            <p:cNvCxnSpPr/>
            <p:nvPr/>
          </p:nvCxnSpPr>
          <p:spPr>
            <a:xfrm>
              <a:off x="1146526" y="3838657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0" name="射灯 GU10_GF_洗衣房_1"/>
          <p:cNvGrpSpPr/>
          <p:nvPr/>
        </p:nvGrpSpPr>
        <p:grpSpPr>
          <a:xfrm>
            <a:off x="2262625" y="1206135"/>
            <a:ext cx="59604" cy="59604"/>
            <a:chOff x="2262625" y="1206135"/>
            <a:chExt cx="59604" cy="59604"/>
          </a:xfrm>
        </p:grpSpPr>
        <p:sp>
          <p:nvSpPr>
            <p:cNvPr id="621" name="Oval 620"/>
            <p:cNvSpPr/>
            <p:nvPr/>
          </p:nvSpPr>
          <p:spPr>
            <a:xfrm>
              <a:off x="2262625" y="1206135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2" name="Connector 621"/>
            <p:cNvCxnSpPr/>
            <p:nvPr/>
          </p:nvCxnSpPr>
          <p:spPr>
            <a:xfrm>
              <a:off x="2262625" y="1235937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Connector 622"/>
            <p:cNvCxnSpPr/>
            <p:nvPr/>
          </p:nvCxnSpPr>
          <p:spPr>
            <a:xfrm>
              <a:off x="2292427" y="1206135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4" name="射灯 GU10_GF_客厅_13"/>
          <p:cNvGrpSpPr/>
          <p:nvPr/>
        </p:nvGrpSpPr>
        <p:grpSpPr>
          <a:xfrm>
            <a:off x="1153920" y="3270046"/>
            <a:ext cx="59604" cy="59604"/>
            <a:chOff x="1153920" y="3270046"/>
            <a:chExt cx="59604" cy="59604"/>
          </a:xfrm>
        </p:grpSpPr>
        <p:sp>
          <p:nvSpPr>
            <p:cNvPr id="625" name="Oval 624"/>
            <p:cNvSpPr/>
            <p:nvPr/>
          </p:nvSpPr>
          <p:spPr>
            <a:xfrm>
              <a:off x="1153920" y="3270046"/>
              <a:ext cx="59604" cy="59604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626" name="Connector 625"/>
            <p:cNvCxnSpPr/>
            <p:nvPr/>
          </p:nvCxnSpPr>
          <p:spPr>
            <a:xfrm>
              <a:off x="1153920" y="3299848"/>
              <a:ext cx="59604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Connector 626"/>
            <p:cNvCxnSpPr/>
            <p:nvPr/>
          </p:nvCxnSpPr>
          <p:spPr>
            <a:xfrm>
              <a:off x="1183722" y="3270046"/>
              <a:ext cx="0" cy="59604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28" name="地灯 GroundLED_0"/>
          <p:cNvSpPr/>
          <p:nvPr/>
        </p:nvSpPr>
        <p:spPr>
          <a:xfrm>
            <a:off x="399978" y="274895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9" name="地灯 GroundLED_1"/>
          <p:cNvSpPr/>
          <p:nvPr/>
        </p:nvSpPr>
        <p:spPr>
          <a:xfrm>
            <a:off x="399978" y="2250521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0" name="地灯 GroundLED_2"/>
          <p:cNvSpPr/>
          <p:nvPr/>
        </p:nvSpPr>
        <p:spPr>
          <a:xfrm>
            <a:off x="399978" y="1791764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1" name="地灯 GroundLED_3"/>
          <p:cNvSpPr/>
          <p:nvPr/>
        </p:nvSpPr>
        <p:spPr>
          <a:xfrm>
            <a:off x="455773" y="1578503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2" name="地灯 GroundLED_4"/>
          <p:cNvSpPr/>
          <p:nvPr/>
        </p:nvSpPr>
        <p:spPr>
          <a:xfrm>
            <a:off x="516527" y="1531388"/>
            <a:ext cx="28048" cy="28048"/>
          </a:xfrm>
          <a:prstGeom prst="ellipse">
            <a:avLst/>
          </a:prstGeom>
          <a:solidFill>
            <a:srgbClr val="D01414"/>
          </a:solidFill>
          <a:ln w="6350">
            <a:solidFill>
              <a:srgbClr val="D014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669" name="图例（模型）"/>
          <p:cNvGrpSpPr/>
          <p:nvPr/>
        </p:nvGrpSpPr>
        <p:grpSpPr>
          <a:xfrm>
            <a:off x="6037142" y="914400"/>
            <a:ext cx="2980944" cy="1967990"/>
            <a:chOff x="6037142" y="914400"/>
            <a:chExt cx="2980944" cy="1967990"/>
          </a:xfrm>
        </p:grpSpPr>
        <p:sp>
          <p:nvSpPr>
            <p:cNvPr id="670" name="TextBox 669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671" name="图例"/>
            <p:cNvGrpSpPr/>
            <p:nvPr/>
          </p:nvGrpSpPr>
          <p:grpSpPr>
            <a:xfrm>
              <a:off x="6092134" y="1316864"/>
              <a:ext cx="146048" cy="146048"/>
              <a:chOff x="6092134" y="1316864"/>
              <a:chExt cx="146048" cy="146048"/>
            </a:xfrm>
          </p:grpSpPr>
          <p:sp>
            <p:nvSpPr>
              <p:cNvPr id="672" name="Oval 671"/>
              <p:cNvSpPr/>
              <p:nvPr/>
            </p:nvSpPr>
            <p:spPr>
              <a:xfrm>
                <a:off x="6092134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3" name="Connector 672"/>
              <p:cNvCxnSpPr/>
              <p:nvPr/>
            </p:nvCxnSpPr>
            <p:spPr>
              <a:xfrm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4" name="Connector 673"/>
              <p:cNvCxnSpPr/>
              <p:nvPr/>
            </p:nvCxnSpPr>
            <p:spPr>
              <a:xfrm flipV="1">
                <a:off x="6114042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5" name="TextBox 67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6</a:t>
              </a:r>
            </a:p>
          </p:txBody>
        </p:sp>
        <p:grpSp>
          <p:nvGrpSpPr>
            <p:cNvPr id="676" name="图例"/>
            <p:cNvGrpSpPr/>
            <p:nvPr/>
          </p:nvGrpSpPr>
          <p:grpSpPr>
            <a:xfrm>
              <a:off x="6092134" y="1591184"/>
              <a:ext cx="146048" cy="146048"/>
              <a:chOff x="6092134" y="1591184"/>
              <a:chExt cx="146048" cy="146048"/>
            </a:xfrm>
          </p:grpSpPr>
          <p:sp>
            <p:nvSpPr>
              <p:cNvPr id="677" name="Oval 676"/>
              <p:cNvSpPr/>
              <p:nvPr/>
            </p:nvSpPr>
            <p:spPr>
              <a:xfrm>
                <a:off x="6092134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78" name="Connector 677"/>
              <p:cNvCxnSpPr/>
              <p:nvPr/>
            </p:nvCxnSpPr>
            <p:spPr>
              <a:xfrm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9" name="Connector 678"/>
              <p:cNvCxnSpPr/>
              <p:nvPr/>
            </p:nvCxnSpPr>
            <p:spPr>
              <a:xfrm flipV="1">
                <a:off x="6114042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0" name="TextBox 679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2</a:t>
              </a:r>
            </a:p>
          </p:txBody>
        </p:sp>
        <p:grpSp>
          <p:nvGrpSpPr>
            <p:cNvPr id="681" name="图例"/>
            <p:cNvGrpSpPr/>
            <p:nvPr/>
          </p:nvGrpSpPr>
          <p:grpSpPr>
            <a:xfrm>
              <a:off x="6115502" y="1888872"/>
              <a:ext cx="99312" cy="99312"/>
              <a:chOff x="6115502" y="1888872"/>
              <a:chExt cx="99312" cy="99312"/>
            </a:xfrm>
          </p:grpSpPr>
          <p:sp>
            <p:nvSpPr>
              <p:cNvPr id="682" name="Oval 681"/>
              <p:cNvSpPr/>
              <p:nvPr/>
            </p:nvSpPr>
            <p:spPr>
              <a:xfrm>
                <a:off x="6115502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83" name="Connector 682"/>
              <p:cNvCxnSpPr/>
              <p:nvPr/>
            </p:nvCxnSpPr>
            <p:spPr>
              <a:xfrm>
                <a:off x="6115502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Connector 683"/>
              <p:cNvCxnSpPr/>
              <p:nvPr/>
            </p:nvCxnSpPr>
            <p:spPr>
              <a:xfrm>
                <a:off x="6165158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85" name="TextBox 684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30</a:t>
              </a:r>
            </a:p>
          </p:txBody>
        </p:sp>
        <p:grpSp>
          <p:nvGrpSpPr>
            <p:cNvPr id="686" name="图例"/>
            <p:cNvGrpSpPr/>
            <p:nvPr/>
          </p:nvGrpSpPr>
          <p:grpSpPr>
            <a:xfrm>
              <a:off x="6109660" y="2157350"/>
              <a:ext cx="110996" cy="99896"/>
              <a:chOff x="6109660" y="2157350"/>
              <a:chExt cx="110996" cy="99896"/>
            </a:xfrm>
          </p:grpSpPr>
          <p:sp>
            <p:nvSpPr>
              <p:cNvPr id="687" name="Isosceles Triangle 686"/>
              <p:cNvSpPr/>
              <p:nvPr/>
            </p:nvSpPr>
            <p:spPr>
              <a:xfrm>
                <a:off x="6109660" y="2157350"/>
                <a:ext cx="110996" cy="99896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688" name="TextBox 687"/>
            <p:cNvSpPr txBox="1"/>
            <p:nvPr/>
          </p:nvSpPr>
          <p:spPr>
            <a:xfrm>
              <a:off x="6366326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壁灯 / 户外墙灯 × 5</a:t>
              </a:r>
            </a:p>
          </p:txBody>
        </p:sp>
        <p:sp>
          <p:nvSpPr>
            <p:cNvPr id="689" name="图例"/>
            <p:cNvSpPr/>
            <p:nvPr/>
          </p:nvSpPr>
          <p:spPr>
            <a:xfrm>
              <a:off x="6141790" y="2463800"/>
              <a:ext cx="46736" cy="46736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0" name="TextBox 689"/>
            <p:cNvSpPr txBox="1"/>
            <p:nvPr/>
          </p:nvSpPr>
          <p:spPr>
            <a:xfrm>
              <a:off x="6366326" y="239572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围栏地灯 × 5</a:t>
              </a:r>
            </a:p>
          </p:txBody>
        </p:sp>
        <p:grpSp>
          <p:nvGrpSpPr>
            <p:cNvPr id="691" name="图例"/>
            <p:cNvGrpSpPr/>
            <p:nvPr/>
          </p:nvGrpSpPr>
          <p:grpSpPr>
            <a:xfrm>
              <a:off x="6105595" y="2778696"/>
              <a:ext cx="135825" cy="103694"/>
              <a:chOff x="6105595" y="2778696"/>
              <a:chExt cx="135825" cy="103694"/>
            </a:xfrm>
          </p:grpSpPr>
          <p:sp>
            <p:nvSpPr>
              <p:cNvPr id="692" name="Oval 691"/>
              <p:cNvSpPr/>
              <p:nvPr/>
            </p:nvSpPr>
            <p:spPr>
              <a:xfrm>
                <a:off x="6105595" y="277869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93" name="Connector 692"/>
              <p:cNvCxnSpPr/>
              <p:nvPr/>
            </p:nvCxnSpPr>
            <p:spPr>
              <a:xfrm>
                <a:off x="6137726" y="281082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4" name="Connector 693"/>
              <p:cNvCxnSpPr/>
              <p:nvPr/>
            </p:nvCxnSpPr>
            <p:spPr>
              <a:xfrm>
                <a:off x="6209289" y="288239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5" name="TextBox 694"/>
            <p:cNvSpPr txBox="1"/>
            <p:nvPr/>
          </p:nvSpPr>
          <p:spPr>
            <a:xfrm>
              <a:off x="6366326" y="26700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13</a:t>
              </a:r>
            </a:p>
          </p:txBody>
        </p:sp>
      </p:grpSp>
      <p:sp>
        <p:nvSpPr>
          <p:cNvPr id="696" name="TextBox 695"/>
          <p:cNvSpPr txBox="1"/>
          <p:nvPr/>
        </p:nvSpPr>
        <p:spPr>
          <a:xfrm>
            <a:off x="6037142" y="31272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sp>
        <p:nvSpPr>
          <p:cNvPr id="748" name="墙_V15_Concealed_Door_Leaf">
            <a:extLst>
              <a:ext uri="{FF2B5EF4-FFF2-40B4-BE49-F238E27FC236}">
                <a16:creationId xmlns:a16="http://schemas.microsoft.com/office/drawing/2014/main" id="{9BC9DF1A-D7F0-228D-888E-3A1F446E6C76}"/>
              </a:ext>
            </a:extLst>
          </p:cNvPr>
          <p:cNvSpPr/>
          <p:nvPr/>
        </p:nvSpPr>
        <p:spPr>
          <a:xfrm flipH="1">
            <a:off x="1273148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866B8A09-6C3B-04B5-9451-511ECEDC2A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54" y="1071822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47DAA808-99FB-18CD-40ED-C6A0B1EAC760}"/>
              </a:ext>
            </a:extLst>
          </p:cNvPr>
          <p:cNvSpPr/>
          <p:nvPr/>
        </p:nvSpPr>
        <p:spPr>
          <a:xfrm>
            <a:off x="3740150" y="1206135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54D78119-D8C4-8961-8848-67CA56FFF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1833" y="1793889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471E0966-9B53-1C7D-8A8C-8C24D8A1F9E9}"/>
              </a:ext>
            </a:extLst>
          </p:cNvPr>
          <p:cNvSpPr/>
          <p:nvPr/>
        </p:nvSpPr>
        <p:spPr>
          <a:xfrm>
            <a:off x="3740150" y="203444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B9ED144-D457-BD39-9117-236D6C3724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8944" y="2374849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D25740DC-2B97-77EB-300E-F2E84243779E}"/>
              </a:ext>
            </a:extLst>
          </p:cNvPr>
          <p:cNvSpPr/>
          <p:nvPr/>
        </p:nvSpPr>
        <p:spPr>
          <a:xfrm>
            <a:off x="3768682" y="271855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9" name="Oval 658">
            <a:extLst>
              <a:ext uri="{FF2B5EF4-FFF2-40B4-BE49-F238E27FC236}">
                <a16:creationId xmlns:a16="http://schemas.microsoft.com/office/drawing/2014/main" id="{30122C49-E669-9C2B-C6DA-1250246A5DF9}"/>
              </a:ext>
            </a:extLst>
          </p:cNvPr>
          <p:cNvSpPr/>
          <p:nvPr/>
        </p:nvSpPr>
        <p:spPr>
          <a:xfrm>
            <a:off x="2256766" y="4589606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7" name="Oval 696">
            <a:extLst>
              <a:ext uri="{FF2B5EF4-FFF2-40B4-BE49-F238E27FC236}">
                <a16:creationId xmlns:a16="http://schemas.microsoft.com/office/drawing/2014/main" id="{A393F089-AF5B-0702-C11F-96E7B2F436FE}"/>
              </a:ext>
            </a:extLst>
          </p:cNvPr>
          <p:cNvSpPr/>
          <p:nvPr/>
        </p:nvSpPr>
        <p:spPr>
          <a:xfrm>
            <a:off x="1638341" y="3048152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06" name="Oval 705">
            <a:extLst>
              <a:ext uri="{FF2B5EF4-FFF2-40B4-BE49-F238E27FC236}">
                <a16:creationId xmlns:a16="http://schemas.microsoft.com/office/drawing/2014/main" id="{B664C274-219A-3E7F-AEAB-6759C0CC2CA3}"/>
              </a:ext>
            </a:extLst>
          </p:cNvPr>
          <p:cNvSpPr/>
          <p:nvPr/>
        </p:nvSpPr>
        <p:spPr>
          <a:xfrm>
            <a:off x="900354" y="3297011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0" name="Oval 719">
            <a:extLst>
              <a:ext uri="{FF2B5EF4-FFF2-40B4-BE49-F238E27FC236}">
                <a16:creationId xmlns:a16="http://schemas.microsoft.com/office/drawing/2014/main" id="{0DB42552-1435-DFFF-C9D1-548BD7EC5DAD}"/>
              </a:ext>
            </a:extLst>
          </p:cNvPr>
          <p:cNvSpPr/>
          <p:nvPr/>
        </p:nvSpPr>
        <p:spPr>
          <a:xfrm>
            <a:off x="1995135" y="287774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4" name="Oval 723">
            <a:extLst>
              <a:ext uri="{FF2B5EF4-FFF2-40B4-BE49-F238E27FC236}">
                <a16:creationId xmlns:a16="http://schemas.microsoft.com/office/drawing/2014/main" id="{BF574618-2483-0BBF-36ED-F9A9400E1375}"/>
              </a:ext>
            </a:extLst>
          </p:cNvPr>
          <p:cNvSpPr/>
          <p:nvPr/>
        </p:nvSpPr>
        <p:spPr>
          <a:xfrm>
            <a:off x="2000513" y="127245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8" name="Oval 737">
            <a:extLst>
              <a:ext uri="{FF2B5EF4-FFF2-40B4-BE49-F238E27FC236}">
                <a16:creationId xmlns:a16="http://schemas.microsoft.com/office/drawing/2014/main" id="{061CA920-9DB2-3AB2-C8F5-87EF93DED898}"/>
              </a:ext>
            </a:extLst>
          </p:cNvPr>
          <p:cNvSpPr/>
          <p:nvPr/>
        </p:nvSpPr>
        <p:spPr>
          <a:xfrm>
            <a:off x="1996990" y="105608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381AC970-2266-CF60-37FC-F49E9AFDE8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3935" y="3217876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9FF29661-7325-A3BF-FA0E-7789700B6556}"/>
              </a:ext>
            </a:extLst>
          </p:cNvPr>
          <p:cNvSpPr/>
          <p:nvPr/>
        </p:nvSpPr>
        <p:spPr>
          <a:xfrm>
            <a:off x="3819525" y="3616653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47" name="Oval 746">
            <a:extLst>
              <a:ext uri="{FF2B5EF4-FFF2-40B4-BE49-F238E27FC236}">
                <a16:creationId xmlns:a16="http://schemas.microsoft.com/office/drawing/2014/main" id="{8C0C14B1-68BA-5CA2-B82B-653B68DB66C6}"/>
              </a:ext>
            </a:extLst>
          </p:cNvPr>
          <p:cNvSpPr/>
          <p:nvPr/>
        </p:nvSpPr>
        <p:spPr>
          <a:xfrm>
            <a:off x="916269" y="3159245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71AD17C9-8AB8-EB09-6430-4252689F277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3935" y="4082418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4C1021B5-1FE5-A5B6-1AF3-BCD54CEE6D9B}"/>
              </a:ext>
            </a:extLst>
          </p:cNvPr>
          <p:cNvSpPr/>
          <p:nvPr/>
        </p:nvSpPr>
        <p:spPr>
          <a:xfrm>
            <a:off x="3768682" y="450829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58" name="Oval 757">
            <a:extLst>
              <a:ext uri="{FF2B5EF4-FFF2-40B4-BE49-F238E27FC236}">
                <a16:creationId xmlns:a16="http://schemas.microsoft.com/office/drawing/2014/main" id="{ED12A25C-0AEA-7834-8D2C-78602A14BB32}"/>
              </a:ext>
            </a:extLst>
          </p:cNvPr>
          <p:cNvSpPr/>
          <p:nvPr/>
        </p:nvSpPr>
        <p:spPr>
          <a:xfrm>
            <a:off x="2453195" y="15592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0" name="Oval 759">
            <a:extLst>
              <a:ext uri="{FF2B5EF4-FFF2-40B4-BE49-F238E27FC236}">
                <a16:creationId xmlns:a16="http://schemas.microsoft.com/office/drawing/2014/main" id="{F786A09A-7521-47B4-32E7-5F2484E49BFC}"/>
              </a:ext>
            </a:extLst>
          </p:cNvPr>
          <p:cNvSpPr/>
          <p:nvPr/>
        </p:nvSpPr>
        <p:spPr>
          <a:xfrm>
            <a:off x="2476589" y="1711699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2" name="Oval 761">
            <a:extLst>
              <a:ext uri="{FF2B5EF4-FFF2-40B4-BE49-F238E27FC236}">
                <a16:creationId xmlns:a16="http://schemas.microsoft.com/office/drawing/2014/main" id="{6E4438FD-DE2A-FFB5-AA3A-97C827690BEA}"/>
              </a:ext>
            </a:extLst>
          </p:cNvPr>
          <p:cNvSpPr/>
          <p:nvPr/>
        </p:nvSpPr>
        <p:spPr>
          <a:xfrm>
            <a:off x="2453729" y="2275370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4" name="Oval 763">
            <a:extLst>
              <a:ext uri="{FF2B5EF4-FFF2-40B4-BE49-F238E27FC236}">
                <a16:creationId xmlns:a16="http://schemas.microsoft.com/office/drawing/2014/main" id="{2B477AE7-2ADD-C6E6-96E4-4FAE1AC662E7}"/>
              </a:ext>
            </a:extLst>
          </p:cNvPr>
          <p:cNvSpPr/>
          <p:nvPr/>
        </p:nvSpPr>
        <p:spPr>
          <a:xfrm>
            <a:off x="2439168" y="1102615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66" name="Oval 765">
            <a:extLst>
              <a:ext uri="{FF2B5EF4-FFF2-40B4-BE49-F238E27FC236}">
                <a16:creationId xmlns:a16="http://schemas.microsoft.com/office/drawing/2014/main" id="{C3DE1AD5-D0C2-813B-63A0-0F5412A3BDCA}"/>
              </a:ext>
            </a:extLst>
          </p:cNvPr>
          <p:cNvSpPr/>
          <p:nvPr/>
        </p:nvSpPr>
        <p:spPr>
          <a:xfrm>
            <a:off x="2431897" y="1239998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493CC60-E935-A9CF-ED35-4905F9DD38E9}"/>
              </a:ext>
            </a:extLst>
          </p:cNvPr>
          <p:cNvSpPr/>
          <p:nvPr/>
        </p:nvSpPr>
        <p:spPr>
          <a:xfrm>
            <a:off x="2438004" y="384369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8" name="Oval 537">
            <a:extLst>
              <a:ext uri="{FF2B5EF4-FFF2-40B4-BE49-F238E27FC236}">
                <a16:creationId xmlns:a16="http://schemas.microsoft.com/office/drawing/2014/main" id="{D4B08C1F-1212-13F7-B847-83DB4E203470}"/>
              </a:ext>
            </a:extLst>
          </p:cNvPr>
          <p:cNvSpPr/>
          <p:nvPr/>
        </p:nvSpPr>
        <p:spPr>
          <a:xfrm>
            <a:off x="1137597" y="394978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0" name="Oval 539">
            <a:extLst>
              <a:ext uri="{FF2B5EF4-FFF2-40B4-BE49-F238E27FC236}">
                <a16:creationId xmlns:a16="http://schemas.microsoft.com/office/drawing/2014/main" id="{86953E16-A40D-1441-4259-AD387971B57E}"/>
              </a:ext>
            </a:extLst>
          </p:cNvPr>
          <p:cNvSpPr/>
          <p:nvPr/>
        </p:nvSpPr>
        <p:spPr>
          <a:xfrm>
            <a:off x="571513" y="4567645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6" name="Oval 545">
            <a:extLst>
              <a:ext uri="{FF2B5EF4-FFF2-40B4-BE49-F238E27FC236}">
                <a16:creationId xmlns:a16="http://schemas.microsoft.com/office/drawing/2014/main" id="{77BDC883-101B-BE19-1E30-A033CFC0A43D}"/>
              </a:ext>
            </a:extLst>
          </p:cNvPr>
          <p:cNvSpPr/>
          <p:nvPr/>
        </p:nvSpPr>
        <p:spPr>
          <a:xfrm>
            <a:off x="455866" y="3044184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8" name="Oval 547">
            <a:extLst>
              <a:ext uri="{FF2B5EF4-FFF2-40B4-BE49-F238E27FC236}">
                <a16:creationId xmlns:a16="http://schemas.microsoft.com/office/drawing/2014/main" id="{B2023B68-73C3-392E-BF73-FD32C2662DB4}"/>
              </a:ext>
            </a:extLst>
          </p:cNvPr>
          <p:cNvSpPr/>
          <p:nvPr/>
        </p:nvSpPr>
        <p:spPr>
          <a:xfrm>
            <a:off x="2116007" y="4916479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B22B5B9-C46B-B85A-AC92-0FBF23BB96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8945" y="5035876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78E32A53-4F77-B792-8657-914C0C95DF51}"/>
              </a:ext>
            </a:extLst>
          </p:cNvPr>
          <p:cNvSpPr/>
          <p:nvPr/>
        </p:nvSpPr>
        <p:spPr>
          <a:xfrm>
            <a:off x="3818212" y="5273755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9" name="Oval 608">
            <a:extLst>
              <a:ext uri="{FF2B5EF4-FFF2-40B4-BE49-F238E27FC236}">
                <a16:creationId xmlns:a16="http://schemas.microsoft.com/office/drawing/2014/main" id="{C7E2DFBD-FE93-B331-353F-44E879D78094}"/>
              </a:ext>
            </a:extLst>
          </p:cNvPr>
          <p:cNvSpPr/>
          <p:nvPr/>
        </p:nvSpPr>
        <p:spPr>
          <a:xfrm>
            <a:off x="2036038" y="3841193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281A94D6-4D66-257D-3832-A2DFBFE90DEC}"/>
              </a:ext>
            </a:extLst>
          </p:cNvPr>
          <p:cNvSpPr/>
          <p:nvPr/>
        </p:nvSpPr>
        <p:spPr>
          <a:xfrm>
            <a:off x="2162897" y="3885502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Oval 544">
            <a:extLst>
              <a:ext uri="{FF2B5EF4-FFF2-40B4-BE49-F238E27FC236}">
                <a16:creationId xmlns:a16="http://schemas.microsoft.com/office/drawing/2014/main" id="{90F4580B-4732-62A6-920E-9BB4EE8A5A10}"/>
              </a:ext>
            </a:extLst>
          </p:cNvPr>
          <p:cNvSpPr/>
          <p:nvPr/>
        </p:nvSpPr>
        <p:spPr>
          <a:xfrm>
            <a:off x="1950050" y="3962348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9" name="Oval 538">
            <a:extLst>
              <a:ext uri="{FF2B5EF4-FFF2-40B4-BE49-F238E27FC236}">
                <a16:creationId xmlns:a16="http://schemas.microsoft.com/office/drawing/2014/main" id="{697B440F-DC5F-3CE9-1626-199F98164826}"/>
              </a:ext>
            </a:extLst>
          </p:cNvPr>
          <p:cNvSpPr/>
          <p:nvPr/>
        </p:nvSpPr>
        <p:spPr>
          <a:xfrm>
            <a:off x="1763039" y="2381711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4D5F-A7B3-B22D-B964-27601CAF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4C8683-4E65-6AE9-99B8-0F0481A0CE77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FA34B-76FC-FAF8-5CF3-C582BF211F1D}"/>
              </a:ext>
            </a:extLst>
          </p:cNvPr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AED60F04-D0AC-F875-2F62-C3B84639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1864" y="1136251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B0B7CB48-292B-7091-22F8-94C3252A99F4}"/>
              </a:ext>
            </a:extLst>
          </p:cNvPr>
          <p:cNvSpPr/>
          <p:nvPr/>
        </p:nvSpPr>
        <p:spPr>
          <a:xfrm>
            <a:off x="-475668" y="127056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7A87F72E-7D7B-410F-350E-62EEE89FA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3985" y="1858318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9083E58B-3491-D861-8DFC-91E1990E367D}"/>
              </a:ext>
            </a:extLst>
          </p:cNvPr>
          <p:cNvSpPr/>
          <p:nvPr/>
        </p:nvSpPr>
        <p:spPr>
          <a:xfrm>
            <a:off x="-475668" y="209887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861F795-7AFE-2061-C22A-F09E2EDC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6874" y="2439278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CB89A773-E8EC-7A55-D70F-B32C3714700C}"/>
              </a:ext>
            </a:extLst>
          </p:cNvPr>
          <p:cNvSpPr/>
          <p:nvPr/>
        </p:nvSpPr>
        <p:spPr>
          <a:xfrm>
            <a:off x="-447136" y="278298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F6AF25CB-21AA-75C3-D359-A813AD7B1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11883" y="3282305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30D58972-3E99-7D21-BCEE-23107121AC6A}"/>
              </a:ext>
            </a:extLst>
          </p:cNvPr>
          <p:cNvSpPr/>
          <p:nvPr/>
        </p:nvSpPr>
        <p:spPr>
          <a:xfrm>
            <a:off x="-396293" y="3681082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D68A0B3C-22C1-C6B2-B72D-AD3D62214A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11883" y="4146847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3F65E176-2953-1C5F-8CD3-C2BEB857CE31}"/>
              </a:ext>
            </a:extLst>
          </p:cNvPr>
          <p:cNvSpPr/>
          <p:nvPr/>
        </p:nvSpPr>
        <p:spPr>
          <a:xfrm>
            <a:off x="-447136" y="4572724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D6F195C-034C-1D79-F3E5-0F4CD4F58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56873" y="5100305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CB6354C8-27B0-22B6-6376-9A8F13B49EE2}"/>
              </a:ext>
            </a:extLst>
          </p:cNvPr>
          <p:cNvSpPr/>
          <p:nvPr/>
        </p:nvSpPr>
        <p:spPr>
          <a:xfrm>
            <a:off x="-397606" y="5338184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436408" y="-1536172"/>
            <a:ext cx="5319185" cy="1087014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  <p:grpSp>
          <p:nvGrpSpPr>
            <p:cNvPr id="437" name="壁灯 F32">
              <a:extLst>
                <a:ext uri="{FF2B5EF4-FFF2-40B4-BE49-F238E27FC236}">
                  <a16:creationId xmlns:a16="http://schemas.microsoft.com/office/drawing/2014/main" id="{A5DDF3F5-052D-39E3-F5FD-09A6C1914BB7}"/>
                </a:ext>
              </a:extLst>
            </p:cNvPr>
            <p:cNvGrpSpPr/>
            <p:nvPr/>
          </p:nvGrpSpPr>
          <p:grpSpPr>
            <a:xfrm>
              <a:off x="2123301" y="3868459"/>
              <a:ext cx="268218" cy="86250"/>
              <a:chOff x="2165880" y="3887464"/>
              <a:chExt cx="268218" cy="86250"/>
            </a:xfrm>
          </p:grpSpPr>
          <p:sp>
            <p:nvSpPr>
              <p:cNvPr id="438" name="Isosceles Triangle 437">
                <a:extLst>
                  <a:ext uri="{FF2B5EF4-FFF2-40B4-BE49-F238E27FC236}">
                    <a16:creationId xmlns:a16="http://schemas.microsoft.com/office/drawing/2014/main" id="{8F24EB1A-974A-83B6-F01A-99743A5BFCE9}"/>
                  </a:ext>
                </a:extLst>
              </p:cNvPr>
              <p:cNvSpPr/>
              <p:nvPr/>
            </p:nvSpPr>
            <p:spPr>
              <a:xfrm>
                <a:off x="2165880" y="391376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9FC51B4F-1D58-EAB5-F787-76CF9CB24CC3}"/>
                  </a:ext>
                </a:extLst>
              </p:cNvPr>
              <p:cNvSpPr txBox="1"/>
              <p:nvPr/>
            </p:nvSpPr>
            <p:spPr>
              <a:xfrm rot="16200000">
                <a:off x="2241261" y="388746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F32</a:t>
                </a:r>
              </a:p>
            </p:txBody>
          </p:sp>
        </p:grpSp>
        <p:grpSp>
          <p:nvGrpSpPr>
            <p:cNvPr id="440" name="主灯 G07">
              <a:extLst>
                <a:ext uri="{FF2B5EF4-FFF2-40B4-BE49-F238E27FC236}">
                  <a16:creationId xmlns:a16="http://schemas.microsoft.com/office/drawing/2014/main" id="{0BE9CEB3-2F81-E92E-3AE6-4F5F1396BA1B}"/>
                </a:ext>
              </a:extLst>
            </p:cNvPr>
            <p:cNvGrpSpPr/>
            <p:nvPr/>
          </p:nvGrpSpPr>
          <p:grpSpPr>
            <a:xfrm>
              <a:off x="1693453" y="3462189"/>
              <a:ext cx="289254" cy="113948"/>
              <a:chOff x="1800755" y="3349995"/>
              <a:chExt cx="289254" cy="113948"/>
            </a:xfrm>
          </p:grpSpPr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18A20D83-39A3-72A0-1C16-BB0B80B540D2}"/>
                  </a:ext>
                </a:extLst>
              </p:cNvPr>
              <p:cNvSpPr/>
              <p:nvPr/>
            </p:nvSpPr>
            <p:spPr>
              <a:xfrm>
                <a:off x="1800755" y="337629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2" name="Connector 441">
                <a:extLst>
                  <a:ext uri="{FF2B5EF4-FFF2-40B4-BE49-F238E27FC236}">
                    <a16:creationId xmlns:a16="http://schemas.microsoft.com/office/drawing/2014/main" id="{6FF8A2C7-AB56-9F67-7932-E7B6C70A4C6D}"/>
                  </a:ext>
                </a:extLst>
              </p:cNvPr>
              <p:cNvCxnSpPr/>
              <p:nvPr/>
            </p:nvCxnSpPr>
            <p:spPr>
              <a:xfrm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Connector 442">
                <a:extLst>
                  <a:ext uri="{FF2B5EF4-FFF2-40B4-BE49-F238E27FC236}">
                    <a16:creationId xmlns:a16="http://schemas.microsoft.com/office/drawing/2014/main" id="{DDDB79BE-AACF-8FF6-8B4F-027CD5665340}"/>
                  </a:ext>
                </a:extLst>
              </p:cNvPr>
              <p:cNvCxnSpPr/>
              <p:nvPr/>
            </p:nvCxnSpPr>
            <p:spPr>
              <a:xfrm flipV="1"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4" name="TextBox 443">
                <a:extLst>
                  <a:ext uri="{FF2B5EF4-FFF2-40B4-BE49-F238E27FC236}">
                    <a16:creationId xmlns:a16="http://schemas.microsoft.com/office/drawing/2014/main" id="{C331CBCD-A42F-439E-E5F4-D28AA02C6AA9}"/>
                  </a:ext>
                </a:extLst>
              </p:cNvPr>
              <p:cNvSpPr txBox="1"/>
              <p:nvPr/>
            </p:nvSpPr>
            <p:spPr>
              <a:xfrm rot="16200000">
                <a:off x="1897172" y="334999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G07</a:t>
                </a:r>
              </a:p>
            </p:txBody>
          </p:sp>
        </p:grpSp>
        <p:grpSp>
          <p:nvGrpSpPr>
            <p:cNvPr id="445" name="主灯 G06">
              <a:extLst>
                <a:ext uri="{FF2B5EF4-FFF2-40B4-BE49-F238E27FC236}">
                  <a16:creationId xmlns:a16="http://schemas.microsoft.com/office/drawing/2014/main" id="{25A545D4-0CFD-12B2-110F-067EFE1D8616}"/>
                </a:ext>
              </a:extLst>
            </p:cNvPr>
            <p:cNvGrpSpPr/>
            <p:nvPr/>
          </p:nvGrpSpPr>
          <p:grpSpPr>
            <a:xfrm>
              <a:off x="1724818" y="4458511"/>
              <a:ext cx="289254" cy="113948"/>
              <a:chOff x="1743720" y="4361740"/>
              <a:chExt cx="289254" cy="113948"/>
            </a:xfrm>
          </p:grpSpPr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17644B4B-AE49-0E7F-D75C-E74780E4F145}"/>
                  </a:ext>
                </a:extLst>
              </p:cNvPr>
              <p:cNvSpPr/>
              <p:nvPr/>
            </p:nvSpPr>
            <p:spPr>
              <a:xfrm>
                <a:off x="1743720" y="4388036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7" name="Connector 446">
                <a:extLst>
                  <a:ext uri="{FF2B5EF4-FFF2-40B4-BE49-F238E27FC236}">
                    <a16:creationId xmlns:a16="http://schemas.microsoft.com/office/drawing/2014/main" id="{E32A33AC-C8AF-8193-B309-0ACE3D534D49}"/>
                  </a:ext>
                </a:extLst>
              </p:cNvPr>
              <p:cNvCxnSpPr/>
              <p:nvPr/>
            </p:nvCxnSpPr>
            <p:spPr>
              <a:xfrm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Connector 447">
                <a:extLst>
                  <a:ext uri="{FF2B5EF4-FFF2-40B4-BE49-F238E27FC236}">
                    <a16:creationId xmlns:a16="http://schemas.microsoft.com/office/drawing/2014/main" id="{BD67B8BC-7633-F7B5-C7B7-B890B39DE8D2}"/>
                  </a:ext>
                </a:extLst>
              </p:cNvPr>
              <p:cNvCxnSpPr/>
              <p:nvPr/>
            </p:nvCxnSpPr>
            <p:spPr>
              <a:xfrm flipV="1"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252B5B43-3B29-8110-61D4-73E52583ADC7}"/>
                  </a:ext>
                </a:extLst>
              </p:cNvPr>
              <p:cNvSpPr txBox="1"/>
              <p:nvPr/>
            </p:nvSpPr>
            <p:spPr>
              <a:xfrm rot="16200000">
                <a:off x="1840137" y="436174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G06</a:t>
                </a:r>
              </a:p>
            </p:txBody>
          </p:sp>
        </p:grpSp>
        <p:grpSp>
          <p:nvGrpSpPr>
            <p:cNvPr id="450" name="主灯 G08">
              <a:extLst>
                <a:ext uri="{FF2B5EF4-FFF2-40B4-BE49-F238E27FC236}">
                  <a16:creationId xmlns:a16="http://schemas.microsoft.com/office/drawing/2014/main" id="{759CA1CF-5FB1-A5E5-15F0-32DFA39B5518}"/>
                </a:ext>
              </a:extLst>
            </p:cNvPr>
            <p:cNvGrpSpPr/>
            <p:nvPr/>
          </p:nvGrpSpPr>
          <p:grpSpPr>
            <a:xfrm>
              <a:off x="2382138" y="4687897"/>
              <a:ext cx="289254" cy="113948"/>
              <a:chOff x="2369862" y="4717587"/>
              <a:chExt cx="289254" cy="113948"/>
            </a:xfrm>
          </p:grpSpPr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1F79A47A-0D8B-5CEB-D40C-DEA4A23B391B}"/>
                  </a:ext>
                </a:extLst>
              </p:cNvPr>
              <p:cNvSpPr/>
              <p:nvPr/>
            </p:nvSpPr>
            <p:spPr>
              <a:xfrm>
                <a:off x="2369862" y="4743883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2" name="Connector 451">
                <a:extLst>
                  <a:ext uri="{FF2B5EF4-FFF2-40B4-BE49-F238E27FC236}">
                    <a16:creationId xmlns:a16="http://schemas.microsoft.com/office/drawing/2014/main" id="{FCEB59E1-4018-C6F6-6CE5-3CFFB32B9A33}"/>
                  </a:ext>
                </a:extLst>
              </p:cNvPr>
              <p:cNvCxnSpPr/>
              <p:nvPr/>
            </p:nvCxnSpPr>
            <p:spPr>
              <a:xfrm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Connector 452">
                <a:extLst>
                  <a:ext uri="{FF2B5EF4-FFF2-40B4-BE49-F238E27FC236}">
                    <a16:creationId xmlns:a16="http://schemas.microsoft.com/office/drawing/2014/main" id="{F57D3E78-1481-63BA-6CD6-E0415672AEED}"/>
                  </a:ext>
                </a:extLst>
              </p:cNvPr>
              <p:cNvCxnSpPr/>
              <p:nvPr/>
            </p:nvCxnSpPr>
            <p:spPr>
              <a:xfrm flipV="1"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0B9AB86-D8A0-BBDE-4DDF-C5219D33BEF6}"/>
                  </a:ext>
                </a:extLst>
              </p:cNvPr>
              <p:cNvSpPr txBox="1"/>
              <p:nvPr/>
            </p:nvSpPr>
            <p:spPr>
              <a:xfrm rot="16200000">
                <a:off x="2466279" y="4717587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G08</a:t>
                </a:r>
              </a:p>
            </p:txBody>
          </p:sp>
        </p:grpSp>
        <p:grpSp>
          <p:nvGrpSpPr>
            <p:cNvPr id="455" name="主灯 G15">
              <a:extLst>
                <a:ext uri="{FF2B5EF4-FFF2-40B4-BE49-F238E27FC236}">
                  <a16:creationId xmlns:a16="http://schemas.microsoft.com/office/drawing/2014/main" id="{2AC73EE5-0C4A-C17D-C641-923C22DAB730}"/>
                </a:ext>
              </a:extLst>
            </p:cNvPr>
            <p:cNvGrpSpPr/>
            <p:nvPr/>
          </p:nvGrpSpPr>
          <p:grpSpPr>
            <a:xfrm>
              <a:off x="815652" y="4092643"/>
              <a:ext cx="289254" cy="113948"/>
              <a:chOff x="759252" y="4200555"/>
              <a:chExt cx="289254" cy="113948"/>
            </a:xfrm>
          </p:grpSpPr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96984350-1A71-A2C0-128C-1CD37012473F}"/>
                  </a:ext>
                </a:extLst>
              </p:cNvPr>
              <p:cNvSpPr/>
              <p:nvPr/>
            </p:nvSpPr>
            <p:spPr>
              <a:xfrm>
                <a:off x="759252" y="422685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7" name="Connector 456">
                <a:extLst>
                  <a:ext uri="{FF2B5EF4-FFF2-40B4-BE49-F238E27FC236}">
                    <a16:creationId xmlns:a16="http://schemas.microsoft.com/office/drawing/2014/main" id="{2886E8AE-5B93-166F-A7E3-14576B56367A}"/>
                  </a:ext>
                </a:extLst>
              </p:cNvPr>
              <p:cNvCxnSpPr/>
              <p:nvPr/>
            </p:nvCxnSpPr>
            <p:spPr>
              <a:xfrm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Connector 457">
                <a:extLst>
                  <a:ext uri="{FF2B5EF4-FFF2-40B4-BE49-F238E27FC236}">
                    <a16:creationId xmlns:a16="http://schemas.microsoft.com/office/drawing/2014/main" id="{8DCAF5CF-7099-49AB-60CF-42F6652C4300}"/>
                  </a:ext>
                </a:extLst>
              </p:cNvPr>
              <p:cNvCxnSpPr/>
              <p:nvPr/>
            </p:nvCxnSpPr>
            <p:spPr>
              <a:xfrm flipV="1"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B547AEEF-B7AD-97D8-B63D-A06C5F73932A}"/>
                  </a:ext>
                </a:extLst>
              </p:cNvPr>
              <p:cNvSpPr txBox="1"/>
              <p:nvPr/>
            </p:nvSpPr>
            <p:spPr>
              <a:xfrm rot="16200000">
                <a:off x="855669" y="420055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G15</a:t>
                </a:r>
              </a:p>
            </p:txBody>
          </p:sp>
        </p:grpSp>
        <p:grpSp>
          <p:nvGrpSpPr>
            <p:cNvPr id="460" name="主灯 G16">
              <a:extLst>
                <a:ext uri="{FF2B5EF4-FFF2-40B4-BE49-F238E27FC236}">
                  <a16:creationId xmlns:a16="http://schemas.microsoft.com/office/drawing/2014/main" id="{2E9B98D8-CC50-0F4D-FF75-7C2CF47294AD}"/>
                </a:ext>
              </a:extLst>
            </p:cNvPr>
            <p:cNvGrpSpPr/>
            <p:nvPr/>
          </p:nvGrpSpPr>
          <p:grpSpPr>
            <a:xfrm>
              <a:off x="655971" y="3315700"/>
              <a:ext cx="289254" cy="113948"/>
              <a:chOff x="727015" y="3667405"/>
              <a:chExt cx="289254" cy="113948"/>
            </a:xfrm>
          </p:grpSpPr>
          <p:sp>
            <p:nvSpPr>
              <p:cNvPr id="461" name="Oval 460">
                <a:extLst>
                  <a:ext uri="{FF2B5EF4-FFF2-40B4-BE49-F238E27FC236}">
                    <a16:creationId xmlns:a16="http://schemas.microsoft.com/office/drawing/2014/main" id="{A7B09CE5-6B04-962F-FDDC-02FA87F8CA8F}"/>
                  </a:ext>
                </a:extLst>
              </p:cNvPr>
              <p:cNvSpPr/>
              <p:nvPr/>
            </p:nvSpPr>
            <p:spPr>
              <a:xfrm>
                <a:off x="727015" y="369370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62" name="Connector 461">
                <a:extLst>
                  <a:ext uri="{FF2B5EF4-FFF2-40B4-BE49-F238E27FC236}">
                    <a16:creationId xmlns:a16="http://schemas.microsoft.com/office/drawing/2014/main" id="{4BDF6EFD-1046-B0DC-3D04-F445919643BF}"/>
                  </a:ext>
                </a:extLst>
              </p:cNvPr>
              <p:cNvCxnSpPr/>
              <p:nvPr/>
            </p:nvCxnSpPr>
            <p:spPr>
              <a:xfrm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Connector 462">
                <a:extLst>
                  <a:ext uri="{FF2B5EF4-FFF2-40B4-BE49-F238E27FC236}">
                    <a16:creationId xmlns:a16="http://schemas.microsoft.com/office/drawing/2014/main" id="{E7A19EC9-B9BC-6B52-46DE-99D9BF536674}"/>
                  </a:ext>
                </a:extLst>
              </p:cNvPr>
              <p:cNvCxnSpPr/>
              <p:nvPr/>
            </p:nvCxnSpPr>
            <p:spPr>
              <a:xfrm flipV="1"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4976570-7976-DA28-9ABF-7AE568A02785}"/>
                  </a:ext>
                </a:extLst>
              </p:cNvPr>
              <p:cNvSpPr txBox="1"/>
              <p:nvPr/>
            </p:nvSpPr>
            <p:spPr>
              <a:xfrm rot="16200000">
                <a:off x="823432" y="36674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G16</a:t>
                </a:r>
              </a:p>
            </p:txBody>
          </p:sp>
        </p:grpSp>
        <p:grpSp>
          <p:nvGrpSpPr>
            <p:cNvPr id="465" name="壁灯 G25">
              <a:extLst>
                <a:ext uri="{FF2B5EF4-FFF2-40B4-BE49-F238E27FC236}">
                  <a16:creationId xmlns:a16="http://schemas.microsoft.com/office/drawing/2014/main" id="{88BDB3F3-903A-1630-247E-D75B02EEEAB9}"/>
                </a:ext>
              </a:extLst>
            </p:cNvPr>
            <p:cNvGrpSpPr/>
            <p:nvPr/>
          </p:nvGrpSpPr>
          <p:grpSpPr>
            <a:xfrm>
              <a:off x="2386579" y="4957484"/>
              <a:ext cx="268218" cy="86250"/>
              <a:chOff x="2386579" y="4957484"/>
              <a:chExt cx="268218" cy="86250"/>
            </a:xfrm>
          </p:grpSpPr>
          <p:sp>
            <p:nvSpPr>
              <p:cNvPr id="466" name="Isosceles Triangle 465">
                <a:extLst>
                  <a:ext uri="{FF2B5EF4-FFF2-40B4-BE49-F238E27FC236}">
                    <a16:creationId xmlns:a16="http://schemas.microsoft.com/office/drawing/2014/main" id="{29F83451-5F3E-B573-A0EF-7FA3F78245D0}"/>
                  </a:ext>
                </a:extLst>
              </p:cNvPr>
              <p:cNvSpPr/>
              <p:nvPr/>
            </p:nvSpPr>
            <p:spPr>
              <a:xfrm>
                <a:off x="2386579" y="498378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86ECAC26-3098-D312-21CD-1B4E53307198}"/>
                  </a:ext>
                </a:extLst>
              </p:cNvPr>
              <p:cNvSpPr txBox="1"/>
              <p:nvPr/>
            </p:nvSpPr>
            <p:spPr>
              <a:xfrm rot="16200000">
                <a:off x="2461960" y="495748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G25</a:t>
                </a:r>
              </a:p>
            </p:txBody>
          </p:sp>
        </p:grpSp>
        <p:grpSp>
          <p:nvGrpSpPr>
            <p:cNvPr id="468" name="壁灯 G26_1">
              <a:extLst>
                <a:ext uri="{FF2B5EF4-FFF2-40B4-BE49-F238E27FC236}">
                  <a16:creationId xmlns:a16="http://schemas.microsoft.com/office/drawing/2014/main" id="{B4A9346A-4F99-8206-0400-658D47819955}"/>
                </a:ext>
              </a:extLst>
            </p:cNvPr>
            <p:cNvGrpSpPr/>
            <p:nvPr/>
          </p:nvGrpSpPr>
          <p:grpSpPr>
            <a:xfrm>
              <a:off x="2143439" y="843064"/>
              <a:ext cx="268218" cy="86250"/>
              <a:chOff x="1266964" y="2951351"/>
              <a:chExt cx="268218" cy="86250"/>
            </a:xfrm>
          </p:grpSpPr>
          <p:sp>
            <p:nvSpPr>
              <p:cNvPr id="469" name="Isosceles Triangle 468">
                <a:extLst>
                  <a:ext uri="{FF2B5EF4-FFF2-40B4-BE49-F238E27FC236}">
                    <a16:creationId xmlns:a16="http://schemas.microsoft.com/office/drawing/2014/main" id="{447A7BE4-8FCD-747E-197C-6DBEBAB61625}"/>
                  </a:ext>
                </a:extLst>
              </p:cNvPr>
              <p:cNvSpPr/>
              <p:nvPr/>
            </p:nvSpPr>
            <p:spPr>
              <a:xfrm>
                <a:off x="1266964" y="2977647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1D663166-9DBE-BD9C-F3AF-7F1C4580BB15}"/>
                  </a:ext>
                </a:extLst>
              </p:cNvPr>
              <p:cNvSpPr txBox="1"/>
              <p:nvPr/>
            </p:nvSpPr>
            <p:spPr>
              <a:xfrm rot="16200000">
                <a:off x="1342345" y="2951351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G26_1</a:t>
                </a:r>
              </a:p>
            </p:txBody>
          </p:sp>
        </p:grpSp>
        <p:grpSp>
          <p:nvGrpSpPr>
            <p:cNvPr id="471" name="壁灯 G26_2">
              <a:extLst>
                <a:ext uri="{FF2B5EF4-FFF2-40B4-BE49-F238E27FC236}">
                  <a16:creationId xmlns:a16="http://schemas.microsoft.com/office/drawing/2014/main" id="{CA361E25-0261-1520-ABD0-F650B4A2440A}"/>
                </a:ext>
              </a:extLst>
            </p:cNvPr>
            <p:cNvGrpSpPr/>
            <p:nvPr/>
          </p:nvGrpSpPr>
          <p:grpSpPr>
            <a:xfrm>
              <a:off x="1689764" y="2154105"/>
              <a:ext cx="268218" cy="86250"/>
              <a:chOff x="1689764" y="2154105"/>
              <a:chExt cx="268218" cy="86250"/>
            </a:xfrm>
          </p:grpSpPr>
          <p:sp>
            <p:nvSpPr>
              <p:cNvPr id="472" name="Isosceles Triangle 471">
                <a:extLst>
                  <a:ext uri="{FF2B5EF4-FFF2-40B4-BE49-F238E27FC236}">
                    <a16:creationId xmlns:a16="http://schemas.microsoft.com/office/drawing/2014/main" id="{1CABC945-B9E0-2D66-0739-5D429DF16273}"/>
                  </a:ext>
                </a:extLst>
              </p:cNvPr>
              <p:cNvSpPr/>
              <p:nvPr/>
            </p:nvSpPr>
            <p:spPr>
              <a:xfrm>
                <a:off x="1689764" y="2180401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29F03877-1D73-E983-802D-866A7B607669}"/>
                  </a:ext>
                </a:extLst>
              </p:cNvPr>
              <p:cNvSpPr txBox="1"/>
              <p:nvPr/>
            </p:nvSpPr>
            <p:spPr>
              <a:xfrm rot="16200000">
                <a:off x="1765145" y="21541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G26_2</a:t>
                </a:r>
              </a:p>
            </p:txBody>
          </p:sp>
        </p:grpSp>
        <p:grpSp>
          <p:nvGrpSpPr>
            <p:cNvPr id="474" name="壁灯 G26_3">
              <a:extLst>
                <a:ext uri="{FF2B5EF4-FFF2-40B4-BE49-F238E27FC236}">
                  <a16:creationId xmlns:a16="http://schemas.microsoft.com/office/drawing/2014/main" id="{868EC94C-0C81-CD83-04C2-54CFD95D581C}"/>
                </a:ext>
              </a:extLst>
            </p:cNvPr>
            <p:cNvGrpSpPr/>
            <p:nvPr/>
          </p:nvGrpSpPr>
          <p:grpSpPr>
            <a:xfrm>
              <a:off x="1689764" y="1462250"/>
              <a:ext cx="268218" cy="86250"/>
              <a:chOff x="1689764" y="1462250"/>
              <a:chExt cx="268218" cy="86250"/>
            </a:xfrm>
          </p:grpSpPr>
          <p:sp>
            <p:nvSpPr>
              <p:cNvPr id="475" name="Isosceles Triangle 474">
                <a:extLst>
                  <a:ext uri="{FF2B5EF4-FFF2-40B4-BE49-F238E27FC236}">
                    <a16:creationId xmlns:a16="http://schemas.microsoft.com/office/drawing/2014/main" id="{B17174C3-EAE1-6EDA-68F7-30B34F546D64}"/>
                  </a:ext>
                </a:extLst>
              </p:cNvPr>
              <p:cNvSpPr/>
              <p:nvPr/>
            </p:nvSpPr>
            <p:spPr>
              <a:xfrm>
                <a:off x="1689764" y="1488546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2526D32C-F989-03F7-1FBA-AB3F923B0114}"/>
                  </a:ext>
                </a:extLst>
              </p:cNvPr>
              <p:cNvSpPr txBox="1"/>
              <p:nvPr/>
            </p:nvSpPr>
            <p:spPr>
              <a:xfrm rot="16200000">
                <a:off x="1765145" y="146225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G26_3</a:t>
                </a:r>
              </a:p>
            </p:txBody>
          </p:sp>
        </p:grpSp>
        <p:grpSp>
          <p:nvGrpSpPr>
            <p:cNvPr id="477" name="射灯 GU10_GF_起居室_1">
              <a:extLst>
                <a:ext uri="{FF2B5EF4-FFF2-40B4-BE49-F238E27FC236}">
                  <a16:creationId xmlns:a16="http://schemas.microsoft.com/office/drawing/2014/main" id="{92AE287E-0E44-0276-63CE-BDB57134D616}"/>
                </a:ext>
              </a:extLst>
            </p:cNvPr>
            <p:cNvGrpSpPr/>
            <p:nvPr/>
          </p:nvGrpSpPr>
          <p:grpSpPr>
            <a:xfrm>
              <a:off x="2000513" y="4197049"/>
              <a:ext cx="59604" cy="59604"/>
              <a:chOff x="2000513" y="4216574"/>
              <a:chExt cx="59604" cy="59604"/>
            </a:xfrm>
          </p:grpSpPr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074FCB88-E5A4-0754-8447-1966082A5C79}"/>
                  </a:ext>
                </a:extLst>
              </p:cNvPr>
              <p:cNvSpPr/>
              <p:nvPr/>
            </p:nvSpPr>
            <p:spPr>
              <a:xfrm>
                <a:off x="2000513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79" name="Connector 478">
                <a:extLst>
                  <a:ext uri="{FF2B5EF4-FFF2-40B4-BE49-F238E27FC236}">
                    <a16:creationId xmlns:a16="http://schemas.microsoft.com/office/drawing/2014/main" id="{FD5582A2-30C9-62DD-5CC8-F220BA44E74A}"/>
                  </a:ext>
                </a:extLst>
              </p:cNvPr>
              <p:cNvCxnSpPr/>
              <p:nvPr/>
            </p:nvCxnSpPr>
            <p:spPr>
              <a:xfrm>
                <a:off x="2000513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Connector 479">
                <a:extLst>
                  <a:ext uri="{FF2B5EF4-FFF2-40B4-BE49-F238E27FC236}">
                    <a16:creationId xmlns:a16="http://schemas.microsoft.com/office/drawing/2014/main" id="{A4AA3552-5A10-C942-A739-81F4EFD0EFE7}"/>
                  </a:ext>
                </a:extLst>
              </p:cNvPr>
              <p:cNvCxnSpPr/>
              <p:nvPr/>
            </p:nvCxnSpPr>
            <p:spPr>
              <a:xfrm>
                <a:off x="2030315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" name="射灯 GU10_GF_起居室_2">
              <a:extLst>
                <a:ext uri="{FF2B5EF4-FFF2-40B4-BE49-F238E27FC236}">
                  <a16:creationId xmlns:a16="http://schemas.microsoft.com/office/drawing/2014/main" id="{912F68A0-F5DB-E6E9-3A64-49A953575703}"/>
                </a:ext>
              </a:extLst>
            </p:cNvPr>
            <p:cNvGrpSpPr/>
            <p:nvPr/>
          </p:nvGrpSpPr>
          <p:grpSpPr>
            <a:xfrm>
              <a:off x="2000513" y="4502060"/>
              <a:ext cx="59604" cy="59604"/>
              <a:chOff x="2000513" y="4521585"/>
              <a:chExt cx="59604" cy="59604"/>
            </a:xfrm>
          </p:grpSpPr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634832AB-3485-4DD6-9E7C-DC17F7B28530}"/>
                  </a:ext>
                </a:extLst>
              </p:cNvPr>
              <p:cNvSpPr/>
              <p:nvPr/>
            </p:nvSpPr>
            <p:spPr>
              <a:xfrm>
                <a:off x="2000513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3" name="Connector 482">
                <a:extLst>
                  <a:ext uri="{FF2B5EF4-FFF2-40B4-BE49-F238E27FC236}">
                    <a16:creationId xmlns:a16="http://schemas.microsoft.com/office/drawing/2014/main" id="{86888CA6-D58C-E8C2-3096-68038F6F559A}"/>
                  </a:ext>
                </a:extLst>
              </p:cNvPr>
              <p:cNvCxnSpPr/>
              <p:nvPr/>
            </p:nvCxnSpPr>
            <p:spPr>
              <a:xfrm>
                <a:off x="2000513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Connector 483">
                <a:extLst>
                  <a:ext uri="{FF2B5EF4-FFF2-40B4-BE49-F238E27FC236}">
                    <a16:creationId xmlns:a16="http://schemas.microsoft.com/office/drawing/2014/main" id="{B176C817-D12B-58A8-291E-DB8D286641CB}"/>
                  </a:ext>
                </a:extLst>
              </p:cNvPr>
              <p:cNvCxnSpPr/>
              <p:nvPr/>
            </p:nvCxnSpPr>
            <p:spPr>
              <a:xfrm>
                <a:off x="2030315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5" name="射灯 GU10_GF_起居室_3">
              <a:extLst>
                <a:ext uri="{FF2B5EF4-FFF2-40B4-BE49-F238E27FC236}">
                  <a16:creationId xmlns:a16="http://schemas.microsoft.com/office/drawing/2014/main" id="{96201433-CFD6-7DB7-BCBB-C2279FF248FC}"/>
                </a:ext>
              </a:extLst>
            </p:cNvPr>
            <p:cNvGrpSpPr/>
            <p:nvPr/>
          </p:nvGrpSpPr>
          <p:grpSpPr>
            <a:xfrm>
              <a:off x="2000513" y="4808560"/>
              <a:ext cx="59604" cy="59604"/>
              <a:chOff x="2000513" y="4828085"/>
              <a:chExt cx="59604" cy="59604"/>
            </a:xfrm>
          </p:grpSpPr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2465543B-5C90-27E0-D8F1-96137C8C7498}"/>
                  </a:ext>
                </a:extLst>
              </p:cNvPr>
              <p:cNvSpPr/>
              <p:nvPr/>
            </p:nvSpPr>
            <p:spPr>
              <a:xfrm>
                <a:off x="2000513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7" name="Connector 486">
                <a:extLst>
                  <a:ext uri="{FF2B5EF4-FFF2-40B4-BE49-F238E27FC236}">
                    <a16:creationId xmlns:a16="http://schemas.microsoft.com/office/drawing/2014/main" id="{340A7698-5892-2379-8D3F-694AC47EDFF9}"/>
                  </a:ext>
                </a:extLst>
              </p:cNvPr>
              <p:cNvCxnSpPr/>
              <p:nvPr/>
            </p:nvCxnSpPr>
            <p:spPr>
              <a:xfrm>
                <a:off x="2000513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Connector 487">
                <a:extLst>
                  <a:ext uri="{FF2B5EF4-FFF2-40B4-BE49-F238E27FC236}">
                    <a16:creationId xmlns:a16="http://schemas.microsoft.com/office/drawing/2014/main" id="{C1AB2969-A890-F9AE-7E27-F436201B400A}"/>
                  </a:ext>
                </a:extLst>
              </p:cNvPr>
              <p:cNvCxnSpPr/>
              <p:nvPr/>
            </p:nvCxnSpPr>
            <p:spPr>
              <a:xfrm>
                <a:off x="2030315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9" name="射灯 GU10_GF_起居室_4">
              <a:extLst>
                <a:ext uri="{FF2B5EF4-FFF2-40B4-BE49-F238E27FC236}">
                  <a16:creationId xmlns:a16="http://schemas.microsoft.com/office/drawing/2014/main" id="{BB6BA7F1-E3D4-CF1E-D722-A5D3547E5492}"/>
                </a:ext>
              </a:extLst>
            </p:cNvPr>
            <p:cNvGrpSpPr/>
            <p:nvPr/>
          </p:nvGrpSpPr>
          <p:grpSpPr>
            <a:xfrm>
              <a:off x="1746993" y="4805054"/>
              <a:ext cx="59604" cy="59604"/>
              <a:chOff x="1780062" y="4828085"/>
              <a:chExt cx="59604" cy="59604"/>
            </a:xfrm>
          </p:grpSpPr>
          <p:sp>
            <p:nvSpPr>
              <p:cNvPr id="490" name="Oval 489">
                <a:extLst>
                  <a:ext uri="{FF2B5EF4-FFF2-40B4-BE49-F238E27FC236}">
                    <a16:creationId xmlns:a16="http://schemas.microsoft.com/office/drawing/2014/main" id="{9CB3E5EE-06CF-1781-23C0-0B40C342AEF5}"/>
                  </a:ext>
                </a:extLst>
              </p:cNvPr>
              <p:cNvSpPr/>
              <p:nvPr/>
            </p:nvSpPr>
            <p:spPr>
              <a:xfrm>
                <a:off x="1780062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1" name="Connector 490">
                <a:extLst>
                  <a:ext uri="{FF2B5EF4-FFF2-40B4-BE49-F238E27FC236}">
                    <a16:creationId xmlns:a16="http://schemas.microsoft.com/office/drawing/2014/main" id="{C36D4F76-6316-3E6B-A373-55576D0FDDBB}"/>
                  </a:ext>
                </a:extLst>
              </p:cNvPr>
              <p:cNvCxnSpPr/>
              <p:nvPr/>
            </p:nvCxnSpPr>
            <p:spPr>
              <a:xfrm>
                <a:off x="1780062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Connector 491">
                <a:extLst>
                  <a:ext uri="{FF2B5EF4-FFF2-40B4-BE49-F238E27FC236}">
                    <a16:creationId xmlns:a16="http://schemas.microsoft.com/office/drawing/2014/main" id="{30D0A986-BF04-96AB-F801-0B8404385337}"/>
                  </a:ext>
                </a:extLst>
              </p:cNvPr>
              <p:cNvCxnSpPr/>
              <p:nvPr/>
            </p:nvCxnSpPr>
            <p:spPr>
              <a:xfrm>
                <a:off x="1809864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3" name="射灯 GU10_GF_起居室_5">
              <a:extLst>
                <a:ext uri="{FF2B5EF4-FFF2-40B4-BE49-F238E27FC236}">
                  <a16:creationId xmlns:a16="http://schemas.microsoft.com/office/drawing/2014/main" id="{3E98B6B1-3309-7606-BC05-7B42F772A754}"/>
                </a:ext>
              </a:extLst>
            </p:cNvPr>
            <p:cNvGrpSpPr/>
            <p:nvPr/>
          </p:nvGrpSpPr>
          <p:grpSpPr>
            <a:xfrm>
              <a:off x="1475578" y="4498554"/>
              <a:ext cx="59604" cy="59604"/>
              <a:chOff x="1562090" y="4521585"/>
              <a:chExt cx="59604" cy="59604"/>
            </a:xfrm>
          </p:grpSpPr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7DE01781-2028-6D85-5A40-30EE88A35BEA}"/>
                  </a:ext>
                </a:extLst>
              </p:cNvPr>
              <p:cNvSpPr/>
              <p:nvPr/>
            </p:nvSpPr>
            <p:spPr>
              <a:xfrm>
                <a:off x="1562090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5" name="Connector 494">
                <a:extLst>
                  <a:ext uri="{FF2B5EF4-FFF2-40B4-BE49-F238E27FC236}">
                    <a16:creationId xmlns:a16="http://schemas.microsoft.com/office/drawing/2014/main" id="{744642F2-CDCE-F8F6-AF80-C7EB99BB30C5}"/>
                  </a:ext>
                </a:extLst>
              </p:cNvPr>
              <p:cNvCxnSpPr/>
              <p:nvPr/>
            </p:nvCxnSpPr>
            <p:spPr>
              <a:xfrm>
                <a:off x="1562090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Connector 495">
                <a:extLst>
                  <a:ext uri="{FF2B5EF4-FFF2-40B4-BE49-F238E27FC236}">
                    <a16:creationId xmlns:a16="http://schemas.microsoft.com/office/drawing/2014/main" id="{8D2772C4-E37B-0B18-103B-3FDD54F7FB99}"/>
                  </a:ext>
                </a:extLst>
              </p:cNvPr>
              <p:cNvCxnSpPr/>
              <p:nvPr/>
            </p:nvCxnSpPr>
            <p:spPr>
              <a:xfrm>
                <a:off x="1591892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7" name="射灯 GU10_GF_起居室_6">
              <a:extLst>
                <a:ext uri="{FF2B5EF4-FFF2-40B4-BE49-F238E27FC236}">
                  <a16:creationId xmlns:a16="http://schemas.microsoft.com/office/drawing/2014/main" id="{B9948CF9-4EC4-8D84-D202-D05223519439}"/>
                </a:ext>
              </a:extLst>
            </p:cNvPr>
            <p:cNvGrpSpPr/>
            <p:nvPr/>
          </p:nvGrpSpPr>
          <p:grpSpPr>
            <a:xfrm>
              <a:off x="1475578" y="4193543"/>
              <a:ext cx="59604" cy="59604"/>
              <a:chOff x="1562090" y="4216574"/>
              <a:chExt cx="59604" cy="59604"/>
            </a:xfrm>
          </p:grpSpPr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AA90B7FF-F2A1-1B3A-6AA2-E7437333ECE7}"/>
                  </a:ext>
                </a:extLst>
              </p:cNvPr>
              <p:cNvSpPr/>
              <p:nvPr/>
            </p:nvSpPr>
            <p:spPr>
              <a:xfrm>
                <a:off x="1562090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9" name="Connector 498">
                <a:extLst>
                  <a:ext uri="{FF2B5EF4-FFF2-40B4-BE49-F238E27FC236}">
                    <a16:creationId xmlns:a16="http://schemas.microsoft.com/office/drawing/2014/main" id="{79512334-F30B-583F-35BD-66919E4A43AC}"/>
                  </a:ext>
                </a:extLst>
              </p:cNvPr>
              <p:cNvCxnSpPr/>
              <p:nvPr/>
            </p:nvCxnSpPr>
            <p:spPr>
              <a:xfrm>
                <a:off x="1562090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Connector 499">
                <a:extLst>
                  <a:ext uri="{FF2B5EF4-FFF2-40B4-BE49-F238E27FC236}">
                    <a16:creationId xmlns:a16="http://schemas.microsoft.com/office/drawing/2014/main" id="{9CFCFC93-93FB-07EA-73E8-1091AF698707}"/>
                  </a:ext>
                </a:extLst>
              </p:cNvPr>
              <p:cNvCxnSpPr/>
              <p:nvPr/>
            </p:nvCxnSpPr>
            <p:spPr>
              <a:xfrm>
                <a:off x="1591892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1" name="射灯 GU10_GF_起居室_7">
              <a:extLst>
                <a:ext uri="{FF2B5EF4-FFF2-40B4-BE49-F238E27FC236}">
                  <a16:creationId xmlns:a16="http://schemas.microsoft.com/office/drawing/2014/main" id="{D2EBEA99-4332-4814-11F9-C7B1CA918672}"/>
                </a:ext>
              </a:extLst>
            </p:cNvPr>
            <p:cNvGrpSpPr/>
            <p:nvPr/>
          </p:nvGrpSpPr>
          <p:grpSpPr>
            <a:xfrm>
              <a:off x="1742033" y="4193543"/>
              <a:ext cx="59604" cy="59604"/>
              <a:chOff x="1775102" y="4216574"/>
              <a:chExt cx="59604" cy="59604"/>
            </a:xfrm>
          </p:grpSpPr>
          <p:sp>
            <p:nvSpPr>
              <p:cNvPr id="502" name="Oval 501">
                <a:extLst>
                  <a:ext uri="{FF2B5EF4-FFF2-40B4-BE49-F238E27FC236}">
                    <a16:creationId xmlns:a16="http://schemas.microsoft.com/office/drawing/2014/main" id="{DAA9D8B5-F30B-9ECA-8AE6-4620375C73E1}"/>
                  </a:ext>
                </a:extLst>
              </p:cNvPr>
              <p:cNvSpPr/>
              <p:nvPr/>
            </p:nvSpPr>
            <p:spPr>
              <a:xfrm>
                <a:off x="1775102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3" name="Connector 502">
                <a:extLst>
                  <a:ext uri="{FF2B5EF4-FFF2-40B4-BE49-F238E27FC236}">
                    <a16:creationId xmlns:a16="http://schemas.microsoft.com/office/drawing/2014/main" id="{E6779262-FCE3-33AC-D332-9C838C881755}"/>
                  </a:ext>
                </a:extLst>
              </p:cNvPr>
              <p:cNvCxnSpPr/>
              <p:nvPr/>
            </p:nvCxnSpPr>
            <p:spPr>
              <a:xfrm>
                <a:off x="1775102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Connector 503">
                <a:extLst>
                  <a:ext uri="{FF2B5EF4-FFF2-40B4-BE49-F238E27FC236}">
                    <a16:creationId xmlns:a16="http://schemas.microsoft.com/office/drawing/2014/main" id="{21389C46-4DBD-8DC7-FD4E-1CA7E854583E}"/>
                  </a:ext>
                </a:extLst>
              </p:cNvPr>
              <p:cNvCxnSpPr/>
              <p:nvPr/>
            </p:nvCxnSpPr>
            <p:spPr>
              <a:xfrm>
                <a:off x="1804904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5" name="射灯 GU10_GF_电梯井_1">
              <a:extLst>
                <a:ext uri="{FF2B5EF4-FFF2-40B4-BE49-F238E27FC236}">
                  <a16:creationId xmlns:a16="http://schemas.microsoft.com/office/drawing/2014/main" id="{2B7821CD-33C9-9B4D-3371-352F639B0E51}"/>
                </a:ext>
              </a:extLst>
            </p:cNvPr>
            <p:cNvGrpSpPr/>
            <p:nvPr/>
          </p:nvGrpSpPr>
          <p:grpSpPr>
            <a:xfrm>
              <a:off x="1475578" y="4805054"/>
              <a:ext cx="59604" cy="59604"/>
              <a:chOff x="1562090" y="4828085"/>
              <a:chExt cx="59604" cy="59604"/>
            </a:xfrm>
          </p:grpSpPr>
          <p:sp>
            <p:nvSpPr>
              <p:cNvPr id="506" name="Oval 505">
                <a:extLst>
                  <a:ext uri="{FF2B5EF4-FFF2-40B4-BE49-F238E27FC236}">
                    <a16:creationId xmlns:a16="http://schemas.microsoft.com/office/drawing/2014/main" id="{62246409-F91A-44CE-7962-F79A57321AEC}"/>
                  </a:ext>
                </a:extLst>
              </p:cNvPr>
              <p:cNvSpPr/>
              <p:nvPr/>
            </p:nvSpPr>
            <p:spPr>
              <a:xfrm>
                <a:off x="1562090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7" name="Connector 506">
                <a:extLst>
                  <a:ext uri="{FF2B5EF4-FFF2-40B4-BE49-F238E27FC236}">
                    <a16:creationId xmlns:a16="http://schemas.microsoft.com/office/drawing/2014/main" id="{22265060-E1B4-C269-E40F-43B7DFB3FD3F}"/>
                  </a:ext>
                </a:extLst>
              </p:cNvPr>
              <p:cNvCxnSpPr/>
              <p:nvPr/>
            </p:nvCxnSpPr>
            <p:spPr>
              <a:xfrm>
                <a:off x="1562090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Connector 507">
                <a:extLst>
                  <a:ext uri="{FF2B5EF4-FFF2-40B4-BE49-F238E27FC236}">
                    <a16:creationId xmlns:a16="http://schemas.microsoft.com/office/drawing/2014/main" id="{7EE11CAF-76E6-9562-B3F0-70C3CF4F03AE}"/>
                  </a:ext>
                </a:extLst>
              </p:cNvPr>
              <p:cNvCxnSpPr/>
              <p:nvPr/>
            </p:nvCxnSpPr>
            <p:spPr>
              <a:xfrm>
                <a:off x="1591892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9" name="射灯 GU10_GF_餐厅_1">
              <a:extLst>
                <a:ext uri="{FF2B5EF4-FFF2-40B4-BE49-F238E27FC236}">
                  <a16:creationId xmlns:a16="http://schemas.microsoft.com/office/drawing/2014/main" id="{A18032C3-9F3F-A16C-0159-63CE37B7714F}"/>
                </a:ext>
              </a:extLst>
            </p:cNvPr>
            <p:cNvGrpSpPr/>
            <p:nvPr/>
          </p:nvGrpSpPr>
          <p:grpSpPr>
            <a:xfrm>
              <a:off x="1934514" y="3511080"/>
              <a:ext cx="59604" cy="59604"/>
              <a:chOff x="1953646" y="3511080"/>
              <a:chExt cx="59604" cy="59604"/>
            </a:xfrm>
          </p:grpSpPr>
          <p:sp>
            <p:nvSpPr>
              <p:cNvPr id="510" name="Oval 509">
                <a:extLst>
                  <a:ext uri="{FF2B5EF4-FFF2-40B4-BE49-F238E27FC236}">
                    <a16:creationId xmlns:a16="http://schemas.microsoft.com/office/drawing/2014/main" id="{88753E4D-975F-CF87-BC0B-05B87BED9C08}"/>
                  </a:ext>
                </a:extLst>
              </p:cNvPr>
              <p:cNvSpPr/>
              <p:nvPr/>
            </p:nvSpPr>
            <p:spPr>
              <a:xfrm>
                <a:off x="1953646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1" name="Connector 510">
                <a:extLst>
                  <a:ext uri="{FF2B5EF4-FFF2-40B4-BE49-F238E27FC236}">
                    <a16:creationId xmlns:a16="http://schemas.microsoft.com/office/drawing/2014/main" id="{D14530FC-0354-618A-68F4-CC51F8D43D4F}"/>
                  </a:ext>
                </a:extLst>
              </p:cNvPr>
              <p:cNvCxnSpPr/>
              <p:nvPr/>
            </p:nvCxnSpPr>
            <p:spPr>
              <a:xfrm>
                <a:off x="1953646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Connector 511">
                <a:extLst>
                  <a:ext uri="{FF2B5EF4-FFF2-40B4-BE49-F238E27FC236}">
                    <a16:creationId xmlns:a16="http://schemas.microsoft.com/office/drawing/2014/main" id="{13544BED-2D56-D8AB-A1E9-113E560A5D4E}"/>
                  </a:ext>
                </a:extLst>
              </p:cNvPr>
              <p:cNvCxnSpPr/>
              <p:nvPr/>
            </p:nvCxnSpPr>
            <p:spPr>
              <a:xfrm>
                <a:off x="1983448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3" name="射灯 GU10_GF_餐厅_2">
              <a:extLst>
                <a:ext uri="{FF2B5EF4-FFF2-40B4-BE49-F238E27FC236}">
                  <a16:creationId xmlns:a16="http://schemas.microsoft.com/office/drawing/2014/main" id="{E131F4A2-5851-7971-D988-AB5026D6B3D9}"/>
                </a:ext>
              </a:extLst>
            </p:cNvPr>
            <p:cNvGrpSpPr/>
            <p:nvPr/>
          </p:nvGrpSpPr>
          <p:grpSpPr>
            <a:xfrm>
              <a:off x="1934514" y="3817579"/>
              <a:ext cx="59604" cy="59604"/>
              <a:chOff x="1953646" y="3817579"/>
              <a:chExt cx="59604" cy="59604"/>
            </a:xfrm>
          </p:grpSpPr>
          <p:sp>
            <p:nvSpPr>
              <p:cNvPr id="514" name="Oval 513">
                <a:extLst>
                  <a:ext uri="{FF2B5EF4-FFF2-40B4-BE49-F238E27FC236}">
                    <a16:creationId xmlns:a16="http://schemas.microsoft.com/office/drawing/2014/main" id="{940822A3-CCF0-C64B-729E-2AEAE9493FEB}"/>
                  </a:ext>
                </a:extLst>
              </p:cNvPr>
              <p:cNvSpPr/>
              <p:nvPr/>
            </p:nvSpPr>
            <p:spPr>
              <a:xfrm>
                <a:off x="1953646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5" name="Connector 514">
                <a:extLst>
                  <a:ext uri="{FF2B5EF4-FFF2-40B4-BE49-F238E27FC236}">
                    <a16:creationId xmlns:a16="http://schemas.microsoft.com/office/drawing/2014/main" id="{6D35B4BA-8CC5-EB81-4E58-45BA3EE7059B}"/>
                  </a:ext>
                </a:extLst>
              </p:cNvPr>
              <p:cNvCxnSpPr/>
              <p:nvPr/>
            </p:nvCxnSpPr>
            <p:spPr>
              <a:xfrm>
                <a:off x="1953646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Connector 515">
                <a:extLst>
                  <a:ext uri="{FF2B5EF4-FFF2-40B4-BE49-F238E27FC236}">
                    <a16:creationId xmlns:a16="http://schemas.microsoft.com/office/drawing/2014/main" id="{8904C92A-8AC7-1275-50EC-059B4FD4059F}"/>
                  </a:ext>
                </a:extLst>
              </p:cNvPr>
              <p:cNvCxnSpPr/>
              <p:nvPr/>
            </p:nvCxnSpPr>
            <p:spPr>
              <a:xfrm>
                <a:off x="1983448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射灯 GU10_GF_餐厅_3">
              <a:extLst>
                <a:ext uri="{FF2B5EF4-FFF2-40B4-BE49-F238E27FC236}">
                  <a16:creationId xmlns:a16="http://schemas.microsoft.com/office/drawing/2014/main" id="{8EE7C0A2-5F7E-EB87-F040-97FFFF79F8A8}"/>
                </a:ext>
              </a:extLst>
            </p:cNvPr>
            <p:cNvGrpSpPr/>
            <p:nvPr/>
          </p:nvGrpSpPr>
          <p:grpSpPr>
            <a:xfrm>
              <a:off x="1695939" y="3811391"/>
              <a:ext cx="59604" cy="59604"/>
              <a:chOff x="1733442" y="3817579"/>
              <a:chExt cx="59604" cy="59604"/>
            </a:xfrm>
          </p:grpSpPr>
          <p:sp>
            <p:nvSpPr>
              <p:cNvPr id="518" name="Oval 517">
                <a:extLst>
                  <a:ext uri="{FF2B5EF4-FFF2-40B4-BE49-F238E27FC236}">
                    <a16:creationId xmlns:a16="http://schemas.microsoft.com/office/drawing/2014/main" id="{40E8B0D7-090A-77E0-C8DC-239AC8999B4C}"/>
                  </a:ext>
                </a:extLst>
              </p:cNvPr>
              <p:cNvSpPr/>
              <p:nvPr/>
            </p:nvSpPr>
            <p:spPr>
              <a:xfrm>
                <a:off x="1733442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9" name="Connector 518">
                <a:extLst>
                  <a:ext uri="{FF2B5EF4-FFF2-40B4-BE49-F238E27FC236}">
                    <a16:creationId xmlns:a16="http://schemas.microsoft.com/office/drawing/2014/main" id="{BB560B51-F5D2-9C91-B5F8-2BEBEB7F9980}"/>
                  </a:ext>
                </a:extLst>
              </p:cNvPr>
              <p:cNvCxnSpPr/>
              <p:nvPr/>
            </p:nvCxnSpPr>
            <p:spPr>
              <a:xfrm>
                <a:off x="1733442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Connector 519">
                <a:extLst>
                  <a:ext uri="{FF2B5EF4-FFF2-40B4-BE49-F238E27FC236}">
                    <a16:creationId xmlns:a16="http://schemas.microsoft.com/office/drawing/2014/main" id="{7153D895-11EE-6D7C-335A-8683EC2E505E}"/>
                  </a:ext>
                </a:extLst>
              </p:cNvPr>
              <p:cNvCxnSpPr/>
              <p:nvPr/>
            </p:nvCxnSpPr>
            <p:spPr>
              <a:xfrm>
                <a:off x="1763244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1" name="射灯 GU10_GF_餐厅_4">
              <a:extLst>
                <a:ext uri="{FF2B5EF4-FFF2-40B4-BE49-F238E27FC236}">
                  <a16:creationId xmlns:a16="http://schemas.microsoft.com/office/drawing/2014/main" id="{FB9EFCE6-8E3D-1625-26E2-6BF6142FE484}"/>
                </a:ext>
              </a:extLst>
            </p:cNvPr>
            <p:cNvGrpSpPr/>
            <p:nvPr/>
          </p:nvGrpSpPr>
          <p:grpSpPr>
            <a:xfrm>
              <a:off x="1475578" y="3817579"/>
              <a:ext cx="59604" cy="59604"/>
              <a:chOff x="1515223" y="3817579"/>
              <a:chExt cx="59604" cy="59604"/>
            </a:xfrm>
          </p:grpSpPr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619C2804-33BF-A2FA-75A0-47D452B1A7B3}"/>
                  </a:ext>
                </a:extLst>
              </p:cNvPr>
              <p:cNvSpPr/>
              <p:nvPr/>
            </p:nvSpPr>
            <p:spPr>
              <a:xfrm>
                <a:off x="1515223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3" name="Connector 522">
                <a:extLst>
                  <a:ext uri="{FF2B5EF4-FFF2-40B4-BE49-F238E27FC236}">
                    <a16:creationId xmlns:a16="http://schemas.microsoft.com/office/drawing/2014/main" id="{D1528D14-362A-64D3-3FEA-54CD7665E9C5}"/>
                  </a:ext>
                </a:extLst>
              </p:cNvPr>
              <p:cNvCxnSpPr/>
              <p:nvPr/>
            </p:nvCxnSpPr>
            <p:spPr>
              <a:xfrm>
                <a:off x="1515223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Connector 523">
                <a:extLst>
                  <a:ext uri="{FF2B5EF4-FFF2-40B4-BE49-F238E27FC236}">
                    <a16:creationId xmlns:a16="http://schemas.microsoft.com/office/drawing/2014/main" id="{AC2FB03B-5173-72F4-BC80-00ABCB0ACBD6}"/>
                  </a:ext>
                </a:extLst>
              </p:cNvPr>
              <p:cNvCxnSpPr/>
              <p:nvPr/>
            </p:nvCxnSpPr>
            <p:spPr>
              <a:xfrm>
                <a:off x="1545025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5" name="射灯 GU10_GF_餐厅_5">
              <a:extLst>
                <a:ext uri="{FF2B5EF4-FFF2-40B4-BE49-F238E27FC236}">
                  <a16:creationId xmlns:a16="http://schemas.microsoft.com/office/drawing/2014/main" id="{1F90A0FF-B19B-7B3F-ECC6-DECA589FE096}"/>
                </a:ext>
              </a:extLst>
            </p:cNvPr>
            <p:cNvGrpSpPr/>
            <p:nvPr/>
          </p:nvGrpSpPr>
          <p:grpSpPr>
            <a:xfrm>
              <a:off x="1475578" y="3511080"/>
              <a:ext cx="59604" cy="59604"/>
              <a:chOff x="1515223" y="3511080"/>
              <a:chExt cx="59604" cy="59604"/>
            </a:xfrm>
          </p:grpSpPr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18B1FF1B-2090-D94E-1D56-D8A2872BC00B}"/>
                  </a:ext>
                </a:extLst>
              </p:cNvPr>
              <p:cNvSpPr/>
              <p:nvPr/>
            </p:nvSpPr>
            <p:spPr>
              <a:xfrm>
                <a:off x="1515223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7" name="Connector 526">
                <a:extLst>
                  <a:ext uri="{FF2B5EF4-FFF2-40B4-BE49-F238E27FC236}">
                    <a16:creationId xmlns:a16="http://schemas.microsoft.com/office/drawing/2014/main" id="{D7416CB9-47DC-EF8C-4714-06DDA6FD183C}"/>
                  </a:ext>
                </a:extLst>
              </p:cNvPr>
              <p:cNvCxnSpPr/>
              <p:nvPr/>
            </p:nvCxnSpPr>
            <p:spPr>
              <a:xfrm>
                <a:off x="1515223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Connector 527">
                <a:extLst>
                  <a:ext uri="{FF2B5EF4-FFF2-40B4-BE49-F238E27FC236}">
                    <a16:creationId xmlns:a16="http://schemas.microsoft.com/office/drawing/2014/main" id="{ACFEF51F-3049-67BB-4F5A-9802CFB90BB7}"/>
                  </a:ext>
                </a:extLst>
              </p:cNvPr>
              <p:cNvCxnSpPr/>
              <p:nvPr/>
            </p:nvCxnSpPr>
            <p:spPr>
              <a:xfrm>
                <a:off x="1545025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9" name="射灯 GU10_GF_餐厅_6">
              <a:extLst>
                <a:ext uri="{FF2B5EF4-FFF2-40B4-BE49-F238E27FC236}">
                  <a16:creationId xmlns:a16="http://schemas.microsoft.com/office/drawing/2014/main" id="{B08DAB71-B1DB-2FEF-A5EB-183DBF878911}"/>
                </a:ext>
              </a:extLst>
            </p:cNvPr>
            <p:cNvGrpSpPr/>
            <p:nvPr/>
          </p:nvGrpSpPr>
          <p:grpSpPr>
            <a:xfrm>
              <a:off x="1475578" y="3206068"/>
              <a:ext cx="59604" cy="59604"/>
              <a:chOff x="1515223" y="3206068"/>
              <a:chExt cx="59604" cy="59604"/>
            </a:xfrm>
          </p:grpSpPr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8EFBEC0C-3D1C-B7F7-AFE5-55698F418E43}"/>
                  </a:ext>
                </a:extLst>
              </p:cNvPr>
              <p:cNvSpPr/>
              <p:nvPr/>
            </p:nvSpPr>
            <p:spPr>
              <a:xfrm>
                <a:off x="1515223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1" name="Connector 530">
                <a:extLst>
                  <a:ext uri="{FF2B5EF4-FFF2-40B4-BE49-F238E27FC236}">
                    <a16:creationId xmlns:a16="http://schemas.microsoft.com/office/drawing/2014/main" id="{1E3946BD-D74F-83C7-C61D-1FD8AADD9741}"/>
                  </a:ext>
                </a:extLst>
              </p:cNvPr>
              <p:cNvCxnSpPr/>
              <p:nvPr/>
            </p:nvCxnSpPr>
            <p:spPr>
              <a:xfrm>
                <a:off x="1515223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Connector 531">
                <a:extLst>
                  <a:ext uri="{FF2B5EF4-FFF2-40B4-BE49-F238E27FC236}">
                    <a16:creationId xmlns:a16="http://schemas.microsoft.com/office/drawing/2014/main" id="{C3073B4A-42E1-EFDD-1944-531C9B4713C7}"/>
                  </a:ext>
                </a:extLst>
              </p:cNvPr>
              <p:cNvCxnSpPr/>
              <p:nvPr/>
            </p:nvCxnSpPr>
            <p:spPr>
              <a:xfrm>
                <a:off x="1545025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3" name="射灯 GU10_GF_餐厅_7">
              <a:extLst>
                <a:ext uri="{FF2B5EF4-FFF2-40B4-BE49-F238E27FC236}">
                  <a16:creationId xmlns:a16="http://schemas.microsoft.com/office/drawing/2014/main" id="{8B1256AB-390C-3335-EE00-3B5B2357B307}"/>
                </a:ext>
              </a:extLst>
            </p:cNvPr>
            <p:cNvGrpSpPr/>
            <p:nvPr/>
          </p:nvGrpSpPr>
          <p:grpSpPr>
            <a:xfrm>
              <a:off x="1712509" y="3199880"/>
              <a:ext cx="59604" cy="59604"/>
              <a:chOff x="1728235" y="3206068"/>
              <a:chExt cx="59604" cy="59604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2891AE02-285E-5936-8539-9C8DC37AB566}"/>
                  </a:ext>
                </a:extLst>
              </p:cNvPr>
              <p:cNvSpPr/>
              <p:nvPr/>
            </p:nvSpPr>
            <p:spPr>
              <a:xfrm>
                <a:off x="1728235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5" name="Connector 534">
                <a:extLst>
                  <a:ext uri="{FF2B5EF4-FFF2-40B4-BE49-F238E27FC236}">
                    <a16:creationId xmlns:a16="http://schemas.microsoft.com/office/drawing/2014/main" id="{C1D6BCD4-BCF0-920A-BEAE-2D0B8E45C19C}"/>
                  </a:ext>
                </a:extLst>
              </p:cNvPr>
              <p:cNvCxnSpPr/>
              <p:nvPr/>
            </p:nvCxnSpPr>
            <p:spPr>
              <a:xfrm>
                <a:off x="1728235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Connector 535">
                <a:extLst>
                  <a:ext uri="{FF2B5EF4-FFF2-40B4-BE49-F238E27FC236}">
                    <a16:creationId xmlns:a16="http://schemas.microsoft.com/office/drawing/2014/main" id="{4AD2975B-DFFB-0D19-C5A2-797E8F34B3D0}"/>
                  </a:ext>
                </a:extLst>
              </p:cNvPr>
              <p:cNvCxnSpPr/>
              <p:nvPr/>
            </p:nvCxnSpPr>
            <p:spPr>
              <a:xfrm>
                <a:off x="1758037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1" name="射灯 GU10_GF_餐厅_9">
              <a:extLst>
                <a:ext uri="{FF2B5EF4-FFF2-40B4-BE49-F238E27FC236}">
                  <a16:creationId xmlns:a16="http://schemas.microsoft.com/office/drawing/2014/main" id="{9FF4BDAF-44C3-F662-2EC0-C93255594A89}"/>
                </a:ext>
              </a:extLst>
            </p:cNvPr>
            <p:cNvGrpSpPr/>
            <p:nvPr/>
          </p:nvGrpSpPr>
          <p:grpSpPr>
            <a:xfrm>
              <a:off x="1934514" y="3206068"/>
              <a:ext cx="59604" cy="59604"/>
              <a:chOff x="1953646" y="3206068"/>
              <a:chExt cx="59604" cy="59604"/>
            </a:xfrm>
          </p:grpSpPr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73646CB9-6CAE-0821-900D-5E090875A762}"/>
                  </a:ext>
                </a:extLst>
              </p:cNvPr>
              <p:cNvSpPr/>
              <p:nvPr/>
            </p:nvSpPr>
            <p:spPr>
              <a:xfrm>
                <a:off x="1953646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43" name="Connector 542">
                <a:extLst>
                  <a:ext uri="{FF2B5EF4-FFF2-40B4-BE49-F238E27FC236}">
                    <a16:creationId xmlns:a16="http://schemas.microsoft.com/office/drawing/2014/main" id="{9CC1A079-9382-5150-84BD-581F66650993}"/>
                  </a:ext>
                </a:extLst>
              </p:cNvPr>
              <p:cNvCxnSpPr/>
              <p:nvPr/>
            </p:nvCxnSpPr>
            <p:spPr>
              <a:xfrm>
                <a:off x="1953646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Connector 543">
                <a:extLst>
                  <a:ext uri="{FF2B5EF4-FFF2-40B4-BE49-F238E27FC236}">
                    <a16:creationId xmlns:a16="http://schemas.microsoft.com/office/drawing/2014/main" id="{DA66CC19-4F02-B6C2-C516-CC701E6B99CB}"/>
                  </a:ext>
                </a:extLst>
              </p:cNvPr>
              <p:cNvCxnSpPr/>
              <p:nvPr/>
            </p:nvCxnSpPr>
            <p:spPr>
              <a:xfrm>
                <a:off x="1983448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主灯位待选 主灯待选_厨房">
              <a:extLst>
                <a:ext uri="{FF2B5EF4-FFF2-40B4-BE49-F238E27FC236}">
                  <a16:creationId xmlns:a16="http://schemas.microsoft.com/office/drawing/2014/main" id="{3C605508-3E60-0C7F-C741-CEEAA920CE38}"/>
                </a:ext>
              </a:extLst>
            </p:cNvPr>
            <p:cNvGrpSpPr/>
            <p:nvPr/>
          </p:nvGrpSpPr>
          <p:grpSpPr>
            <a:xfrm>
              <a:off x="2088160" y="1625316"/>
              <a:ext cx="289254" cy="113948"/>
              <a:chOff x="2088160" y="1625316"/>
              <a:chExt cx="289254" cy="113948"/>
            </a:xfrm>
          </p:grpSpPr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4273B146-F37E-1957-EA86-58BAC52BD829}"/>
                  </a:ext>
                </a:extLst>
              </p:cNvPr>
              <p:cNvSpPr/>
              <p:nvPr/>
            </p:nvSpPr>
            <p:spPr>
              <a:xfrm>
                <a:off x="2088160" y="1651612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2" name="Connector 551">
                <a:extLst>
                  <a:ext uri="{FF2B5EF4-FFF2-40B4-BE49-F238E27FC236}">
                    <a16:creationId xmlns:a16="http://schemas.microsoft.com/office/drawing/2014/main" id="{A2275550-2B20-C4CA-7216-C857561CF0F3}"/>
                  </a:ext>
                </a:extLst>
              </p:cNvPr>
              <p:cNvCxnSpPr/>
              <p:nvPr/>
            </p:nvCxnSpPr>
            <p:spPr>
              <a:xfrm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Connector 552">
                <a:extLst>
                  <a:ext uri="{FF2B5EF4-FFF2-40B4-BE49-F238E27FC236}">
                    <a16:creationId xmlns:a16="http://schemas.microsoft.com/office/drawing/2014/main" id="{15516B81-FD86-DBB1-28A6-5B70C35A6E04}"/>
                  </a:ext>
                </a:extLst>
              </p:cNvPr>
              <p:cNvCxnSpPr/>
              <p:nvPr/>
            </p:nvCxnSpPr>
            <p:spPr>
              <a:xfrm flipV="1"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70E4129F-1A97-8EAB-C277-344DFD47E533}"/>
                  </a:ext>
                </a:extLst>
              </p:cNvPr>
              <p:cNvSpPr txBox="1"/>
              <p:nvPr/>
            </p:nvSpPr>
            <p:spPr>
              <a:xfrm rot="16200000">
                <a:off x="2184577" y="1625316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55" name="主灯位待选 主灯待选_厨房吧台区">
              <a:extLst>
                <a:ext uri="{FF2B5EF4-FFF2-40B4-BE49-F238E27FC236}">
                  <a16:creationId xmlns:a16="http://schemas.microsoft.com/office/drawing/2014/main" id="{E02FB2BD-533B-FD37-FB32-DE708F4D210A}"/>
                </a:ext>
              </a:extLst>
            </p:cNvPr>
            <p:cNvGrpSpPr/>
            <p:nvPr/>
          </p:nvGrpSpPr>
          <p:grpSpPr>
            <a:xfrm>
              <a:off x="2102265" y="2381711"/>
              <a:ext cx="289254" cy="113948"/>
              <a:chOff x="2212148" y="2348168"/>
              <a:chExt cx="289254" cy="113948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D4E9F8C2-E951-63D0-B715-A77EADB483BE}"/>
                  </a:ext>
                </a:extLst>
              </p:cNvPr>
              <p:cNvSpPr/>
              <p:nvPr/>
            </p:nvSpPr>
            <p:spPr>
              <a:xfrm>
                <a:off x="2212148" y="2374464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7" name="Connector 556">
                <a:extLst>
                  <a:ext uri="{FF2B5EF4-FFF2-40B4-BE49-F238E27FC236}">
                    <a16:creationId xmlns:a16="http://schemas.microsoft.com/office/drawing/2014/main" id="{29E91045-CB23-FCE3-0E78-5289D90AA98C}"/>
                  </a:ext>
                </a:extLst>
              </p:cNvPr>
              <p:cNvCxnSpPr/>
              <p:nvPr/>
            </p:nvCxnSpPr>
            <p:spPr>
              <a:xfrm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Connector 557">
                <a:extLst>
                  <a:ext uri="{FF2B5EF4-FFF2-40B4-BE49-F238E27FC236}">
                    <a16:creationId xmlns:a16="http://schemas.microsoft.com/office/drawing/2014/main" id="{84BBE126-02A5-4221-BD0A-F408DBAC2989}"/>
                  </a:ext>
                </a:extLst>
              </p:cNvPr>
              <p:cNvCxnSpPr/>
              <p:nvPr/>
            </p:nvCxnSpPr>
            <p:spPr>
              <a:xfrm flipV="1"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2456DC9A-CD8F-8E4B-136F-9BDBB3F7A5F7}"/>
                  </a:ext>
                </a:extLst>
              </p:cNvPr>
              <p:cNvSpPr txBox="1"/>
              <p:nvPr/>
            </p:nvSpPr>
            <p:spPr>
              <a:xfrm rot="16200000">
                <a:off x="2308565" y="2348168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60" name="射灯 GU10_GF_储物间_1">
              <a:extLst>
                <a:ext uri="{FF2B5EF4-FFF2-40B4-BE49-F238E27FC236}">
                  <a16:creationId xmlns:a16="http://schemas.microsoft.com/office/drawing/2014/main" id="{ADB3E986-7DAA-213A-7BE3-64A534B24FD5}"/>
                </a:ext>
              </a:extLst>
            </p:cNvPr>
            <p:cNvGrpSpPr/>
            <p:nvPr/>
          </p:nvGrpSpPr>
          <p:grpSpPr>
            <a:xfrm>
              <a:off x="2387413" y="4430037"/>
              <a:ext cx="59604" cy="59604"/>
              <a:chOff x="2373967" y="4453144"/>
              <a:chExt cx="59604" cy="59604"/>
            </a:xfrm>
          </p:grpSpPr>
          <p:sp>
            <p:nvSpPr>
              <p:cNvPr id="561" name="Oval 560">
                <a:extLst>
                  <a:ext uri="{FF2B5EF4-FFF2-40B4-BE49-F238E27FC236}">
                    <a16:creationId xmlns:a16="http://schemas.microsoft.com/office/drawing/2014/main" id="{1F6798FB-D771-842F-E793-87B42142F6AC}"/>
                  </a:ext>
                </a:extLst>
              </p:cNvPr>
              <p:cNvSpPr/>
              <p:nvPr/>
            </p:nvSpPr>
            <p:spPr>
              <a:xfrm>
                <a:off x="2373967" y="445314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62" name="Connector 561">
                <a:extLst>
                  <a:ext uri="{FF2B5EF4-FFF2-40B4-BE49-F238E27FC236}">
                    <a16:creationId xmlns:a16="http://schemas.microsoft.com/office/drawing/2014/main" id="{B3107C61-3F1B-D3F6-0848-B0A234775CA5}"/>
                  </a:ext>
                </a:extLst>
              </p:cNvPr>
              <p:cNvCxnSpPr/>
              <p:nvPr/>
            </p:nvCxnSpPr>
            <p:spPr>
              <a:xfrm>
                <a:off x="2373967" y="448294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Connector 562">
                <a:extLst>
                  <a:ext uri="{FF2B5EF4-FFF2-40B4-BE49-F238E27FC236}">
                    <a16:creationId xmlns:a16="http://schemas.microsoft.com/office/drawing/2014/main" id="{A9C4AAC4-0273-7041-219E-A0FF428602E3}"/>
                  </a:ext>
                </a:extLst>
              </p:cNvPr>
              <p:cNvCxnSpPr/>
              <p:nvPr/>
            </p:nvCxnSpPr>
            <p:spPr>
              <a:xfrm>
                <a:off x="2403769" y="445314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2" name="射灯 GU10_GF_客厅_1">
              <a:extLst>
                <a:ext uri="{FF2B5EF4-FFF2-40B4-BE49-F238E27FC236}">
                  <a16:creationId xmlns:a16="http://schemas.microsoft.com/office/drawing/2014/main" id="{7023AABC-DA54-B906-8CB0-E05B66A70173}"/>
                </a:ext>
              </a:extLst>
            </p:cNvPr>
            <p:cNvGrpSpPr/>
            <p:nvPr/>
          </p:nvGrpSpPr>
          <p:grpSpPr>
            <a:xfrm>
              <a:off x="1111620" y="4131853"/>
              <a:ext cx="59604" cy="59604"/>
              <a:chOff x="1114988" y="4179625"/>
              <a:chExt cx="59604" cy="59604"/>
            </a:xfrm>
          </p:grpSpPr>
          <p:sp>
            <p:nvSpPr>
              <p:cNvPr id="573" name="Oval 572">
                <a:extLst>
                  <a:ext uri="{FF2B5EF4-FFF2-40B4-BE49-F238E27FC236}">
                    <a16:creationId xmlns:a16="http://schemas.microsoft.com/office/drawing/2014/main" id="{42E7B0A8-29E1-D443-7799-47F3B81FE6F1}"/>
                  </a:ext>
                </a:extLst>
              </p:cNvPr>
              <p:cNvSpPr/>
              <p:nvPr/>
            </p:nvSpPr>
            <p:spPr>
              <a:xfrm>
                <a:off x="1114988" y="417962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4" name="Connector 573">
                <a:extLst>
                  <a:ext uri="{FF2B5EF4-FFF2-40B4-BE49-F238E27FC236}">
                    <a16:creationId xmlns:a16="http://schemas.microsoft.com/office/drawing/2014/main" id="{A0AB398D-EED8-39AE-7C2B-C1B6B9183593}"/>
                  </a:ext>
                </a:extLst>
              </p:cNvPr>
              <p:cNvCxnSpPr/>
              <p:nvPr/>
            </p:nvCxnSpPr>
            <p:spPr>
              <a:xfrm>
                <a:off x="1114988" y="420942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Connector 574">
                <a:extLst>
                  <a:ext uri="{FF2B5EF4-FFF2-40B4-BE49-F238E27FC236}">
                    <a16:creationId xmlns:a16="http://schemas.microsoft.com/office/drawing/2014/main" id="{C04B0057-33FA-079B-842E-03EE47CC518F}"/>
                  </a:ext>
                </a:extLst>
              </p:cNvPr>
              <p:cNvCxnSpPr/>
              <p:nvPr/>
            </p:nvCxnSpPr>
            <p:spPr>
              <a:xfrm>
                <a:off x="1144790" y="417962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6" name="射灯 GU10_GF_客厅_2">
              <a:extLst>
                <a:ext uri="{FF2B5EF4-FFF2-40B4-BE49-F238E27FC236}">
                  <a16:creationId xmlns:a16="http://schemas.microsoft.com/office/drawing/2014/main" id="{F2677330-F974-595D-2769-CE422317E202}"/>
                </a:ext>
              </a:extLst>
            </p:cNvPr>
            <p:cNvGrpSpPr/>
            <p:nvPr/>
          </p:nvGrpSpPr>
          <p:grpSpPr>
            <a:xfrm>
              <a:off x="1107795" y="4403529"/>
              <a:ext cx="59604" cy="59604"/>
              <a:chOff x="1122923" y="4459839"/>
              <a:chExt cx="59604" cy="59604"/>
            </a:xfrm>
          </p:grpSpPr>
          <p:sp>
            <p:nvSpPr>
              <p:cNvPr id="577" name="Oval 576">
                <a:extLst>
                  <a:ext uri="{FF2B5EF4-FFF2-40B4-BE49-F238E27FC236}">
                    <a16:creationId xmlns:a16="http://schemas.microsoft.com/office/drawing/2014/main" id="{9DF1F0A2-8E30-A63E-A8EB-C3BCEC81E52B}"/>
                  </a:ext>
                </a:extLst>
              </p:cNvPr>
              <p:cNvSpPr/>
              <p:nvPr/>
            </p:nvSpPr>
            <p:spPr>
              <a:xfrm>
                <a:off x="1122923" y="445983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8" name="Connector 577">
                <a:extLst>
                  <a:ext uri="{FF2B5EF4-FFF2-40B4-BE49-F238E27FC236}">
                    <a16:creationId xmlns:a16="http://schemas.microsoft.com/office/drawing/2014/main" id="{225027FF-850A-3805-FCFF-2C37A5BCDBF6}"/>
                  </a:ext>
                </a:extLst>
              </p:cNvPr>
              <p:cNvCxnSpPr/>
              <p:nvPr/>
            </p:nvCxnSpPr>
            <p:spPr>
              <a:xfrm>
                <a:off x="1122923" y="448964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Connector 578">
                <a:extLst>
                  <a:ext uri="{FF2B5EF4-FFF2-40B4-BE49-F238E27FC236}">
                    <a16:creationId xmlns:a16="http://schemas.microsoft.com/office/drawing/2014/main" id="{76F3F3CA-DE47-D928-54AE-26E1BB578B65}"/>
                  </a:ext>
                </a:extLst>
              </p:cNvPr>
              <p:cNvCxnSpPr/>
              <p:nvPr/>
            </p:nvCxnSpPr>
            <p:spPr>
              <a:xfrm>
                <a:off x="1152725" y="445983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0" name="射灯 GU10_GF_客厅_3">
              <a:extLst>
                <a:ext uri="{FF2B5EF4-FFF2-40B4-BE49-F238E27FC236}">
                  <a16:creationId xmlns:a16="http://schemas.microsoft.com/office/drawing/2014/main" id="{05E6204C-884F-FF11-223C-9104F978BEE1}"/>
                </a:ext>
              </a:extLst>
            </p:cNvPr>
            <p:cNvGrpSpPr/>
            <p:nvPr/>
          </p:nvGrpSpPr>
          <p:grpSpPr>
            <a:xfrm>
              <a:off x="830552" y="4398827"/>
              <a:ext cx="59604" cy="59604"/>
              <a:chOff x="839734" y="4476949"/>
              <a:chExt cx="59604" cy="59604"/>
            </a:xfrm>
          </p:grpSpPr>
          <p:sp>
            <p:nvSpPr>
              <p:cNvPr id="581" name="Oval 580">
                <a:extLst>
                  <a:ext uri="{FF2B5EF4-FFF2-40B4-BE49-F238E27FC236}">
                    <a16:creationId xmlns:a16="http://schemas.microsoft.com/office/drawing/2014/main" id="{529306C0-E2B4-4520-8F5E-133679082EEB}"/>
                  </a:ext>
                </a:extLst>
              </p:cNvPr>
              <p:cNvSpPr/>
              <p:nvPr/>
            </p:nvSpPr>
            <p:spPr>
              <a:xfrm>
                <a:off x="839734" y="447694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2" name="Connector 581">
                <a:extLst>
                  <a:ext uri="{FF2B5EF4-FFF2-40B4-BE49-F238E27FC236}">
                    <a16:creationId xmlns:a16="http://schemas.microsoft.com/office/drawing/2014/main" id="{9209CB7B-06D0-A7C6-59F1-C40A39180E2E}"/>
                  </a:ext>
                </a:extLst>
              </p:cNvPr>
              <p:cNvCxnSpPr/>
              <p:nvPr/>
            </p:nvCxnSpPr>
            <p:spPr>
              <a:xfrm>
                <a:off x="839734" y="450675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Connector 582">
                <a:extLst>
                  <a:ext uri="{FF2B5EF4-FFF2-40B4-BE49-F238E27FC236}">
                    <a16:creationId xmlns:a16="http://schemas.microsoft.com/office/drawing/2014/main" id="{7942381A-54CD-4920-BC26-4AB485B24A03}"/>
                  </a:ext>
                </a:extLst>
              </p:cNvPr>
              <p:cNvCxnSpPr/>
              <p:nvPr/>
            </p:nvCxnSpPr>
            <p:spPr>
              <a:xfrm>
                <a:off x="869536" y="447694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4" name="射灯 GU10_GF_客厅_4">
              <a:extLst>
                <a:ext uri="{FF2B5EF4-FFF2-40B4-BE49-F238E27FC236}">
                  <a16:creationId xmlns:a16="http://schemas.microsoft.com/office/drawing/2014/main" id="{846B222E-D5BF-6983-9AAA-4F8F983562BD}"/>
                </a:ext>
              </a:extLst>
            </p:cNvPr>
            <p:cNvGrpSpPr/>
            <p:nvPr/>
          </p:nvGrpSpPr>
          <p:grpSpPr>
            <a:xfrm>
              <a:off x="567162" y="4400235"/>
              <a:ext cx="59604" cy="59604"/>
              <a:chOff x="606388" y="4472486"/>
              <a:chExt cx="59604" cy="59604"/>
            </a:xfrm>
          </p:grpSpPr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4A135CB6-24E7-C00B-78BA-27BC953D2B71}"/>
                  </a:ext>
                </a:extLst>
              </p:cNvPr>
              <p:cNvSpPr/>
              <p:nvPr/>
            </p:nvSpPr>
            <p:spPr>
              <a:xfrm>
                <a:off x="606388" y="447248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6" name="Connector 585">
                <a:extLst>
                  <a:ext uri="{FF2B5EF4-FFF2-40B4-BE49-F238E27FC236}">
                    <a16:creationId xmlns:a16="http://schemas.microsoft.com/office/drawing/2014/main" id="{225EDD79-BEE5-893E-8BFF-E980D931B7C9}"/>
                  </a:ext>
                </a:extLst>
              </p:cNvPr>
              <p:cNvCxnSpPr/>
              <p:nvPr/>
            </p:nvCxnSpPr>
            <p:spPr>
              <a:xfrm>
                <a:off x="606388" y="450228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Connector 586">
                <a:extLst>
                  <a:ext uri="{FF2B5EF4-FFF2-40B4-BE49-F238E27FC236}">
                    <a16:creationId xmlns:a16="http://schemas.microsoft.com/office/drawing/2014/main" id="{7E5AF0FB-E42B-694F-8A83-EA86F7D03B8F}"/>
                  </a:ext>
                </a:extLst>
              </p:cNvPr>
              <p:cNvCxnSpPr/>
              <p:nvPr/>
            </p:nvCxnSpPr>
            <p:spPr>
              <a:xfrm>
                <a:off x="636190" y="447248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8" name="射灯 GU10_GF_客厅_5">
              <a:extLst>
                <a:ext uri="{FF2B5EF4-FFF2-40B4-BE49-F238E27FC236}">
                  <a16:creationId xmlns:a16="http://schemas.microsoft.com/office/drawing/2014/main" id="{605B3B8E-AFB9-9410-E887-1367CA2F47AD}"/>
                </a:ext>
              </a:extLst>
            </p:cNvPr>
            <p:cNvGrpSpPr/>
            <p:nvPr/>
          </p:nvGrpSpPr>
          <p:grpSpPr>
            <a:xfrm>
              <a:off x="567162" y="4137445"/>
              <a:ext cx="59604" cy="59604"/>
              <a:chOff x="606388" y="4217814"/>
              <a:chExt cx="59604" cy="59604"/>
            </a:xfrm>
          </p:grpSpPr>
          <p:sp>
            <p:nvSpPr>
              <p:cNvPr id="589" name="Oval 588">
                <a:extLst>
                  <a:ext uri="{FF2B5EF4-FFF2-40B4-BE49-F238E27FC236}">
                    <a16:creationId xmlns:a16="http://schemas.microsoft.com/office/drawing/2014/main" id="{A0FD8BBE-C623-1903-C9CC-1A9015E4F199}"/>
                  </a:ext>
                </a:extLst>
              </p:cNvPr>
              <p:cNvSpPr/>
              <p:nvPr/>
            </p:nvSpPr>
            <p:spPr>
              <a:xfrm>
                <a:off x="606388" y="421781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0" name="Connector 589">
                <a:extLst>
                  <a:ext uri="{FF2B5EF4-FFF2-40B4-BE49-F238E27FC236}">
                    <a16:creationId xmlns:a16="http://schemas.microsoft.com/office/drawing/2014/main" id="{FAF2A8D1-07BB-1ECA-F7D9-E6648EF1183E}"/>
                  </a:ext>
                </a:extLst>
              </p:cNvPr>
              <p:cNvCxnSpPr/>
              <p:nvPr/>
            </p:nvCxnSpPr>
            <p:spPr>
              <a:xfrm>
                <a:off x="606388" y="424761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Connector 590">
                <a:extLst>
                  <a:ext uri="{FF2B5EF4-FFF2-40B4-BE49-F238E27FC236}">
                    <a16:creationId xmlns:a16="http://schemas.microsoft.com/office/drawing/2014/main" id="{D9FF4FA5-C9D1-45DF-C5B1-F9C20FD6D1F0}"/>
                  </a:ext>
                </a:extLst>
              </p:cNvPr>
              <p:cNvCxnSpPr/>
              <p:nvPr/>
            </p:nvCxnSpPr>
            <p:spPr>
              <a:xfrm>
                <a:off x="636190" y="421781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2" name="射灯 GU10_GF_客厅_6">
              <a:extLst>
                <a:ext uri="{FF2B5EF4-FFF2-40B4-BE49-F238E27FC236}">
                  <a16:creationId xmlns:a16="http://schemas.microsoft.com/office/drawing/2014/main" id="{E113B0C5-1E47-C112-5DF9-4E629D665BAA}"/>
                </a:ext>
              </a:extLst>
            </p:cNvPr>
            <p:cNvGrpSpPr/>
            <p:nvPr/>
          </p:nvGrpSpPr>
          <p:grpSpPr>
            <a:xfrm>
              <a:off x="571513" y="3834607"/>
              <a:ext cx="59604" cy="59604"/>
              <a:chOff x="614323" y="3852296"/>
              <a:chExt cx="59604" cy="59604"/>
            </a:xfrm>
          </p:grpSpPr>
          <p:sp>
            <p:nvSpPr>
              <p:cNvPr id="593" name="Oval 592">
                <a:extLst>
                  <a:ext uri="{FF2B5EF4-FFF2-40B4-BE49-F238E27FC236}">
                    <a16:creationId xmlns:a16="http://schemas.microsoft.com/office/drawing/2014/main" id="{2A819D71-D087-B913-C80F-6B8E9B0944CA}"/>
                  </a:ext>
                </a:extLst>
              </p:cNvPr>
              <p:cNvSpPr/>
              <p:nvPr/>
            </p:nvSpPr>
            <p:spPr>
              <a:xfrm>
                <a:off x="614323" y="385229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4" name="Connector 593">
                <a:extLst>
                  <a:ext uri="{FF2B5EF4-FFF2-40B4-BE49-F238E27FC236}">
                    <a16:creationId xmlns:a16="http://schemas.microsoft.com/office/drawing/2014/main" id="{06CB4A07-64EA-8A24-74EC-484F8668477D}"/>
                  </a:ext>
                </a:extLst>
              </p:cNvPr>
              <p:cNvCxnSpPr/>
              <p:nvPr/>
            </p:nvCxnSpPr>
            <p:spPr>
              <a:xfrm>
                <a:off x="614323" y="388209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Connector 594">
                <a:extLst>
                  <a:ext uri="{FF2B5EF4-FFF2-40B4-BE49-F238E27FC236}">
                    <a16:creationId xmlns:a16="http://schemas.microsoft.com/office/drawing/2014/main" id="{6244BDE6-1193-3090-0CD5-135A7C0B4FD9}"/>
                  </a:ext>
                </a:extLst>
              </p:cNvPr>
              <p:cNvCxnSpPr/>
              <p:nvPr/>
            </p:nvCxnSpPr>
            <p:spPr>
              <a:xfrm>
                <a:off x="644125" y="385229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6" name="射灯 GU10_GF_客厅_7">
              <a:extLst>
                <a:ext uri="{FF2B5EF4-FFF2-40B4-BE49-F238E27FC236}">
                  <a16:creationId xmlns:a16="http://schemas.microsoft.com/office/drawing/2014/main" id="{55A33193-20D1-E867-27D8-A55A07BC27E2}"/>
                </a:ext>
              </a:extLst>
            </p:cNvPr>
            <p:cNvGrpSpPr/>
            <p:nvPr/>
          </p:nvGrpSpPr>
          <p:grpSpPr>
            <a:xfrm>
              <a:off x="820493" y="3825898"/>
              <a:ext cx="59604" cy="59604"/>
              <a:chOff x="839734" y="3854032"/>
              <a:chExt cx="59604" cy="59604"/>
            </a:xfrm>
          </p:grpSpPr>
          <p:sp>
            <p:nvSpPr>
              <p:cNvPr id="597" name="Oval 596">
                <a:extLst>
                  <a:ext uri="{FF2B5EF4-FFF2-40B4-BE49-F238E27FC236}">
                    <a16:creationId xmlns:a16="http://schemas.microsoft.com/office/drawing/2014/main" id="{36DCDB58-BC5E-C3C3-1D2E-644F2F433E93}"/>
                  </a:ext>
                </a:extLst>
              </p:cNvPr>
              <p:cNvSpPr/>
              <p:nvPr/>
            </p:nvSpPr>
            <p:spPr>
              <a:xfrm>
                <a:off x="839734" y="3854032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8" name="Connector 597">
                <a:extLst>
                  <a:ext uri="{FF2B5EF4-FFF2-40B4-BE49-F238E27FC236}">
                    <a16:creationId xmlns:a16="http://schemas.microsoft.com/office/drawing/2014/main" id="{88F71DAD-5210-BAF3-C5B6-8FB4D893632C}"/>
                  </a:ext>
                </a:extLst>
              </p:cNvPr>
              <p:cNvCxnSpPr/>
              <p:nvPr/>
            </p:nvCxnSpPr>
            <p:spPr>
              <a:xfrm>
                <a:off x="839734" y="3883834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Connector 598">
                <a:extLst>
                  <a:ext uri="{FF2B5EF4-FFF2-40B4-BE49-F238E27FC236}">
                    <a16:creationId xmlns:a16="http://schemas.microsoft.com/office/drawing/2014/main" id="{15C9A942-3F37-8B83-9A86-1C784C1C2F17}"/>
                  </a:ext>
                </a:extLst>
              </p:cNvPr>
              <p:cNvCxnSpPr/>
              <p:nvPr/>
            </p:nvCxnSpPr>
            <p:spPr>
              <a:xfrm>
                <a:off x="869536" y="3854032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射灯 GU10_GF_客厅_11">
              <a:extLst>
                <a:ext uri="{FF2B5EF4-FFF2-40B4-BE49-F238E27FC236}">
                  <a16:creationId xmlns:a16="http://schemas.microsoft.com/office/drawing/2014/main" id="{F27FFC4D-EF57-D941-96B7-7269EBE1DAAF}"/>
                </a:ext>
              </a:extLst>
            </p:cNvPr>
            <p:cNvGrpSpPr/>
            <p:nvPr/>
          </p:nvGrpSpPr>
          <p:grpSpPr>
            <a:xfrm>
              <a:off x="1116724" y="3825898"/>
              <a:ext cx="59604" cy="59604"/>
              <a:chOff x="1116724" y="3838657"/>
              <a:chExt cx="59604" cy="59604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901861AE-510C-B8B7-434A-B4E183EC52AC}"/>
                  </a:ext>
                </a:extLst>
              </p:cNvPr>
              <p:cNvSpPr/>
              <p:nvPr/>
            </p:nvSpPr>
            <p:spPr>
              <a:xfrm>
                <a:off x="1116724" y="3838657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14" name="Connector 613">
                <a:extLst>
                  <a:ext uri="{FF2B5EF4-FFF2-40B4-BE49-F238E27FC236}">
                    <a16:creationId xmlns:a16="http://schemas.microsoft.com/office/drawing/2014/main" id="{9C262F86-D401-A395-78D4-4BB3D73F4C24}"/>
                  </a:ext>
                </a:extLst>
              </p:cNvPr>
              <p:cNvCxnSpPr/>
              <p:nvPr/>
            </p:nvCxnSpPr>
            <p:spPr>
              <a:xfrm>
                <a:off x="1116724" y="3868459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Connector 614">
                <a:extLst>
                  <a:ext uri="{FF2B5EF4-FFF2-40B4-BE49-F238E27FC236}">
                    <a16:creationId xmlns:a16="http://schemas.microsoft.com/office/drawing/2014/main" id="{576B838A-0BA1-3D2F-794B-C3688D5A5FB6}"/>
                  </a:ext>
                </a:extLst>
              </p:cNvPr>
              <p:cNvCxnSpPr/>
              <p:nvPr/>
            </p:nvCxnSpPr>
            <p:spPr>
              <a:xfrm>
                <a:off x="1146526" y="3838657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射灯 GU10_GF_洗衣房_1">
              <a:extLst>
                <a:ext uri="{FF2B5EF4-FFF2-40B4-BE49-F238E27FC236}">
                  <a16:creationId xmlns:a16="http://schemas.microsoft.com/office/drawing/2014/main" id="{AFC8F48E-B9E2-C965-495F-62E324FF6F74}"/>
                </a:ext>
              </a:extLst>
            </p:cNvPr>
            <p:cNvGrpSpPr/>
            <p:nvPr/>
          </p:nvGrpSpPr>
          <p:grpSpPr>
            <a:xfrm>
              <a:off x="2262625" y="1206135"/>
              <a:ext cx="59604" cy="59604"/>
              <a:chOff x="2262625" y="1206135"/>
              <a:chExt cx="59604" cy="59604"/>
            </a:xfrm>
          </p:grpSpPr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57FBC95E-0EF3-8440-4A03-E52278298A4E}"/>
                  </a:ext>
                </a:extLst>
              </p:cNvPr>
              <p:cNvSpPr/>
              <p:nvPr/>
            </p:nvSpPr>
            <p:spPr>
              <a:xfrm>
                <a:off x="2262625" y="120613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2" name="Connector 621">
                <a:extLst>
                  <a:ext uri="{FF2B5EF4-FFF2-40B4-BE49-F238E27FC236}">
                    <a16:creationId xmlns:a16="http://schemas.microsoft.com/office/drawing/2014/main" id="{4A94AF69-D77C-045A-765B-B1F5B2D4EC05}"/>
                  </a:ext>
                </a:extLst>
              </p:cNvPr>
              <p:cNvCxnSpPr/>
              <p:nvPr/>
            </p:nvCxnSpPr>
            <p:spPr>
              <a:xfrm>
                <a:off x="2262625" y="123593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Connector 622">
                <a:extLst>
                  <a:ext uri="{FF2B5EF4-FFF2-40B4-BE49-F238E27FC236}">
                    <a16:creationId xmlns:a16="http://schemas.microsoft.com/office/drawing/2014/main" id="{620DE26E-3156-52B8-043F-2081A78BB0A5}"/>
                  </a:ext>
                </a:extLst>
              </p:cNvPr>
              <p:cNvCxnSpPr/>
              <p:nvPr/>
            </p:nvCxnSpPr>
            <p:spPr>
              <a:xfrm>
                <a:off x="2292427" y="120613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射灯 GU10_GF_客厅_13">
              <a:extLst>
                <a:ext uri="{FF2B5EF4-FFF2-40B4-BE49-F238E27FC236}">
                  <a16:creationId xmlns:a16="http://schemas.microsoft.com/office/drawing/2014/main" id="{D8A4B879-6A76-A3B2-7A0F-97ACC7AB4B1B}"/>
                </a:ext>
              </a:extLst>
            </p:cNvPr>
            <p:cNvGrpSpPr/>
            <p:nvPr/>
          </p:nvGrpSpPr>
          <p:grpSpPr>
            <a:xfrm>
              <a:off x="1153920" y="3270046"/>
              <a:ext cx="59604" cy="59604"/>
              <a:chOff x="1153920" y="3270046"/>
              <a:chExt cx="59604" cy="59604"/>
            </a:xfrm>
          </p:grpSpPr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17A3E94C-52E0-183F-A83A-BAB9243EE7DF}"/>
                  </a:ext>
                </a:extLst>
              </p:cNvPr>
              <p:cNvSpPr/>
              <p:nvPr/>
            </p:nvSpPr>
            <p:spPr>
              <a:xfrm>
                <a:off x="1153920" y="327004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6" name="Connector 625">
                <a:extLst>
                  <a:ext uri="{FF2B5EF4-FFF2-40B4-BE49-F238E27FC236}">
                    <a16:creationId xmlns:a16="http://schemas.microsoft.com/office/drawing/2014/main" id="{86A28E1F-6D91-D866-0A95-F4E5053855B3}"/>
                  </a:ext>
                </a:extLst>
              </p:cNvPr>
              <p:cNvCxnSpPr/>
              <p:nvPr/>
            </p:nvCxnSpPr>
            <p:spPr>
              <a:xfrm>
                <a:off x="1153920" y="329984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Connector 626">
                <a:extLst>
                  <a:ext uri="{FF2B5EF4-FFF2-40B4-BE49-F238E27FC236}">
                    <a16:creationId xmlns:a16="http://schemas.microsoft.com/office/drawing/2014/main" id="{E5102F89-B7B5-2496-C0B4-75BD76AADDDB}"/>
                  </a:ext>
                </a:extLst>
              </p:cNvPr>
              <p:cNvCxnSpPr/>
              <p:nvPr/>
            </p:nvCxnSpPr>
            <p:spPr>
              <a:xfrm>
                <a:off x="1183722" y="327004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8" name="地灯 GroundLED_0">
              <a:extLst>
                <a:ext uri="{FF2B5EF4-FFF2-40B4-BE49-F238E27FC236}">
                  <a16:creationId xmlns:a16="http://schemas.microsoft.com/office/drawing/2014/main" id="{970B8C48-8F82-E7F4-76F3-582712F329EC}"/>
                </a:ext>
              </a:extLst>
            </p:cNvPr>
            <p:cNvSpPr/>
            <p:nvPr/>
          </p:nvSpPr>
          <p:spPr>
            <a:xfrm>
              <a:off x="399978" y="274895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9" name="地灯 GroundLED_1">
              <a:extLst>
                <a:ext uri="{FF2B5EF4-FFF2-40B4-BE49-F238E27FC236}">
                  <a16:creationId xmlns:a16="http://schemas.microsoft.com/office/drawing/2014/main" id="{2284EB6D-71B2-0473-D0A8-D5249B02DCFE}"/>
                </a:ext>
              </a:extLst>
            </p:cNvPr>
            <p:cNvSpPr/>
            <p:nvPr/>
          </p:nvSpPr>
          <p:spPr>
            <a:xfrm>
              <a:off x="399978" y="2250521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0" name="地灯 GroundLED_2">
              <a:extLst>
                <a:ext uri="{FF2B5EF4-FFF2-40B4-BE49-F238E27FC236}">
                  <a16:creationId xmlns:a16="http://schemas.microsoft.com/office/drawing/2014/main" id="{1A8F3D2B-E280-52F7-94D2-D9F73A9BB1D7}"/>
                </a:ext>
              </a:extLst>
            </p:cNvPr>
            <p:cNvSpPr/>
            <p:nvPr/>
          </p:nvSpPr>
          <p:spPr>
            <a:xfrm>
              <a:off x="399978" y="179176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2" name="地灯 GroundLED_4">
              <a:extLst>
                <a:ext uri="{FF2B5EF4-FFF2-40B4-BE49-F238E27FC236}">
                  <a16:creationId xmlns:a16="http://schemas.microsoft.com/office/drawing/2014/main" id="{671AE3F5-B5FD-4698-D580-50C5C722406D}"/>
                </a:ext>
              </a:extLst>
            </p:cNvPr>
            <p:cNvSpPr/>
            <p:nvPr/>
          </p:nvSpPr>
          <p:spPr>
            <a:xfrm>
              <a:off x="401233" y="1531388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8" name="墙_V15_Concealed_Door_Leaf">
              <a:extLst>
                <a:ext uri="{FF2B5EF4-FFF2-40B4-BE49-F238E27FC236}">
                  <a16:creationId xmlns:a16="http://schemas.microsoft.com/office/drawing/2014/main" id="{F0F87429-D84C-567E-E4C4-1FA6416F537E}"/>
                </a:ext>
              </a:extLst>
            </p:cNvPr>
            <p:cNvSpPr/>
            <p:nvPr/>
          </p:nvSpPr>
          <p:spPr>
            <a:xfrm flipH="1">
              <a:off x="1273148" y="3978484"/>
              <a:ext cx="45719" cy="900291"/>
            </a:xfrm>
            <a:custGeom>
              <a:avLst/>
              <a:gdLst/>
              <a:ahLst/>
              <a:cxnLst/>
              <a:rect l="l" t="t" r="r" b="b"/>
              <a:pathLst>
                <a:path w="10167" h="248968">
                  <a:moveTo>
                    <a:pt x="248" y="248968"/>
                  </a:moveTo>
                  <a:lnTo>
                    <a:pt x="0" y="248968"/>
                  </a:lnTo>
                  <a:lnTo>
                    <a:pt x="0" y="248968"/>
                  </a:lnTo>
                  <a:lnTo>
                    <a:pt x="0" y="248968"/>
                  </a:lnTo>
                  <a:lnTo>
                    <a:pt x="0" y="248720"/>
                  </a:lnTo>
                  <a:lnTo>
                    <a:pt x="0" y="100182"/>
                  </a:lnTo>
                  <a:lnTo>
                    <a:pt x="0" y="24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8" y="0"/>
                  </a:lnTo>
                  <a:lnTo>
                    <a:pt x="3471" y="0"/>
                  </a:lnTo>
                  <a:lnTo>
                    <a:pt x="5455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248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951" y="0"/>
                  </a:lnTo>
                  <a:lnTo>
                    <a:pt x="8431" y="0"/>
                  </a:lnTo>
                  <a:lnTo>
                    <a:pt x="9919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248"/>
                  </a:lnTo>
                  <a:lnTo>
                    <a:pt x="10167" y="992"/>
                  </a:lnTo>
                  <a:lnTo>
                    <a:pt x="10167" y="2231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9919" y="2479"/>
                  </a:lnTo>
                  <a:lnTo>
                    <a:pt x="8431" y="2479"/>
                  </a:lnTo>
                  <a:lnTo>
                    <a:pt x="5951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231"/>
                  </a:lnTo>
                  <a:lnTo>
                    <a:pt x="5703" y="992"/>
                  </a:lnTo>
                  <a:lnTo>
                    <a:pt x="5703" y="248"/>
                  </a:lnTo>
                  <a:lnTo>
                    <a:pt x="5703" y="100182"/>
                  </a:lnTo>
                  <a:lnTo>
                    <a:pt x="5703" y="248720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455" y="248968"/>
                  </a:lnTo>
                  <a:lnTo>
                    <a:pt x="3471" y="248968"/>
                  </a:lnTo>
                  <a:close/>
                  <a:moveTo>
                    <a:pt x="5951" y="248968"/>
                  </a:move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720"/>
                  </a:lnTo>
                  <a:lnTo>
                    <a:pt x="5703" y="245745"/>
                  </a:lnTo>
                  <a:lnTo>
                    <a:pt x="5703" y="243761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951" y="243513"/>
                  </a:lnTo>
                  <a:lnTo>
                    <a:pt x="8431" y="243513"/>
                  </a:lnTo>
                  <a:lnTo>
                    <a:pt x="9919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761"/>
                  </a:lnTo>
                  <a:lnTo>
                    <a:pt x="10167" y="245745"/>
                  </a:lnTo>
                  <a:lnTo>
                    <a:pt x="10167" y="248720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9919" y="248968"/>
                  </a:lnTo>
                  <a:lnTo>
                    <a:pt x="8431" y="248968"/>
                  </a:lnTo>
                  <a:close/>
                  <a:moveTo>
                    <a:pt x="5951" y="240537"/>
                  </a:moveTo>
                  <a:lnTo>
                    <a:pt x="5703" y="240537"/>
                  </a:lnTo>
                  <a:lnTo>
                    <a:pt x="5703" y="240537"/>
                  </a:lnTo>
                  <a:lnTo>
                    <a:pt x="5703" y="240537"/>
                  </a:lnTo>
                  <a:lnTo>
                    <a:pt x="5703" y="240289"/>
                  </a:lnTo>
                  <a:lnTo>
                    <a:pt x="5703" y="236322"/>
                  </a:lnTo>
                  <a:lnTo>
                    <a:pt x="5703" y="233842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951" y="233594"/>
                  </a:lnTo>
                  <a:lnTo>
                    <a:pt x="8431" y="233594"/>
                  </a:lnTo>
                  <a:lnTo>
                    <a:pt x="9919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842"/>
                  </a:lnTo>
                  <a:lnTo>
                    <a:pt x="10167" y="236322"/>
                  </a:lnTo>
                  <a:lnTo>
                    <a:pt x="10167" y="240289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9919" y="240537"/>
                  </a:lnTo>
                  <a:lnTo>
                    <a:pt x="8431" y="240537"/>
                  </a:lnTo>
                  <a:close/>
                  <a:moveTo>
                    <a:pt x="5951" y="230618"/>
                  </a:moveTo>
                  <a:lnTo>
                    <a:pt x="5703" y="230618"/>
                  </a:lnTo>
                  <a:lnTo>
                    <a:pt x="5703" y="230618"/>
                  </a:lnTo>
                  <a:lnTo>
                    <a:pt x="5703" y="230618"/>
                  </a:lnTo>
                  <a:lnTo>
                    <a:pt x="5703" y="230370"/>
                  </a:lnTo>
                  <a:lnTo>
                    <a:pt x="5703" y="226402"/>
                  </a:lnTo>
                  <a:lnTo>
                    <a:pt x="5703" y="223923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951" y="223675"/>
                  </a:lnTo>
                  <a:lnTo>
                    <a:pt x="8431" y="223675"/>
                  </a:lnTo>
                  <a:lnTo>
                    <a:pt x="9919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923"/>
                  </a:lnTo>
                  <a:lnTo>
                    <a:pt x="10167" y="226402"/>
                  </a:lnTo>
                  <a:lnTo>
                    <a:pt x="10167" y="230370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9919" y="230618"/>
                  </a:lnTo>
                  <a:lnTo>
                    <a:pt x="8431" y="230618"/>
                  </a:lnTo>
                  <a:close/>
                  <a:moveTo>
                    <a:pt x="5951" y="220699"/>
                  </a:moveTo>
                  <a:lnTo>
                    <a:pt x="5703" y="220699"/>
                  </a:lnTo>
                  <a:lnTo>
                    <a:pt x="5703" y="220699"/>
                  </a:lnTo>
                  <a:lnTo>
                    <a:pt x="5703" y="220699"/>
                  </a:lnTo>
                  <a:lnTo>
                    <a:pt x="5703" y="220451"/>
                  </a:lnTo>
                  <a:lnTo>
                    <a:pt x="5703" y="216483"/>
                  </a:lnTo>
                  <a:lnTo>
                    <a:pt x="5703" y="214004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951" y="213756"/>
                  </a:lnTo>
                  <a:lnTo>
                    <a:pt x="8431" y="213756"/>
                  </a:lnTo>
                  <a:lnTo>
                    <a:pt x="9919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4004"/>
                  </a:lnTo>
                  <a:lnTo>
                    <a:pt x="10167" y="216483"/>
                  </a:lnTo>
                  <a:lnTo>
                    <a:pt x="10167" y="220451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9919" y="220699"/>
                  </a:lnTo>
                  <a:lnTo>
                    <a:pt x="8431" y="220699"/>
                  </a:lnTo>
                  <a:close/>
                  <a:moveTo>
                    <a:pt x="5951" y="210780"/>
                  </a:moveTo>
                  <a:lnTo>
                    <a:pt x="5703" y="210780"/>
                  </a:lnTo>
                  <a:lnTo>
                    <a:pt x="5703" y="210780"/>
                  </a:lnTo>
                  <a:lnTo>
                    <a:pt x="5703" y="210780"/>
                  </a:lnTo>
                  <a:lnTo>
                    <a:pt x="5703" y="210532"/>
                  </a:lnTo>
                  <a:lnTo>
                    <a:pt x="5703" y="206564"/>
                  </a:lnTo>
                  <a:lnTo>
                    <a:pt x="5703" y="204085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951" y="203837"/>
                  </a:lnTo>
                  <a:lnTo>
                    <a:pt x="8431" y="203837"/>
                  </a:lnTo>
                  <a:lnTo>
                    <a:pt x="9919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4085"/>
                  </a:lnTo>
                  <a:lnTo>
                    <a:pt x="10167" y="206564"/>
                  </a:lnTo>
                  <a:lnTo>
                    <a:pt x="10167" y="210532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9919" y="210780"/>
                  </a:lnTo>
                  <a:lnTo>
                    <a:pt x="8431" y="210780"/>
                  </a:lnTo>
                  <a:close/>
                  <a:moveTo>
                    <a:pt x="5951" y="200861"/>
                  </a:moveTo>
                  <a:lnTo>
                    <a:pt x="5703" y="200861"/>
                  </a:lnTo>
                  <a:lnTo>
                    <a:pt x="5703" y="200861"/>
                  </a:lnTo>
                  <a:lnTo>
                    <a:pt x="5703" y="200861"/>
                  </a:lnTo>
                  <a:lnTo>
                    <a:pt x="5703" y="200613"/>
                  </a:lnTo>
                  <a:lnTo>
                    <a:pt x="5703" y="196645"/>
                  </a:lnTo>
                  <a:lnTo>
                    <a:pt x="5703" y="194165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951" y="193918"/>
                  </a:lnTo>
                  <a:lnTo>
                    <a:pt x="8431" y="193918"/>
                  </a:lnTo>
                  <a:lnTo>
                    <a:pt x="9919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4165"/>
                  </a:lnTo>
                  <a:lnTo>
                    <a:pt x="10167" y="196645"/>
                  </a:lnTo>
                  <a:lnTo>
                    <a:pt x="10167" y="200613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9919" y="200861"/>
                  </a:lnTo>
                  <a:lnTo>
                    <a:pt x="8431" y="200861"/>
                  </a:lnTo>
                  <a:close/>
                  <a:moveTo>
                    <a:pt x="5951" y="190942"/>
                  </a:moveTo>
                  <a:lnTo>
                    <a:pt x="5703" y="190942"/>
                  </a:lnTo>
                  <a:lnTo>
                    <a:pt x="5703" y="190942"/>
                  </a:lnTo>
                  <a:lnTo>
                    <a:pt x="5703" y="190942"/>
                  </a:lnTo>
                  <a:lnTo>
                    <a:pt x="5703" y="190694"/>
                  </a:lnTo>
                  <a:lnTo>
                    <a:pt x="5703" y="186726"/>
                  </a:lnTo>
                  <a:lnTo>
                    <a:pt x="5703" y="184246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951" y="183998"/>
                  </a:lnTo>
                  <a:lnTo>
                    <a:pt x="8431" y="183998"/>
                  </a:lnTo>
                  <a:lnTo>
                    <a:pt x="9919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4246"/>
                  </a:lnTo>
                  <a:lnTo>
                    <a:pt x="10167" y="186726"/>
                  </a:lnTo>
                  <a:lnTo>
                    <a:pt x="10167" y="190694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9919" y="190942"/>
                  </a:lnTo>
                  <a:lnTo>
                    <a:pt x="8431" y="190942"/>
                  </a:lnTo>
                  <a:close/>
                  <a:moveTo>
                    <a:pt x="5951" y="181023"/>
                  </a:moveTo>
                  <a:lnTo>
                    <a:pt x="5703" y="181023"/>
                  </a:lnTo>
                  <a:lnTo>
                    <a:pt x="5703" y="181023"/>
                  </a:lnTo>
                  <a:lnTo>
                    <a:pt x="5703" y="181023"/>
                  </a:lnTo>
                  <a:lnTo>
                    <a:pt x="5703" y="180775"/>
                  </a:lnTo>
                  <a:lnTo>
                    <a:pt x="5703" y="176807"/>
                  </a:lnTo>
                  <a:lnTo>
                    <a:pt x="5703" y="174327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951" y="174079"/>
                  </a:lnTo>
                  <a:lnTo>
                    <a:pt x="8431" y="174079"/>
                  </a:lnTo>
                  <a:lnTo>
                    <a:pt x="9919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327"/>
                  </a:lnTo>
                  <a:lnTo>
                    <a:pt x="10167" y="176807"/>
                  </a:lnTo>
                  <a:lnTo>
                    <a:pt x="10167" y="180775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9919" y="181023"/>
                  </a:lnTo>
                  <a:lnTo>
                    <a:pt x="8431" y="181023"/>
                  </a:lnTo>
                  <a:close/>
                  <a:moveTo>
                    <a:pt x="5951" y="171104"/>
                  </a:moveTo>
                  <a:lnTo>
                    <a:pt x="5703" y="171104"/>
                  </a:lnTo>
                  <a:lnTo>
                    <a:pt x="5703" y="171104"/>
                  </a:lnTo>
                  <a:lnTo>
                    <a:pt x="5703" y="171104"/>
                  </a:lnTo>
                  <a:lnTo>
                    <a:pt x="5703" y="170856"/>
                  </a:lnTo>
                  <a:lnTo>
                    <a:pt x="5703" y="166888"/>
                  </a:lnTo>
                  <a:lnTo>
                    <a:pt x="5703" y="164408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951" y="164160"/>
                  </a:lnTo>
                  <a:lnTo>
                    <a:pt x="8431" y="164160"/>
                  </a:lnTo>
                  <a:lnTo>
                    <a:pt x="9919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408"/>
                  </a:lnTo>
                  <a:lnTo>
                    <a:pt x="10167" y="166888"/>
                  </a:lnTo>
                  <a:lnTo>
                    <a:pt x="10167" y="170856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9919" y="171104"/>
                  </a:lnTo>
                  <a:lnTo>
                    <a:pt x="8431" y="171104"/>
                  </a:lnTo>
                  <a:close/>
                  <a:moveTo>
                    <a:pt x="5951" y="161185"/>
                  </a:moveTo>
                  <a:lnTo>
                    <a:pt x="5703" y="161185"/>
                  </a:lnTo>
                  <a:lnTo>
                    <a:pt x="5703" y="161185"/>
                  </a:lnTo>
                  <a:lnTo>
                    <a:pt x="5703" y="161185"/>
                  </a:lnTo>
                  <a:lnTo>
                    <a:pt x="5703" y="160937"/>
                  </a:lnTo>
                  <a:lnTo>
                    <a:pt x="5703" y="156969"/>
                  </a:lnTo>
                  <a:lnTo>
                    <a:pt x="5703" y="154489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951" y="154241"/>
                  </a:lnTo>
                  <a:lnTo>
                    <a:pt x="8431" y="154241"/>
                  </a:lnTo>
                  <a:lnTo>
                    <a:pt x="9919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489"/>
                  </a:lnTo>
                  <a:lnTo>
                    <a:pt x="10167" y="156969"/>
                  </a:lnTo>
                  <a:lnTo>
                    <a:pt x="10167" y="160937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9919" y="161185"/>
                  </a:lnTo>
                  <a:lnTo>
                    <a:pt x="8431" y="161185"/>
                  </a:lnTo>
                  <a:close/>
                  <a:moveTo>
                    <a:pt x="5951" y="151265"/>
                  </a:moveTo>
                  <a:lnTo>
                    <a:pt x="5703" y="151265"/>
                  </a:lnTo>
                  <a:lnTo>
                    <a:pt x="5703" y="151265"/>
                  </a:lnTo>
                  <a:lnTo>
                    <a:pt x="5703" y="151265"/>
                  </a:lnTo>
                  <a:lnTo>
                    <a:pt x="5703" y="151018"/>
                  </a:lnTo>
                  <a:lnTo>
                    <a:pt x="5703" y="147050"/>
                  </a:lnTo>
                  <a:lnTo>
                    <a:pt x="5703" y="144570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951" y="144322"/>
                  </a:lnTo>
                  <a:lnTo>
                    <a:pt x="8431" y="144322"/>
                  </a:lnTo>
                  <a:lnTo>
                    <a:pt x="9919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570"/>
                  </a:lnTo>
                  <a:lnTo>
                    <a:pt x="10167" y="147050"/>
                  </a:lnTo>
                  <a:lnTo>
                    <a:pt x="10167" y="151018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9919" y="151265"/>
                  </a:lnTo>
                  <a:lnTo>
                    <a:pt x="8431" y="151265"/>
                  </a:lnTo>
                  <a:close/>
                  <a:moveTo>
                    <a:pt x="5951" y="141346"/>
                  </a:moveTo>
                  <a:lnTo>
                    <a:pt x="5703" y="141346"/>
                  </a:lnTo>
                  <a:lnTo>
                    <a:pt x="5703" y="141346"/>
                  </a:lnTo>
                  <a:lnTo>
                    <a:pt x="5703" y="141346"/>
                  </a:lnTo>
                  <a:lnTo>
                    <a:pt x="5703" y="141098"/>
                  </a:lnTo>
                  <a:lnTo>
                    <a:pt x="5703" y="137131"/>
                  </a:lnTo>
                  <a:lnTo>
                    <a:pt x="5703" y="134651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951" y="134403"/>
                  </a:lnTo>
                  <a:lnTo>
                    <a:pt x="8431" y="134403"/>
                  </a:lnTo>
                  <a:lnTo>
                    <a:pt x="9919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651"/>
                  </a:lnTo>
                  <a:lnTo>
                    <a:pt x="10167" y="137131"/>
                  </a:lnTo>
                  <a:lnTo>
                    <a:pt x="10167" y="141098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9919" y="141346"/>
                  </a:lnTo>
                  <a:lnTo>
                    <a:pt x="8431" y="141346"/>
                  </a:lnTo>
                  <a:close/>
                  <a:moveTo>
                    <a:pt x="5951" y="131427"/>
                  </a:moveTo>
                  <a:lnTo>
                    <a:pt x="5703" y="131427"/>
                  </a:lnTo>
                  <a:lnTo>
                    <a:pt x="5703" y="131427"/>
                  </a:lnTo>
                  <a:lnTo>
                    <a:pt x="5703" y="131427"/>
                  </a:lnTo>
                  <a:lnTo>
                    <a:pt x="5703" y="131179"/>
                  </a:lnTo>
                  <a:lnTo>
                    <a:pt x="5703" y="127212"/>
                  </a:lnTo>
                  <a:lnTo>
                    <a:pt x="5703" y="124732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951" y="124484"/>
                  </a:lnTo>
                  <a:lnTo>
                    <a:pt x="8431" y="124484"/>
                  </a:lnTo>
                  <a:lnTo>
                    <a:pt x="9919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732"/>
                  </a:lnTo>
                  <a:lnTo>
                    <a:pt x="10167" y="127212"/>
                  </a:lnTo>
                  <a:lnTo>
                    <a:pt x="10167" y="131179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9919" y="131427"/>
                  </a:lnTo>
                  <a:lnTo>
                    <a:pt x="8431" y="131427"/>
                  </a:lnTo>
                  <a:close/>
                  <a:moveTo>
                    <a:pt x="5951" y="121508"/>
                  </a:moveTo>
                  <a:lnTo>
                    <a:pt x="5703" y="121508"/>
                  </a:lnTo>
                  <a:lnTo>
                    <a:pt x="5703" y="121508"/>
                  </a:lnTo>
                  <a:lnTo>
                    <a:pt x="5703" y="121508"/>
                  </a:lnTo>
                  <a:lnTo>
                    <a:pt x="5703" y="121260"/>
                  </a:lnTo>
                  <a:lnTo>
                    <a:pt x="5703" y="117293"/>
                  </a:lnTo>
                  <a:lnTo>
                    <a:pt x="5703" y="114813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951" y="114565"/>
                  </a:lnTo>
                  <a:lnTo>
                    <a:pt x="8431" y="114565"/>
                  </a:lnTo>
                  <a:lnTo>
                    <a:pt x="9919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813"/>
                  </a:lnTo>
                  <a:lnTo>
                    <a:pt x="10167" y="117293"/>
                  </a:lnTo>
                  <a:lnTo>
                    <a:pt x="10167" y="121260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9919" y="121508"/>
                  </a:lnTo>
                  <a:lnTo>
                    <a:pt x="8431" y="121508"/>
                  </a:lnTo>
                  <a:close/>
                  <a:moveTo>
                    <a:pt x="5951" y="111589"/>
                  </a:moveTo>
                  <a:lnTo>
                    <a:pt x="5703" y="111589"/>
                  </a:lnTo>
                  <a:lnTo>
                    <a:pt x="5703" y="111589"/>
                  </a:lnTo>
                  <a:lnTo>
                    <a:pt x="5703" y="111589"/>
                  </a:lnTo>
                  <a:lnTo>
                    <a:pt x="5703" y="111341"/>
                  </a:lnTo>
                  <a:lnTo>
                    <a:pt x="5703" y="107374"/>
                  </a:lnTo>
                  <a:lnTo>
                    <a:pt x="5703" y="104894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951" y="104646"/>
                  </a:lnTo>
                  <a:lnTo>
                    <a:pt x="8431" y="104646"/>
                  </a:lnTo>
                  <a:lnTo>
                    <a:pt x="9919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894"/>
                  </a:lnTo>
                  <a:lnTo>
                    <a:pt x="10167" y="107374"/>
                  </a:lnTo>
                  <a:lnTo>
                    <a:pt x="10167" y="111341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9919" y="111589"/>
                  </a:lnTo>
                  <a:lnTo>
                    <a:pt x="8431" y="111589"/>
                  </a:lnTo>
                  <a:close/>
                  <a:moveTo>
                    <a:pt x="5951" y="101670"/>
                  </a:moveTo>
                  <a:lnTo>
                    <a:pt x="5703" y="101670"/>
                  </a:lnTo>
                  <a:lnTo>
                    <a:pt x="5703" y="101670"/>
                  </a:lnTo>
                  <a:lnTo>
                    <a:pt x="5703" y="101670"/>
                  </a:lnTo>
                  <a:lnTo>
                    <a:pt x="5703" y="101422"/>
                  </a:lnTo>
                  <a:lnTo>
                    <a:pt x="5703" y="97455"/>
                  </a:lnTo>
                  <a:lnTo>
                    <a:pt x="5703" y="94975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951" y="94727"/>
                  </a:lnTo>
                  <a:lnTo>
                    <a:pt x="8431" y="94727"/>
                  </a:lnTo>
                  <a:lnTo>
                    <a:pt x="9919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975"/>
                  </a:lnTo>
                  <a:lnTo>
                    <a:pt x="10167" y="97455"/>
                  </a:lnTo>
                  <a:lnTo>
                    <a:pt x="10167" y="101422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9919" y="101670"/>
                  </a:lnTo>
                  <a:lnTo>
                    <a:pt x="8431" y="101670"/>
                  </a:lnTo>
                  <a:close/>
                  <a:moveTo>
                    <a:pt x="5951" y="91751"/>
                  </a:moveTo>
                  <a:lnTo>
                    <a:pt x="5703" y="91751"/>
                  </a:lnTo>
                  <a:lnTo>
                    <a:pt x="5703" y="91751"/>
                  </a:lnTo>
                  <a:lnTo>
                    <a:pt x="5703" y="91751"/>
                  </a:lnTo>
                  <a:lnTo>
                    <a:pt x="5703" y="91503"/>
                  </a:lnTo>
                  <a:lnTo>
                    <a:pt x="5703" y="87535"/>
                  </a:lnTo>
                  <a:lnTo>
                    <a:pt x="5703" y="85056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951" y="84808"/>
                  </a:lnTo>
                  <a:lnTo>
                    <a:pt x="8431" y="84808"/>
                  </a:lnTo>
                  <a:lnTo>
                    <a:pt x="9919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5056"/>
                  </a:lnTo>
                  <a:lnTo>
                    <a:pt x="10167" y="87535"/>
                  </a:lnTo>
                  <a:lnTo>
                    <a:pt x="10167" y="91503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9919" y="91751"/>
                  </a:lnTo>
                  <a:lnTo>
                    <a:pt x="8431" y="91751"/>
                  </a:lnTo>
                  <a:close/>
                  <a:moveTo>
                    <a:pt x="5951" y="81832"/>
                  </a:moveTo>
                  <a:lnTo>
                    <a:pt x="5703" y="81832"/>
                  </a:lnTo>
                  <a:lnTo>
                    <a:pt x="5703" y="81832"/>
                  </a:lnTo>
                  <a:lnTo>
                    <a:pt x="5703" y="81832"/>
                  </a:lnTo>
                  <a:lnTo>
                    <a:pt x="5703" y="81584"/>
                  </a:lnTo>
                  <a:lnTo>
                    <a:pt x="5703" y="77616"/>
                  </a:lnTo>
                  <a:lnTo>
                    <a:pt x="5703" y="75137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951" y="74889"/>
                  </a:lnTo>
                  <a:lnTo>
                    <a:pt x="8431" y="74889"/>
                  </a:lnTo>
                  <a:lnTo>
                    <a:pt x="9919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5137"/>
                  </a:lnTo>
                  <a:lnTo>
                    <a:pt x="10167" y="77616"/>
                  </a:lnTo>
                  <a:lnTo>
                    <a:pt x="10167" y="81584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9919" y="81832"/>
                  </a:lnTo>
                  <a:lnTo>
                    <a:pt x="8431" y="81832"/>
                  </a:lnTo>
                  <a:close/>
                  <a:moveTo>
                    <a:pt x="5951" y="71913"/>
                  </a:moveTo>
                  <a:lnTo>
                    <a:pt x="5703" y="71913"/>
                  </a:lnTo>
                  <a:lnTo>
                    <a:pt x="5703" y="71913"/>
                  </a:lnTo>
                  <a:lnTo>
                    <a:pt x="5703" y="71913"/>
                  </a:lnTo>
                  <a:lnTo>
                    <a:pt x="5703" y="71665"/>
                  </a:lnTo>
                  <a:lnTo>
                    <a:pt x="5703" y="67697"/>
                  </a:lnTo>
                  <a:lnTo>
                    <a:pt x="5703" y="65218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951" y="64970"/>
                  </a:lnTo>
                  <a:lnTo>
                    <a:pt x="8431" y="64970"/>
                  </a:lnTo>
                  <a:lnTo>
                    <a:pt x="9919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5218"/>
                  </a:lnTo>
                  <a:lnTo>
                    <a:pt x="10167" y="67697"/>
                  </a:lnTo>
                  <a:lnTo>
                    <a:pt x="10167" y="71665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9919" y="71913"/>
                  </a:lnTo>
                  <a:lnTo>
                    <a:pt x="8431" y="71913"/>
                  </a:lnTo>
                  <a:close/>
                  <a:moveTo>
                    <a:pt x="5951" y="61994"/>
                  </a:moveTo>
                  <a:lnTo>
                    <a:pt x="5703" y="61994"/>
                  </a:lnTo>
                  <a:lnTo>
                    <a:pt x="5703" y="61994"/>
                  </a:lnTo>
                  <a:lnTo>
                    <a:pt x="5703" y="61994"/>
                  </a:lnTo>
                  <a:lnTo>
                    <a:pt x="5703" y="61746"/>
                  </a:lnTo>
                  <a:lnTo>
                    <a:pt x="5703" y="57778"/>
                  </a:lnTo>
                  <a:lnTo>
                    <a:pt x="5703" y="55298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951" y="55050"/>
                  </a:lnTo>
                  <a:lnTo>
                    <a:pt x="8431" y="55050"/>
                  </a:lnTo>
                  <a:lnTo>
                    <a:pt x="9919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298"/>
                  </a:lnTo>
                  <a:lnTo>
                    <a:pt x="10167" y="57778"/>
                  </a:lnTo>
                  <a:lnTo>
                    <a:pt x="10167" y="61746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9919" y="61994"/>
                  </a:lnTo>
                  <a:lnTo>
                    <a:pt x="8431" y="61994"/>
                  </a:lnTo>
                  <a:close/>
                  <a:moveTo>
                    <a:pt x="5951" y="52075"/>
                  </a:moveTo>
                  <a:lnTo>
                    <a:pt x="5703" y="52075"/>
                  </a:lnTo>
                  <a:lnTo>
                    <a:pt x="5703" y="52075"/>
                  </a:lnTo>
                  <a:lnTo>
                    <a:pt x="5703" y="52075"/>
                  </a:lnTo>
                  <a:lnTo>
                    <a:pt x="5703" y="51827"/>
                  </a:lnTo>
                  <a:lnTo>
                    <a:pt x="5703" y="47859"/>
                  </a:lnTo>
                  <a:lnTo>
                    <a:pt x="5703" y="45379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951" y="45131"/>
                  </a:lnTo>
                  <a:lnTo>
                    <a:pt x="8431" y="45131"/>
                  </a:lnTo>
                  <a:lnTo>
                    <a:pt x="9919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379"/>
                  </a:lnTo>
                  <a:lnTo>
                    <a:pt x="10167" y="47859"/>
                  </a:lnTo>
                  <a:lnTo>
                    <a:pt x="10167" y="51827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9919" y="52075"/>
                  </a:lnTo>
                  <a:lnTo>
                    <a:pt x="8431" y="52075"/>
                  </a:lnTo>
                  <a:close/>
                  <a:moveTo>
                    <a:pt x="5951" y="42156"/>
                  </a:moveTo>
                  <a:lnTo>
                    <a:pt x="5703" y="42156"/>
                  </a:lnTo>
                  <a:lnTo>
                    <a:pt x="5703" y="42156"/>
                  </a:lnTo>
                  <a:lnTo>
                    <a:pt x="5703" y="42156"/>
                  </a:lnTo>
                  <a:lnTo>
                    <a:pt x="5703" y="41908"/>
                  </a:lnTo>
                  <a:lnTo>
                    <a:pt x="5703" y="37940"/>
                  </a:lnTo>
                  <a:lnTo>
                    <a:pt x="5703" y="35460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951" y="35212"/>
                  </a:lnTo>
                  <a:lnTo>
                    <a:pt x="8431" y="35212"/>
                  </a:lnTo>
                  <a:lnTo>
                    <a:pt x="9919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460"/>
                  </a:lnTo>
                  <a:lnTo>
                    <a:pt x="10167" y="37940"/>
                  </a:lnTo>
                  <a:lnTo>
                    <a:pt x="10167" y="41908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9919" y="42156"/>
                  </a:lnTo>
                  <a:lnTo>
                    <a:pt x="8431" y="42156"/>
                  </a:lnTo>
                  <a:close/>
                  <a:moveTo>
                    <a:pt x="5951" y="32237"/>
                  </a:moveTo>
                  <a:lnTo>
                    <a:pt x="5703" y="32237"/>
                  </a:lnTo>
                  <a:lnTo>
                    <a:pt x="5703" y="32237"/>
                  </a:lnTo>
                  <a:lnTo>
                    <a:pt x="5703" y="32237"/>
                  </a:lnTo>
                  <a:lnTo>
                    <a:pt x="5703" y="31989"/>
                  </a:lnTo>
                  <a:lnTo>
                    <a:pt x="5703" y="28021"/>
                  </a:lnTo>
                  <a:lnTo>
                    <a:pt x="5703" y="25541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951" y="25293"/>
                  </a:lnTo>
                  <a:lnTo>
                    <a:pt x="8431" y="25293"/>
                  </a:lnTo>
                  <a:lnTo>
                    <a:pt x="9919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541"/>
                  </a:lnTo>
                  <a:lnTo>
                    <a:pt x="10167" y="28021"/>
                  </a:lnTo>
                  <a:lnTo>
                    <a:pt x="10167" y="31989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9919" y="32237"/>
                  </a:lnTo>
                  <a:lnTo>
                    <a:pt x="8431" y="32237"/>
                  </a:lnTo>
                  <a:close/>
                  <a:moveTo>
                    <a:pt x="5951" y="22318"/>
                  </a:moveTo>
                  <a:lnTo>
                    <a:pt x="5703" y="22318"/>
                  </a:lnTo>
                  <a:lnTo>
                    <a:pt x="5703" y="22318"/>
                  </a:lnTo>
                  <a:lnTo>
                    <a:pt x="5703" y="22318"/>
                  </a:lnTo>
                  <a:lnTo>
                    <a:pt x="5703" y="22070"/>
                  </a:lnTo>
                  <a:lnTo>
                    <a:pt x="5703" y="18102"/>
                  </a:lnTo>
                  <a:lnTo>
                    <a:pt x="5703" y="15622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951" y="15374"/>
                  </a:lnTo>
                  <a:lnTo>
                    <a:pt x="8431" y="15374"/>
                  </a:lnTo>
                  <a:lnTo>
                    <a:pt x="9919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622"/>
                  </a:lnTo>
                  <a:lnTo>
                    <a:pt x="10167" y="18102"/>
                  </a:lnTo>
                  <a:lnTo>
                    <a:pt x="10167" y="22070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9919" y="22318"/>
                  </a:lnTo>
                  <a:lnTo>
                    <a:pt x="8431" y="22318"/>
                  </a:lnTo>
                  <a:close/>
                  <a:moveTo>
                    <a:pt x="5951" y="12398"/>
                  </a:moveTo>
                  <a:lnTo>
                    <a:pt x="5703" y="12398"/>
                  </a:lnTo>
                  <a:lnTo>
                    <a:pt x="5703" y="12398"/>
                  </a:lnTo>
                  <a:lnTo>
                    <a:pt x="5703" y="12398"/>
                  </a:lnTo>
                  <a:lnTo>
                    <a:pt x="5703" y="12150"/>
                  </a:lnTo>
                  <a:lnTo>
                    <a:pt x="5703" y="8183"/>
                  </a:lnTo>
                  <a:lnTo>
                    <a:pt x="5703" y="5703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951" y="5455"/>
                  </a:lnTo>
                  <a:lnTo>
                    <a:pt x="8431" y="5455"/>
                  </a:lnTo>
                  <a:lnTo>
                    <a:pt x="9919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703"/>
                  </a:lnTo>
                  <a:lnTo>
                    <a:pt x="10167" y="8183"/>
                  </a:lnTo>
                  <a:lnTo>
                    <a:pt x="10167" y="12150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9919" y="12398"/>
                  </a:lnTo>
                  <a:lnTo>
                    <a:pt x="8431" y="123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908" name="单联开关 1 连线"/>
          <p:cNvCxnSpPr/>
          <p:nvPr/>
        </p:nvCxnSpPr>
        <p:spPr>
          <a:xfrm>
            <a:off x="5459849" y="3270568"/>
            <a:ext cx="852051" cy="109823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09" name="单联开关 2 连线"/>
          <p:cNvCxnSpPr/>
          <p:nvPr/>
        </p:nvCxnSpPr>
        <p:spPr>
          <a:xfrm>
            <a:off x="5740400" y="2667000"/>
            <a:ext cx="1943100" cy="2302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0" name="单联开关 3 连线"/>
          <p:cNvCxnSpPr/>
          <p:nvPr/>
        </p:nvCxnSpPr>
        <p:spPr>
          <a:xfrm>
            <a:off x="7785100" y="4686300"/>
            <a:ext cx="600327" cy="97790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1" name="单联开关 4 连线"/>
          <p:cNvCxnSpPr/>
          <p:nvPr/>
        </p:nvCxnSpPr>
        <p:spPr>
          <a:xfrm>
            <a:off x="10141377" y="3724605"/>
            <a:ext cx="247223" cy="1469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2" name="单联开关 5 连线"/>
          <p:cNvCxnSpPr/>
          <p:nvPr/>
        </p:nvCxnSpPr>
        <p:spPr>
          <a:xfrm flipH="1">
            <a:off x="10883900" y="3216605"/>
            <a:ext cx="520082" cy="1977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3" name="单联开关 6 连线"/>
          <p:cNvCxnSpPr/>
          <p:nvPr/>
        </p:nvCxnSpPr>
        <p:spPr>
          <a:xfrm>
            <a:off x="1459349" y="2602208"/>
            <a:ext cx="3023751" cy="360809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4" name="双联开关 1 连线"/>
          <p:cNvCxnSpPr/>
          <p:nvPr/>
        </p:nvCxnSpPr>
        <p:spPr>
          <a:xfrm>
            <a:off x="1457438" y="5786511"/>
            <a:ext cx="1298462" cy="4689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5" name="双联开关 3 连线"/>
          <p:cNvCxnSpPr/>
          <p:nvPr/>
        </p:nvCxnSpPr>
        <p:spPr>
          <a:xfrm>
            <a:off x="6311900" y="1651000"/>
            <a:ext cx="228600" cy="131874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6" name="风扇隔离开关 1 连线"/>
          <p:cNvCxnSpPr/>
          <p:nvPr/>
        </p:nvCxnSpPr>
        <p:spPr>
          <a:xfrm>
            <a:off x="6045200" y="2705100"/>
            <a:ext cx="495300" cy="306399"/>
          </a:xfrm>
          <a:prstGeom prst="line">
            <a:avLst/>
          </a:prstGeom>
          <a:ln w="12700">
            <a:solidFill>
              <a:schemeClr val="accent4"/>
            </a:solidFill>
          </a:ln>
        </p:spPr>
      </p:cxnSp>
      <p:cxnSp>
        <p:nvCxnSpPr>
          <p:cNvPr id="917" name="带保险插座开关 1 连线"/>
          <p:cNvCxnSpPr/>
          <p:nvPr/>
        </p:nvCxnSpPr>
        <p:spPr>
          <a:xfrm>
            <a:off x="9209904" y="2711570"/>
            <a:ext cx="518296" cy="35241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8" name="带保险插座开关 2 连线"/>
          <p:cNvCxnSpPr/>
          <p:nvPr/>
        </p:nvCxnSpPr>
        <p:spPr>
          <a:xfrm>
            <a:off x="9253860" y="5124570"/>
            <a:ext cx="131440" cy="11746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9" name="带保险插座开关 3 连线"/>
          <p:cNvCxnSpPr/>
          <p:nvPr/>
        </p:nvCxnSpPr>
        <p:spPr>
          <a:xfrm>
            <a:off x="6889859" y="6130474"/>
            <a:ext cx="1200041" cy="105226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0" name="带保险插座开关 4 连线"/>
          <p:cNvCxnSpPr/>
          <p:nvPr/>
        </p:nvCxnSpPr>
        <p:spPr>
          <a:xfrm flipH="1">
            <a:off x="10782300" y="4489570"/>
            <a:ext cx="429635" cy="17207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1" name="带保险插座开关 5 连线"/>
          <p:cNvCxnSpPr/>
          <p:nvPr/>
        </p:nvCxnSpPr>
        <p:spPr>
          <a:xfrm>
            <a:off x="10462103" y="2648070"/>
            <a:ext cx="2697" cy="35368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2" name="四联开关 1 连线"/>
          <p:cNvCxnSpPr/>
          <p:nvPr/>
        </p:nvCxnSpPr>
        <p:spPr>
          <a:xfrm flipH="1">
            <a:off x="4229100" y="1806648"/>
            <a:ext cx="776035" cy="14064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3" name="四联开关 2 连线"/>
          <p:cNvCxnSpPr/>
          <p:nvPr/>
        </p:nvCxnSpPr>
        <p:spPr>
          <a:xfrm>
            <a:off x="2565517" y="1824429"/>
            <a:ext cx="241183" cy="80571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4" name="四联开关 3 连线"/>
          <p:cNvCxnSpPr/>
          <p:nvPr/>
        </p:nvCxnSpPr>
        <p:spPr>
          <a:xfrm>
            <a:off x="1301855" y="3584648"/>
            <a:ext cx="704745" cy="18763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5" name="四联开关 4 连线"/>
          <p:cNvCxnSpPr/>
          <p:nvPr/>
        </p:nvCxnSpPr>
        <p:spPr>
          <a:xfrm flipH="1">
            <a:off x="4381500" y="5558564"/>
            <a:ext cx="571500" cy="16736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6" name="三联开关 1 连线"/>
          <p:cNvCxnSpPr/>
          <p:nvPr/>
        </p:nvCxnSpPr>
        <p:spPr>
          <a:xfrm>
            <a:off x="3088350" y="3560662"/>
            <a:ext cx="1394750" cy="1722538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927" name="三联开关 2 连线"/>
          <p:cNvCxnSpPr/>
          <p:nvPr/>
        </p:nvCxnSpPr>
        <p:spPr>
          <a:xfrm>
            <a:off x="1437350" y="4651365"/>
            <a:ext cx="2766350" cy="428635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850" name="单联开关 1 位置点"/>
          <p:cNvSpPr/>
          <p:nvPr/>
        </p:nvSpPr>
        <p:spPr>
          <a:xfrm>
            <a:off x="6267450" y="43243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3" name="单联开关 2 位置点"/>
          <p:cNvSpPr/>
          <p:nvPr/>
        </p:nvSpPr>
        <p:spPr>
          <a:xfrm>
            <a:off x="5695950" y="26225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5" name="单联开关 3 位置点"/>
          <p:cNvSpPr/>
          <p:nvPr/>
        </p:nvSpPr>
        <p:spPr>
          <a:xfrm>
            <a:off x="7740650" y="4641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8" name="单联开关 4 位置点"/>
          <p:cNvSpPr/>
          <p:nvPr/>
        </p:nvSpPr>
        <p:spPr>
          <a:xfrm>
            <a:off x="103441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1" name="单联开关 5 位置点"/>
          <p:cNvSpPr/>
          <p:nvPr/>
        </p:nvSpPr>
        <p:spPr>
          <a:xfrm>
            <a:off x="108394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4" name="单联开关 6 位置点"/>
          <p:cNvSpPr/>
          <p:nvPr/>
        </p:nvSpPr>
        <p:spPr>
          <a:xfrm>
            <a:off x="4438650" y="6165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7" name="双联开关 1 位置点"/>
          <p:cNvSpPr/>
          <p:nvPr/>
        </p:nvSpPr>
        <p:spPr>
          <a:xfrm>
            <a:off x="2711450" y="57467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0" name="双联开关 2 位置点"/>
          <p:cNvSpPr/>
          <p:nvPr/>
        </p:nvSpPr>
        <p:spPr>
          <a:xfrm>
            <a:off x="6648450" y="51371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2" name="双联开关 3 位置点"/>
          <p:cNvSpPr/>
          <p:nvPr/>
        </p:nvSpPr>
        <p:spPr>
          <a:xfrm>
            <a:off x="6267450" y="16065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5" name="风扇隔离开关 1 位置点"/>
          <p:cNvSpPr/>
          <p:nvPr/>
        </p:nvSpPr>
        <p:spPr>
          <a:xfrm>
            <a:off x="6000750" y="2660650"/>
            <a:ext cx="88900" cy="8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8" name="带保险插座开关 1 位置点"/>
          <p:cNvSpPr/>
          <p:nvPr/>
        </p:nvSpPr>
        <p:spPr>
          <a:xfrm>
            <a:off x="96837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1" name="带保险插座开关 2 位置点"/>
          <p:cNvSpPr/>
          <p:nvPr/>
        </p:nvSpPr>
        <p:spPr>
          <a:xfrm>
            <a:off x="9340850" y="62547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4" name="带保险插座开关 3 位置点"/>
          <p:cNvSpPr/>
          <p:nvPr/>
        </p:nvSpPr>
        <p:spPr>
          <a:xfrm>
            <a:off x="80454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7" name="带保险插座开关 4 位置点"/>
          <p:cNvSpPr/>
          <p:nvPr/>
        </p:nvSpPr>
        <p:spPr>
          <a:xfrm>
            <a:off x="10737850" y="61658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0" name="带保险插座开关 5 位置点"/>
          <p:cNvSpPr/>
          <p:nvPr/>
        </p:nvSpPr>
        <p:spPr>
          <a:xfrm>
            <a:off x="10420350" y="61404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3" name="四联开关 1 位置点"/>
          <p:cNvSpPr/>
          <p:nvPr/>
        </p:nvSpPr>
        <p:spPr>
          <a:xfrm>
            <a:off x="4184650" y="31686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5" name="四联开关 2 位置点"/>
          <p:cNvSpPr/>
          <p:nvPr/>
        </p:nvSpPr>
        <p:spPr>
          <a:xfrm>
            <a:off x="2762250" y="1860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8" name="四联开关 3 位置点"/>
          <p:cNvSpPr/>
          <p:nvPr/>
        </p:nvSpPr>
        <p:spPr>
          <a:xfrm>
            <a:off x="1962150" y="5416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1" name="四联开关 4 位置点"/>
          <p:cNvSpPr/>
          <p:nvPr/>
        </p:nvSpPr>
        <p:spPr>
          <a:xfrm>
            <a:off x="4337050" y="55308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4" name="三联开关 1 位置点"/>
          <p:cNvSpPr/>
          <p:nvPr/>
        </p:nvSpPr>
        <p:spPr>
          <a:xfrm>
            <a:off x="4438650" y="52387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7" name="三联开关 2 位置点"/>
          <p:cNvSpPr/>
          <p:nvPr/>
        </p:nvSpPr>
        <p:spPr>
          <a:xfrm>
            <a:off x="4159250" y="50355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825" name="单联开关 1"/>
          <p:cNvGrpSpPr/>
          <p:nvPr/>
        </p:nvGrpSpPr>
        <p:grpSpPr>
          <a:xfrm>
            <a:off x="4762500" y="2362200"/>
            <a:ext cx="697349" cy="917905"/>
            <a:chOff x="6229926" y="3884447"/>
            <a:chExt cx="697349" cy="917905"/>
          </a:xfrm>
        </p:grpSpPr>
        <p:pic>
          <p:nvPicPr>
            <p:cNvPr id="767" name="单联开关 1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8026" y="3922547"/>
              <a:ext cx="621149" cy="663905"/>
            </a:xfrm>
            <a:prstGeom prst="rect">
              <a:avLst/>
            </a:prstGeom>
          </p:spPr>
        </p:pic>
        <p:sp>
          <p:nvSpPr>
            <p:cNvPr id="824" name="按键 28"/>
            <p:cNvSpPr/>
            <p:nvPr/>
          </p:nvSpPr>
          <p:spPr>
            <a:xfrm>
              <a:off x="6502401" y="4611852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28</a:t>
              </a:r>
            </a:p>
          </p:txBody>
        </p:sp>
        <p:sp>
          <p:nvSpPr>
            <p:cNvPr id="849" name="单联开关 1 框"/>
            <p:cNvSpPr/>
            <p:nvPr/>
          </p:nvSpPr>
          <p:spPr>
            <a:xfrm>
              <a:off x="6229926" y="38844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6" name="单联开关 2"/>
          <p:cNvGrpSpPr/>
          <p:nvPr/>
        </p:nvGrpSpPr>
        <p:grpSpPr>
          <a:xfrm>
            <a:off x="7683500" y="2235200"/>
            <a:ext cx="697349" cy="917905"/>
            <a:chOff x="4947346" y="2599947"/>
            <a:chExt cx="697349" cy="917905"/>
          </a:xfrm>
        </p:grpSpPr>
        <p:pic>
          <p:nvPicPr>
            <p:cNvPr id="768" name="单联开关 2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5446" y="2638047"/>
              <a:ext cx="621149" cy="663905"/>
            </a:xfrm>
            <a:prstGeom prst="rect">
              <a:avLst/>
            </a:prstGeom>
          </p:spPr>
        </p:pic>
        <p:sp>
          <p:nvSpPr>
            <p:cNvPr id="815" name="按键 22"/>
            <p:cNvSpPr/>
            <p:nvPr/>
          </p:nvSpPr>
          <p:spPr>
            <a:xfrm>
              <a:off x="5219821" y="3327352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22</a:t>
              </a:r>
            </a:p>
          </p:txBody>
        </p:sp>
        <p:sp>
          <p:nvSpPr>
            <p:cNvPr id="851" name="单联开关 2 框"/>
            <p:cNvSpPr/>
            <p:nvPr/>
          </p:nvSpPr>
          <p:spPr>
            <a:xfrm>
              <a:off x="4947346" y="2599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4" name="单联开关 3"/>
          <p:cNvGrpSpPr/>
          <p:nvPr/>
        </p:nvGrpSpPr>
        <p:grpSpPr>
          <a:xfrm>
            <a:off x="8251965" y="5635856"/>
            <a:ext cx="697349" cy="917905"/>
            <a:chOff x="7417376" y="4168952"/>
            <a:chExt cx="697349" cy="917905"/>
          </a:xfrm>
        </p:grpSpPr>
        <p:pic>
          <p:nvPicPr>
            <p:cNvPr id="769" name="单联开关 3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/>
            <a:stretch/>
          </p:blipFill>
          <p:spPr>
            <a:xfrm>
              <a:off x="7459456" y="4207052"/>
              <a:ext cx="613189" cy="663905"/>
            </a:xfrm>
            <a:prstGeom prst="rect">
              <a:avLst/>
            </a:prstGeom>
          </p:spPr>
        </p:pic>
        <p:sp>
          <p:nvSpPr>
            <p:cNvPr id="854" name="单联开关 3 框"/>
            <p:cNvSpPr/>
            <p:nvPr/>
          </p:nvSpPr>
          <p:spPr>
            <a:xfrm>
              <a:off x="7417376" y="4168952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4" name="单联开关 4"/>
          <p:cNvGrpSpPr/>
          <p:nvPr/>
        </p:nvGrpSpPr>
        <p:grpSpPr>
          <a:xfrm>
            <a:off x="9715500" y="2806700"/>
            <a:ext cx="697349" cy="917905"/>
            <a:chOff x="10396800" y="4366490"/>
            <a:chExt cx="697349" cy="917905"/>
          </a:xfrm>
        </p:grpSpPr>
        <p:pic>
          <p:nvPicPr>
            <p:cNvPr id="770" name="单联开关 4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4900" y="4404590"/>
              <a:ext cx="621149" cy="663905"/>
            </a:xfrm>
            <a:prstGeom prst="rect">
              <a:avLst/>
            </a:prstGeom>
          </p:spPr>
        </p:pic>
        <p:sp>
          <p:nvSpPr>
            <p:cNvPr id="843" name="按键 38"/>
            <p:cNvSpPr/>
            <p:nvPr/>
          </p:nvSpPr>
          <p:spPr>
            <a:xfrm>
              <a:off x="10669275" y="5093895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38</a:t>
              </a:r>
            </a:p>
          </p:txBody>
        </p:sp>
        <p:sp>
          <p:nvSpPr>
            <p:cNvPr id="856" name="单联开关 4 框"/>
            <p:cNvSpPr/>
            <p:nvPr/>
          </p:nvSpPr>
          <p:spPr>
            <a:xfrm>
              <a:off x="10396800" y="436649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8" name="单联开关 5"/>
          <p:cNvGrpSpPr/>
          <p:nvPr/>
        </p:nvGrpSpPr>
        <p:grpSpPr>
          <a:xfrm>
            <a:off x="11176000" y="2298700"/>
            <a:ext cx="697349" cy="917905"/>
            <a:chOff x="11120873" y="4284450"/>
            <a:chExt cx="697349" cy="917905"/>
          </a:xfrm>
        </p:grpSpPr>
        <p:pic>
          <p:nvPicPr>
            <p:cNvPr id="771" name="单联开关 5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8973" y="4322550"/>
              <a:ext cx="621149" cy="663905"/>
            </a:xfrm>
            <a:prstGeom prst="rect">
              <a:avLst/>
            </a:prstGeom>
          </p:spPr>
        </p:pic>
        <p:sp>
          <p:nvSpPr>
            <p:cNvPr id="847" name="按键 40"/>
            <p:cNvSpPr/>
            <p:nvPr/>
          </p:nvSpPr>
          <p:spPr>
            <a:xfrm>
              <a:off x="11393348" y="5011855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859" name="单联开关 5 框"/>
            <p:cNvSpPr/>
            <p:nvPr/>
          </p:nvSpPr>
          <p:spPr>
            <a:xfrm>
              <a:off x="11120873" y="428445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9" name="单联开关 6"/>
          <p:cNvGrpSpPr/>
          <p:nvPr/>
        </p:nvGrpSpPr>
        <p:grpSpPr>
          <a:xfrm>
            <a:off x="596748" y="1727200"/>
            <a:ext cx="1019867" cy="924958"/>
            <a:chOff x="6521874" y="5725947"/>
            <a:chExt cx="1019867" cy="924958"/>
          </a:xfrm>
        </p:grpSpPr>
        <p:pic>
          <p:nvPicPr>
            <p:cNvPr id="772" name="单联开关 6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828" name="按键 30"/>
            <p:cNvSpPr/>
            <p:nvPr/>
          </p:nvSpPr>
          <p:spPr>
            <a:xfrm>
              <a:off x="6521874" y="6444860"/>
              <a:ext cx="1019867" cy="206045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  <a:r>
                <a:rPr lang="zh-CN" altLang="en-US" sz="700" b="1" dirty="0">
                  <a:solidFill>
                    <a:srgbClr val="FFFFFF"/>
                  </a:solidFill>
                </a:rPr>
                <a:t>控制楼梯吊灯</a:t>
              </a:r>
              <a:endParaRPr lang="en-US" sz="700" b="1" dirty="0">
                <a:solidFill>
                  <a:srgbClr val="FFFFFF"/>
                </a:solidFill>
              </a:endParaRPr>
            </a:p>
          </p:txBody>
        </p:sp>
        <p:sp>
          <p:nvSpPr>
            <p:cNvPr id="862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0" name="双联开关 1"/>
          <p:cNvGrpSpPr/>
          <p:nvPr/>
        </p:nvGrpSpPr>
        <p:grpSpPr>
          <a:xfrm>
            <a:off x="571500" y="5219700"/>
            <a:ext cx="885938" cy="1130422"/>
            <a:chOff x="464933" y="4600138"/>
            <a:chExt cx="885938" cy="1130422"/>
          </a:xfrm>
        </p:grpSpPr>
        <p:pic>
          <p:nvPicPr>
            <p:cNvPr id="773" name="双联开关 1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033" y="4638238"/>
              <a:ext cx="809738" cy="876422"/>
            </a:xfrm>
            <a:prstGeom prst="rect">
              <a:avLst/>
            </a:prstGeom>
          </p:spPr>
        </p:pic>
        <p:sp>
          <p:nvSpPr>
            <p:cNvPr id="788" name="按键 1"/>
            <p:cNvSpPr/>
            <p:nvPr/>
          </p:nvSpPr>
          <p:spPr>
            <a:xfrm>
              <a:off x="629268" y="5540060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789" name="按键 2"/>
            <p:cNvSpPr/>
            <p:nvPr/>
          </p:nvSpPr>
          <p:spPr>
            <a:xfrm>
              <a:off x="1034137" y="5540060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865" name="双联开关 1 框"/>
            <p:cNvSpPr/>
            <p:nvPr/>
          </p:nvSpPr>
          <p:spPr>
            <a:xfrm>
              <a:off x="464933" y="4600138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2" name="双联开关 2"/>
          <p:cNvGrpSpPr/>
          <p:nvPr/>
        </p:nvGrpSpPr>
        <p:grpSpPr>
          <a:xfrm>
            <a:off x="6540500" y="4140200"/>
            <a:ext cx="885938" cy="1130422"/>
            <a:chOff x="7329459" y="2975360"/>
            <a:chExt cx="885938" cy="1130422"/>
          </a:xfrm>
        </p:grpSpPr>
        <p:pic>
          <p:nvPicPr>
            <p:cNvPr id="774" name="双联开关 2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7559" y="3013460"/>
              <a:ext cx="809738" cy="876422"/>
            </a:xfrm>
            <a:prstGeom prst="rect">
              <a:avLst/>
            </a:prstGeom>
          </p:spPr>
        </p:pic>
        <p:sp>
          <p:nvSpPr>
            <p:cNvPr id="830" name="按键 31"/>
            <p:cNvSpPr/>
            <p:nvPr/>
          </p:nvSpPr>
          <p:spPr>
            <a:xfrm>
              <a:off x="7493794" y="3915282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31</a:t>
              </a:r>
            </a:p>
          </p:txBody>
        </p:sp>
        <p:sp>
          <p:nvSpPr>
            <p:cNvPr id="831" name="按键 32"/>
            <p:cNvSpPr/>
            <p:nvPr/>
          </p:nvSpPr>
          <p:spPr>
            <a:xfrm>
              <a:off x="7898663" y="3915282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32</a:t>
              </a:r>
            </a:p>
          </p:txBody>
        </p:sp>
        <p:sp>
          <p:nvSpPr>
            <p:cNvPr id="868" name="双联开关 2 框"/>
            <p:cNvSpPr/>
            <p:nvPr/>
          </p:nvSpPr>
          <p:spPr>
            <a:xfrm>
              <a:off x="7329459" y="2975360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3" name="双联开关 3"/>
          <p:cNvGrpSpPr/>
          <p:nvPr/>
        </p:nvGrpSpPr>
        <p:grpSpPr>
          <a:xfrm>
            <a:off x="6540500" y="1473200"/>
            <a:ext cx="885938" cy="1130422"/>
            <a:chOff x="6097530" y="1060389"/>
            <a:chExt cx="885938" cy="1130422"/>
          </a:xfrm>
        </p:grpSpPr>
        <p:pic>
          <p:nvPicPr>
            <p:cNvPr id="775" name="双联开关 3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5630" y="1098489"/>
              <a:ext cx="809738" cy="876422"/>
            </a:xfrm>
            <a:prstGeom prst="rect">
              <a:avLst/>
            </a:prstGeom>
          </p:spPr>
        </p:pic>
        <p:sp>
          <p:nvSpPr>
            <p:cNvPr id="821" name="按键 26"/>
            <p:cNvSpPr/>
            <p:nvPr/>
          </p:nvSpPr>
          <p:spPr>
            <a:xfrm>
              <a:off x="6261865" y="2000311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26</a:t>
              </a:r>
            </a:p>
          </p:txBody>
        </p:sp>
        <p:sp>
          <p:nvSpPr>
            <p:cNvPr id="822" name="按键 27"/>
            <p:cNvSpPr/>
            <p:nvPr/>
          </p:nvSpPr>
          <p:spPr>
            <a:xfrm>
              <a:off x="6575797" y="2009331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27</a:t>
              </a:r>
            </a:p>
          </p:txBody>
        </p:sp>
        <p:sp>
          <p:nvSpPr>
            <p:cNvPr id="871" name="双联开关 3 框"/>
            <p:cNvSpPr/>
            <p:nvPr/>
          </p:nvSpPr>
          <p:spPr>
            <a:xfrm>
              <a:off x="6097530" y="1060389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7" name="风扇隔离开关 1"/>
          <p:cNvGrpSpPr/>
          <p:nvPr/>
        </p:nvGrpSpPr>
        <p:grpSpPr>
          <a:xfrm>
            <a:off x="6540500" y="2743200"/>
            <a:ext cx="990728" cy="1149475"/>
            <a:chOff x="6296727" y="2255950"/>
            <a:chExt cx="990728" cy="1149475"/>
          </a:xfrm>
        </p:grpSpPr>
        <p:pic>
          <p:nvPicPr>
            <p:cNvPr id="776" name="风扇隔离开关 1 图片">
              <a:extLst>
                <a:ext uri="{FF2B5EF4-FFF2-40B4-BE49-F238E27FC236}">
                  <a16:creationId xmlns:a16="http://schemas.microsoft.com/office/drawing/2014/main" id="{F6AF25CB-21AA-75C3-D359-A813AD7B1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4827" y="2294050"/>
              <a:ext cx="914528" cy="895475"/>
            </a:xfrm>
            <a:prstGeom prst="rect">
              <a:avLst/>
            </a:prstGeom>
          </p:spPr>
        </p:pic>
        <p:sp>
          <p:nvSpPr>
            <p:cNvPr id="826" name="按键 29"/>
            <p:cNvSpPr/>
            <p:nvPr/>
          </p:nvSpPr>
          <p:spPr>
            <a:xfrm>
              <a:off x="6715891" y="321492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29</a:t>
              </a:r>
            </a:p>
          </p:txBody>
        </p:sp>
        <p:sp>
          <p:nvSpPr>
            <p:cNvPr id="873" name="风扇隔离开关 1 框"/>
            <p:cNvSpPr/>
            <p:nvPr/>
          </p:nvSpPr>
          <p:spPr>
            <a:xfrm>
              <a:off x="6296727" y="2255950"/>
              <a:ext cx="990728" cy="1149475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2" name="带保险插座开关 1"/>
          <p:cNvGrpSpPr/>
          <p:nvPr/>
        </p:nvGrpSpPr>
        <p:grpSpPr>
          <a:xfrm>
            <a:off x="8699500" y="1600200"/>
            <a:ext cx="857359" cy="1111370"/>
            <a:chOff x="9959694" y="3031308"/>
            <a:chExt cx="857359" cy="1111370"/>
          </a:xfrm>
        </p:grpSpPr>
        <p:pic>
          <p:nvPicPr>
            <p:cNvPr id="777" name="带保险插座开关 1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97794" y="3069408"/>
              <a:ext cx="781159" cy="857370"/>
            </a:xfrm>
            <a:prstGeom prst="rect">
              <a:avLst/>
            </a:prstGeom>
          </p:spPr>
        </p:pic>
        <p:sp>
          <p:nvSpPr>
            <p:cNvPr id="841" name="按键 37"/>
            <p:cNvSpPr/>
            <p:nvPr/>
          </p:nvSpPr>
          <p:spPr>
            <a:xfrm>
              <a:off x="10312174" y="3952178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37</a:t>
              </a:r>
            </a:p>
          </p:txBody>
        </p:sp>
        <p:sp>
          <p:nvSpPr>
            <p:cNvPr id="876" name="带保险插座开关 1 框"/>
            <p:cNvSpPr/>
            <p:nvPr/>
          </p:nvSpPr>
          <p:spPr>
            <a:xfrm>
              <a:off x="9959694" y="3031308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6" name="带保险插座开关 2"/>
          <p:cNvGrpSpPr/>
          <p:nvPr/>
        </p:nvGrpSpPr>
        <p:grpSpPr>
          <a:xfrm>
            <a:off x="8763000" y="4013200"/>
            <a:ext cx="857359" cy="1111370"/>
            <a:chOff x="10863244" y="3100355"/>
            <a:chExt cx="857359" cy="1111370"/>
          </a:xfrm>
        </p:grpSpPr>
        <p:pic>
          <p:nvPicPr>
            <p:cNvPr id="778" name="带保险插座开关 2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01344" y="3138455"/>
              <a:ext cx="781159" cy="857370"/>
            </a:xfrm>
            <a:prstGeom prst="rect">
              <a:avLst/>
            </a:prstGeom>
          </p:spPr>
        </p:pic>
        <p:sp>
          <p:nvSpPr>
            <p:cNvPr id="845" name="按键 39"/>
            <p:cNvSpPr/>
            <p:nvPr/>
          </p:nvSpPr>
          <p:spPr>
            <a:xfrm>
              <a:off x="11215724" y="4021225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39</a:t>
              </a:r>
            </a:p>
          </p:txBody>
        </p:sp>
        <p:sp>
          <p:nvSpPr>
            <p:cNvPr id="879" name="带保险插座开关 2 框"/>
            <p:cNvSpPr/>
            <p:nvPr/>
          </p:nvSpPr>
          <p:spPr>
            <a:xfrm>
              <a:off x="10863244" y="3100355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0" name="带保险插座开关 3"/>
          <p:cNvGrpSpPr/>
          <p:nvPr/>
        </p:nvGrpSpPr>
        <p:grpSpPr>
          <a:xfrm>
            <a:off x="6032500" y="5537200"/>
            <a:ext cx="857359" cy="1111370"/>
            <a:chOff x="9059618" y="2775892"/>
            <a:chExt cx="857359" cy="1111370"/>
          </a:xfrm>
        </p:grpSpPr>
        <p:pic>
          <p:nvPicPr>
            <p:cNvPr id="779" name="带保险插座开关 3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97718" y="2813992"/>
              <a:ext cx="781159" cy="857370"/>
            </a:xfrm>
            <a:prstGeom prst="rect">
              <a:avLst/>
            </a:prstGeom>
          </p:spPr>
        </p:pic>
        <p:sp>
          <p:nvSpPr>
            <p:cNvPr id="839" name="按键 36"/>
            <p:cNvSpPr/>
            <p:nvPr/>
          </p:nvSpPr>
          <p:spPr>
            <a:xfrm>
              <a:off x="9412098" y="3696762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36</a:t>
              </a:r>
            </a:p>
          </p:txBody>
        </p:sp>
        <p:sp>
          <p:nvSpPr>
            <p:cNvPr id="882" name="带保险插座开关 3 框"/>
            <p:cNvSpPr/>
            <p:nvPr/>
          </p:nvSpPr>
          <p:spPr>
            <a:xfrm>
              <a:off x="9059618" y="2775892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8" name="带保险插座开关 4"/>
          <p:cNvGrpSpPr/>
          <p:nvPr/>
        </p:nvGrpSpPr>
        <p:grpSpPr>
          <a:xfrm>
            <a:off x="10922000" y="3378200"/>
            <a:ext cx="857359" cy="1111370"/>
            <a:chOff x="8840050" y="3967240"/>
            <a:chExt cx="857359" cy="1111370"/>
          </a:xfrm>
        </p:grpSpPr>
        <p:pic>
          <p:nvPicPr>
            <p:cNvPr id="780" name="带保险插座开关 4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78150" y="4005340"/>
              <a:ext cx="781159" cy="857370"/>
            </a:xfrm>
            <a:prstGeom prst="rect">
              <a:avLst/>
            </a:prstGeom>
          </p:spPr>
        </p:pic>
        <p:sp>
          <p:nvSpPr>
            <p:cNvPr id="837" name="按键 35"/>
            <p:cNvSpPr/>
            <p:nvPr/>
          </p:nvSpPr>
          <p:spPr>
            <a:xfrm>
              <a:off x="9192530" y="488811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35</a:t>
              </a:r>
            </a:p>
          </p:txBody>
        </p:sp>
        <p:sp>
          <p:nvSpPr>
            <p:cNvPr id="885" name="带保险插座开关 4 框"/>
            <p:cNvSpPr/>
            <p:nvPr/>
          </p:nvSpPr>
          <p:spPr>
            <a:xfrm>
              <a:off x="8840050" y="3967240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6" name="带保险插座开关 5"/>
          <p:cNvGrpSpPr/>
          <p:nvPr/>
        </p:nvGrpSpPr>
        <p:grpSpPr>
          <a:xfrm>
            <a:off x="10033000" y="1536700"/>
            <a:ext cx="857359" cy="1111370"/>
            <a:chOff x="8474484" y="5641853"/>
            <a:chExt cx="857359" cy="1111370"/>
          </a:xfrm>
        </p:grpSpPr>
        <p:pic>
          <p:nvPicPr>
            <p:cNvPr id="781" name="带保险插座开关 5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2584" y="5679953"/>
              <a:ext cx="781159" cy="857370"/>
            </a:xfrm>
            <a:prstGeom prst="rect">
              <a:avLst/>
            </a:prstGeom>
          </p:spPr>
        </p:pic>
        <p:sp>
          <p:nvSpPr>
            <p:cNvPr id="835" name="按键 34"/>
            <p:cNvSpPr/>
            <p:nvPr/>
          </p:nvSpPr>
          <p:spPr>
            <a:xfrm>
              <a:off x="8826964" y="656272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34</a:t>
              </a:r>
            </a:p>
          </p:txBody>
        </p:sp>
        <p:sp>
          <p:nvSpPr>
            <p:cNvPr id="888" name="带保险插座开关 5 框"/>
            <p:cNvSpPr/>
            <p:nvPr/>
          </p:nvSpPr>
          <p:spPr>
            <a:xfrm>
              <a:off x="8474484" y="5641853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4" name="四联开关 1"/>
          <p:cNvGrpSpPr/>
          <p:nvPr/>
        </p:nvGrpSpPr>
        <p:grpSpPr>
          <a:xfrm>
            <a:off x="4762500" y="1028700"/>
            <a:ext cx="914517" cy="777948"/>
            <a:chOff x="2133985" y="2836847"/>
            <a:chExt cx="914517" cy="777948"/>
          </a:xfrm>
        </p:grpSpPr>
        <p:pic>
          <p:nvPicPr>
            <p:cNvPr id="782" name="四联开关 1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2085" y="2874947"/>
              <a:ext cx="838317" cy="523948"/>
            </a:xfrm>
            <a:prstGeom prst="rect">
              <a:avLst/>
            </a:prstGeom>
          </p:spPr>
        </p:pic>
        <p:sp>
          <p:nvSpPr>
            <p:cNvPr id="800" name="按键 10"/>
            <p:cNvSpPr/>
            <p:nvPr/>
          </p:nvSpPr>
          <p:spPr>
            <a:xfrm>
              <a:off x="2200675" y="3424295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801" name="按键 11"/>
            <p:cNvSpPr/>
            <p:nvPr/>
          </p:nvSpPr>
          <p:spPr>
            <a:xfrm>
              <a:off x="2410254" y="3424295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11</a:t>
              </a:r>
            </a:p>
          </p:txBody>
        </p:sp>
        <p:sp>
          <p:nvSpPr>
            <p:cNvPr id="802" name="按键 12"/>
            <p:cNvSpPr/>
            <p:nvPr/>
          </p:nvSpPr>
          <p:spPr>
            <a:xfrm>
              <a:off x="2619833" y="3424295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12</a:t>
              </a:r>
            </a:p>
          </p:txBody>
        </p:sp>
        <p:sp>
          <p:nvSpPr>
            <p:cNvPr id="803" name="按键 13"/>
            <p:cNvSpPr/>
            <p:nvPr/>
          </p:nvSpPr>
          <p:spPr>
            <a:xfrm>
              <a:off x="2829412" y="342429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13</a:t>
              </a:r>
            </a:p>
          </p:txBody>
        </p:sp>
        <p:sp>
          <p:nvSpPr>
            <p:cNvPr id="891" name="四联开关 1 框"/>
            <p:cNvSpPr/>
            <p:nvPr/>
          </p:nvSpPr>
          <p:spPr>
            <a:xfrm>
              <a:off x="2133985" y="2836847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9" name="四联开关 2"/>
          <p:cNvGrpSpPr/>
          <p:nvPr/>
        </p:nvGrpSpPr>
        <p:grpSpPr>
          <a:xfrm>
            <a:off x="1651000" y="1282700"/>
            <a:ext cx="914517" cy="777948"/>
            <a:chOff x="2155155" y="1255773"/>
            <a:chExt cx="914517" cy="777948"/>
          </a:xfrm>
        </p:grpSpPr>
        <p:pic>
          <p:nvPicPr>
            <p:cNvPr id="783" name="四联开关 2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3255" y="1293873"/>
              <a:ext cx="838317" cy="523948"/>
            </a:xfrm>
            <a:prstGeom prst="rect">
              <a:avLst/>
            </a:prstGeom>
          </p:spPr>
        </p:pic>
        <p:sp>
          <p:nvSpPr>
            <p:cNvPr id="805" name="按键 14"/>
            <p:cNvSpPr/>
            <p:nvPr/>
          </p:nvSpPr>
          <p:spPr>
            <a:xfrm>
              <a:off x="2221845" y="1843221"/>
              <a:ext cx="152400" cy="1524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14</a:t>
              </a:r>
            </a:p>
          </p:txBody>
        </p:sp>
        <p:sp>
          <p:nvSpPr>
            <p:cNvPr id="806" name="按键 15"/>
            <p:cNvSpPr/>
            <p:nvPr/>
          </p:nvSpPr>
          <p:spPr>
            <a:xfrm>
              <a:off x="2431424" y="1843221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15</a:t>
              </a:r>
            </a:p>
          </p:txBody>
        </p:sp>
        <p:sp>
          <p:nvSpPr>
            <p:cNvPr id="807" name="按键 16"/>
            <p:cNvSpPr/>
            <p:nvPr/>
          </p:nvSpPr>
          <p:spPr>
            <a:xfrm>
              <a:off x="2641003" y="1843221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808" name="按键 17"/>
            <p:cNvSpPr/>
            <p:nvPr/>
          </p:nvSpPr>
          <p:spPr>
            <a:xfrm>
              <a:off x="2850582" y="1843221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17</a:t>
              </a:r>
            </a:p>
          </p:txBody>
        </p:sp>
        <p:sp>
          <p:nvSpPr>
            <p:cNvPr id="894" name="四联开关 2 框"/>
            <p:cNvSpPr/>
            <p:nvPr/>
          </p:nvSpPr>
          <p:spPr>
            <a:xfrm>
              <a:off x="2155155" y="1255773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5" name="四联开关 3"/>
          <p:cNvGrpSpPr/>
          <p:nvPr/>
        </p:nvGrpSpPr>
        <p:grpSpPr>
          <a:xfrm>
            <a:off x="698500" y="2806700"/>
            <a:ext cx="914517" cy="777948"/>
            <a:chOff x="701633" y="5813332"/>
            <a:chExt cx="914517" cy="777948"/>
          </a:xfrm>
        </p:grpSpPr>
        <p:pic>
          <p:nvPicPr>
            <p:cNvPr id="784" name="四联开关 3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733" y="5851432"/>
              <a:ext cx="838317" cy="523948"/>
            </a:xfrm>
            <a:prstGeom prst="rect">
              <a:avLst/>
            </a:prstGeom>
          </p:spPr>
        </p:pic>
        <p:sp>
          <p:nvSpPr>
            <p:cNvPr id="791" name="按键 3"/>
            <p:cNvSpPr/>
            <p:nvPr/>
          </p:nvSpPr>
          <p:spPr>
            <a:xfrm>
              <a:off x="768323" y="640078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92" name="按键 4"/>
            <p:cNvSpPr/>
            <p:nvPr/>
          </p:nvSpPr>
          <p:spPr>
            <a:xfrm>
              <a:off x="977902" y="6400780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793" name="按键 5"/>
            <p:cNvSpPr/>
            <p:nvPr/>
          </p:nvSpPr>
          <p:spPr>
            <a:xfrm>
              <a:off x="1187481" y="6400780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794" name="按键 6"/>
            <p:cNvSpPr/>
            <p:nvPr/>
          </p:nvSpPr>
          <p:spPr>
            <a:xfrm>
              <a:off x="1397060" y="6400780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896" name="四联开关 3 框"/>
            <p:cNvSpPr/>
            <p:nvPr/>
          </p:nvSpPr>
          <p:spPr>
            <a:xfrm>
              <a:off x="701633" y="5813332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4" name="四联开关 4"/>
          <p:cNvGrpSpPr/>
          <p:nvPr/>
        </p:nvGrpSpPr>
        <p:grpSpPr>
          <a:xfrm>
            <a:off x="4953000" y="5156200"/>
            <a:ext cx="914517" cy="777948"/>
            <a:chOff x="4147939" y="5849395"/>
            <a:chExt cx="914517" cy="777948"/>
          </a:xfrm>
        </p:grpSpPr>
        <p:pic>
          <p:nvPicPr>
            <p:cNvPr id="785" name="四联开关 4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6039" y="5887495"/>
              <a:ext cx="838317" cy="523948"/>
            </a:xfrm>
            <a:prstGeom prst="rect">
              <a:avLst/>
            </a:prstGeom>
          </p:spPr>
        </p:pic>
        <p:sp>
          <p:nvSpPr>
            <p:cNvPr id="810" name="按键 18"/>
            <p:cNvSpPr/>
            <p:nvPr/>
          </p:nvSpPr>
          <p:spPr>
            <a:xfrm>
              <a:off x="4214629" y="643684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18</a:t>
              </a:r>
            </a:p>
          </p:txBody>
        </p:sp>
        <p:sp>
          <p:nvSpPr>
            <p:cNvPr id="811" name="按键 19"/>
            <p:cNvSpPr/>
            <p:nvPr/>
          </p:nvSpPr>
          <p:spPr>
            <a:xfrm>
              <a:off x="4424208" y="6436843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19</a:t>
              </a:r>
            </a:p>
          </p:txBody>
        </p:sp>
        <p:sp>
          <p:nvSpPr>
            <p:cNvPr id="812" name="按键 20"/>
            <p:cNvSpPr/>
            <p:nvPr/>
          </p:nvSpPr>
          <p:spPr>
            <a:xfrm>
              <a:off x="4633787" y="6436843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813" name="按键 21"/>
            <p:cNvSpPr/>
            <p:nvPr/>
          </p:nvSpPr>
          <p:spPr>
            <a:xfrm>
              <a:off x="4843366" y="6436843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21</a:t>
              </a:r>
            </a:p>
          </p:txBody>
        </p:sp>
        <p:sp>
          <p:nvSpPr>
            <p:cNvPr id="899" name="四联开关 4 框"/>
            <p:cNvSpPr/>
            <p:nvPr/>
          </p:nvSpPr>
          <p:spPr>
            <a:xfrm>
              <a:off x="4147939" y="5849395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9" name="三联开关 1"/>
          <p:cNvGrpSpPr/>
          <p:nvPr/>
        </p:nvGrpSpPr>
        <p:grpSpPr>
          <a:xfrm>
            <a:off x="2286000" y="2552700"/>
            <a:ext cx="802350" cy="1025009"/>
            <a:chOff x="1377093" y="4707188"/>
            <a:chExt cx="802350" cy="1025009"/>
          </a:xfrm>
        </p:grpSpPr>
        <p:pic>
          <p:nvPicPr>
            <p:cNvPr id="786" name="三联开关 1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5193" y="4745288"/>
              <a:ext cx="726150" cy="771009"/>
            </a:xfrm>
            <a:prstGeom prst="rect">
              <a:avLst/>
            </a:prstGeom>
          </p:spPr>
        </p:pic>
        <p:sp>
          <p:nvSpPr>
            <p:cNvPr id="796" name="按键 7"/>
            <p:cNvSpPr/>
            <p:nvPr/>
          </p:nvSpPr>
          <p:spPr>
            <a:xfrm>
              <a:off x="1460018" y="5541697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797" name="按键 8"/>
            <p:cNvSpPr/>
            <p:nvPr/>
          </p:nvSpPr>
          <p:spPr>
            <a:xfrm>
              <a:off x="1702068" y="5541697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98" name="按键 9"/>
            <p:cNvSpPr/>
            <p:nvPr/>
          </p:nvSpPr>
          <p:spPr>
            <a:xfrm>
              <a:off x="1944118" y="5541697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2" name="三联开关 1 框"/>
            <p:cNvSpPr/>
            <p:nvPr/>
          </p:nvSpPr>
          <p:spPr>
            <a:xfrm>
              <a:off x="1377093" y="4707188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0" name="三联开关 2"/>
          <p:cNvGrpSpPr/>
          <p:nvPr/>
        </p:nvGrpSpPr>
        <p:grpSpPr>
          <a:xfrm>
            <a:off x="635000" y="4076700"/>
            <a:ext cx="802350" cy="1025009"/>
            <a:chOff x="5849699" y="5143200"/>
            <a:chExt cx="802350" cy="1025009"/>
          </a:xfrm>
        </p:grpSpPr>
        <p:pic>
          <p:nvPicPr>
            <p:cNvPr id="787" name="三联开关 2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7799" y="5181300"/>
              <a:ext cx="726150" cy="771009"/>
            </a:xfrm>
            <a:prstGeom prst="rect">
              <a:avLst/>
            </a:prstGeom>
          </p:spPr>
        </p:pic>
        <p:sp>
          <p:nvSpPr>
            <p:cNvPr id="817" name="按键 23"/>
            <p:cNvSpPr/>
            <p:nvPr/>
          </p:nvSpPr>
          <p:spPr>
            <a:xfrm>
              <a:off x="5932624" y="5977709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23</a:t>
              </a:r>
            </a:p>
          </p:txBody>
        </p:sp>
        <p:sp>
          <p:nvSpPr>
            <p:cNvPr id="818" name="按键 24"/>
            <p:cNvSpPr/>
            <p:nvPr/>
          </p:nvSpPr>
          <p:spPr>
            <a:xfrm>
              <a:off x="6174674" y="5977709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24</a:t>
              </a:r>
            </a:p>
          </p:txBody>
        </p:sp>
        <p:sp>
          <p:nvSpPr>
            <p:cNvPr id="819" name="按键 25"/>
            <p:cNvSpPr/>
            <p:nvPr/>
          </p:nvSpPr>
          <p:spPr>
            <a:xfrm>
              <a:off x="6416724" y="5977709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25</a:t>
              </a:r>
            </a:p>
          </p:txBody>
        </p:sp>
        <p:sp>
          <p:nvSpPr>
            <p:cNvPr id="905" name="三联开关 2 框"/>
            <p:cNvSpPr/>
            <p:nvPr/>
          </p:nvSpPr>
          <p:spPr>
            <a:xfrm>
              <a:off x="5849699" y="5143200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646140F-F015-30F2-CBE6-7190BF0BCF66}"/>
              </a:ext>
            </a:extLst>
          </p:cNvPr>
          <p:cNvSpPr/>
          <p:nvPr/>
        </p:nvSpPr>
        <p:spPr>
          <a:xfrm>
            <a:off x="2308342" y="5873789"/>
            <a:ext cx="425226" cy="312174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655A0D11-B247-6F12-D3A0-68177E6371A1}"/>
              </a:ext>
            </a:extLst>
          </p:cNvPr>
          <p:cNvSpPr/>
          <p:nvPr/>
        </p:nvSpPr>
        <p:spPr>
          <a:xfrm>
            <a:off x="3071660" y="5815698"/>
            <a:ext cx="425226" cy="312174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6" name="Rectangle 905">
            <a:extLst>
              <a:ext uri="{FF2B5EF4-FFF2-40B4-BE49-F238E27FC236}">
                <a16:creationId xmlns:a16="http://schemas.microsoft.com/office/drawing/2014/main" id="{B6BB61FA-E869-FAE6-5998-90AF28E012C0}"/>
              </a:ext>
            </a:extLst>
          </p:cNvPr>
          <p:cNvSpPr/>
          <p:nvPr/>
        </p:nvSpPr>
        <p:spPr>
          <a:xfrm>
            <a:off x="1681443" y="5824611"/>
            <a:ext cx="425226" cy="312174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29" name="Rectangle 928">
            <a:extLst>
              <a:ext uri="{FF2B5EF4-FFF2-40B4-BE49-F238E27FC236}">
                <a16:creationId xmlns:a16="http://schemas.microsoft.com/office/drawing/2014/main" id="{CB36A0FD-F5BE-612B-3F59-3C9C182B03E8}"/>
              </a:ext>
            </a:extLst>
          </p:cNvPr>
          <p:cNvSpPr/>
          <p:nvPr/>
        </p:nvSpPr>
        <p:spPr>
          <a:xfrm>
            <a:off x="2853025" y="4300748"/>
            <a:ext cx="425226" cy="31217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1" name="Rectangle 930">
            <a:extLst>
              <a:ext uri="{FF2B5EF4-FFF2-40B4-BE49-F238E27FC236}">
                <a16:creationId xmlns:a16="http://schemas.microsoft.com/office/drawing/2014/main" id="{0A7C3F40-FAD5-B022-B82A-002A50F14C4A}"/>
              </a:ext>
            </a:extLst>
          </p:cNvPr>
          <p:cNvSpPr/>
          <p:nvPr/>
        </p:nvSpPr>
        <p:spPr>
          <a:xfrm>
            <a:off x="2139451" y="3754790"/>
            <a:ext cx="425226" cy="92676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3" name="Rectangle 932">
            <a:extLst>
              <a:ext uri="{FF2B5EF4-FFF2-40B4-BE49-F238E27FC236}">
                <a16:creationId xmlns:a16="http://schemas.microsoft.com/office/drawing/2014/main" id="{656AE0D2-6142-ECA2-3264-FAF8C4EF03C9}"/>
              </a:ext>
            </a:extLst>
          </p:cNvPr>
          <p:cNvSpPr/>
          <p:nvPr/>
        </p:nvSpPr>
        <p:spPr>
          <a:xfrm>
            <a:off x="2559010" y="3730945"/>
            <a:ext cx="1654371" cy="35053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5" name="Rectangle 934">
            <a:extLst>
              <a:ext uri="{FF2B5EF4-FFF2-40B4-BE49-F238E27FC236}">
                <a16:creationId xmlns:a16="http://schemas.microsoft.com/office/drawing/2014/main" id="{6EC84699-F8E7-909D-57D1-F54463C61079}"/>
              </a:ext>
            </a:extLst>
          </p:cNvPr>
          <p:cNvSpPr/>
          <p:nvPr/>
        </p:nvSpPr>
        <p:spPr>
          <a:xfrm>
            <a:off x="3483537" y="4314951"/>
            <a:ext cx="425226" cy="926760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7" name="Rectangle 936">
            <a:extLst>
              <a:ext uri="{FF2B5EF4-FFF2-40B4-BE49-F238E27FC236}">
                <a16:creationId xmlns:a16="http://schemas.microsoft.com/office/drawing/2014/main" id="{DCFB714C-5640-E6A3-5922-F91BD768435D}"/>
              </a:ext>
            </a:extLst>
          </p:cNvPr>
          <p:cNvSpPr/>
          <p:nvPr/>
        </p:nvSpPr>
        <p:spPr>
          <a:xfrm>
            <a:off x="2164094" y="4934070"/>
            <a:ext cx="1261253" cy="290128"/>
          </a:xfrm>
          <a:prstGeom prst="rect">
            <a:avLst/>
          </a:prstGeom>
          <a:noFill/>
          <a:ln w="76200">
            <a:solidFill>
              <a:srgbClr val="911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9" name="Rectangle 938">
            <a:extLst>
              <a:ext uri="{FF2B5EF4-FFF2-40B4-BE49-F238E27FC236}">
                <a16:creationId xmlns:a16="http://schemas.microsoft.com/office/drawing/2014/main" id="{35E55B6A-4BAA-A440-1C95-39EAE37EB169}"/>
              </a:ext>
            </a:extLst>
          </p:cNvPr>
          <p:cNvSpPr/>
          <p:nvPr/>
        </p:nvSpPr>
        <p:spPr>
          <a:xfrm>
            <a:off x="5158409" y="4245882"/>
            <a:ext cx="425226" cy="312174"/>
          </a:xfrm>
          <a:prstGeom prst="rect">
            <a:avLst/>
          </a:prstGeom>
          <a:noFill/>
          <a:ln w="76200">
            <a:solidFill>
              <a:srgbClr val="42D4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1" name="Rectangle 940">
            <a:extLst>
              <a:ext uri="{FF2B5EF4-FFF2-40B4-BE49-F238E27FC236}">
                <a16:creationId xmlns:a16="http://schemas.microsoft.com/office/drawing/2014/main" id="{416AC2AD-D8C3-A003-2E79-42D8D852ECFD}"/>
              </a:ext>
            </a:extLst>
          </p:cNvPr>
          <p:cNvSpPr/>
          <p:nvPr/>
        </p:nvSpPr>
        <p:spPr>
          <a:xfrm>
            <a:off x="4405449" y="3721849"/>
            <a:ext cx="1805920" cy="312174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3" name="Rectangle 942">
            <a:extLst>
              <a:ext uri="{FF2B5EF4-FFF2-40B4-BE49-F238E27FC236}">
                <a16:creationId xmlns:a16="http://schemas.microsoft.com/office/drawing/2014/main" id="{842BC364-55B5-1FDC-F298-BA009FC09490}"/>
              </a:ext>
            </a:extLst>
          </p:cNvPr>
          <p:cNvSpPr/>
          <p:nvPr/>
        </p:nvSpPr>
        <p:spPr>
          <a:xfrm>
            <a:off x="4364842" y="4061737"/>
            <a:ext cx="513445" cy="477626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5" name="Rectangle 944">
            <a:extLst>
              <a:ext uri="{FF2B5EF4-FFF2-40B4-BE49-F238E27FC236}">
                <a16:creationId xmlns:a16="http://schemas.microsoft.com/office/drawing/2014/main" id="{D82E02C8-D57D-844F-3A7C-90CB4185A03E}"/>
              </a:ext>
            </a:extLst>
          </p:cNvPr>
          <p:cNvSpPr/>
          <p:nvPr/>
        </p:nvSpPr>
        <p:spPr>
          <a:xfrm>
            <a:off x="5775441" y="4156261"/>
            <a:ext cx="513445" cy="477626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7" name="Rectangle 946">
            <a:extLst>
              <a:ext uri="{FF2B5EF4-FFF2-40B4-BE49-F238E27FC236}">
                <a16:creationId xmlns:a16="http://schemas.microsoft.com/office/drawing/2014/main" id="{389693D8-E04A-294A-5867-4ED1F8584928}"/>
              </a:ext>
            </a:extLst>
          </p:cNvPr>
          <p:cNvSpPr/>
          <p:nvPr/>
        </p:nvSpPr>
        <p:spPr>
          <a:xfrm>
            <a:off x="4394141" y="4787012"/>
            <a:ext cx="1894745" cy="287495"/>
          </a:xfrm>
          <a:prstGeom prst="rect">
            <a:avLst/>
          </a:prstGeom>
          <a:noFill/>
          <a:ln w="76200">
            <a:solidFill>
              <a:srgbClr val="BFEF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9" name="Rectangle 948">
            <a:extLst>
              <a:ext uri="{FF2B5EF4-FFF2-40B4-BE49-F238E27FC236}">
                <a16:creationId xmlns:a16="http://schemas.microsoft.com/office/drawing/2014/main" id="{A4289A80-905D-4711-0842-6D71027A8195}"/>
              </a:ext>
            </a:extLst>
          </p:cNvPr>
          <p:cNvSpPr/>
          <p:nvPr/>
        </p:nvSpPr>
        <p:spPr>
          <a:xfrm>
            <a:off x="4288993" y="5219700"/>
            <a:ext cx="295707" cy="266700"/>
          </a:xfrm>
          <a:prstGeom prst="rect">
            <a:avLst/>
          </a:prstGeom>
          <a:noFill/>
          <a:ln w="76200">
            <a:solidFill>
              <a:srgbClr val="3CB4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1" name="Rectangle 950">
            <a:extLst>
              <a:ext uri="{FF2B5EF4-FFF2-40B4-BE49-F238E27FC236}">
                <a16:creationId xmlns:a16="http://schemas.microsoft.com/office/drawing/2014/main" id="{48A6FE17-4ACC-A7FC-E6FE-B0C4C3B51D42}"/>
              </a:ext>
            </a:extLst>
          </p:cNvPr>
          <p:cNvSpPr/>
          <p:nvPr/>
        </p:nvSpPr>
        <p:spPr>
          <a:xfrm>
            <a:off x="2926306" y="4372896"/>
            <a:ext cx="282427" cy="215487"/>
          </a:xfrm>
          <a:prstGeom prst="rect">
            <a:avLst/>
          </a:prstGeom>
          <a:noFill/>
          <a:ln w="76200">
            <a:solidFill>
              <a:srgbClr val="FFE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5" name="Rectangle 954">
            <a:extLst>
              <a:ext uri="{FF2B5EF4-FFF2-40B4-BE49-F238E27FC236}">
                <a16:creationId xmlns:a16="http://schemas.microsoft.com/office/drawing/2014/main" id="{030FADF4-13D7-ED25-6125-1560CE5A6F8E}"/>
              </a:ext>
            </a:extLst>
          </p:cNvPr>
          <p:cNvSpPr/>
          <p:nvPr/>
        </p:nvSpPr>
        <p:spPr>
          <a:xfrm>
            <a:off x="2217152" y="3813720"/>
            <a:ext cx="282427" cy="783140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7" name="Rectangle 956">
            <a:extLst>
              <a:ext uri="{FF2B5EF4-FFF2-40B4-BE49-F238E27FC236}">
                <a16:creationId xmlns:a16="http://schemas.microsoft.com/office/drawing/2014/main" id="{01377B4D-8F35-4542-0FC4-C6E79AC3C1C2}"/>
              </a:ext>
            </a:extLst>
          </p:cNvPr>
          <p:cNvSpPr/>
          <p:nvPr/>
        </p:nvSpPr>
        <p:spPr>
          <a:xfrm>
            <a:off x="2887955" y="3768296"/>
            <a:ext cx="1047594" cy="244904"/>
          </a:xfrm>
          <a:prstGeom prst="rect">
            <a:avLst/>
          </a:prstGeom>
          <a:noFill/>
          <a:ln w="76200">
            <a:solidFill>
              <a:srgbClr val="4363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9" name="Rectangle 958">
            <a:extLst>
              <a:ext uri="{FF2B5EF4-FFF2-40B4-BE49-F238E27FC236}">
                <a16:creationId xmlns:a16="http://schemas.microsoft.com/office/drawing/2014/main" id="{6572CDD6-E7B5-4803-4809-731296B55FAE}"/>
              </a:ext>
            </a:extLst>
          </p:cNvPr>
          <p:cNvSpPr/>
          <p:nvPr/>
        </p:nvSpPr>
        <p:spPr>
          <a:xfrm>
            <a:off x="3574250" y="4407779"/>
            <a:ext cx="282427" cy="783140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9" name="Rectangle 538">
            <a:extLst>
              <a:ext uri="{FF2B5EF4-FFF2-40B4-BE49-F238E27FC236}">
                <a16:creationId xmlns:a16="http://schemas.microsoft.com/office/drawing/2014/main" id="{3F18C876-251E-DEEF-1B32-2ECB753FF537}"/>
              </a:ext>
            </a:extLst>
          </p:cNvPr>
          <p:cNvSpPr/>
          <p:nvPr/>
        </p:nvSpPr>
        <p:spPr>
          <a:xfrm>
            <a:off x="2195052" y="5004216"/>
            <a:ext cx="1195827" cy="162533"/>
          </a:xfrm>
          <a:prstGeom prst="rect">
            <a:avLst/>
          </a:prstGeom>
          <a:noFill/>
          <a:ln w="76200">
            <a:solidFill>
              <a:srgbClr val="F582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5" name="Rectangle 544">
            <a:extLst>
              <a:ext uri="{FF2B5EF4-FFF2-40B4-BE49-F238E27FC236}">
                <a16:creationId xmlns:a16="http://schemas.microsoft.com/office/drawing/2014/main" id="{6C1BC5B5-71C3-7E03-1CC2-9B31D5A029B3}"/>
              </a:ext>
            </a:extLst>
          </p:cNvPr>
          <p:cNvSpPr/>
          <p:nvPr/>
        </p:nvSpPr>
        <p:spPr>
          <a:xfrm>
            <a:off x="5437691" y="1860550"/>
            <a:ext cx="450190" cy="326508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9" name="Rectangle 548">
            <a:extLst>
              <a:ext uri="{FF2B5EF4-FFF2-40B4-BE49-F238E27FC236}">
                <a16:creationId xmlns:a16="http://schemas.microsoft.com/office/drawing/2014/main" id="{5F24B54F-2A61-0CEB-F64D-21130F39B783}"/>
              </a:ext>
            </a:extLst>
          </p:cNvPr>
          <p:cNvSpPr/>
          <p:nvPr/>
        </p:nvSpPr>
        <p:spPr>
          <a:xfrm>
            <a:off x="3123446" y="1602303"/>
            <a:ext cx="1610500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8" name="Rectangle 567">
            <a:extLst>
              <a:ext uri="{FF2B5EF4-FFF2-40B4-BE49-F238E27FC236}">
                <a16:creationId xmlns:a16="http://schemas.microsoft.com/office/drawing/2014/main" id="{F619DE07-8EF1-137A-8FC9-3F57EE6711F8}"/>
              </a:ext>
            </a:extLst>
          </p:cNvPr>
          <p:cNvSpPr/>
          <p:nvPr/>
        </p:nvSpPr>
        <p:spPr>
          <a:xfrm>
            <a:off x="3093063" y="2211801"/>
            <a:ext cx="403823" cy="331492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0F06286A-343C-93DF-EA9C-EE90225A4CBE}"/>
              </a:ext>
            </a:extLst>
          </p:cNvPr>
          <p:cNvSpPr/>
          <p:nvPr/>
        </p:nvSpPr>
        <p:spPr>
          <a:xfrm>
            <a:off x="4374289" y="2211801"/>
            <a:ext cx="40382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5DD58822-DFC1-545A-9460-68C2607E285B}"/>
              </a:ext>
            </a:extLst>
          </p:cNvPr>
          <p:cNvSpPr/>
          <p:nvPr/>
        </p:nvSpPr>
        <p:spPr>
          <a:xfrm>
            <a:off x="3100839" y="2849303"/>
            <a:ext cx="1677273" cy="331492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CE5ED4F2-7C58-D79E-3DA1-E432D40E2106}"/>
              </a:ext>
            </a:extLst>
          </p:cNvPr>
          <p:cNvSpPr/>
          <p:nvPr/>
        </p:nvSpPr>
        <p:spPr>
          <a:xfrm>
            <a:off x="3630293" y="2196163"/>
            <a:ext cx="520060" cy="402363"/>
          </a:xfrm>
          <a:prstGeom prst="rect">
            <a:avLst/>
          </a:prstGeom>
          <a:noFill/>
          <a:ln w="76200">
            <a:solidFill>
              <a:srgbClr val="808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09EDDBCD-CD9A-FEBE-FDF8-267EA2276D61}"/>
              </a:ext>
            </a:extLst>
          </p:cNvPr>
          <p:cNvSpPr/>
          <p:nvPr/>
        </p:nvSpPr>
        <p:spPr>
          <a:xfrm>
            <a:off x="3714483" y="2302353"/>
            <a:ext cx="367660" cy="216959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88CBA757-D097-9252-C413-B231505B8DB4}"/>
              </a:ext>
            </a:extLst>
          </p:cNvPr>
          <p:cNvSpPr/>
          <p:nvPr/>
        </p:nvSpPr>
        <p:spPr>
          <a:xfrm>
            <a:off x="5494401" y="1944786"/>
            <a:ext cx="373116" cy="179837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D6B5CA33-A188-325B-5E17-3E13485A8ABE}"/>
              </a:ext>
            </a:extLst>
          </p:cNvPr>
          <p:cNvSpPr/>
          <p:nvPr/>
        </p:nvSpPr>
        <p:spPr>
          <a:xfrm>
            <a:off x="3040024" y="1503320"/>
            <a:ext cx="1760576" cy="546769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E585811F-3626-155E-5746-5FD4D8ADACB1}"/>
              </a:ext>
            </a:extLst>
          </p:cNvPr>
          <p:cNvSpPr/>
          <p:nvPr/>
        </p:nvSpPr>
        <p:spPr>
          <a:xfrm>
            <a:off x="3204914" y="2301237"/>
            <a:ext cx="220434" cy="179933"/>
          </a:xfrm>
          <a:prstGeom prst="rect">
            <a:avLst/>
          </a:prstGeom>
          <a:noFill/>
          <a:ln w="76200">
            <a:solidFill>
              <a:srgbClr val="9A63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B3185BE-E104-0489-46C3-D3C3BF2A5C70}"/>
              </a:ext>
            </a:extLst>
          </p:cNvPr>
          <p:cNvSpPr/>
          <p:nvPr/>
        </p:nvSpPr>
        <p:spPr>
          <a:xfrm>
            <a:off x="2971363" y="2727522"/>
            <a:ext cx="1906924" cy="599664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Rectangle 600">
            <a:extLst>
              <a:ext uri="{FF2B5EF4-FFF2-40B4-BE49-F238E27FC236}">
                <a16:creationId xmlns:a16="http://schemas.microsoft.com/office/drawing/2014/main" id="{B8C26475-EBC7-8E35-14D3-F7442C51A3A9}"/>
              </a:ext>
            </a:extLst>
          </p:cNvPr>
          <p:cNvSpPr/>
          <p:nvPr/>
        </p:nvSpPr>
        <p:spPr>
          <a:xfrm>
            <a:off x="4476298" y="2265292"/>
            <a:ext cx="251423" cy="226599"/>
          </a:xfrm>
          <a:prstGeom prst="rect">
            <a:avLst/>
          </a:prstGeom>
          <a:noFill/>
          <a:ln w="76200">
            <a:solidFill>
              <a:srgbClr val="8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3" name="Rectangle 902">
            <a:extLst>
              <a:ext uri="{FF2B5EF4-FFF2-40B4-BE49-F238E27FC236}">
                <a16:creationId xmlns:a16="http://schemas.microsoft.com/office/drawing/2014/main" id="{ABDD508A-E79C-85BE-11B0-66D8595A7AA3}"/>
              </a:ext>
            </a:extLst>
          </p:cNvPr>
          <p:cNvSpPr/>
          <p:nvPr/>
        </p:nvSpPr>
        <p:spPr>
          <a:xfrm>
            <a:off x="5693911" y="3039561"/>
            <a:ext cx="373116" cy="179837"/>
          </a:xfrm>
          <a:prstGeom prst="rect">
            <a:avLst/>
          </a:prstGeom>
          <a:noFill/>
          <a:ln w="76200">
            <a:solidFill>
              <a:srgbClr val="AB54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0" name="Rectangle 929">
            <a:extLst>
              <a:ext uri="{FF2B5EF4-FFF2-40B4-BE49-F238E27FC236}">
                <a16:creationId xmlns:a16="http://schemas.microsoft.com/office/drawing/2014/main" id="{3C88C374-7820-6B96-F340-D09FC2E3EBC3}"/>
              </a:ext>
            </a:extLst>
          </p:cNvPr>
          <p:cNvSpPr/>
          <p:nvPr/>
        </p:nvSpPr>
        <p:spPr>
          <a:xfrm>
            <a:off x="7015221" y="1255247"/>
            <a:ext cx="3253005" cy="281453"/>
          </a:xfrm>
          <a:prstGeom prst="rect">
            <a:avLst/>
          </a:prstGeom>
          <a:noFill/>
          <a:ln w="76200">
            <a:solidFill>
              <a:srgbClr val="469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4" name="Rectangle 933">
            <a:extLst>
              <a:ext uri="{FF2B5EF4-FFF2-40B4-BE49-F238E27FC236}">
                <a16:creationId xmlns:a16="http://schemas.microsoft.com/office/drawing/2014/main" id="{84B63FC7-8423-61DF-145A-F8490C5ED22D}"/>
              </a:ext>
            </a:extLst>
          </p:cNvPr>
          <p:cNvSpPr/>
          <p:nvPr/>
        </p:nvSpPr>
        <p:spPr>
          <a:xfrm>
            <a:off x="8127098" y="4251541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8" name="Rectangle 937">
            <a:extLst>
              <a:ext uri="{FF2B5EF4-FFF2-40B4-BE49-F238E27FC236}">
                <a16:creationId xmlns:a16="http://schemas.microsoft.com/office/drawing/2014/main" id="{CFBC3517-D33F-C1C5-6A16-DD7253E0B892}"/>
              </a:ext>
            </a:extLst>
          </p:cNvPr>
          <p:cNvSpPr/>
          <p:nvPr/>
        </p:nvSpPr>
        <p:spPr>
          <a:xfrm>
            <a:off x="9750422" y="4230449"/>
            <a:ext cx="466856" cy="281453"/>
          </a:xfrm>
          <a:prstGeom prst="rect">
            <a:avLst/>
          </a:prstGeom>
          <a:noFill/>
          <a:ln w="76200">
            <a:solidFill>
              <a:srgbClr val="FAB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2" name="Rectangle 941">
            <a:extLst>
              <a:ext uri="{FF2B5EF4-FFF2-40B4-BE49-F238E27FC236}">
                <a16:creationId xmlns:a16="http://schemas.microsoft.com/office/drawing/2014/main" id="{DBCC7854-9A84-BC7D-7A26-CE56F300638F}"/>
              </a:ext>
            </a:extLst>
          </p:cNvPr>
          <p:cNvSpPr/>
          <p:nvPr/>
        </p:nvSpPr>
        <p:spPr>
          <a:xfrm>
            <a:off x="7613911" y="5169648"/>
            <a:ext cx="466856" cy="654963"/>
          </a:xfrm>
          <a:prstGeom prst="rect">
            <a:avLst/>
          </a:prstGeom>
          <a:noFill/>
          <a:ln w="76200">
            <a:solidFill>
              <a:srgbClr val="0000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46" name="Rectangle 945">
            <a:extLst>
              <a:ext uri="{FF2B5EF4-FFF2-40B4-BE49-F238E27FC236}">
                <a16:creationId xmlns:a16="http://schemas.microsoft.com/office/drawing/2014/main" id="{5BD49F12-D829-05FF-02DC-DEC0B1D85613}"/>
              </a:ext>
            </a:extLst>
          </p:cNvPr>
          <p:cNvSpPr/>
          <p:nvPr/>
        </p:nvSpPr>
        <p:spPr>
          <a:xfrm>
            <a:off x="9376607" y="5137492"/>
            <a:ext cx="466856" cy="654963"/>
          </a:xfrm>
          <a:prstGeom prst="rect">
            <a:avLst/>
          </a:prstGeom>
          <a:noFill/>
          <a:ln w="76200">
            <a:solidFill>
              <a:srgbClr val="A9A9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0" name="Rectangle 949">
            <a:extLst>
              <a:ext uri="{FF2B5EF4-FFF2-40B4-BE49-F238E27FC236}">
                <a16:creationId xmlns:a16="http://schemas.microsoft.com/office/drawing/2014/main" id="{7E969A4E-E863-280A-9D05-9DB4BE949FB0}"/>
              </a:ext>
            </a:extLst>
          </p:cNvPr>
          <p:cNvSpPr/>
          <p:nvPr/>
        </p:nvSpPr>
        <p:spPr>
          <a:xfrm>
            <a:off x="11176000" y="5226050"/>
            <a:ext cx="466856" cy="654963"/>
          </a:xfrm>
          <a:prstGeom prst="rect">
            <a:avLst/>
          </a:prstGeom>
          <a:noFill/>
          <a:ln w="76200">
            <a:solidFill>
              <a:srgbClr val="F03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53" name="按键 26">
            <a:extLst>
              <a:ext uri="{FF2B5EF4-FFF2-40B4-BE49-F238E27FC236}">
                <a16:creationId xmlns:a16="http://schemas.microsoft.com/office/drawing/2014/main" id="{123BE1BD-EE14-E743-6A84-1BF65DC1F430}"/>
              </a:ext>
            </a:extLst>
          </p:cNvPr>
          <p:cNvSpPr/>
          <p:nvPr/>
        </p:nvSpPr>
        <p:spPr>
          <a:xfrm>
            <a:off x="8342749" y="6350122"/>
            <a:ext cx="152400" cy="152400"/>
          </a:xfrm>
          <a:prstGeom prst="ellipse">
            <a:avLst/>
          </a:prstGeom>
          <a:solidFill>
            <a:srgbClr val="FABED4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000000"/>
                </a:solidFill>
              </a:rPr>
              <a:t>26</a:t>
            </a:r>
          </a:p>
        </p:txBody>
      </p:sp>
      <p:sp>
        <p:nvSpPr>
          <p:cNvPr id="956" name="按键 27">
            <a:extLst>
              <a:ext uri="{FF2B5EF4-FFF2-40B4-BE49-F238E27FC236}">
                <a16:creationId xmlns:a16="http://schemas.microsoft.com/office/drawing/2014/main" id="{04A260D3-C471-0BEE-B7F6-067A18B8D12E}"/>
              </a:ext>
            </a:extLst>
          </p:cNvPr>
          <p:cNvSpPr/>
          <p:nvPr/>
        </p:nvSpPr>
        <p:spPr>
          <a:xfrm>
            <a:off x="8623300" y="6381870"/>
            <a:ext cx="152400" cy="152400"/>
          </a:xfrm>
          <a:prstGeom prst="ellipse">
            <a:avLst/>
          </a:prstGeom>
          <a:solidFill>
            <a:srgbClr val="469990"/>
          </a:solidFill>
          <a:ln w="6350">
            <a:solidFill>
              <a:srgbClr val="FFFFF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en-US" sz="700" b="1" dirty="0">
                <a:solidFill>
                  <a:srgbClr val="FFFFFF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20837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64D5F-A7B3-B22D-B964-27601CAFF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4C8683-4E65-6AE9-99B8-0F0481A0CE77}"/>
              </a:ext>
            </a:extLst>
          </p:cNvPr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一层照明平面图：Blender 模型 vs 施工图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FA34B-76FC-FAF8-5CF3-C582BF211F1D}"/>
              </a:ext>
            </a:extLst>
          </p:cNvPr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AED60F04-D0AC-F875-2F62-C3B8463907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51864" y="1136251"/>
            <a:ext cx="621149" cy="663905"/>
          </a:xfrm>
          <a:prstGeom prst="rect">
            <a:avLst/>
          </a:prstGeom>
        </p:spPr>
      </p:pic>
      <p:sp>
        <p:nvSpPr>
          <p:cNvPr id="566" name="Oval 565">
            <a:extLst>
              <a:ext uri="{FF2B5EF4-FFF2-40B4-BE49-F238E27FC236}">
                <a16:creationId xmlns:a16="http://schemas.microsoft.com/office/drawing/2014/main" id="{B0B7CB48-292B-7091-22F8-94C3252A99F4}"/>
              </a:ext>
            </a:extLst>
          </p:cNvPr>
          <p:cNvSpPr/>
          <p:nvPr/>
        </p:nvSpPr>
        <p:spPr>
          <a:xfrm>
            <a:off x="-475668" y="127056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70" name="Picture 569">
            <a:extLst>
              <a:ext uri="{FF2B5EF4-FFF2-40B4-BE49-F238E27FC236}">
                <a16:creationId xmlns:a16="http://schemas.microsoft.com/office/drawing/2014/main" id="{7A87F72E-7D7B-410F-350E-62EEE89FA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313985" y="1858318"/>
            <a:ext cx="838317" cy="523948"/>
          </a:xfrm>
          <a:prstGeom prst="rect">
            <a:avLst/>
          </a:prstGeom>
        </p:spPr>
      </p:pic>
      <p:sp>
        <p:nvSpPr>
          <p:cNvPr id="608" name="Oval 607">
            <a:extLst>
              <a:ext uri="{FF2B5EF4-FFF2-40B4-BE49-F238E27FC236}">
                <a16:creationId xmlns:a16="http://schemas.microsoft.com/office/drawing/2014/main" id="{9083E58B-3491-D861-8DFC-91E1990E367D}"/>
              </a:ext>
            </a:extLst>
          </p:cNvPr>
          <p:cNvSpPr/>
          <p:nvPr/>
        </p:nvSpPr>
        <p:spPr>
          <a:xfrm>
            <a:off x="-475668" y="2098871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47" name="Picture 646">
            <a:extLst>
              <a:ext uri="{FF2B5EF4-FFF2-40B4-BE49-F238E27FC236}">
                <a16:creationId xmlns:a16="http://schemas.microsoft.com/office/drawing/2014/main" id="{8861F795-7AFE-2061-C22A-F09E2EDCCF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256874" y="2439278"/>
            <a:ext cx="809738" cy="876422"/>
          </a:xfrm>
          <a:prstGeom prst="rect">
            <a:avLst/>
          </a:prstGeom>
        </p:spPr>
      </p:pic>
      <p:sp>
        <p:nvSpPr>
          <p:cNvPr id="657" name="Oval 656">
            <a:extLst>
              <a:ext uri="{FF2B5EF4-FFF2-40B4-BE49-F238E27FC236}">
                <a16:creationId xmlns:a16="http://schemas.microsoft.com/office/drawing/2014/main" id="{CB89A773-E8EC-7A55-D70F-B32C3714700C}"/>
              </a:ext>
            </a:extLst>
          </p:cNvPr>
          <p:cNvSpPr/>
          <p:nvPr/>
        </p:nvSpPr>
        <p:spPr>
          <a:xfrm>
            <a:off x="-447136" y="278298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43" name="Picture 742">
            <a:extLst>
              <a:ext uri="{FF2B5EF4-FFF2-40B4-BE49-F238E27FC236}">
                <a16:creationId xmlns:a16="http://schemas.microsoft.com/office/drawing/2014/main" id="{F6AF25CB-21AA-75C3-D359-A813AD7B1F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11883" y="3282305"/>
            <a:ext cx="914528" cy="895475"/>
          </a:xfrm>
          <a:prstGeom prst="rect">
            <a:avLst/>
          </a:prstGeom>
        </p:spPr>
      </p:pic>
      <p:sp>
        <p:nvSpPr>
          <p:cNvPr id="745" name="Oval 744">
            <a:extLst>
              <a:ext uri="{FF2B5EF4-FFF2-40B4-BE49-F238E27FC236}">
                <a16:creationId xmlns:a16="http://schemas.microsoft.com/office/drawing/2014/main" id="{30D58972-3E99-7D21-BCEE-23107121AC6A}"/>
              </a:ext>
            </a:extLst>
          </p:cNvPr>
          <p:cNvSpPr/>
          <p:nvPr/>
        </p:nvSpPr>
        <p:spPr>
          <a:xfrm>
            <a:off x="-396293" y="3681082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54" name="Picture 753">
            <a:extLst>
              <a:ext uri="{FF2B5EF4-FFF2-40B4-BE49-F238E27FC236}">
                <a16:creationId xmlns:a16="http://schemas.microsoft.com/office/drawing/2014/main" id="{D68A0B3C-22C1-C6B2-B72D-AD3D62214A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311883" y="4146847"/>
            <a:ext cx="781159" cy="857370"/>
          </a:xfrm>
          <a:prstGeom prst="rect">
            <a:avLst/>
          </a:prstGeom>
        </p:spPr>
      </p:pic>
      <p:sp>
        <p:nvSpPr>
          <p:cNvPr id="756" name="Oval 755">
            <a:extLst>
              <a:ext uri="{FF2B5EF4-FFF2-40B4-BE49-F238E27FC236}">
                <a16:creationId xmlns:a16="http://schemas.microsoft.com/office/drawing/2014/main" id="{3F65E176-2953-1C5F-8CD3-C2BEB857CE31}"/>
              </a:ext>
            </a:extLst>
          </p:cNvPr>
          <p:cNvSpPr/>
          <p:nvPr/>
        </p:nvSpPr>
        <p:spPr>
          <a:xfrm>
            <a:off x="-447136" y="4572724"/>
            <a:ext cx="158750" cy="13263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65" name="Picture 564">
            <a:extLst>
              <a:ext uri="{FF2B5EF4-FFF2-40B4-BE49-F238E27FC236}">
                <a16:creationId xmlns:a16="http://schemas.microsoft.com/office/drawing/2014/main" id="{6D6F195C-034C-1D79-F3E5-0F4CD4F58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256873" y="5100305"/>
            <a:ext cx="726150" cy="771009"/>
          </a:xfrm>
          <a:prstGeom prst="rect">
            <a:avLst/>
          </a:prstGeom>
        </p:spPr>
      </p:pic>
      <p:sp>
        <p:nvSpPr>
          <p:cNvPr id="569" name="Oval 568">
            <a:extLst>
              <a:ext uri="{FF2B5EF4-FFF2-40B4-BE49-F238E27FC236}">
                <a16:creationId xmlns:a16="http://schemas.microsoft.com/office/drawing/2014/main" id="{CB6354C8-27B0-22B6-6376-9A8F13B49EE2}"/>
              </a:ext>
            </a:extLst>
          </p:cNvPr>
          <p:cNvSpPr/>
          <p:nvPr/>
        </p:nvSpPr>
        <p:spPr>
          <a:xfrm>
            <a:off x="-397606" y="5338184"/>
            <a:ext cx="158750" cy="13263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436408" y="-1536172"/>
            <a:ext cx="5319185" cy="10870145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  <p:grpSp>
          <p:nvGrpSpPr>
            <p:cNvPr id="437" name="壁灯 F32">
              <a:extLst>
                <a:ext uri="{FF2B5EF4-FFF2-40B4-BE49-F238E27FC236}">
                  <a16:creationId xmlns:a16="http://schemas.microsoft.com/office/drawing/2014/main" id="{A5DDF3F5-052D-39E3-F5FD-09A6C1914BB7}"/>
                </a:ext>
              </a:extLst>
            </p:cNvPr>
            <p:cNvGrpSpPr/>
            <p:nvPr/>
          </p:nvGrpSpPr>
          <p:grpSpPr>
            <a:xfrm>
              <a:off x="2123301" y="3868459"/>
              <a:ext cx="268218" cy="86250"/>
              <a:chOff x="2165880" y="3887464"/>
              <a:chExt cx="268218" cy="86250"/>
            </a:xfrm>
          </p:grpSpPr>
          <p:sp>
            <p:nvSpPr>
              <p:cNvPr id="438" name="Isosceles Triangle 437">
                <a:extLst>
                  <a:ext uri="{FF2B5EF4-FFF2-40B4-BE49-F238E27FC236}">
                    <a16:creationId xmlns:a16="http://schemas.microsoft.com/office/drawing/2014/main" id="{8F24EB1A-974A-83B6-F01A-99743A5BFCE9}"/>
                  </a:ext>
                </a:extLst>
              </p:cNvPr>
              <p:cNvSpPr/>
              <p:nvPr/>
            </p:nvSpPr>
            <p:spPr>
              <a:xfrm>
                <a:off x="2165880" y="391376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9" name="TextBox 438">
                <a:extLst>
                  <a:ext uri="{FF2B5EF4-FFF2-40B4-BE49-F238E27FC236}">
                    <a16:creationId xmlns:a16="http://schemas.microsoft.com/office/drawing/2014/main" id="{9FC51B4F-1D58-EAB5-F787-76CF9CB24CC3}"/>
                  </a:ext>
                </a:extLst>
              </p:cNvPr>
              <p:cNvSpPr txBox="1"/>
              <p:nvPr/>
            </p:nvSpPr>
            <p:spPr>
              <a:xfrm rot="16200000">
                <a:off x="2241261" y="388746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F32</a:t>
                </a:r>
              </a:p>
            </p:txBody>
          </p:sp>
        </p:grpSp>
        <p:grpSp>
          <p:nvGrpSpPr>
            <p:cNvPr id="440" name="主灯 G07">
              <a:extLst>
                <a:ext uri="{FF2B5EF4-FFF2-40B4-BE49-F238E27FC236}">
                  <a16:creationId xmlns:a16="http://schemas.microsoft.com/office/drawing/2014/main" id="{0BE9CEB3-2F81-E92E-3AE6-4F5F1396BA1B}"/>
                </a:ext>
              </a:extLst>
            </p:cNvPr>
            <p:cNvGrpSpPr/>
            <p:nvPr/>
          </p:nvGrpSpPr>
          <p:grpSpPr>
            <a:xfrm>
              <a:off x="1693453" y="3462189"/>
              <a:ext cx="289254" cy="113948"/>
              <a:chOff x="1800755" y="3349995"/>
              <a:chExt cx="289254" cy="113948"/>
            </a:xfrm>
          </p:grpSpPr>
          <p:sp>
            <p:nvSpPr>
              <p:cNvPr id="441" name="Oval 440">
                <a:extLst>
                  <a:ext uri="{FF2B5EF4-FFF2-40B4-BE49-F238E27FC236}">
                    <a16:creationId xmlns:a16="http://schemas.microsoft.com/office/drawing/2014/main" id="{18A20D83-39A3-72A0-1C16-BB0B80B540D2}"/>
                  </a:ext>
                </a:extLst>
              </p:cNvPr>
              <p:cNvSpPr/>
              <p:nvPr/>
            </p:nvSpPr>
            <p:spPr>
              <a:xfrm>
                <a:off x="1800755" y="337629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2" name="Connector 441">
                <a:extLst>
                  <a:ext uri="{FF2B5EF4-FFF2-40B4-BE49-F238E27FC236}">
                    <a16:creationId xmlns:a16="http://schemas.microsoft.com/office/drawing/2014/main" id="{6FF8A2C7-AB56-9F67-7932-E7B6C70A4C6D}"/>
                  </a:ext>
                </a:extLst>
              </p:cNvPr>
              <p:cNvCxnSpPr/>
              <p:nvPr/>
            </p:nvCxnSpPr>
            <p:spPr>
              <a:xfrm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3" name="Connector 442">
                <a:extLst>
                  <a:ext uri="{FF2B5EF4-FFF2-40B4-BE49-F238E27FC236}">
                    <a16:creationId xmlns:a16="http://schemas.microsoft.com/office/drawing/2014/main" id="{DDDB79BE-AACF-8FF6-8B4F-027CD5665340}"/>
                  </a:ext>
                </a:extLst>
              </p:cNvPr>
              <p:cNvCxnSpPr/>
              <p:nvPr/>
            </p:nvCxnSpPr>
            <p:spPr>
              <a:xfrm flipV="1">
                <a:off x="1813903" y="338943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4" name="TextBox 443">
                <a:extLst>
                  <a:ext uri="{FF2B5EF4-FFF2-40B4-BE49-F238E27FC236}">
                    <a16:creationId xmlns:a16="http://schemas.microsoft.com/office/drawing/2014/main" id="{C331CBCD-A42F-439E-E5F4-D28AA02C6AA9}"/>
                  </a:ext>
                </a:extLst>
              </p:cNvPr>
              <p:cNvSpPr txBox="1"/>
              <p:nvPr/>
            </p:nvSpPr>
            <p:spPr>
              <a:xfrm rot="16200000">
                <a:off x="1897172" y="334999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G07</a:t>
                </a:r>
              </a:p>
            </p:txBody>
          </p:sp>
        </p:grpSp>
        <p:grpSp>
          <p:nvGrpSpPr>
            <p:cNvPr id="445" name="主灯 G06">
              <a:extLst>
                <a:ext uri="{FF2B5EF4-FFF2-40B4-BE49-F238E27FC236}">
                  <a16:creationId xmlns:a16="http://schemas.microsoft.com/office/drawing/2014/main" id="{25A545D4-0CFD-12B2-110F-067EFE1D8616}"/>
                </a:ext>
              </a:extLst>
            </p:cNvPr>
            <p:cNvGrpSpPr/>
            <p:nvPr/>
          </p:nvGrpSpPr>
          <p:grpSpPr>
            <a:xfrm>
              <a:off x="1724818" y="4458511"/>
              <a:ext cx="289254" cy="113948"/>
              <a:chOff x="1743720" y="4361740"/>
              <a:chExt cx="289254" cy="113948"/>
            </a:xfrm>
          </p:grpSpPr>
          <p:sp>
            <p:nvSpPr>
              <p:cNvPr id="446" name="Oval 445">
                <a:extLst>
                  <a:ext uri="{FF2B5EF4-FFF2-40B4-BE49-F238E27FC236}">
                    <a16:creationId xmlns:a16="http://schemas.microsoft.com/office/drawing/2014/main" id="{17644B4B-AE49-0E7F-D75C-E74780E4F145}"/>
                  </a:ext>
                </a:extLst>
              </p:cNvPr>
              <p:cNvSpPr/>
              <p:nvPr/>
            </p:nvSpPr>
            <p:spPr>
              <a:xfrm>
                <a:off x="1743720" y="4388036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47" name="Connector 446">
                <a:extLst>
                  <a:ext uri="{FF2B5EF4-FFF2-40B4-BE49-F238E27FC236}">
                    <a16:creationId xmlns:a16="http://schemas.microsoft.com/office/drawing/2014/main" id="{E32A33AC-C8AF-8193-B309-0ACE3D534D49}"/>
                  </a:ext>
                </a:extLst>
              </p:cNvPr>
              <p:cNvCxnSpPr/>
              <p:nvPr/>
            </p:nvCxnSpPr>
            <p:spPr>
              <a:xfrm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8" name="Connector 447">
                <a:extLst>
                  <a:ext uri="{FF2B5EF4-FFF2-40B4-BE49-F238E27FC236}">
                    <a16:creationId xmlns:a16="http://schemas.microsoft.com/office/drawing/2014/main" id="{BD67B8BC-7633-F7B5-C7B7-B890B39DE8D2}"/>
                  </a:ext>
                </a:extLst>
              </p:cNvPr>
              <p:cNvCxnSpPr/>
              <p:nvPr/>
            </p:nvCxnSpPr>
            <p:spPr>
              <a:xfrm flipV="1">
                <a:off x="1756868" y="4401184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9" name="TextBox 448">
                <a:extLst>
                  <a:ext uri="{FF2B5EF4-FFF2-40B4-BE49-F238E27FC236}">
                    <a16:creationId xmlns:a16="http://schemas.microsoft.com/office/drawing/2014/main" id="{252B5B43-3B29-8110-61D4-73E52583ADC7}"/>
                  </a:ext>
                </a:extLst>
              </p:cNvPr>
              <p:cNvSpPr txBox="1"/>
              <p:nvPr/>
            </p:nvSpPr>
            <p:spPr>
              <a:xfrm rot="16200000">
                <a:off x="1840137" y="436174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G06</a:t>
                </a:r>
              </a:p>
            </p:txBody>
          </p:sp>
        </p:grpSp>
        <p:grpSp>
          <p:nvGrpSpPr>
            <p:cNvPr id="450" name="主灯 G08">
              <a:extLst>
                <a:ext uri="{FF2B5EF4-FFF2-40B4-BE49-F238E27FC236}">
                  <a16:creationId xmlns:a16="http://schemas.microsoft.com/office/drawing/2014/main" id="{759CA1CF-5FB1-A5E5-15F0-32DFA39B5518}"/>
                </a:ext>
              </a:extLst>
            </p:cNvPr>
            <p:cNvGrpSpPr/>
            <p:nvPr/>
          </p:nvGrpSpPr>
          <p:grpSpPr>
            <a:xfrm>
              <a:off x="2382138" y="4687897"/>
              <a:ext cx="289254" cy="113948"/>
              <a:chOff x="2369862" y="4717587"/>
              <a:chExt cx="289254" cy="113948"/>
            </a:xfrm>
          </p:grpSpPr>
          <p:sp>
            <p:nvSpPr>
              <p:cNvPr id="451" name="Oval 450">
                <a:extLst>
                  <a:ext uri="{FF2B5EF4-FFF2-40B4-BE49-F238E27FC236}">
                    <a16:creationId xmlns:a16="http://schemas.microsoft.com/office/drawing/2014/main" id="{1F79A47A-0D8B-5CEB-D40C-DEA4A23B391B}"/>
                  </a:ext>
                </a:extLst>
              </p:cNvPr>
              <p:cNvSpPr/>
              <p:nvPr/>
            </p:nvSpPr>
            <p:spPr>
              <a:xfrm>
                <a:off x="2369862" y="4743883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2" name="Connector 451">
                <a:extLst>
                  <a:ext uri="{FF2B5EF4-FFF2-40B4-BE49-F238E27FC236}">
                    <a16:creationId xmlns:a16="http://schemas.microsoft.com/office/drawing/2014/main" id="{FCEB59E1-4018-C6F6-6CE5-3CFFB32B9A33}"/>
                  </a:ext>
                </a:extLst>
              </p:cNvPr>
              <p:cNvCxnSpPr/>
              <p:nvPr/>
            </p:nvCxnSpPr>
            <p:spPr>
              <a:xfrm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3" name="Connector 452">
                <a:extLst>
                  <a:ext uri="{FF2B5EF4-FFF2-40B4-BE49-F238E27FC236}">
                    <a16:creationId xmlns:a16="http://schemas.microsoft.com/office/drawing/2014/main" id="{F57D3E78-1481-63BA-6CD6-E0415672AEED}"/>
                  </a:ext>
                </a:extLst>
              </p:cNvPr>
              <p:cNvCxnSpPr/>
              <p:nvPr/>
            </p:nvCxnSpPr>
            <p:spPr>
              <a:xfrm flipV="1">
                <a:off x="2383010" y="4757031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4" name="TextBox 453">
                <a:extLst>
                  <a:ext uri="{FF2B5EF4-FFF2-40B4-BE49-F238E27FC236}">
                    <a16:creationId xmlns:a16="http://schemas.microsoft.com/office/drawing/2014/main" id="{B0B9AB86-D8A0-BBDE-4DDF-C5219D33BEF6}"/>
                  </a:ext>
                </a:extLst>
              </p:cNvPr>
              <p:cNvSpPr txBox="1"/>
              <p:nvPr/>
            </p:nvSpPr>
            <p:spPr>
              <a:xfrm rot="16200000">
                <a:off x="2466279" y="4717587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G08</a:t>
                </a:r>
              </a:p>
            </p:txBody>
          </p:sp>
        </p:grpSp>
        <p:grpSp>
          <p:nvGrpSpPr>
            <p:cNvPr id="455" name="主灯 G15">
              <a:extLst>
                <a:ext uri="{FF2B5EF4-FFF2-40B4-BE49-F238E27FC236}">
                  <a16:creationId xmlns:a16="http://schemas.microsoft.com/office/drawing/2014/main" id="{2AC73EE5-0C4A-C17D-C641-923C22DAB730}"/>
                </a:ext>
              </a:extLst>
            </p:cNvPr>
            <p:cNvGrpSpPr/>
            <p:nvPr/>
          </p:nvGrpSpPr>
          <p:grpSpPr>
            <a:xfrm>
              <a:off x="815652" y="4092643"/>
              <a:ext cx="289254" cy="113948"/>
              <a:chOff x="759252" y="4200555"/>
              <a:chExt cx="289254" cy="113948"/>
            </a:xfrm>
          </p:grpSpPr>
          <p:sp>
            <p:nvSpPr>
              <p:cNvPr id="456" name="Oval 455">
                <a:extLst>
                  <a:ext uri="{FF2B5EF4-FFF2-40B4-BE49-F238E27FC236}">
                    <a16:creationId xmlns:a16="http://schemas.microsoft.com/office/drawing/2014/main" id="{96984350-1A71-A2C0-128C-1CD37012473F}"/>
                  </a:ext>
                </a:extLst>
              </p:cNvPr>
              <p:cNvSpPr/>
              <p:nvPr/>
            </p:nvSpPr>
            <p:spPr>
              <a:xfrm>
                <a:off x="759252" y="422685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57" name="Connector 456">
                <a:extLst>
                  <a:ext uri="{FF2B5EF4-FFF2-40B4-BE49-F238E27FC236}">
                    <a16:creationId xmlns:a16="http://schemas.microsoft.com/office/drawing/2014/main" id="{2886E8AE-5B93-166F-A7E3-14576B56367A}"/>
                  </a:ext>
                </a:extLst>
              </p:cNvPr>
              <p:cNvCxnSpPr/>
              <p:nvPr/>
            </p:nvCxnSpPr>
            <p:spPr>
              <a:xfrm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8" name="Connector 457">
                <a:extLst>
                  <a:ext uri="{FF2B5EF4-FFF2-40B4-BE49-F238E27FC236}">
                    <a16:creationId xmlns:a16="http://schemas.microsoft.com/office/drawing/2014/main" id="{8DCAF5CF-7099-49AB-60CF-42F6652C4300}"/>
                  </a:ext>
                </a:extLst>
              </p:cNvPr>
              <p:cNvCxnSpPr/>
              <p:nvPr/>
            </p:nvCxnSpPr>
            <p:spPr>
              <a:xfrm flipV="1">
                <a:off x="772400" y="423999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9" name="TextBox 458">
                <a:extLst>
                  <a:ext uri="{FF2B5EF4-FFF2-40B4-BE49-F238E27FC236}">
                    <a16:creationId xmlns:a16="http://schemas.microsoft.com/office/drawing/2014/main" id="{B547AEEF-B7AD-97D8-B63D-A06C5F73932A}"/>
                  </a:ext>
                </a:extLst>
              </p:cNvPr>
              <p:cNvSpPr txBox="1"/>
              <p:nvPr/>
            </p:nvSpPr>
            <p:spPr>
              <a:xfrm rot="16200000">
                <a:off x="855669" y="420055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G15</a:t>
                </a:r>
              </a:p>
            </p:txBody>
          </p:sp>
        </p:grpSp>
        <p:grpSp>
          <p:nvGrpSpPr>
            <p:cNvPr id="460" name="主灯 G16">
              <a:extLst>
                <a:ext uri="{FF2B5EF4-FFF2-40B4-BE49-F238E27FC236}">
                  <a16:creationId xmlns:a16="http://schemas.microsoft.com/office/drawing/2014/main" id="{2E9B98D8-CC50-0F4D-FF75-7C2CF47294AD}"/>
                </a:ext>
              </a:extLst>
            </p:cNvPr>
            <p:cNvGrpSpPr/>
            <p:nvPr/>
          </p:nvGrpSpPr>
          <p:grpSpPr>
            <a:xfrm>
              <a:off x="655971" y="3315700"/>
              <a:ext cx="289254" cy="113948"/>
              <a:chOff x="727015" y="3667405"/>
              <a:chExt cx="289254" cy="113948"/>
            </a:xfrm>
          </p:grpSpPr>
          <p:sp>
            <p:nvSpPr>
              <p:cNvPr id="461" name="Oval 460">
                <a:extLst>
                  <a:ext uri="{FF2B5EF4-FFF2-40B4-BE49-F238E27FC236}">
                    <a16:creationId xmlns:a16="http://schemas.microsoft.com/office/drawing/2014/main" id="{A7B09CE5-6B04-962F-FDDC-02FA87F8CA8F}"/>
                  </a:ext>
                </a:extLst>
              </p:cNvPr>
              <p:cNvSpPr/>
              <p:nvPr/>
            </p:nvSpPr>
            <p:spPr>
              <a:xfrm>
                <a:off x="727015" y="3693701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62" name="Connector 461">
                <a:extLst>
                  <a:ext uri="{FF2B5EF4-FFF2-40B4-BE49-F238E27FC236}">
                    <a16:creationId xmlns:a16="http://schemas.microsoft.com/office/drawing/2014/main" id="{4BDF6EFD-1046-B0DC-3D04-F445919643BF}"/>
                  </a:ext>
                </a:extLst>
              </p:cNvPr>
              <p:cNvCxnSpPr/>
              <p:nvPr/>
            </p:nvCxnSpPr>
            <p:spPr>
              <a:xfrm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Connector 462">
                <a:extLst>
                  <a:ext uri="{FF2B5EF4-FFF2-40B4-BE49-F238E27FC236}">
                    <a16:creationId xmlns:a16="http://schemas.microsoft.com/office/drawing/2014/main" id="{E7A19EC9-B9BC-6B52-46DE-99D9BF536674}"/>
                  </a:ext>
                </a:extLst>
              </p:cNvPr>
              <p:cNvCxnSpPr/>
              <p:nvPr/>
            </p:nvCxnSpPr>
            <p:spPr>
              <a:xfrm flipV="1">
                <a:off x="740163" y="3706849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64" name="TextBox 463">
                <a:extLst>
                  <a:ext uri="{FF2B5EF4-FFF2-40B4-BE49-F238E27FC236}">
                    <a16:creationId xmlns:a16="http://schemas.microsoft.com/office/drawing/2014/main" id="{74976570-7976-DA28-9ABF-7AE568A02785}"/>
                  </a:ext>
                </a:extLst>
              </p:cNvPr>
              <p:cNvSpPr txBox="1"/>
              <p:nvPr/>
            </p:nvSpPr>
            <p:spPr>
              <a:xfrm rot="16200000">
                <a:off x="823432" y="36674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G16</a:t>
                </a:r>
              </a:p>
            </p:txBody>
          </p:sp>
        </p:grpSp>
        <p:grpSp>
          <p:nvGrpSpPr>
            <p:cNvPr id="465" name="壁灯 G25">
              <a:extLst>
                <a:ext uri="{FF2B5EF4-FFF2-40B4-BE49-F238E27FC236}">
                  <a16:creationId xmlns:a16="http://schemas.microsoft.com/office/drawing/2014/main" id="{88BDB3F3-903A-1630-247E-D75B02EEEAB9}"/>
                </a:ext>
              </a:extLst>
            </p:cNvPr>
            <p:cNvGrpSpPr/>
            <p:nvPr/>
          </p:nvGrpSpPr>
          <p:grpSpPr>
            <a:xfrm>
              <a:off x="2386579" y="4957484"/>
              <a:ext cx="268218" cy="86250"/>
              <a:chOff x="2386579" y="4957484"/>
              <a:chExt cx="268218" cy="86250"/>
            </a:xfrm>
          </p:grpSpPr>
          <p:sp>
            <p:nvSpPr>
              <p:cNvPr id="466" name="Isosceles Triangle 465">
                <a:extLst>
                  <a:ext uri="{FF2B5EF4-FFF2-40B4-BE49-F238E27FC236}">
                    <a16:creationId xmlns:a16="http://schemas.microsoft.com/office/drawing/2014/main" id="{29F83451-5F3E-B573-A0EF-7FA3F78245D0}"/>
                  </a:ext>
                </a:extLst>
              </p:cNvPr>
              <p:cNvSpPr/>
              <p:nvPr/>
            </p:nvSpPr>
            <p:spPr>
              <a:xfrm>
                <a:off x="2386579" y="4983780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7" name="TextBox 466">
                <a:extLst>
                  <a:ext uri="{FF2B5EF4-FFF2-40B4-BE49-F238E27FC236}">
                    <a16:creationId xmlns:a16="http://schemas.microsoft.com/office/drawing/2014/main" id="{86ECAC26-3098-D312-21CD-1B4E53307198}"/>
                  </a:ext>
                </a:extLst>
              </p:cNvPr>
              <p:cNvSpPr txBox="1"/>
              <p:nvPr/>
            </p:nvSpPr>
            <p:spPr>
              <a:xfrm rot="16200000">
                <a:off x="2461960" y="4957484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G25</a:t>
                </a:r>
              </a:p>
            </p:txBody>
          </p:sp>
        </p:grpSp>
        <p:grpSp>
          <p:nvGrpSpPr>
            <p:cNvPr id="468" name="壁灯 G26_1">
              <a:extLst>
                <a:ext uri="{FF2B5EF4-FFF2-40B4-BE49-F238E27FC236}">
                  <a16:creationId xmlns:a16="http://schemas.microsoft.com/office/drawing/2014/main" id="{B4A9346A-4F99-8206-0400-658D47819955}"/>
                </a:ext>
              </a:extLst>
            </p:cNvPr>
            <p:cNvGrpSpPr/>
            <p:nvPr/>
          </p:nvGrpSpPr>
          <p:grpSpPr>
            <a:xfrm>
              <a:off x="2143439" y="843064"/>
              <a:ext cx="268218" cy="86250"/>
              <a:chOff x="1266964" y="2951351"/>
              <a:chExt cx="268218" cy="86250"/>
            </a:xfrm>
          </p:grpSpPr>
          <p:sp>
            <p:nvSpPr>
              <p:cNvPr id="469" name="Isosceles Triangle 468">
                <a:extLst>
                  <a:ext uri="{FF2B5EF4-FFF2-40B4-BE49-F238E27FC236}">
                    <a16:creationId xmlns:a16="http://schemas.microsoft.com/office/drawing/2014/main" id="{447A7BE4-8FCD-747E-197C-6DBEBAB61625}"/>
                  </a:ext>
                </a:extLst>
              </p:cNvPr>
              <p:cNvSpPr/>
              <p:nvPr/>
            </p:nvSpPr>
            <p:spPr>
              <a:xfrm>
                <a:off x="1266964" y="2977647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0" name="TextBox 469">
                <a:extLst>
                  <a:ext uri="{FF2B5EF4-FFF2-40B4-BE49-F238E27FC236}">
                    <a16:creationId xmlns:a16="http://schemas.microsoft.com/office/drawing/2014/main" id="{1D663166-9DBE-BD9C-F3AF-7F1C4580BB15}"/>
                  </a:ext>
                </a:extLst>
              </p:cNvPr>
              <p:cNvSpPr txBox="1"/>
              <p:nvPr/>
            </p:nvSpPr>
            <p:spPr>
              <a:xfrm rot="16200000">
                <a:off x="1342345" y="2951351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 dirty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G26_1</a:t>
                </a:r>
              </a:p>
            </p:txBody>
          </p:sp>
        </p:grpSp>
        <p:grpSp>
          <p:nvGrpSpPr>
            <p:cNvPr id="471" name="壁灯 G26_2">
              <a:extLst>
                <a:ext uri="{FF2B5EF4-FFF2-40B4-BE49-F238E27FC236}">
                  <a16:creationId xmlns:a16="http://schemas.microsoft.com/office/drawing/2014/main" id="{CA361E25-0261-1520-ABD0-F650B4A2440A}"/>
                </a:ext>
              </a:extLst>
            </p:cNvPr>
            <p:cNvGrpSpPr/>
            <p:nvPr/>
          </p:nvGrpSpPr>
          <p:grpSpPr>
            <a:xfrm>
              <a:off x="1689764" y="2154105"/>
              <a:ext cx="268218" cy="86250"/>
              <a:chOff x="1689764" y="2154105"/>
              <a:chExt cx="268218" cy="86250"/>
            </a:xfrm>
          </p:grpSpPr>
          <p:sp>
            <p:nvSpPr>
              <p:cNvPr id="472" name="Isosceles Triangle 471">
                <a:extLst>
                  <a:ext uri="{FF2B5EF4-FFF2-40B4-BE49-F238E27FC236}">
                    <a16:creationId xmlns:a16="http://schemas.microsoft.com/office/drawing/2014/main" id="{1CABC945-B9E0-2D66-0739-5D429DF16273}"/>
                  </a:ext>
                </a:extLst>
              </p:cNvPr>
              <p:cNvSpPr/>
              <p:nvPr/>
            </p:nvSpPr>
            <p:spPr>
              <a:xfrm>
                <a:off x="1689764" y="2180401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3" name="TextBox 472">
                <a:extLst>
                  <a:ext uri="{FF2B5EF4-FFF2-40B4-BE49-F238E27FC236}">
                    <a16:creationId xmlns:a16="http://schemas.microsoft.com/office/drawing/2014/main" id="{29F03877-1D73-E983-802D-866A7B607669}"/>
                  </a:ext>
                </a:extLst>
              </p:cNvPr>
              <p:cNvSpPr txBox="1"/>
              <p:nvPr/>
            </p:nvSpPr>
            <p:spPr>
              <a:xfrm rot="16200000">
                <a:off x="1765145" y="2154105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G26_2</a:t>
                </a:r>
              </a:p>
            </p:txBody>
          </p:sp>
        </p:grpSp>
        <p:grpSp>
          <p:nvGrpSpPr>
            <p:cNvPr id="474" name="壁灯 G26_3">
              <a:extLst>
                <a:ext uri="{FF2B5EF4-FFF2-40B4-BE49-F238E27FC236}">
                  <a16:creationId xmlns:a16="http://schemas.microsoft.com/office/drawing/2014/main" id="{868EC94C-0C81-CD83-04C2-54CFD95D581C}"/>
                </a:ext>
              </a:extLst>
            </p:cNvPr>
            <p:cNvGrpSpPr/>
            <p:nvPr/>
          </p:nvGrpSpPr>
          <p:grpSpPr>
            <a:xfrm>
              <a:off x="1689764" y="1462250"/>
              <a:ext cx="268218" cy="86250"/>
              <a:chOff x="1689764" y="1462250"/>
              <a:chExt cx="268218" cy="86250"/>
            </a:xfrm>
          </p:grpSpPr>
          <p:sp>
            <p:nvSpPr>
              <p:cNvPr id="475" name="Isosceles Triangle 474">
                <a:extLst>
                  <a:ext uri="{FF2B5EF4-FFF2-40B4-BE49-F238E27FC236}">
                    <a16:creationId xmlns:a16="http://schemas.microsoft.com/office/drawing/2014/main" id="{B17174C3-EAE1-6EDA-68F7-30B34F546D64}"/>
                  </a:ext>
                </a:extLst>
              </p:cNvPr>
              <p:cNvSpPr/>
              <p:nvPr/>
            </p:nvSpPr>
            <p:spPr>
              <a:xfrm>
                <a:off x="1689764" y="1488546"/>
                <a:ext cx="66616" cy="59954"/>
              </a:xfrm>
              <a:prstGeom prst="triangle">
                <a:avLst/>
              </a:prstGeom>
              <a:solidFill>
                <a:srgbClr val="F0A8A8"/>
              </a:solidFill>
              <a:ln w="1016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6" name="TextBox 475">
                <a:extLst>
                  <a:ext uri="{FF2B5EF4-FFF2-40B4-BE49-F238E27FC236}">
                    <a16:creationId xmlns:a16="http://schemas.microsoft.com/office/drawing/2014/main" id="{2526D32C-F989-03F7-1FBA-AB3F923B0114}"/>
                  </a:ext>
                </a:extLst>
              </p:cNvPr>
              <p:cNvSpPr txBox="1"/>
              <p:nvPr/>
            </p:nvSpPr>
            <p:spPr>
              <a:xfrm rot="16200000">
                <a:off x="1765145" y="1462250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G26_3</a:t>
                </a:r>
              </a:p>
            </p:txBody>
          </p:sp>
        </p:grpSp>
        <p:grpSp>
          <p:nvGrpSpPr>
            <p:cNvPr id="477" name="射灯 GU10_GF_起居室_1">
              <a:extLst>
                <a:ext uri="{FF2B5EF4-FFF2-40B4-BE49-F238E27FC236}">
                  <a16:creationId xmlns:a16="http://schemas.microsoft.com/office/drawing/2014/main" id="{92AE287E-0E44-0276-63CE-BDB57134D616}"/>
                </a:ext>
              </a:extLst>
            </p:cNvPr>
            <p:cNvGrpSpPr/>
            <p:nvPr/>
          </p:nvGrpSpPr>
          <p:grpSpPr>
            <a:xfrm>
              <a:off x="2000513" y="4197049"/>
              <a:ext cx="59604" cy="59604"/>
              <a:chOff x="2000513" y="4216574"/>
              <a:chExt cx="59604" cy="59604"/>
            </a:xfrm>
          </p:grpSpPr>
          <p:sp>
            <p:nvSpPr>
              <p:cNvPr id="478" name="Oval 477">
                <a:extLst>
                  <a:ext uri="{FF2B5EF4-FFF2-40B4-BE49-F238E27FC236}">
                    <a16:creationId xmlns:a16="http://schemas.microsoft.com/office/drawing/2014/main" id="{074FCB88-E5A4-0754-8447-1966082A5C79}"/>
                  </a:ext>
                </a:extLst>
              </p:cNvPr>
              <p:cNvSpPr/>
              <p:nvPr/>
            </p:nvSpPr>
            <p:spPr>
              <a:xfrm>
                <a:off x="2000513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79" name="Connector 478">
                <a:extLst>
                  <a:ext uri="{FF2B5EF4-FFF2-40B4-BE49-F238E27FC236}">
                    <a16:creationId xmlns:a16="http://schemas.microsoft.com/office/drawing/2014/main" id="{FD5582A2-30C9-62DD-5CC8-F220BA44E74A}"/>
                  </a:ext>
                </a:extLst>
              </p:cNvPr>
              <p:cNvCxnSpPr/>
              <p:nvPr/>
            </p:nvCxnSpPr>
            <p:spPr>
              <a:xfrm>
                <a:off x="2000513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0" name="Connector 479">
                <a:extLst>
                  <a:ext uri="{FF2B5EF4-FFF2-40B4-BE49-F238E27FC236}">
                    <a16:creationId xmlns:a16="http://schemas.microsoft.com/office/drawing/2014/main" id="{A4AA3552-5A10-C942-A739-81F4EFD0EFE7}"/>
                  </a:ext>
                </a:extLst>
              </p:cNvPr>
              <p:cNvCxnSpPr/>
              <p:nvPr/>
            </p:nvCxnSpPr>
            <p:spPr>
              <a:xfrm>
                <a:off x="2030315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1" name="射灯 GU10_GF_起居室_2">
              <a:extLst>
                <a:ext uri="{FF2B5EF4-FFF2-40B4-BE49-F238E27FC236}">
                  <a16:creationId xmlns:a16="http://schemas.microsoft.com/office/drawing/2014/main" id="{912F68A0-F5DB-E6E9-3A64-49A953575703}"/>
                </a:ext>
              </a:extLst>
            </p:cNvPr>
            <p:cNvGrpSpPr/>
            <p:nvPr/>
          </p:nvGrpSpPr>
          <p:grpSpPr>
            <a:xfrm>
              <a:off x="2000513" y="4502060"/>
              <a:ext cx="59604" cy="59604"/>
              <a:chOff x="2000513" y="4521585"/>
              <a:chExt cx="59604" cy="59604"/>
            </a:xfrm>
          </p:grpSpPr>
          <p:sp>
            <p:nvSpPr>
              <p:cNvPr id="482" name="Oval 481">
                <a:extLst>
                  <a:ext uri="{FF2B5EF4-FFF2-40B4-BE49-F238E27FC236}">
                    <a16:creationId xmlns:a16="http://schemas.microsoft.com/office/drawing/2014/main" id="{634832AB-3485-4DD6-9E7C-DC17F7B28530}"/>
                  </a:ext>
                </a:extLst>
              </p:cNvPr>
              <p:cNvSpPr/>
              <p:nvPr/>
            </p:nvSpPr>
            <p:spPr>
              <a:xfrm>
                <a:off x="2000513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3" name="Connector 482">
                <a:extLst>
                  <a:ext uri="{FF2B5EF4-FFF2-40B4-BE49-F238E27FC236}">
                    <a16:creationId xmlns:a16="http://schemas.microsoft.com/office/drawing/2014/main" id="{86888CA6-D58C-E8C2-3096-68038F6F559A}"/>
                  </a:ext>
                </a:extLst>
              </p:cNvPr>
              <p:cNvCxnSpPr/>
              <p:nvPr/>
            </p:nvCxnSpPr>
            <p:spPr>
              <a:xfrm>
                <a:off x="2000513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4" name="Connector 483">
                <a:extLst>
                  <a:ext uri="{FF2B5EF4-FFF2-40B4-BE49-F238E27FC236}">
                    <a16:creationId xmlns:a16="http://schemas.microsoft.com/office/drawing/2014/main" id="{B176C817-D12B-58A8-291E-DB8D286641CB}"/>
                  </a:ext>
                </a:extLst>
              </p:cNvPr>
              <p:cNvCxnSpPr/>
              <p:nvPr/>
            </p:nvCxnSpPr>
            <p:spPr>
              <a:xfrm>
                <a:off x="2030315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5" name="射灯 GU10_GF_起居室_3">
              <a:extLst>
                <a:ext uri="{FF2B5EF4-FFF2-40B4-BE49-F238E27FC236}">
                  <a16:creationId xmlns:a16="http://schemas.microsoft.com/office/drawing/2014/main" id="{96201433-CFD6-7DB7-BCBB-C2279FF248FC}"/>
                </a:ext>
              </a:extLst>
            </p:cNvPr>
            <p:cNvGrpSpPr/>
            <p:nvPr/>
          </p:nvGrpSpPr>
          <p:grpSpPr>
            <a:xfrm>
              <a:off x="2000513" y="4808560"/>
              <a:ext cx="59604" cy="59604"/>
              <a:chOff x="2000513" y="4828085"/>
              <a:chExt cx="59604" cy="59604"/>
            </a:xfrm>
          </p:grpSpPr>
          <p:sp>
            <p:nvSpPr>
              <p:cNvPr id="486" name="Oval 485">
                <a:extLst>
                  <a:ext uri="{FF2B5EF4-FFF2-40B4-BE49-F238E27FC236}">
                    <a16:creationId xmlns:a16="http://schemas.microsoft.com/office/drawing/2014/main" id="{2465543B-5C90-27E0-D8F1-96137C8C7498}"/>
                  </a:ext>
                </a:extLst>
              </p:cNvPr>
              <p:cNvSpPr/>
              <p:nvPr/>
            </p:nvSpPr>
            <p:spPr>
              <a:xfrm>
                <a:off x="2000513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87" name="Connector 486">
                <a:extLst>
                  <a:ext uri="{FF2B5EF4-FFF2-40B4-BE49-F238E27FC236}">
                    <a16:creationId xmlns:a16="http://schemas.microsoft.com/office/drawing/2014/main" id="{340A7698-5892-2379-8D3F-694AC47EDFF9}"/>
                  </a:ext>
                </a:extLst>
              </p:cNvPr>
              <p:cNvCxnSpPr/>
              <p:nvPr/>
            </p:nvCxnSpPr>
            <p:spPr>
              <a:xfrm>
                <a:off x="2000513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8" name="Connector 487">
                <a:extLst>
                  <a:ext uri="{FF2B5EF4-FFF2-40B4-BE49-F238E27FC236}">
                    <a16:creationId xmlns:a16="http://schemas.microsoft.com/office/drawing/2014/main" id="{C1AB2969-A890-F9AE-7E27-F436201B400A}"/>
                  </a:ext>
                </a:extLst>
              </p:cNvPr>
              <p:cNvCxnSpPr/>
              <p:nvPr/>
            </p:nvCxnSpPr>
            <p:spPr>
              <a:xfrm>
                <a:off x="2030315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9" name="射灯 GU10_GF_起居室_4">
              <a:extLst>
                <a:ext uri="{FF2B5EF4-FFF2-40B4-BE49-F238E27FC236}">
                  <a16:creationId xmlns:a16="http://schemas.microsoft.com/office/drawing/2014/main" id="{BB6BA7F1-E3D4-CF1E-D722-A5D3547E5492}"/>
                </a:ext>
              </a:extLst>
            </p:cNvPr>
            <p:cNvGrpSpPr/>
            <p:nvPr/>
          </p:nvGrpSpPr>
          <p:grpSpPr>
            <a:xfrm>
              <a:off x="1746993" y="4805054"/>
              <a:ext cx="59604" cy="59604"/>
              <a:chOff x="1780062" y="4828085"/>
              <a:chExt cx="59604" cy="59604"/>
            </a:xfrm>
          </p:grpSpPr>
          <p:sp>
            <p:nvSpPr>
              <p:cNvPr id="490" name="Oval 489">
                <a:extLst>
                  <a:ext uri="{FF2B5EF4-FFF2-40B4-BE49-F238E27FC236}">
                    <a16:creationId xmlns:a16="http://schemas.microsoft.com/office/drawing/2014/main" id="{9CB3E5EE-06CF-1781-23C0-0B40C342AEF5}"/>
                  </a:ext>
                </a:extLst>
              </p:cNvPr>
              <p:cNvSpPr/>
              <p:nvPr/>
            </p:nvSpPr>
            <p:spPr>
              <a:xfrm>
                <a:off x="1780062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1" name="Connector 490">
                <a:extLst>
                  <a:ext uri="{FF2B5EF4-FFF2-40B4-BE49-F238E27FC236}">
                    <a16:creationId xmlns:a16="http://schemas.microsoft.com/office/drawing/2014/main" id="{C36D4F76-6316-3E6B-A373-55576D0FDDBB}"/>
                  </a:ext>
                </a:extLst>
              </p:cNvPr>
              <p:cNvCxnSpPr/>
              <p:nvPr/>
            </p:nvCxnSpPr>
            <p:spPr>
              <a:xfrm>
                <a:off x="1780062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2" name="Connector 491">
                <a:extLst>
                  <a:ext uri="{FF2B5EF4-FFF2-40B4-BE49-F238E27FC236}">
                    <a16:creationId xmlns:a16="http://schemas.microsoft.com/office/drawing/2014/main" id="{30D0A986-BF04-96AB-F801-0B8404385337}"/>
                  </a:ext>
                </a:extLst>
              </p:cNvPr>
              <p:cNvCxnSpPr/>
              <p:nvPr/>
            </p:nvCxnSpPr>
            <p:spPr>
              <a:xfrm>
                <a:off x="1809864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3" name="射灯 GU10_GF_起居室_5">
              <a:extLst>
                <a:ext uri="{FF2B5EF4-FFF2-40B4-BE49-F238E27FC236}">
                  <a16:creationId xmlns:a16="http://schemas.microsoft.com/office/drawing/2014/main" id="{3E98B6B1-3309-7606-BC05-7B42F772A754}"/>
                </a:ext>
              </a:extLst>
            </p:cNvPr>
            <p:cNvGrpSpPr/>
            <p:nvPr/>
          </p:nvGrpSpPr>
          <p:grpSpPr>
            <a:xfrm>
              <a:off x="1475578" y="4498554"/>
              <a:ext cx="59604" cy="59604"/>
              <a:chOff x="1562090" y="4521585"/>
              <a:chExt cx="59604" cy="59604"/>
            </a:xfrm>
          </p:grpSpPr>
          <p:sp>
            <p:nvSpPr>
              <p:cNvPr id="494" name="Oval 493">
                <a:extLst>
                  <a:ext uri="{FF2B5EF4-FFF2-40B4-BE49-F238E27FC236}">
                    <a16:creationId xmlns:a16="http://schemas.microsoft.com/office/drawing/2014/main" id="{7DE01781-2028-6D85-5A40-30EE88A35BEA}"/>
                  </a:ext>
                </a:extLst>
              </p:cNvPr>
              <p:cNvSpPr/>
              <p:nvPr/>
            </p:nvSpPr>
            <p:spPr>
              <a:xfrm>
                <a:off x="1562090" y="45215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5" name="Connector 494">
                <a:extLst>
                  <a:ext uri="{FF2B5EF4-FFF2-40B4-BE49-F238E27FC236}">
                    <a16:creationId xmlns:a16="http://schemas.microsoft.com/office/drawing/2014/main" id="{744642F2-CDCE-F8F6-AF80-C7EB99BB30C5}"/>
                  </a:ext>
                </a:extLst>
              </p:cNvPr>
              <p:cNvCxnSpPr/>
              <p:nvPr/>
            </p:nvCxnSpPr>
            <p:spPr>
              <a:xfrm>
                <a:off x="1562090" y="45513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6" name="Connector 495">
                <a:extLst>
                  <a:ext uri="{FF2B5EF4-FFF2-40B4-BE49-F238E27FC236}">
                    <a16:creationId xmlns:a16="http://schemas.microsoft.com/office/drawing/2014/main" id="{8D2772C4-E37B-0B18-103B-3FDD54F7FB99}"/>
                  </a:ext>
                </a:extLst>
              </p:cNvPr>
              <p:cNvCxnSpPr/>
              <p:nvPr/>
            </p:nvCxnSpPr>
            <p:spPr>
              <a:xfrm>
                <a:off x="1591892" y="45215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97" name="射灯 GU10_GF_起居室_6">
              <a:extLst>
                <a:ext uri="{FF2B5EF4-FFF2-40B4-BE49-F238E27FC236}">
                  <a16:creationId xmlns:a16="http://schemas.microsoft.com/office/drawing/2014/main" id="{B9948CF9-4EC4-8D84-D202-D05223519439}"/>
                </a:ext>
              </a:extLst>
            </p:cNvPr>
            <p:cNvGrpSpPr/>
            <p:nvPr/>
          </p:nvGrpSpPr>
          <p:grpSpPr>
            <a:xfrm>
              <a:off x="1475578" y="4193543"/>
              <a:ext cx="59604" cy="59604"/>
              <a:chOff x="1562090" y="4216574"/>
              <a:chExt cx="59604" cy="59604"/>
            </a:xfrm>
          </p:grpSpPr>
          <p:sp>
            <p:nvSpPr>
              <p:cNvPr id="498" name="Oval 497">
                <a:extLst>
                  <a:ext uri="{FF2B5EF4-FFF2-40B4-BE49-F238E27FC236}">
                    <a16:creationId xmlns:a16="http://schemas.microsoft.com/office/drawing/2014/main" id="{AA90B7FF-F2A1-1B3A-6AA2-E7437333ECE7}"/>
                  </a:ext>
                </a:extLst>
              </p:cNvPr>
              <p:cNvSpPr/>
              <p:nvPr/>
            </p:nvSpPr>
            <p:spPr>
              <a:xfrm>
                <a:off x="1562090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499" name="Connector 498">
                <a:extLst>
                  <a:ext uri="{FF2B5EF4-FFF2-40B4-BE49-F238E27FC236}">
                    <a16:creationId xmlns:a16="http://schemas.microsoft.com/office/drawing/2014/main" id="{79512334-F30B-583F-35BD-66919E4A43AC}"/>
                  </a:ext>
                </a:extLst>
              </p:cNvPr>
              <p:cNvCxnSpPr/>
              <p:nvPr/>
            </p:nvCxnSpPr>
            <p:spPr>
              <a:xfrm>
                <a:off x="1562090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0" name="Connector 499">
                <a:extLst>
                  <a:ext uri="{FF2B5EF4-FFF2-40B4-BE49-F238E27FC236}">
                    <a16:creationId xmlns:a16="http://schemas.microsoft.com/office/drawing/2014/main" id="{9CFCFC93-93FB-07EA-73E8-1091AF698707}"/>
                  </a:ext>
                </a:extLst>
              </p:cNvPr>
              <p:cNvCxnSpPr/>
              <p:nvPr/>
            </p:nvCxnSpPr>
            <p:spPr>
              <a:xfrm>
                <a:off x="1591892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1" name="射灯 GU10_GF_起居室_7">
              <a:extLst>
                <a:ext uri="{FF2B5EF4-FFF2-40B4-BE49-F238E27FC236}">
                  <a16:creationId xmlns:a16="http://schemas.microsoft.com/office/drawing/2014/main" id="{D2EBEA99-4332-4814-11F9-C7B1CA918672}"/>
                </a:ext>
              </a:extLst>
            </p:cNvPr>
            <p:cNvGrpSpPr/>
            <p:nvPr/>
          </p:nvGrpSpPr>
          <p:grpSpPr>
            <a:xfrm>
              <a:off x="1742033" y="4193543"/>
              <a:ext cx="59604" cy="59604"/>
              <a:chOff x="1775102" y="4216574"/>
              <a:chExt cx="59604" cy="59604"/>
            </a:xfrm>
          </p:grpSpPr>
          <p:sp>
            <p:nvSpPr>
              <p:cNvPr id="502" name="Oval 501">
                <a:extLst>
                  <a:ext uri="{FF2B5EF4-FFF2-40B4-BE49-F238E27FC236}">
                    <a16:creationId xmlns:a16="http://schemas.microsoft.com/office/drawing/2014/main" id="{DAA9D8B5-F30B-9ECA-8AE6-4620375C73E1}"/>
                  </a:ext>
                </a:extLst>
              </p:cNvPr>
              <p:cNvSpPr/>
              <p:nvPr/>
            </p:nvSpPr>
            <p:spPr>
              <a:xfrm>
                <a:off x="1775102" y="421657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3" name="Connector 502">
                <a:extLst>
                  <a:ext uri="{FF2B5EF4-FFF2-40B4-BE49-F238E27FC236}">
                    <a16:creationId xmlns:a16="http://schemas.microsoft.com/office/drawing/2014/main" id="{E6779262-FCE3-33AC-D332-9C838C881755}"/>
                  </a:ext>
                </a:extLst>
              </p:cNvPr>
              <p:cNvCxnSpPr/>
              <p:nvPr/>
            </p:nvCxnSpPr>
            <p:spPr>
              <a:xfrm>
                <a:off x="1775102" y="424637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" name="Connector 503">
                <a:extLst>
                  <a:ext uri="{FF2B5EF4-FFF2-40B4-BE49-F238E27FC236}">
                    <a16:creationId xmlns:a16="http://schemas.microsoft.com/office/drawing/2014/main" id="{21389C46-4DBD-8DC7-FD4E-1CA7E854583E}"/>
                  </a:ext>
                </a:extLst>
              </p:cNvPr>
              <p:cNvCxnSpPr/>
              <p:nvPr/>
            </p:nvCxnSpPr>
            <p:spPr>
              <a:xfrm>
                <a:off x="1804904" y="421657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5" name="射灯 GU10_GF_电梯井_1">
              <a:extLst>
                <a:ext uri="{FF2B5EF4-FFF2-40B4-BE49-F238E27FC236}">
                  <a16:creationId xmlns:a16="http://schemas.microsoft.com/office/drawing/2014/main" id="{2B7821CD-33C9-9B4D-3371-352F639B0E51}"/>
                </a:ext>
              </a:extLst>
            </p:cNvPr>
            <p:cNvGrpSpPr/>
            <p:nvPr/>
          </p:nvGrpSpPr>
          <p:grpSpPr>
            <a:xfrm>
              <a:off x="1475578" y="4805054"/>
              <a:ext cx="59604" cy="59604"/>
              <a:chOff x="1562090" y="4828085"/>
              <a:chExt cx="59604" cy="59604"/>
            </a:xfrm>
          </p:grpSpPr>
          <p:sp>
            <p:nvSpPr>
              <p:cNvPr id="506" name="Oval 505">
                <a:extLst>
                  <a:ext uri="{FF2B5EF4-FFF2-40B4-BE49-F238E27FC236}">
                    <a16:creationId xmlns:a16="http://schemas.microsoft.com/office/drawing/2014/main" id="{62246409-F91A-44CE-7962-F79A57321AEC}"/>
                  </a:ext>
                </a:extLst>
              </p:cNvPr>
              <p:cNvSpPr/>
              <p:nvPr/>
            </p:nvSpPr>
            <p:spPr>
              <a:xfrm>
                <a:off x="1562090" y="482808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7" name="Connector 506">
                <a:extLst>
                  <a:ext uri="{FF2B5EF4-FFF2-40B4-BE49-F238E27FC236}">
                    <a16:creationId xmlns:a16="http://schemas.microsoft.com/office/drawing/2014/main" id="{22265060-E1B4-C269-E40F-43B7DFB3FD3F}"/>
                  </a:ext>
                </a:extLst>
              </p:cNvPr>
              <p:cNvCxnSpPr/>
              <p:nvPr/>
            </p:nvCxnSpPr>
            <p:spPr>
              <a:xfrm>
                <a:off x="1562090" y="485788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8" name="Connector 507">
                <a:extLst>
                  <a:ext uri="{FF2B5EF4-FFF2-40B4-BE49-F238E27FC236}">
                    <a16:creationId xmlns:a16="http://schemas.microsoft.com/office/drawing/2014/main" id="{7EE11CAF-76E6-9562-B3F0-70C3CF4F03AE}"/>
                  </a:ext>
                </a:extLst>
              </p:cNvPr>
              <p:cNvCxnSpPr/>
              <p:nvPr/>
            </p:nvCxnSpPr>
            <p:spPr>
              <a:xfrm>
                <a:off x="1591892" y="482808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09" name="射灯 GU10_GF_餐厅_1">
              <a:extLst>
                <a:ext uri="{FF2B5EF4-FFF2-40B4-BE49-F238E27FC236}">
                  <a16:creationId xmlns:a16="http://schemas.microsoft.com/office/drawing/2014/main" id="{A18032C3-9F3F-A16C-0159-63CE37B7714F}"/>
                </a:ext>
              </a:extLst>
            </p:cNvPr>
            <p:cNvGrpSpPr/>
            <p:nvPr/>
          </p:nvGrpSpPr>
          <p:grpSpPr>
            <a:xfrm>
              <a:off x="1934514" y="3511080"/>
              <a:ext cx="59604" cy="59604"/>
              <a:chOff x="1953646" y="3511080"/>
              <a:chExt cx="59604" cy="59604"/>
            </a:xfrm>
          </p:grpSpPr>
          <p:sp>
            <p:nvSpPr>
              <p:cNvPr id="510" name="Oval 509">
                <a:extLst>
                  <a:ext uri="{FF2B5EF4-FFF2-40B4-BE49-F238E27FC236}">
                    <a16:creationId xmlns:a16="http://schemas.microsoft.com/office/drawing/2014/main" id="{88753E4D-975F-CF87-BC0B-05B87BED9C08}"/>
                  </a:ext>
                </a:extLst>
              </p:cNvPr>
              <p:cNvSpPr/>
              <p:nvPr/>
            </p:nvSpPr>
            <p:spPr>
              <a:xfrm>
                <a:off x="1953646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1" name="Connector 510">
                <a:extLst>
                  <a:ext uri="{FF2B5EF4-FFF2-40B4-BE49-F238E27FC236}">
                    <a16:creationId xmlns:a16="http://schemas.microsoft.com/office/drawing/2014/main" id="{D14530FC-0354-618A-68F4-CC51F8D43D4F}"/>
                  </a:ext>
                </a:extLst>
              </p:cNvPr>
              <p:cNvCxnSpPr/>
              <p:nvPr/>
            </p:nvCxnSpPr>
            <p:spPr>
              <a:xfrm>
                <a:off x="1953646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2" name="Connector 511">
                <a:extLst>
                  <a:ext uri="{FF2B5EF4-FFF2-40B4-BE49-F238E27FC236}">
                    <a16:creationId xmlns:a16="http://schemas.microsoft.com/office/drawing/2014/main" id="{13544BED-2D56-D8AB-A1E9-113E560A5D4E}"/>
                  </a:ext>
                </a:extLst>
              </p:cNvPr>
              <p:cNvCxnSpPr/>
              <p:nvPr/>
            </p:nvCxnSpPr>
            <p:spPr>
              <a:xfrm>
                <a:off x="1983448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3" name="射灯 GU10_GF_餐厅_2">
              <a:extLst>
                <a:ext uri="{FF2B5EF4-FFF2-40B4-BE49-F238E27FC236}">
                  <a16:creationId xmlns:a16="http://schemas.microsoft.com/office/drawing/2014/main" id="{E131F4A2-5851-7971-D988-AB5026D6B3D9}"/>
                </a:ext>
              </a:extLst>
            </p:cNvPr>
            <p:cNvGrpSpPr/>
            <p:nvPr/>
          </p:nvGrpSpPr>
          <p:grpSpPr>
            <a:xfrm>
              <a:off x="1934514" y="3817579"/>
              <a:ext cx="59604" cy="59604"/>
              <a:chOff x="1953646" y="3817579"/>
              <a:chExt cx="59604" cy="59604"/>
            </a:xfrm>
          </p:grpSpPr>
          <p:sp>
            <p:nvSpPr>
              <p:cNvPr id="514" name="Oval 513">
                <a:extLst>
                  <a:ext uri="{FF2B5EF4-FFF2-40B4-BE49-F238E27FC236}">
                    <a16:creationId xmlns:a16="http://schemas.microsoft.com/office/drawing/2014/main" id="{940822A3-CCF0-C64B-729E-2AEAE9493FEB}"/>
                  </a:ext>
                </a:extLst>
              </p:cNvPr>
              <p:cNvSpPr/>
              <p:nvPr/>
            </p:nvSpPr>
            <p:spPr>
              <a:xfrm>
                <a:off x="1953646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5" name="Connector 514">
                <a:extLst>
                  <a:ext uri="{FF2B5EF4-FFF2-40B4-BE49-F238E27FC236}">
                    <a16:creationId xmlns:a16="http://schemas.microsoft.com/office/drawing/2014/main" id="{6D35B4BA-8CC5-EB81-4E58-45BA3EE7059B}"/>
                  </a:ext>
                </a:extLst>
              </p:cNvPr>
              <p:cNvCxnSpPr/>
              <p:nvPr/>
            </p:nvCxnSpPr>
            <p:spPr>
              <a:xfrm>
                <a:off x="1953646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6" name="Connector 515">
                <a:extLst>
                  <a:ext uri="{FF2B5EF4-FFF2-40B4-BE49-F238E27FC236}">
                    <a16:creationId xmlns:a16="http://schemas.microsoft.com/office/drawing/2014/main" id="{8904C92A-8AC7-1275-50EC-059B4FD4059F}"/>
                  </a:ext>
                </a:extLst>
              </p:cNvPr>
              <p:cNvCxnSpPr/>
              <p:nvPr/>
            </p:nvCxnSpPr>
            <p:spPr>
              <a:xfrm>
                <a:off x="1983448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7" name="射灯 GU10_GF_餐厅_3">
              <a:extLst>
                <a:ext uri="{FF2B5EF4-FFF2-40B4-BE49-F238E27FC236}">
                  <a16:creationId xmlns:a16="http://schemas.microsoft.com/office/drawing/2014/main" id="{8EE7C0A2-5F7E-EB87-F040-97FFFF79F8A8}"/>
                </a:ext>
              </a:extLst>
            </p:cNvPr>
            <p:cNvGrpSpPr/>
            <p:nvPr/>
          </p:nvGrpSpPr>
          <p:grpSpPr>
            <a:xfrm>
              <a:off x="1695939" y="3811391"/>
              <a:ext cx="59604" cy="59604"/>
              <a:chOff x="1733442" y="3817579"/>
              <a:chExt cx="59604" cy="59604"/>
            </a:xfrm>
          </p:grpSpPr>
          <p:sp>
            <p:nvSpPr>
              <p:cNvPr id="518" name="Oval 517">
                <a:extLst>
                  <a:ext uri="{FF2B5EF4-FFF2-40B4-BE49-F238E27FC236}">
                    <a16:creationId xmlns:a16="http://schemas.microsoft.com/office/drawing/2014/main" id="{40E8B0D7-090A-77E0-C8DC-239AC8999B4C}"/>
                  </a:ext>
                </a:extLst>
              </p:cNvPr>
              <p:cNvSpPr/>
              <p:nvPr/>
            </p:nvSpPr>
            <p:spPr>
              <a:xfrm>
                <a:off x="1733442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19" name="Connector 518">
                <a:extLst>
                  <a:ext uri="{FF2B5EF4-FFF2-40B4-BE49-F238E27FC236}">
                    <a16:creationId xmlns:a16="http://schemas.microsoft.com/office/drawing/2014/main" id="{BB560B51-F5D2-9C91-B5F8-2BEBEB7F9980}"/>
                  </a:ext>
                </a:extLst>
              </p:cNvPr>
              <p:cNvCxnSpPr/>
              <p:nvPr/>
            </p:nvCxnSpPr>
            <p:spPr>
              <a:xfrm>
                <a:off x="1733442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0" name="Connector 519">
                <a:extLst>
                  <a:ext uri="{FF2B5EF4-FFF2-40B4-BE49-F238E27FC236}">
                    <a16:creationId xmlns:a16="http://schemas.microsoft.com/office/drawing/2014/main" id="{7153D895-11EE-6D7C-335A-8683EC2E505E}"/>
                  </a:ext>
                </a:extLst>
              </p:cNvPr>
              <p:cNvCxnSpPr/>
              <p:nvPr/>
            </p:nvCxnSpPr>
            <p:spPr>
              <a:xfrm>
                <a:off x="1763244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1" name="射灯 GU10_GF_餐厅_4">
              <a:extLst>
                <a:ext uri="{FF2B5EF4-FFF2-40B4-BE49-F238E27FC236}">
                  <a16:creationId xmlns:a16="http://schemas.microsoft.com/office/drawing/2014/main" id="{FB9EFCE6-8E3D-1625-26E2-6BF6142FE484}"/>
                </a:ext>
              </a:extLst>
            </p:cNvPr>
            <p:cNvGrpSpPr/>
            <p:nvPr/>
          </p:nvGrpSpPr>
          <p:grpSpPr>
            <a:xfrm>
              <a:off x="1475578" y="3817579"/>
              <a:ext cx="59604" cy="59604"/>
              <a:chOff x="1515223" y="3817579"/>
              <a:chExt cx="59604" cy="59604"/>
            </a:xfrm>
          </p:grpSpPr>
          <p:sp>
            <p:nvSpPr>
              <p:cNvPr id="522" name="Oval 521">
                <a:extLst>
                  <a:ext uri="{FF2B5EF4-FFF2-40B4-BE49-F238E27FC236}">
                    <a16:creationId xmlns:a16="http://schemas.microsoft.com/office/drawing/2014/main" id="{619C2804-33BF-A2FA-75A0-47D452B1A7B3}"/>
                  </a:ext>
                </a:extLst>
              </p:cNvPr>
              <p:cNvSpPr/>
              <p:nvPr/>
            </p:nvSpPr>
            <p:spPr>
              <a:xfrm>
                <a:off x="1515223" y="381757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3" name="Connector 522">
                <a:extLst>
                  <a:ext uri="{FF2B5EF4-FFF2-40B4-BE49-F238E27FC236}">
                    <a16:creationId xmlns:a16="http://schemas.microsoft.com/office/drawing/2014/main" id="{D1528D14-362A-64D3-3FEA-54CD7665E9C5}"/>
                  </a:ext>
                </a:extLst>
              </p:cNvPr>
              <p:cNvCxnSpPr/>
              <p:nvPr/>
            </p:nvCxnSpPr>
            <p:spPr>
              <a:xfrm>
                <a:off x="1515223" y="384738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4" name="Connector 523">
                <a:extLst>
                  <a:ext uri="{FF2B5EF4-FFF2-40B4-BE49-F238E27FC236}">
                    <a16:creationId xmlns:a16="http://schemas.microsoft.com/office/drawing/2014/main" id="{AC2FB03B-5173-72F4-BC80-00ABCB0ACBD6}"/>
                  </a:ext>
                </a:extLst>
              </p:cNvPr>
              <p:cNvCxnSpPr/>
              <p:nvPr/>
            </p:nvCxnSpPr>
            <p:spPr>
              <a:xfrm>
                <a:off x="1545025" y="381757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5" name="射灯 GU10_GF_餐厅_5">
              <a:extLst>
                <a:ext uri="{FF2B5EF4-FFF2-40B4-BE49-F238E27FC236}">
                  <a16:creationId xmlns:a16="http://schemas.microsoft.com/office/drawing/2014/main" id="{1F90A0FF-B19B-7B3F-ECC6-DECA589FE096}"/>
                </a:ext>
              </a:extLst>
            </p:cNvPr>
            <p:cNvGrpSpPr/>
            <p:nvPr/>
          </p:nvGrpSpPr>
          <p:grpSpPr>
            <a:xfrm>
              <a:off x="1475578" y="3511080"/>
              <a:ext cx="59604" cy="59604"/>
              <a:chOff x="1515223" y="3511080"/>
              <a:chExt cx="59604" cy="59604"/>
            </a:xfrm>
          </p:grpSpPr>
          <p:sp>
            <p:nvSpPr>
              <p:cNvPr id="526" name="Oval 525">
                <a:extLst>
                  <a:ext uri="{FF2B5EF4-FFF2-40B4-BE49-F238E27FC236}">
                    <a16:creationId xmlns:a16="http://schemas.microsoft.com/office/drawing/2014/main" id="{18B1FF1B-2090-D94E-1D56-D8A2872BC00B}"/>
                  </a:ext>
                </a:extLst>
              </p:cNvPr>
              <p:cNvSpPr/>
              <p:nvPr/>
            </p:nvSpPr>
            <p:spPr>
              <a:xfrm>
                <a:off x="1515223" y="3511080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27" name="Connector 526">
                <a:extLst>
                  <a:ext uri="{FF2B5EF4-FFF2-40B4-BE49-F238E27FC236}">
                    <a16:creationId xmlns:a16="http://schemas.microsoft.com/office/drawing/2014/main" id="{D7416CB9-47DC-EF8C-4714-06DDA6FD183C}"/>
                  </a:ext>
                </a:extLst>
              </p:cNvPr>
              <p:cNvCxnSpPr/>
              <p:nvPr/>
            </p:nvCxnSpPr>
            <p:spPr>
              <a:xfrm>
                <a:off x="1515223" y="3540882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8" name="Connector 527">
                <a:extLst>
                  <a:ext uri="{FF2B5EF4-FFF2-40B4-BE49-F238E27FC236}">
                    <a16:creationId xmlns:a16="http://schemas.microsoft.com/office/drawing/2014/main" id="{ACFEF51F-3049-67BB-4F5A-9802CFB90BB7}"/>
                  </a:ext>
                </a:extLst>
              </p:cNvPr>
              <p:cNvCxnSpPr/>
              <p:nvPr/>
            </p:nvCxnSpPr>
            <p:spPr>
              <a:xfrm>
                <a:off x="1545025" y="3511080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29" name="射灯 GU10_GF_餐厅_6">
              <a:extLst>
                <a:ext uri="{FF2B5EF4-FFF2-40B4-BE49-F238E27FC236}">
                  <a16:creationId xmlns:a16="http://schemas.microsoft.com/office/drawing/2014/main" id="{B08DAB71-B1DB-2FEF-A5EB-183DBF878911}"/>
                </a:ext>
              </a:extLst>
            </p:cNvPr>
            <p:cNvGrpSpPr/>
            <p:nvPr/>
          </p:nvGrpSpPr>
          <p:grpSpPr>
            <a:xfrm>
              <a:off x="1475578" y="3206068"/>
              <a:ext cx="59604" cy="59604"/>
              <a:chOff x="1515223" y="3206068"/>
              <a:chExt cx="59604" cy="59604"/>
            </a:xfrm>
          </p:grpSpPr>
          <p:sp>
            <p:nvSpPr>
              <p:cNvPr id="530" name="Oval 529">
                <a:extLst>
                  <a:ext uri="{FF2B5EF4-FFF2-40B4-BE49-F238E27FC236}">
                    <a16:creationId xmlns:a16="http://schemas.microsoft.com/office/drawing/2014/main" id="{8EFBEC0C-3D1C-B7F7-AFE5-55698F418E43}"/>
                  </a:ext>
                </a:extLst>
              </p:cNvPr>
              <p:cNvSpPr/>
              <p:nvPr/>
            </p:nvSpPr>
            <p:spPr>
              <a:xfrm>
                <a:off x="1515223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1" name="Connector 530">
                <a:extLst>
                  <a:ext uri="{FF2B5EF4-FFF2-40B4-BE49-F238E27FC236}">
                    <a16:creationId xmlns:a16="http://schemas.microsoft.com/office/drawing/2014/main" id="{1E3946BD-D74F-83C7-C61D-1FD8AADD9741}"/>
                  </a:ext>
                </a:extLst>
              </p:cNvPr>
              <p:cNvCxnSpPr/>
              <p:nvPr/>
            </p:nvCxnSpPr>
            <p:spPr>
              <a:xfrm>
                <a:off x="1515223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2" name="Connector 531">
                <a:extLst>
                  <a:ext uri="{FF2B5EF4-FFF2-40B4-BE49-F238E27FC236}">
                    <a16:creationId xmlns:a16="http://schemas.microsoft.com/office/drawing/2014/main" id="{C3073B4A-42E1-EFDD-1944-531C9B4713C7}"/>
                  </a:ext>
                </a:extLst>
              </p:cNvPr>
              <p:cNvCxnSpPr/>
              <p:nvPr/>
            </p:nvCxnSpPr>
            <p:spPr>
              <a:xfrm>
                <a:off x="1545025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3" name="射灯 GU10_GF_餐厅_7">
              <a:extLst>
                <a:ext uri="{FF2B5EF4-FFF2-40B4-BE49-F238E27FC236}">
                  <a16:creationId xmlns:a16="http://schemas.microsoft.com/office/drawing/2014/main" id="{8B1256AB-390C-3335-EE00-3B5B2357B307}"/>
                </a:ext>
              </a:extLst>
            </p:cNvPr>
            <p:cNvGrpSpPr/>
            <p:nvPr/>
          </p:nvGrpSpPr>
          <p:grpSpPr>
            <a:xfrm>
              <a:off x="1712509" y="3199880"/>
              <a:ext cx="59604" cy="59604"/>
              <a:chOff x="1728235" y="3206068"/>
              <a:chExt cx="59604" cy="59604"/>
            </a:xfrm>
          </p:grpSpPr>
          <p:sp>
            <p:nvSpPr>
              <p:cNvPr id="534" name="Oval 533">
                <a:extLst>
                  <a:ext uri="{FF2B5EF4-FFF2-40B4-BE49-F238E27FC236}">
                    <a16:creationId xmlns:a16="http://schemas.microsoft.com/office/drawing/2014/main" id="{2891AE02-285E-5936-8539-9C8DC37AB566}"/>
                  </a:ext>
                </a:extLst>
              </p:cNvPr>
              <p:cNvSpPr/>
              <p:nvPr/>
            </p:nvSpPr>
            <p:spPr>
              <a:xfrm>
                <a:off x="1728235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35" name="Connector 534">
                <a:extLst>
                  <a:ext uri="{FF2B5EF4-FFF2-40B4-BE49-F238E27FC236}">
                    <a16:creationId xmlns:a16="http://schemas.microsoft.com/office/drawing/2014/main" id="{C1D6BCD4-BCF0-920A-BEAE-2D0B8E45C19C}"/>
                  </a:ext>
                </a:extLst>
              </p:cNvPr>
              <p:cNvCxnSpPr/>
              <p:nvPr/>
            </p:nvCxnSpPr>
            <p:spPr>
              <a:xfrm>
                <a:off x="1728235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6" name="Connector 535">
                <a:extLst>
                  <a:ext uri="{FF2B5EF4-FFF2-40B4-BE49-F238E27FC236}">
                    <a16:creationId xmlns:a16="http://schemas.microsoft.com/office/drawing/2014/main" id="{4AD2975B-DFFB-0D19-C5A2-797E8F34B3D0}"/>
                  </a:ext>
                </a:extLst>
              </p:cNvPr>
              <p:cNvCxnSpPr/>
              <p:nvPr/>
            </p:nvCxnSpPr>
            <p:spPr>
              <a:xfrm>
                <a:off x="1758037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41" name="射灯 GU10_GF_餐厅_9">
              <a:extLst>
                <a:ext uri="{FF2B5EF4-FFF2-40B4-BE49-F238E27FC236}">
                  <a16:creationId xmlns:a16="http://schemas.microsoft.com/office/drawing/2014/main" id="{9FF4BDAF-44C3-F662-2EC0-C93255594A89}"/>
                </a:ext>
              </a:extLst>
            </p:cNvPr>
            <p:cNvGrpSpPr/>
            <p:nvPr/>
          </p:nvGrpSpPr>
          <p:grpSpPr>
            <a:xfrm>
              <a:off x="1934514" y="3206068"/>
              <a:ext cx="59604" cy="59604"/>
              <a:chOff x="1953646" y="3206068"/>
              <a:chExt cx="59604" cy="59604"/>
            </a:xfrm>
          </p:grpSpPr>
          <p:sp>
            <p:nvSpPr>
              <p:cNvPr id="542" name="Oval 541">
                <a:extLst>
                  <a:ext uri="{FF2B5EF4-FFF2-40B4-BE49-F238E27FC236}">
                    <a16:creationId xmlns:a16="http://schemas.microsoft.com/office/drawing/2014/main" id="{73646CB9-6CAE-0821-900D-5E090875A762}"/>
                  </a:ext>
                </a:extLst>
              </p:cNvPr>
              <p:cNvSpPr/>
              <p:nvPr/>
            </p:nvSpPr>
            <p:spPr>
              <a:xfrm>
                <a:off x="1953646" y="3206068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43" name="Connector 542">
                <a:extLst>
                  <a:ext uri="{FF2B5EF4-FFF2-40B4-BE49-F238E27FC236}">
                    <a16:creationId xmlns:a16="http://schemas.microsoft.com/office/drawing/2014/main" id="{9CC1A079-9382-5150-84BD-581F66650993}"/>
                  </a:ext>
                </a:extLst>
              </p:cNvPr>
              <p:cNvCxnSpPr/>
              <p:nvPr/>
            </p:nvCxnSpPr>
            <p:spPr>
              <a:xfrm>
                <a:off x="1953646" y="3235870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4" name="Connector 543">
                <a:extLst>
                  <a:ext uri="{FF2B5EF4-FFF2-40B4-BE49-F238E27FC236}">
                    <a16:creationId xmlns:a16="http://schemas.microsoft.com/office/drawing/2014/main" id="{DA66CC19-4F02-B6C2-C516-CC701E6B99CB}"/>
                  </a:ext>
                </a:extLst>
              </p:cNvPr>
              <p:cNvCxnSpPr/>
              <p:nvPr/>
            </p:nvCxnSpPr>
            <p:spPr>
              <a:xfrm>
                <a:off x="1983448" y="3206068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50" name="主灯位待选 主灯待选_厨房">
              <a:extLst>
                <a:ext uri="{FF2B5EF4-FFF2-40B4-BE49-F238E27FC236}">
                  <a16:creationId xmlns:a16="http://schemas.microsoft.com/office/drawing/2014/main" id="{3C605508-3E60-0C7F-C741-CEEAA920CE38}"/>
                </a:ext>
              </a:extLst>
            </p:cNvPr>
            <p:cNvGrpSpPr/>
            <p:nvPr/>
          </p:nvGrpSpPr>
          <p:grpSpPr>
            <a:xfrm>
              <a:off x="2088160" y="1625316"/>
              <a:ext cx="289254" cy="113948"/>
              <a:chOff x="2088160" y="1625316"/>
              <a:chExt cx="289254" cy="113948"/>
            </a:xfrm>
          </p:grpSpPr>
          <p:sp>
            <p:nvSpPr>
              <p:cNvPr id="551" name="Oval 550">
                <a:extLst>
                  <a:ext uri="{FF2B5EF4-FFF2-40B4-BE49-F238E27FC236}">
                    <a16:creationId xmlns:a16="http://schemas.microsoft.com/office/drawing/2014/main" id="{4273B146-F37E-1957-EA86-58BAC52BD829}"/>
                  </a:ext>
                </a:extLst>
              </p:cNvPr>
              <p:cNvSpPr/>
              <p:nvPr/>
            </p:nvSpPr>
            <p:spPr>
              <a:xfrm>
                <a:off x="2088160" y="1651612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2" name="Connector 551">
                <a:extLst>
                  <a:ext uri="{FF2B5EF4-FFF2-40B4-BE49-F238E27FC236}">
                    <a16:creationId xmlns:a16="http://schemas.microsoft.com/office/drawing/2014/main" id="{A2275550-2B20-C4CA-7216-C857561CF0F3}"/>
                  </a:ext>
                </a:extLst>
              </p:cNvPr>
              <p:cNvCxnSpPr/>
              <p:nvPr/>
            </p:nvCxnSpPr>
            <p:spPr>
              <a:xfrm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3" name="Connector 552">
                <a:extLst>
                  <a:ext uri="{FF2B5EF4-FFF2-40B4-BE49-F238E27FC236}">
                    <a16:creationId xmlns:a16="http://schemas.microsoft.com/office/drawing/2014/main" id="{15516B81-FD86-DBB1-28A6-5B70C35A6E04}"/>
                  </a:ext>
                </a:extLst>
              </p:cNvPr>
              <p:cNvCxnSpPr/>
              <p:nvPr/>
            </p:nvCxnSpPr>
            <p:spPr>
              <a:xfrm flipV="1">
                <a:off x="2101308" y="1664760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4" name="TextBox 553">
                <a:extLst>
                  <a:ext uri="{FF2B5EF4-FFF2-40B4-BE49-F238E27FC236}">
                    <a16:creationId xmlns:a16="http://schemas.microsoft.com/office/drawing/2014/main" id="{70E4129F-1A97-8EAB-C277-344DFD47E533}"/>
                  </a:ext>
                </a:extLst>
              </p:cNvPr>
              <p:cNvSpPr txBox="1"/>
              <p:nvPr/>
            </p:nvSpPr>
            <p:spPr>
              <a:xfrm rot="16200000">
                <a:off x="2184577" y="1625316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55" name="主灯位待选 主灯待选_厨房吧台区">
              <a:extLst>
                <a:ext uri="{FF2B5EF4-FFF2-40B4-BE49-F238E27FC236}">
                  <a16:creationId xmlns:a16="http://schemas.microsoft.com/office/drawing/2014/main" id="{E02FB2BD-533B-FD37-FB32-DE708F4D210A}"/>
                </a:ext>
              </a:extLst>
            </p:cNvPr>
            <p:cNvGrpSpPr/>
            <p:nvPr/>
          </p:nvGrpSpPr>
          <p:grpSpPr>
            <a:xfrm>
              <a:off x="2102265" y="2381711"/>
              <a:ext cx="289254" cy="113948"/>
              <a:chOff x="2212148" y="2348168"/>
              <a:chExt cx="289254" cy="113948"/>
            </a:xfrm>
          </p:grpSpPr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D4E9F8C2-E951-63D0-B715-A77EADB483BE}"/>
                  </a:ext>
                </a:extLst>
              </p:cNvPr>
              <p:cNvSpPr/>
              <p:nvPr/>
            </p:nvSpPr>
            <p:spPr>
              <a:xfrm>
                <a:off x="2212148" y="2374464"/>
                <a:ext cx="87652" cy="8765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57" name="Connector 556">
                <a:extLst>
                  <a:ext uri="{FF2B5EF4-FFF2-40B4-BE49-F238E27FC236}">
                    <a16:creationId xmlns:a16="http://schemas.microsoft.com/office/drawing/2014/main" id="{29E91045-CB23-FCE3-0E78-5289D90AA98C}"/>
                  </a:ext>
                </a:extLst>
              </p:cNvPr>
              <p:cNvCxnSpPr/>
              <p:nvPr/>
            </p:nvCxnSpPr>
            <p:spPr>
              <a:xfrm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8" name="Connector 557">
                <a:extLst>
                  <a:ext uri="{FF2B5EF4-FFF2-40B4-BE49-F238E27FC236}">
                    <a16:creationId xmlns:a16="http://schemas.microsoft.com/office/drawing/2014/main" id="{84BBE126-02A5-4221-BD0A-F408DBAC2989}"/>
                  </a:ext>
                </a:extLst>
              </p:cNvPr>
              <p:cNvCxnSpPr/>
              <p:nvPr/>
            </p:nvCxnSpPr>
            <p:spPr>
              <a:xfrm flipV="1">
                <a:off x="2225296" y="2387612"/>
                <a:ext cx="61356" cy="61356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9" name="TextBox 558">
                <a:extLst>
                  <a:ext uri="{FF2B5EF4-FFF2-40B4-BE49-F238E27FC236}">
                    <a16:creationId xmlns:a16="http://schemas.microsoft.com/office/drawing/2014/main" id="{2456DC9A-CD8F-8E4B-136F-9BDBB3F7A5F7}"/>
                  </a:ext>
                </a:extLst>
              </p:cNvPr>
              <p:cNvSpPr txBox="1"/>
              <p:nvPr/>
            </p:nvSpPr>
            <p:spPr>
              <a:xfrm rot="16200000">
                <a:off x="2308565" y="2348168"/>
                <a:ext cx="192837" cy="52592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950" b="0">
                    <a:solidFill>
                      <a:srgbClr val="D01414"/>
                    </a:solidFill>
                    <a:latin typeface="Microsoft YaHei"/>
                    <a:ea typeface="Microsoft YaHei"/>
                    <a:cs typeface="Microsoft YaHei"/>
                  </a:rPr>
                  <a:t>待选</a:t>
                </a:r>
              </a:p>
            </p:txBody>
          </p:sp>
        </p:grpSp>
        <p:grpSp>
          <p:nvGrpSpPr>
            <p:cNvPr id="560" name="射灯 GU10_GF_储物间_1">
              <a:extLst>
                <a:ext uri="{FF2B5EF4-FFF2-40B4-BE49-F238E27FC236}">
                  <a16:creationId xmlns:a16="http://schemas.microsoft.com/office/drawing/2014/main" id="{ADB3E986-7DAA-213A-7BE3-64A534B24FD5}"/>
                </a:ext>
              </a:extLst>
            </p:cNvPr>
            <p:cNvGrpSpPr/>
            <p:nvPr/>
          </p:nvGrpSpPr>
          <p:grpSpPr>
            <a:xfrm>
              <a:off x="2387413" y="4430037"/>
              <a:ext cx="59604" cy="59604"/>
              <a:chOff x="2373967" y="4453144"/>
              <a:chExt cx="59604" cy="59604"/>
            </a:xfrm>
          </p:grpSpPr>
          <p:sp>
            <p:nvSpPr>
              <p:cNvPr id="561" name="Oval 560">
                <a:extLst>
                  <a:ext uri="{FF2B5EF4-FFF2-40B4-BE49-F238E27FC236}">
                    <a16:creationId xmlns:a16="http://schemas.microsoft.com/office/drawing/2014/main" id="{1F6798FB-D771-842F-E793-87B42142F6AC}"/>
                  </a:ext>
                </a:extLst>
              </p:cNvPr>
              <p:cNvSpPr/>
              <p:nvPr/>
            </p:nvSpPr>
            <p:spPr>
              <a:xfrm>
                <a:off x="2373967" y="445314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62" name="Connector 561">
                <a:extLst>
                  <a:ext uri="{FF2B5EF4-FFF2-40B4-BE49-F238E27FC236}">
                    <a16:creationId xmlns:a16="http://schemas.microsoft.com/office/drawing/2014/main" id="{B3107C61-3F1B-D3F6-0848-B0A234775CA5}"/>
                  </a:ext>
                </a:extLst>
              </p:cNvPr>
              <p:cNvCxnSpPr/>
              <p:nvPr/>
            </p:nvCxnSpPr>
            <p:spPr>
              <a:xfrm>
                <a:off x="2373967" y="448294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3" name="Connector 562">
                <a:extLst>
                  <a:ext uri="{FF2B5EF4-FFF2-40B4-BE49-F238E27FC236}">
                    <a16:creationId xmlns:a16="http://schemas.microsoft.com/office/drawing/2014/main" id="{A9C4AAC4-0273-7041-219E-A0FF428602E3}"/>
                  </a:ext>
                </a:extLst>
              </p:cNvPr>
              <p:cNvCxnSpPr/>
              <p:nvPr/>
            </p:nvCxnSpPr>
            <p:spPr>
              <a:xfrm>
                <a:off x="2403769" y="445314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2" name="射灯 GU10_GF_客厅_1">
              <a:extLst>
                <a:ext uri="{FF2B5EF4-FFF2-40B4-BE49-F238E27FC236}">
                  <a16:creationId xmlns:a16="http://schemas.microsoft.com/office/drawing/2014/main" id="{7023AABC-DA54-B906-8CB0-E05B66A70173}"/>
                </a:ext>
              </a:extLst>
            </p:cNvPr>
            <p:cNvGrpSpPr/>
            <p:nvPr/>
          </p:nvGrpSpPr>
          <p:grpSpPr>
            <a:xfrm>
              <a:off x="1111620" y="4131853"/>
              <a:ext cx="59604" cy="59604"/>
              <a:chOff x="1114988" y="4179625"/>
              <a:chExt cx="59604" cy="59604"/>
            </a:xfrm>
          </p:grpSpPr>
          <p:sp>
            <p:nvSpPr>
              <p:cNvPr id="573" name="Oval 572">
                <a:extLst>
                  <a:ext uri="{FF2B5EF4-FFF2-40B4-BE49-F238E27FC236}">
                    <a16:creationId xmlns:a16="http://schemas.microsoft.com/office/drawing/2014/main" id="{42E7B0A8-29E1-D443-7799-47F3B81FE6F1}"/>
                  </a:ext>
                </a:extLst>
              </p:cNvPr>
              <p:cNvSpPr/>
              <p:nvPr/>
            </p:nvSpPr>
            <p:spPr>
              <a:xfrm>
                <a:off x="1114988" y="417962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4" name="Connector 573">
                <a:extLst>
                  <a:ext uri="{FF2B5EF4-FFF2-40B4-BE49-F238E27FC236}">
                    <a16:creationId xmlns:a16="http://schemas.microsoft.com/office/drawing/2014/main" id="{A0AB398D-EED8-39AE-7C2B-C1B6B9183593}"/>
                  </a:ext>
                </a:extLst>
              </p:cNvPr>
              <p:cNvCxnSpPr/>
              <p:nvPr/>
            </p:nvCxnSpPr>
            <p:spPr>
              <a:xfrm>
                <a:off x="1114988" y="420942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5" name="Connector 574">
                <a:extLst>
                  <a:ext uri="{FF2B5EF4-FFF2-40B4-BE49-F238E27FC236}">
                    <a16:creationId xmlns:a16="http://schemas.microsoft.com/office/drawing/2014/main" id="{C04B0057-33FA-079B-842E-03EE47CC518F}"/>
                  </a:ext>
                </a:extLst>
              </p:cNvPr>
              <p:cNvCxnSpPr/>
              <p:nvPr/>
            </p:nvCxnSpPr>
            <p:spPr>
              <a:xfrm>
                <a:off x="1144790" y="417962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6" name="射灯 GU10_GF_客厅_2">
              <a:extLst>
                <a:ext uri="{FF2B5EF4-FFF2-40B4-BE49-F238E27FC236}">
                  <a16:creationId xmlns:a16="http://schemas.microsoft.com/office/drawing/2014/main" id="{F2677330-F974-595D-2769-CE422317E202}"/>
                </a:ext>
              </a:extLst>
            </p:cNvPr>
            <p:cNvGrpSpPr/>
            <p:nvPr/>
          </p:nvGrpSpPr>
          <p:grpSpPr>
            <a:xfrm>
              <a:off x="1107795" y="4403529"/>
              <a:ext cx="59604" cy="59604"/>
              <a:chOff x="1122923" y="4459839"/>
              <a:chExt cx="59604" cy="59604"/>
            </a:xfrm>
          </p:grpSpPr>
          <p:sp>
            <p:nvSpPr>
              <p:cNvPr id="577" name="Oval 576">
                <a:extLst>
                  <a:ext uri="{FF2B5EF4-FFF2-40B4-BE49-F238E27FC236}">
                    <a16:creationId xmlns:a16="http://schemas.microsoft.com/office/drawing/2014/main" id="{9DF1F0A2-8E30-A63E-A8EB-C3BCEC81E52B}"/>
                  </a:ext>
                </a:extLst>
              </p:cNvPr>
              <p:cNvSpPr/>
              <p:nvPr/>
            </p:nvSpPr>
            <p:spPr>
              <a:xfrm>
                <a:off x="1122923" y="445983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78" name="Connector 577">
                <a:extLst>
                  <a:ext uri="{FF2B5EF4-FFF2-40B4-BE49-F238E27FC236}">
                    <a16:creationId xmlns:a16="http://schemas.microsoft.com/office/drawing/2014/main" id="{225027FF-850A-3805-FCFF-2C37A5BCDBF6}"/>
                  </a:ext>
                </a:extLst>
              </p:cNvPr>
              <p:cNvCxnSpPr/>
              <p:nvPr/>
            </p:nvCxnSpPr>
            <p:spPr>
              <a:xfrm>
                <a:off x="1122923" y="448964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9" name="Connector 578">
                <a:extLst>
                  <a:ext uri="{FF2B5EF4-FFF2-40B4-BE49-F238E27FC236}">
                    <a16:creationId xmlns:a16="http://schemas.microsoft.com/office/drawing/2014/main" id="{76F3F3CA-DE47-D928-54AE-26E1BB578B65}"/>
                  </a:ext>
                </a:extLst>
              </p:cNvPr>
              <p:cNvCxnSpPr/>
              <p:nvPr/>
            </p:nvCxnSpPr>
            <p:spPr>
              <a:xfrm>
                <a:off x="1152725" y="445983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0" name="射灯 GU10_GF_客厅_3">
              <a:extLst>
                <a:ext uri="{FF2B5EF4-FFF2-40B4-BE49-F238E27FC236}">
                  <a16:creationId xmlns:a16="http://schemas.microsoft.com/office/drawing/2014/main" id="{05E6204C-884F-FF11-223C-9104F978BEE1}"/>
                </a:ext>
              </a:extLst>
            </p:cNvPr>
            <p:cNvGrpSpPr/>
            <p:nvPr/>
          </p:nvGrpSpPr>
          <p:grpSpPr>
            <a:xfrm>
              <a:off x="830552" y="4398827"/>
              <a:ext cx="59604" cy="59604"/>
              <a:chOff x="839734" y="4476949"/>
              <a:chExt cx="59604" cy="59604"/>
            </a:xfrm>
          </p:grpSpPr>
          <p:sp>
            <p:nvSpPr>
              <p:cNvPr id="581" name="Oval 580">
                <a:extLst>
                  <a:ext uri="{FF2B5EF4-FFF2-40B4-BE49-F238E27FC236}">
                    <a16:creationId xmlns:a16="http://schemas.microsoft.com/office/drawing/2014/main" id="{529306C0-E2B4-4520-8F5E-133679082EEB}"/>
                  </a:ext>
                </a:extLst>
              </p:cNvPr>
              <p:cNvSpPr/>
              <p:nvPr/>
            </p:nvSpPr>
            <p:spPr>
              <a:xfrm>
                <a:off x="839734" y="4476949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2" name="Connector 581">
                <a:extLst>
                  <a:ext uri="{FF2B5EF4-FFF2-40B4-BE49-F238E27FC236}">
                    <a16:creationId xmlns:a16="http://schemas.microsoft.com/office/drawing/2014/main" id="{9209CB7B-06D0-A7C6-59F1-C40A39180E2E}"/>
                  </a:ext>
                </a:extLst>
              </p:cNvPr>
              <p:cNvCxnSpPr/>
              <p:nvPr/>
            </p:nvCxnSpPr>
            <p:spPr>
              <a:xfrm>
                <a:off x="839734" y="4506751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3" name="Connector 582">
                <a:extLst>
                  <a:ext uri="{FF2B5EF4-FFF2-40B4-BE49-F238E27FC236}">
                    <a16:creationId xmlns:a16="http://schemas.microsoft.com/office/drawing/2014/main" id="{7942381A-54CD-4920-BC26-4AB485B24A03}"/>
                  </a:ext>
                </a:extLst>
              </p:cNvPr>
              <p:cNvCxnSpPr/>
              <p:nvPr/>
            </p:nvCxnSpPr>
            <p:spPr>
              <a:xfrm>
                <a:off x="869536" y="4476949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4" name="射灯 GU10_GF_客厅_4">
              <a:extLst>
                <a:ext uri="{FF2B5EF4-FFF2-40B4-BE49-F238E27FC236}">
                  <a16:creationId xmlns:a16="http://schemas.microsoft.com/office/drawing/2014/main" id="{846B222E-D5BF-6983-9AAA-4F8F983562BD}"/>
                </a:ext>
              </a:extLst>
            </p:cNvPr>
            <p:cNvGrpSpPr/>
            <p:nvPr/>
          </p:nvGrpSpPr>
          <p:grpSpPr>
            <a:xfrm>
              <a:off x="567162" y="4400235"/>
              <a:ext cx="59604" cy="59604"/>
              <a:chOff x="606388" y="4472486"/>
              <a:chExt cx="59604" cy="59604"/>
            </a:xfrm>
          </p:grpSpPr>
          <p:sp>
            <p:nvSpPr>
              <p:cNvPr id="585" name="Oval 584">
                <a:extLst>
                  <a:ext uri="{FF2B5EF4-FFF2-40B4-BE49-F238E27FC236}">
                    <a16:creationId xmlns:a16="http://schemas.microsoft.com/office/drawing/2014/main" id="{4A135CB6-24E7-C00B-78BA-27BC953D2B71}"/>
                  </a:ext>
                </a:extLst>
              </p:cNvPr>
              <p:cNvSpPr/>
              <p:nvPr/>
            </p:nvSpPr>
            <p:spPr>
              <a:xfrm>
                <a:off x="606388" y="447248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86" name="Connector 585">
                <a:extLst>
                  <a:ext uri="{FF2B5EF4-FFF2-40B4-BE49-F238E27FC236}">
                    <a16:creationId xmlns:a16="http://schemas.microsoft.com/office/drawing/2014/main" id="{225EDD79-BEE5-893E-8BFF-E980D931B7C9}"/>
                  </a:ext>
                </a:extLst>
              </p:cNvPr>
              <p:cNvCxnSpPr/>
              <p:nvPr/>
            </p:nvCxnSpPr>
            <p:spPr>
              <a:xfrm>
                <a:off x="606388" y="450228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7" name="Connector 586">
                <a:extLst>
                  <a:ext uri="{FF2B5EF4-FFF2-40B4-BE49-F238E27FC236}">
                    <a16:creationId xmlns:a16="http://schemas.microsoft.com/office/drawing/2014/main" id="{7E5AF0FB-E42B-694F-8A83-EA86F7D03B8F}"/>
                  </a:ext>
                </a:extLst>
              </p:cNvPr>
              <p:cNvCxnSpPr/>
              <p:nvPr/>
            </p:nvCxnSpPr>
            <p:spPr>
              <a:xfrm>
                <a:off x="636190" y="447248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8" name="射灯 GU10_GF_客厅_5">
              <a:extLst>
                <a:ext uri="{FF2B5EF4-FFF2-40B4-BE49-F238E27FC236}">
                  <a16:creationId xmlns:a16="http://schemas.microsoft.com/office/drawing/2014/main" id="{605B3B8E-AFB9-9410-E887-1367CA2F47AD}"/>
                </a:ext>
              </a:extLst>
            </p:cNvPr>
            <p:cNvGrpSpPr/>
            <p:nvPr/>
          </p:nvGrpSpPr>
          <p:grpSpPr>
            <a:xfrm>
              <a:off x="567162" y="4137445"/>
              <a:ext cx="59604" cy="59604"/>
              <a:chOff x="606388" y="4217814"/>
              <a:chExt cx="59604" cy="59604"/>
            </a:xfrm>
          </p:grpSpPr>
          <p:sp>
            <p:nvSpPr>
              <p:cNvPr id="589" name="Oval 588">
                <a:extLst>
                  <a:ext uri="{FF2B5EF4-FFF2-40B4-BE49-F238E27FC236}">
                    <a16:creationId xmlns:a16="http://schemas.microsoft.com/office/drawing/2014/main" id="{A0FD8BBE-C623-1903-C9CC-1A9015E4F199}"/>
                  </a:ext>
                </a:extLst>
              </p:cNvPr>
              <p:cNvSpPr/>
              <p:nvPr/>
            </p:nvSpPr>
            <p:spPr>
              <a:xfrm>
                <a:off x="606388" y="4217814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0" name="Connector 589">
                <a:extLst>
                  <a:ext uri="{FF2B5EF4-FFF2-40B4-BE49-F238E27FC236}">
                    <a16:creationId xmlns:a16="http://schemas.microsoft.com/office/drawing/2014/main" id="{FAF2A8D1-07BB-1ECA-F7D9-E6648EF1183E}"/>
                  </a:ext>
                </a:extLst>
              </p:cNvPr>
              <p:cNvCxnSpPr/>
              <p:nvPr/>
            </p:nvCxnSpPr>
            <p:spPr>
              <a:xfrm>
                <a:off x="606388" y="4247616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1" name="Connector 590">
                <a:extLst>
                  <a:ext uri="{FF2B5EF4-FFF2-40B4-BE49-F238E27FC236}">
                    <a16:creationId xmlns:a16="http://schemas.microsoft.com/office/drawing/2014/main" id="{D9FF4FA5-C9D1-45DF-C5B1-F9C20FD6D1F0}"/>
                  </a:ext>
                </a:extLst>
              </p:cNvPr>
              <p:cNvCxnSpPr/>
              <p:nvPr/>
            </p:nvCxnSpPr>
            <p:spPr>
              <a:xfrm>
                <a:off x="636190" y="4217814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2" name="射灯 GU10_GF_客厅_6">
              <a:extLst>
                <a:ext uri="{FF2B5EF4-FFF2-40B4-BE49-F238E27FC236}">
                  <a16:creationId xmlns:a16="http://schemas.microsoft.com/office/drawing/2014/main" id="{E113B0C5-1E47-C112-5DF9-4E629D665BAA}"/>
                </a:ext>
              </a:extLst>
            </p:cNvPr>
            <p:cNvGrpSpPr/>
            <p:nvPr/>
          </p:nvGrpSpPr>
          <p:grpSpPr>
            <a:xfrm>
              <a:off x="571513" y="3834607"/>
              <a:ext cx="59604" cy="59604"/>
              <a:chOff x="614323" y="3852296"/>
              <a:chExt cx="59604" cy="59604"/>
            </a:xfrm>
          </p:grpSpPr>
          <p:sp>
            <p:nvSpPr>
              <p:cNvPr id="593" name="Oval 592">
                <a:extLst>
                  <a:ext uri="{FF2B5EF4-FFF2-40B4-BE49-F238E27FC236}">
                    <a16:creationId xmlns:a16="http://schemas.microsoft.com/office/drawing/2014/main" id="{2A819D71-D087-B913-C80F-6B8E9B0944CA}"/>
                  </a:ext>
                </a:extLst>
              </p:cNvPr>
              <p:cNvSpPr/>
              <p:nvPr/>
            </p:nvSpPr>
            <p:spPr>
              <a:xfrm>
                <a:off x="614323" y="385229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4" name="Connector 593">
                <a:extLst>
                  <a:ext uri="{FF2B5EF4-FFF2-40B4-BE49-F238E27FC236}">
                    <a16:creationId xmlns:a16="http://schemas.microsoft.com/office/drawing/2014/main" id="{06CB4A07-64EA-8A24-74EC-484F8668477D}"/>
                  </a:ext>
                </a:extLst>
              </p:cNvPr>
              <p:cNvCxnSpPr/>
              <p:nvPr/>
            </p:nvCxnSpPr>
            <p:spPr>
              <a:xfrm>
                <a:off x="614323" y="388209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5" name="Connector 594">
                <a:extLst>
                  <a:ext uri="{FF2B5EF4-FFF2-40B4-BE49-F238E27FC236}">
                    <a16:creationId xmlns:a16="http://schemas.microsoft.com/office/drawing/2014/main" id="{6244BDE6-1193-3090-0CD5-135A7C0B4FD9}"/>
                  </a:ext>
                </a:extLst>
              </p:cNvPr>
              <p:cNvCxnSpPr/>
              <p:nvPr/>
            </p:nvCxnSpPr>
            <p:spPr>
              <a:xfrm>
                <a:off x="644125" y="385229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96" name="射灯 GU10_GF_客厅_7">
              <a:extLst>
                <a:ext uri="{FF2B5EF4-FFF2-40B4-BE49-F238E27FC236}">
                  <a16:creationId xmlns:a16="http://schemas.microsoft.com/office/drawing/2014/main" id="{55A33193-20D1-E867-27D8-A55A07BC27E2}"/>
                </a:ext>
              </a:extLst>
            </p:cNvPr>
            <p:cNvGrpSpPr/>
            <p:nvPr/>
          </p:nvGrpSpPr>
          <p:grpSpPr>
            <a:xfrm>
              <a:off x="820493" y="3825898"/>
              <a:ext cx="59604" cy="59604"/>
              <a:chOff x="839734" y="3854032"/>
              <a:chExt cx="59604" cy="59604"/>
            </a:xfrm>
          </p:grpSpPr>
          <p:sp>
            <p:nvSpPr>
              <p:cNvPr id="597" name="Oval 596">
                <a:extLst>
                  <a:ext uri="{FF2B5EF4-FFF2-40B4-BE49-F238E27FC236}">
                    <a16:creationId xmlns:a16="http://schemas.microsoft.com/office/drawing/2014/main" id="{36DCDB58-BC5E-C3C3-1D2E-644F2F433E93}"/>
                  </a:ext>
                </a:extLst>
              </p:cNvPr>
              <p:cNvSpPr/>
              <p:nvPr/>
            </p:nvSpPr>
            <p:spPr>
              <a:xfrm>
                <a:off x="839734" y="3854032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98" name="Connector 597">
                <a:extLst>
                  <a:ext uri="{FF2B5EF4-FFF2-40B4-BE49-F238E27FC236}">
                    <a16:creationId xmlns:a16="http://schemas.microsoft.com/office/drawing/2014/main" id="{88F71DAD-5210-BAF3-C5B6-8FB4D893632C}"/>
                  </a:ext>
                </a:extLst>
              </p:cNvPr>
              <p:cNvCxnSpPr/>
              <p:nvPr/>
            </p:nvCxnSpPr>
            <p:spPr>
              <a:xfrm>
                <a:off x="839734" y="3883834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9" name="Connector 598">
                <a:extLst>
                  <a:ext uri="{FF2B5EF4-FFF2-40B4-BE49-F238E27FC236}">
                    <a16:creationId xmlns:a16="http://schemas.microsoft.com/office/drawing/2014/main" id="{15C9A942-3F37-8B83-9A86-1C784C1C2F17}"/>
                  </a:ext>
                </a:extLst>
              </p:cNvPr>
              <p:cNvCxnSpPr/>
              <p:nvPr/>
            </p:nvCxnSpPr>
            <p:spPr>
              <a:xfrm>
                <a:off x="869536" y="3854032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2" name="射灯 GU10_GF_客厅_11">
              <a:extLst>
                <a:ext uri="{FF2B5EF4-FFF2-40B4-BE49-F238E27FC236}">
                  <a16:creationId xmlns:a16="http://schemas.microsoft.com/office/drawing/2014/main" id="{F27FFC4D-EF57-D941-96B7-7269EBE1DAAF}"/>
                </a:ext>
              </a:extLst>
            </p:cNvPr>
            <p:cNvGrpSpPr/>
            <p:nvPr/>
          </p:nvGrpSpPr>
          <p:grpSpPr>
            <a:xfrm>
              <a:off x="1116724" y="3825898"/>
              <a:ext cx="59604" cy="59604"/>
              <a:chOff x="1116724" y="3838657"/>
              <a:chExt cx="59604" cy="59604"/>
            </a:xfrm>
          </p:grpSpPr>
          <p:sp>
            <p:nvSpPr>
              <p:cNvPr id="613" name="Oval 612">
                <a:extLst>
                  <a:ext uri="{FF2B5EF4-FFF2-40B4-BE49-F238E27FC236}">
                    <a16:creationId xmlns:a16="http://schemas.microsoft.com/office/drawing/2014/main" id="{901861AE-510C-B8B7-434A-B4E183EC52AC}"/>
                  </a:ext>
                </a:extLst>
              </p:cNvPr>
              <p:cNvSpPr/>
              <p:nvPr/>
            </p:nvSpPr>
            <p:spPr>
              <a:xfrm>
                <a:off x="1116724" y="3838657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14" name="Connector 613">
                <a:extLst>
                  <a:ext uri="{FF2B5EF4-FFF2-40B4-BE49-F238E27FC236}">
                    <a16:creationId xmlns:a16="http://schemas.microsoft.com/office/drawing/2014/main" id="{9C262F86-D401-A395-78D4-4BB3D73F4C24}"/>
                  </a:ext>
                </a:extLst>
              </p:cNvPr>
              <p:cNvCxnSpPr/>
              <p:nvPr/>
            </p:nvCxnSpPr>
            <p:spPr>
              <a:xfrm>
                <a:off x="1116724" y="3868459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5" name="Connector 614">
                <a:extLst>
                  <a:ext uri="{FF2B5EF4-FFF2-40B4-BE49-F238E27FC236}">
                    <a16:creationId xmlns:a16="http://schemas.microsoft.com/office/drawing/2014/main" id="{576B838A-0BA1-3D2F-794B-C3688D5A5FB6}"/>
                  </a:ext>
                </a:extLst>
              </p:cNvPr>
              <p:cNvCxnSpPr/>
              <p:nvPr/>
            </p:nvCxnSpPr>
            <p:spPr>
              <a:xfrm>
                <a:off x="1146526" y="3838657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0" name="射灯 GU10_GF_洗衣房_1">
              <a:extLst>
                <a:ext uri="{FF2B5EF4-FFF2-40B4-BE49-F238E27FC236}">
                  <a16:creationId xmlns:a16="http://schemas.microsoft.com/office/drawing/2014/main" id="{AFC8F48E-B9E2-C965-495F-62E324FF6F74}"/>
                </a:ext>
              </a:extLst>
            </p:cNvPr>
            <p:cNvGrpSpPr/>
            <p:nvPr/>
          </p:nvGrpSpPr>
          <p:grpSpPr>
            <a:xfrm>
              <a:off x="2262625" y="1206135"/>
              <a:ext cx="59604" cy="59604"/>
              <a:chOff x="2262625" y="1206135"/>
              <a:chExt cx="59604" cy="59604"/>
            </a:xfrm>
          </p:grpSpPr>
          <p:sp>
            <p:nvSpPr>
              <p:cNvPr id="621" name="Oval 620">
                <a:extLst>
                  <a:ext uri="{FF2B5EF4-FFF2-40B4-BE49-F238E27FC236}">
                    <a16:creationId xmlns:a16="http://schemas.microsoft.com/office/drawing/2014/main" id="{57FBC95E-0EF3-8440-4A03-E52278298A4E}"/>
                  </a:ext>
                </a:extLst>
              </p:cNvPr>
              <p:cNvSpPr/>
              <p:nvPr/>
            </p:nvSpPr>
            <p:spPr>
              <a:xfrm>
                <a:off x="2262625" y="1206135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2" name="Connector 621">
                <a:extLst>
                  <a:ext uri="{FF2B5EF4-FFF2-40B4-BE49-F238E27FC236}">
                    <a16:creationId xmlns:a16="http://schemas.microsoft.com/office/drawing/2014/main" id="{4A94AF69-D77C-045A-765B-B1F5B2D4EC05}"/>
                  </a:ext>
                </a:extLst>
              </p:cNvPr>
              <p:cNvCxnSpPr/>
              <p:nvPr/>
            </p:nvCxnSpPr>
            <p:spPr>
              <a:xfrm>
                <a:off x="2262625" y="1235937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3" name="Connector 622">
                <a:extLst>
                  <a:ext uri="{FF2B5EF4-FFF2-40B4-BE49-F238E27FC236}">
                    <a16:creationId xmlns:a16="http://schemas.microsoft.com/office/drawing/2014/main" id="{620DE26E-3156-52B8-043F-2081A78BB0A5}"/>
                  </a:ext>
                </a:extLst>
              </p:cNvPr>
              <p:cNvCxnSpPr/>
              <p:nvPr/>
            </p:nvCxnSpPr>
            <p:spPr>
              <a:xfrm>
                <a:off x="2292427" y="1206135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4" name="射灯 GU10_GF_客厅_13">
              <a:extLst>
                <a:ext uri="{FF2B5EF4-FFF2-40B4-BE49-F238E27FC236}">
                  <a16:creationId xmlns:a16="http://schemas.microsoft.com/office/drawing/2014/main" id="{D8A4B879-6A76-A3B2-7A0F-97ACC7AB4B1B}"/>
                </a:ext>
              </a:extLst>
            </p:cNvPr>
            <p:cNvGrpSpPr/>
            <p:nvPr/>
          </p:nvGrpSpPr>
          <p:grpSpPr>
            <a:xfrm>
              <a:off x="1153920" y="3270046"/>
              <a:ext cx="59604" cy="59604"/>
              <a:chOff x="1153920" y="3270046"/>
              <a:chExt cx="59604" cy="59604"/>
            </a:xfrm>
          </p:grpSpPr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17A3E94C-52E0-183F-A83A-BAB9243EE7DF}"/>
                  </a:ext>
                </a:extLst>
              </p:cNvPr>
              <p:cNvSpPr/>
              <p:nvPr/>
            </p:nvSpPr>
            <p:spPr>
              <a:xfrm>
                <a:off x="1153920" y="3270046"/>
                <a:ext cx="59604" cy="59604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626" name="Connector 625">
                <a:extLst>
                  <a:ext uri="{FF2B5EF4-FFF2-40B4-BE49-F238E27FC236}">
                    <a16:creationId xmlns:a16="http://schemas.microsoft.com/office/drawing/2014/main" id="{86A28E1F-6D91-D866-0A95-F4E5053855B3}"/>
                  </a:ext>
                </a:extLst>
              </p:cNvPr>
              <p:cNvCxnSpPr/>
              <p:nvPr/>
            </p:nvCxnSpPr>
            <p:spPr>
              <a:xfrm>
                <a:off x="1153920" y="3299848"/>
                <a:ext cx="59604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7" name="Connector 626">
                <a:extLst>
                  <a:ext uri="{FF2B5EF4-FFF2-40B4-BE49-F238E27FC236}">
                    <a16:creationId xmlns:a16="http://schemas.microsoft.com/office/drawing/2014/main" id="{E5102F89-B7B5-2496-C0B4-75BD76AADDDB}"/>
                  </a:ext>
                </a:extLst>
              </p:cNvPr>
              <p:cNvCxnSpPr/>
              <p:nvPr/>
            </p:nvCxnSpPr>
            <p:spPr>
              <a:xfrm>
                <a:off x="1183722" y="3270046"/>
                <a:ext cx="0" cy="59604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8" name="地灯 GroundLED_0">
              <a:extLst>
                <a:ext uri="{FF2B5EF4-FFF2-40B4-BE49-F238E27FC236}">
                  <a16:creationId xmlns:a16="http://schemas.microsoft.com/office/drawing/2014/main" id="{970B8C48-8F82-E7F4-76F3-582712F329EC}"/>
                </a:ext>
              </a:extLst>
            </p:cNvPr>
            <p:cNvSpPr/>
            <p:nvPr/>
          </p:nvSpPr>
          <p:spPr>
            <a:xfrm>
              <a:off x="399978" y="274895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9" name="地灯 GroundLED_1">
              <a:extLst>
                <a:ext uri="{FF2B5EF4-FFF2-40B4-BE49-F238E27FC236}">
                  <a16:creationId xmlns:a16="http://schemas.microsoft.com/office/drawing/2014/main" id="{2284EB6D-71B2-0473-D0A8-D5249B02DCFE}"/>
                </a:ext>
              </a:extLst>
            </p:cNvPr>
            <p:cNvSpPr/>
            <p:nvPr/>
          </p:nvSpPr>
          <p:spPr>
            <a:xfrm>
              <a:off x="399978" y="2250521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0" name="地灯 GroundLED_2">
              <a:extLst>
                <a:ext uri="{FF2B5EF4-FFF2-40B4-BE49-F238E27FC236}">
                  <a16:creationId xmlns:a16="http://schemas.microsoft.com/office/drawing/2014/main" id="{1A8F3D2B-E280-52F7-94D2-D9F73A9BB1D7}"/>
                </a:ext>
              </a:extLst>
            </p:cNvPr>
            <p:cNvSpPr/>
            <p:nvPr/>
          </p:nvSpPr>
          <p:spPr>
            <a:xfrm>
              <a:off x="399978" y="1791764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1" name="地灯 GroundLED_3">
              <a:extLst>
                <a:ext uri="{FF2B5EF4-FFF2-40B4-BE49-F238E27FC236}">
                  <a16:creationId xmlns:a16="http://schemas.microsoft.com/office/drawing/2014/main" id="{704A02DA-6E65-BAEC-8429-8596805335AC}"/>
                </a:ext>
              </a:extLst>
            </p:cNvPr>
            <p:cNvSpPr/>
            <p:nvPr/>
          </p:nvSpPr>
          <p:spPr>
            <a:xfrm>
              <a:off x="455773" y="1578503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2" name="地灯 GroundLED_4">
              <a:extLst>
                <a:ext uri="{FF2B5EF4-FFF2-40B4-BE49-F238E27FC236}">
                  <a16:creationId xmlns:a16="http://schemas.microsoft.com/office/drawing/2014/main" id="{671AE3F5-B5FD-4698-D580-50C5C722406D}"/>
                </a:ext>
              </a:extLst>
            </p:cNvPr>
            <p:cNvSpPr/>
            <p:nvPr/>
          </p:nvSpPr>
          <p:spPr>
            <a:xfrm>
              <a:off x="516527" y="1531388"/>
              <a:ext cx="28048" cy="28048"/>
            </a:xfrm>
            <a:prstGeom prst="ellipse">
              <a:avLst/>
            </a:pr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8" name="墙_V15_Concealed_Door_Leaf">
              <a:extLst>
                <a:ext uri="{FF2B5EF4-FFF2-40B4-BE49-F238E27FC236}">
                  <a16:creationId xmlns:a16="http://schemas.microsoft.com/office/drawing/2014/main" id="{F0F87429-D84C-567E-E4C4-1FA6416F537E}"/>
                </a:ext>
              </a:extLst>
            </p:cNvPr>
            <p:cNvSpPr/>
            <p:nvPr/>
          </p:nvSpPr>
          <p:spPr>
            <a:xfrm flipH="1">
              <a:off x="1273148" y="3978484"/>
              <a:ext cx="45719" cy="900291"/>
            </a:xfrm>
            <a:custGeom>
              <a:avLst/>
              <a:gdLst/>
              <a:ahLst/>
              <a:cxnLst/>
              <a:rect l="l" t="t" r="r" b="b"/>
              <a:pathLst>
                <a:path w="10167" h="248968">
                  <a:moveTo>
                    <a:pt x="248" y="248968"/>
                  </a:moveTo>
                  <a:lnTo>
                    <a:pt x="0" y="248968"/>
                  </a:lnTo>
                  <a:lnTo>
                    <a:pt x="0" y="248968"/>
                  </a:lnTo>
                  <a:lnTo>
                    <a:pt x="0" y="248968"/>
                  </a:lnTo>
                  <a:lnTo>
                    <a:pt x="0" y="248720"/>
                  </a:lnTo>
                  <a:lnTo>
                    <a:pt x="0" y="100182"/>
                  </a:lnTo>
                  <a:lnTo>
                    <a:pt x="0" y="248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48" y="0"/>
                  </a:lnTo>
                  <a:lnTo>
                    <a:pt x="3471" y="0"/>
                  </a:lnTo>
                  <a:lnTo>
                    <a:pt x="5455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248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703" y="0"/>
                  </a:lnTo>
                  <a:lnTo>
                    <a:pt x="5951" y="0"/>
                  </a:lnTo>
                  <a:lnTo>
                    <a:pt x="8431" y="0"/>
                  </a:lnTo>
                  <a:lnTo>
                    <a:pt x="9919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0"/>
                  </a:lnTo>
                  <a:lnTo>
                    <a:pt x="10167" y="248"/>
                  </a:lnTo>
                  <a:lnTo>
                    <a:pt x="10167" y="992"/>
                  </a:lnTo>
                  <a:lnTo>
                    <a:pt x="10167" y="2231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10167" y="2479"/>
                  </a:lnTo>
                  <a:lnTo>
                    <a:pt x="9919" y="2479"/>
                  </a:lnTo>
                  <a:lnTo>
                    <a:pt x="8431" y="2479"/>
                  </a:lnTo>
                  <a:lnTo>
                    <a:pt x="5951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479"/>
                  </a:lnTo>
                  <a:lnTo>
                    <a:pt x="5703" y="2231"/>
                  </a:lnTo>
                  <a:lnTo>
                    <a:pt x="5703" y="992"/>
                  </a:lnTo>
                  <a:lnTo>
                    <a:pt x="5703" y="248"/>
                  </a:lnTo>
                  <a:lnTo>
                    <a:pt x="5703" y="100182"/>
                  </a:lnTo>
                  <a:lnTo>
                    <a:pt x="5703" y="248720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455" y="248968"/>
                  </a:lnTo>
                  <a:lnTo>
                    <a:pt x="3471" y="248968"/>
                  </a:lnTo>
                  <a:close/>
                  <a:moveTo>
                    <a:pt x="5951" y="248968"/>
                  </a:moveTo>
                  <a:lnTo>
                    <a:pt x="5703" y="248968"/>
                  </a:lnTo>
                  <a:lnTo>
                    <a:pt x="5703" y="248968"/>
                  </a:lnTo>
                  <a:lnTo>
                    <a:pt x="5703" y="248968"/>
                  </a:lnTo>
                  <a:lnTo>
                    <a:pt x="5703" y="248720"/>
                  </a:lnTo>
                  <a:lnTo>
                    <a:pt x="5703" y="245745"/>
                  </a:lnTo>
                  <a:lnTo>
                    <a:pt x="5703" y="243761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703" y="243513"/>
                  </a:lnTo>
                  <a:lnTo>
                    <a:pt x="5951" y="243513"/>
                  </a:lnTo>
                  <a:lnTo>
                    <a:pt x="8431" y="243513"/>
                  </a:lnTo>
                  <a:lnTo>
                    <a:pt x="9919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513"/>
                  </a:lnTo>
                  <a:lnTo>
                    <a:pt x="10167" y="243761"/>
                  </a:lnTo>
                  <a:lnTo>
                    <a:pt x="10167" y="245745"/>
                  </a:lnTo>
                  <a:lnTo>
                    <a:pt x="10167" y="248720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10167" y="248968"/>
                  </a:lnTo>
                  <a:lnTo>
                    <a:pt x="9919" y="248968"/>
                  </a:lnTo>
                  <a:lnTo>
                    <a:pt x="8431" y="248968"/>
                  </a:lnTo>
                  <a:close/>
                  <a:moveTo>
                    <a:pt x="5951" y="240537"/>
                  </a:moveTo>
                  <a:lnTo>
                    <a:pt x="5703" y="240537"/>
                  </a:lnTo>
                  <a:lnTo>
                    <a:pt x="5703" y="240537"/>
                  </a:lnTo>
                  <a:lnTo>
                    <a:pt x="5703" y="240537"/>
                  </a:lnTo>
                  <a:lnTo>
                    <a:pt x="5703" y="240289"/>
                  </a:lnTo>
                  <a:lnTo>
                    <a:pt x="5703" y="236322"/>
                  </a:lnTo>
                  <a:lnTo>
                    <a:pt x="5703" y="233842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703" y="233594"/>
                  </a:lnTo>
                  <a:lnTo>
                    <a:pt x="5951" y="233594"/>
                  </a:lnTo>
                  <a:lnTo>
                    <a:pt x="8431" y="233594"/>
                  </a:lnTo>
                  <a:lnTo>
                    <a:pt x="9919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594"/>
                  </a:lnTo>
                  <a:lnTo>
                    <a:pt x="10167" y="233842"/>
                  </a:lnTo>
                  <a:lnTo>
                    <a:pt x="10167" y="236322"/>
                  </a:lnTo>
                  <a:lnTo>
                    <a:pt x="10167" y="240289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10167" y="240537"/>
                  </a:lnTo>
                  <a:lnTo>
                    <a:pt x="9919" y="240537"/>
                  </a:lnTo>
                  <a:lnTo>
                    <a:pt x="8431" y="240537"/>
                  </a:lnTo>
                  <a:close/>
                  <a:moveTo>
                    <a:pt x="5951" y="230618"/>
                  </a:moveTo>
                  <a:lnTo>
                    <a:pt x="5703" y="230618"/>
                  </a:lnTo>
                  <a:lnTo>
                    <a:pt x="5703" y="230618"/>
                  </a:lnTo>
                  <a:lnTo>
                    <a:pt x="5703" y="230618"/>
                  </a:lnTo>
                  <a:lnTo>
                    <a:pt x="5703" y="230370"/>
                  </a:lnTo>
                  <a:lnTo>
                    <a:pt x="5703" y="226402"/>
                  </a:lnTo>
                  <a:lnTo>
                    <a:pt x="5703" y="223923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703" y="223675"/>
                  </a:lnTo>
                  <a:lnTo>
                    <a:pt x="5951" y="223675"/>
                  </a:lnTo>
                  <a:lnTo>
                    <a:pt x="8431" y="223675"/>
                  </a:lnTo>
                  <a:lnTo>
                    <a:pt x="9919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675"/>
                  </a:lnTo>
                  <a:lnTo>
                    <a:pt x="10167" y="223923"/>
                  </a:lnTo>
                  <a:lnTo>
                    <a:pt x="10167" y="226402"/>
                  </a:lnTo>
                  <a:lnTo>
                    <a:pt x="10167" y="230370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10167" y="230618"/>
                  </a:lnTo>
                  <a:lnTo>
                    <a:pt x="9919" y="230618"/>
                  </a:lnTo>
                  <a:lnTo>
                    <a:pt x="8431" y="230618"/>
                  </a:lnTo>
                  <a:close/>
                  <a:moveTo>
                    <a:pt x="5951" y="220699"/>
                  </a:moveTo>
                  <a:lnTo>
                    <a:pt x="5703" y="220699"/>
                  </a:lnTo>
                  <a:lnTo>
                    <a:pt x="5703" y="220699"/>
                  </a:lnTo>
                  <a:lnTo>
                    <a:pt x="5703" y="220699"/>
                  </a:lnTo>
                  <a:lnTo>
                    <a:pt x="5703" y="220451"/>
                  </a:lnTo>
                  <a:lnTo>
                    <a:pt x="5703" y="216483"/>
                  </a:lnTo>
                  <a:lnTo>
                    <a:pt x="5703" y="214004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703" y="213756"/>
                  </a:lnTo>
                  <a:lnTo>
                    <a:pt x="5951" y="213756"/>
                  </a:lnTo>
                  <a:lnTo>
                    <a:pt x="8431" y="213756"/>
                  </a:lnTo>
                  <a:lnTo>
                    <a:pt x="9919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3756"/>
                  </a:lnTo>
                  <a:lnTo>
                    <a:pt x="10167" y="214004"/>
                  </a:lnTo>
                  <a:lnTo>
                    <a:pt x="10167" y="216483"/>
                  </a:lnTo>
                  <a:lnTo>
                    <a:pt x="10167" y="220451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10167" y="220699"/>
                  </a:lnTo>
                  <a:lnTo>
                    <a:pt x="9919" y="220699"/>
                  </a:lnTo>
                  <a:lnTo>
                    <a:pt x="8431" y="220699"/>
                  </a:lnTo>
                  <a:close/>
                  <a:moveTo>
                    <a:pt x="5951" y="210780"/>
                  </a:moveTo>
                  <a:lnTo>
                    <a:pt x="5703" y="210780"/>
                  </a:lnTo>
                  <a:lnTo>
                    <a:pt x="5703" y="210780"/>
                  </a:lnTo>
                  <a:lnTo>
                    <a:pt x="5703" y="210780"/>
                  </a:lnTo>
                  <a:lnTo>
                    <a:pt x="5703" y="210532"/>
                  </a:lnTo>
                  <a:lnTo>
                    <a:pt x="5703" y="206564"/>
                  </a:lnTo>
                  <a:lnTo>
                    <a:pt x="5703" y="204085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703" y="203837"/>
                  </a:lnTo>
                  <a:lnTo>
                    <a:pt x="5951" y="203837"/>
                  </a:lnTo>
                  <a:lnTo>
                    <a:pt x="8431" y="203837"/>
                  </a:lnTo>
                  <a:lnTo>
                    <a:pt x="9919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3837"/>
                  </a:lnTo>
                  <a:lnTo>
                    <a:pt x="10167" y="204085"/>
                  </a:lnTo>
                  <a:lnTo>
                    <a:pt x="10167" y="206564"/>
                  </a:lnTo>
                  <a:lnTo>
                    <a:pt x="10167" y="210532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10167" y="210780"/>
                  </a:lnTo>
                  <a:lnTo>
                    <a:pt x="9919" y="210780"/>
                  </a:lnTo>
                  <a:lnTo>
                    <a:pt x="8431" y="210780"/>
                  </a:lnTo>
                  <a:close/>
                  <a:moveTo>
                    <a:pt x="5951" y="200861"/>
                  </a:moveTo>
                  <a:lnTo>
                    <a:pt x="5703" y="200861"/>
                  </a:lnTo>
                  <a:lnTo>
                    <a:pt x="5703" y="200861"/>
                  </a:lnTo>
                  <a:lnTo>
                    <a:pt x="5703" y="200861"/>
                  </a:lnTo>
                  <a:lnTo>
                    <a:pt x="5703" y="200613"/>
                  </a:lnTo>
                  <a:lnTo>
                    <a:pt x="5703" y="196645"/>
                  </a:lnTo>
                  <a:lnTo>
                    <a:pt x="5703" y="194165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703" y="193918"/>
                  </a:lnTo>
                  <a:lnTo>
                    <a:pt x="5951" y="193918"/>
                  </a:lnTo>
                  <a:lnTo>
                    <a:pt x="8431" y="193918"/>
                  </a:lnTo>
                  <a:lnTo>
                    <a:pt x="9919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3918"/>
                  </a:lnTo>
                  <a:lnTo>
                    <a:pt x="10167" y="194165"/>
                  </a:lnTo>
                  <a:lnTo>
                    <a:pt x="10167" y="196645"/>
                  </a:lnTo>
                  <a:lnTo>
                    <a:pt x="10167" y="200613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10167" y="200861"/>
                  </a:lnTo>
                  <a:lnTo>
                    <a:pt x="9919" y="200861"/>
                  </a:lnTo>
                  <a:lnTo>
                    <a:pt x="8431" y="200861"/>
                  </a:lnTo>
                  <a:close/>
                  <a:moveTo>
                    <a:pt x="5951" y="190942"/>
                  </a:moveTo>
                  <a:lnTo>
                    <a:pt x="5703" y="190942"/>
                  </a:lnTo>
                  <a:lnTo>
                    <a:pt x="5703" y="190942"/>
                  </a:lnTo>
                  <a:lnTo>
                    <a:pt x="5703" y="190942"/>
                  </a:lnTo>
                  <a:lnTo>
                    <a:pt x="5703" y="190694"/>
                  </a:lnTo>
                  <a:lnTo>
                    <a:pt x="5703" y="186726"/>
                  </a:lnTo>
                  <a:lnTo>
                    <a:pt x="5703" y="184246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703" y="183998"/>
                  </a:lnTo>
                  <a:lnTo>
                    <a:pt x="5951" y="183998"/>
                  </a:lnTo>
                  <a:lnTo>
                    <a:pt x="8431" y="183998"/>
                  </a:lnTo>
                  <a:lnTo>
                    <a:pt x="9919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3998"/>
                  </a:lnTo>
                  <a:lnTo>
                    <a:pt x="10167" y="184246"/>
                  </a:lnTo>
                  <a:lnTo>
                    <a:pt x="10167" y="186726"/>
                  </a:lnTo>
                  <a:lnTo>
                    <a:pt x="10167" y="190694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10167" y="190942"/>
                  </a:lnTo>
                  <a:lnTo>
                    <a:pt x="9919" y="190942"/>
                  </a:lnTo>
                  <a:lnTo>
                    <a:pt x="8431" y="190942"/>
                  </a:lnTo>
                  <a:close/>
                  <a:moveTo>
                    <a:pt x="5951" y="181023"/>
                  </a:moveTo>
                  <a:lnTo>
                    <a:pt x="5703" y="181023"/>
                  </a:lnTo>
                  <a:lnTo>
                    <a:pt x="5703" y="181023"/>
                  </a:lnTo>
                  <a:lnTo>
                    <a:pt x="5703" y="181023"/>
                  </a:lnTo>
                  <a:lnTo>
                    <a:pt x="5703" y="180775"/>
                  </a:lnTo>
                  <a:lnTo>
                    <a:pt x="5703" y="176807"/>
                  </a:lnTo>
                  <a:lnTo>
                    <a:pt x="5703" y="174327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703" y="174079"/>
                  </a:lnTo>
                  <a:lnTo>
                    <a:pt x="5951" y="174079"/>
                  </a:lnTo>
                  <a:lnTo>
                    <a:pt x="8431" y="174079"/>
                  </a:lnTo>
                  <a:lnTo>
                    <a:pt x="9919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079"/>
                  </a:lnTo>
                  <a:lnTo>
                    <a:pt x="10167" y="174327"/>
                  </a:lnTo>
                  <a:lnTo>
                    <a:pt x="10167" y="176807"/>
                  </a:lnTo>
                  <a:lnTo>
                    <a:pt x="10167" y="180775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10167" y="181023"/>
                  </a:lnTo>
                  <a:lnTo>
                    <a:pt x="9919" y="181023"/>
                  </a:lnTo>
                  <a:lnTo>
                    <a:pt x="8431" y="181023"/>
                  </a:lnTo>
                  <a:close/>
                  <a:moveTo>
                    <a:pt x="5951" y="171104"/>
                  </a:moveTo>
                  <a:lnTo>
                    <a:pt x="5703" y="171104"/>
                  </a:lnTo>
                  <a:lnTo>
                    <a:pt x="5703" y="171104"/>
                  </a:lnTo>
                  <a:lnTo>
                    <a:pt x="5703" y="171104"/>
                  </a:lnTo>
                  <a:lnTo>
                    <a:pt x="5703" y="170856"/>
                  </a:lnTo>
                  <a:lnTo>
                    <a:pt x="5703" y="166888"/>
                  </a:lnTo>
                  <a:lnTo>
                    <a:pt x="5703" y="164408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703" y="164160"/>
                  </a:lnTo>
                  <a:lnTo>
                    <a:pt x="5951" y="164160"/>
                  </a:lnTo>
                  <a:lnTo>
                    <a:pt x="8431" y="164160"/>
                  </a:lnTo>
                  <a:lnTo>
                    <a:pt x="9919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160"/>
                  </a:lnTo>
                  <a:lnTo>
                    <a:pt x="10167" y="164408"/>
                  </a:lnTo>
                  <a:lnTo>
                    <a:pt x="10167" y="166888"/>
                  </a:lnTo>
                  <a:lnTo>
                    <a:pt x="10167" y="170856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10167" y="171104"/>
                  </a:lnTo>
                  <a:lnTo>
                    <a:pt x="9919" y="171104"/>
                  </a:lnTo>
                  <a:lnTo>
                    <a:pt x="8431" y="171104"/>
                  </a:lnTo>
                  <a:close/>
                  <a:moveTo>
                    <a:pt x="5951" y="161185"/>
                  </a:moveTo>
                  <a:lnTo>
                    <a:pt x="5703" y="161185"/>
                  </a:lnTo>
                  <a:lnTo>
                    <a:pt x="5703" y="161185"/>
                  </a:lnTo>
                  <a:lnTo>
                    <a:pt x="5703" y="161185"/>
                  </a:lnTo>
                  <a:lnTo>
                    <a:pt x="5703" y="160937"/>
                  </a:lnTo>
                  <a:lnTo>
                    <a:pt x="5703" y="156969"/>
                  </a:lnTo>
                  <a:lnTo>
                    <a:pt x="5703" y="154489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703" y="154241"/>
                  </a:lnTo>
                  <a:lnTo>
                    <a:pt x="5951" y="154241"/>
                  </a:lnTo>
                  <a:lnTo>
                    <a:pt x="8431" y="154241"/>
                  </a:lnTo>
                  <a:lnTo>
                    <a:pt x="9919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241"/>
                  </a:lnTo>
                  <a:lnTo>
                    <a:pt x="10167" y="154489"/>
                  </a:lnTo>
                  <a:lnTo>
                    <a:pt x="10167" y="156969"/>
                  </a:lnTo>
                  <a:lnTo>
                    <a:pt x="10167" y="160937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10167" y="161185"/>
                  </a:lnTo>
                  <a:lnTo>
                    <a:pt x="9919" y="161185"/>
                  </a:lnTo>
                  <a:lnTo>
                    <a:pt x="8431" y="161185"/>
                  </a:lnTo>
                  <a:close/>
                  <a:moveTo>
                    <a:pt x="5951" y="151265"/>
                  </a:moveTo>
                  <a:lnTo>
                    <a:pt x="5703" y="151265"/>
                  </a:lnTo>
                  <a:lnTo>
                    <a:pt x="5703" y="151265"/>
                  </a:lnTo>
                  <a:lnTo>
                    <a:pt x="5703" y="151265"/>
                  </a:lnTo>
                  <a:lnTo>
                    <a:pt x="5703" y="151018"/>
                  </a:lnTo>
                  <a:lnTo>
                    <a:pt x="5703" y="147050"/>
                  </a:lnTo>
                  <a:lnTo>
                    <a:pt x="5703" y="144570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703" y="144322"/>
                  </a:lnTo>
                  <a:lnTo>
                    <a:pt x="5951" y="144322"/>
                  </a:lnTo>
                  <a:lnTo>
                    <a:pt x="8431" y="144322"/>
                  </a:lnTo>
                  <a:lnTo>
                    <a:pt x="9919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322"/>
                  </a:lnTo>
                  <a:lnTo>
                    <a:pt x="10167" y="144570"/>
                  </a:lnTo>
                  <a:lnTo>
                    <a:pt x="10167" y="147050"/>
                  </a:lnTo>
                  <a:lnTo>
                    <a:pt x="10167" y="151018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10167" y="151265"/>
                  </a:lnTo>
                  <a:lnTo>
                    <a:pt x="9919" y="151265"/>
                  </a:lnTo>
                  <a:lnTo>
                    <a:pt x="8431" y="151265"/>
                  </a:lnTo>
                  <a:close/>
                  <a:moveTo>
                    <a:pt x="5951" y="141346"/>
                  </a:moveTo>
                  <a:lnTo>
                    <a:pt x="5703" y="141346"/>
                  </a:lnTo>
                  <a:lnTo>
                    <a:pt x="5703" y="141346"/>
                  </a:lnTo>
                  <a:lnTo>
                    <a:pt x="5703" y="141346"/>
                  </a:lnTo>
                  <a:lnTo>
                    <a:pt x="5703" y="141098"/>
                  </a:lnTo>
                  <a:lnTo>
                    <a:pt x="5703" y="137131"/>
                  </a:lnTo>
                  <a:lnTo>
                    <a:pt x="5703" y="134651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703" y="134403"/>
                  </a:lnTo>
                  <a:lnTo>
                    <a:pt x="5951" y="134403"/>
                  </a:lnTo>
                  <a:lnTo>
                    <a:pt x="8431" y="134403"/>
                  </a:lnTo>
                  <a:lnTo>
                    <a:pt x="9919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403"/>
                  </a:lnTo>
                  <a:lnTo>
                    <a:pt x="10167" y="134651"/>
                  </a:lnTo>
                  <a:lnTo>
                    <a:pt x="10167" y="137131"/>
                  </a:lnTo>
                  <a:lnTo>
                    <a:pt x="10167" y="141098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10167" y="141346"/>
                  </a:lnTo>
                  <a:lnTo>
                    <a:pt x="9919" y="141346"/>
                  </a:lnTo>
                  <a:lnTo>
                    <a:pt x="8431" y="141346"/>
                  </a:lnTo>
                  <a:close/>
                  <a:moveTo>
                    <a:pt x="5951" y="131427"/>
                  </a:moveTo>
                  <a:lnTo>
                    <a:pt x="5703" y="131427"/>
                  </a:lnTo>
                  <a:lnTo>
                    <a:pt x="5703" y="131427"/>
                  </a:lnTo>
                  <a:lnTo>
                    <a:pt x="5703" y="131427"/>
                  </a:lnTo>
                  <a:lnTo>
                    <a:pt x="5703" y="131179"/>
                  </a:lnTo>
                  <a:lnTo>
                    <a:pt x="5703" y="127212"/>
                  </a:lnTo>
                  <a:lnTo>
                    <a:pt x="5703" y="124732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703" y="124484"/>
                  </a:lnTo>
                  <a:lnTo>
                    <a:pt x="5951" y="124484"/>
                  </a:lnTo>
                  <a:lnTo>
                    <a:pt x="8431" y="124484"/>
                  </a:lnTo>
                  <a:lnTo>
                    <a:pt x="9919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484"/>
                  </a:lnTo>
                  <a:lnTo>
                    <a:pt x="10167" y="124732"/>
                  </a:lnTo>
                  <a:lnTo>
                    <a:pt x="10167" y="127212"/>
                  </a:lnTo>
                  <a:lnTo>
                    <a:pt x="10167" y="131179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10167" y="131427"/>
                  </a:lnTo>
                  <a:lnTo>
                    <a:pt x="9919" y="131427"/>
                  </a:lnTo>
                  <a:lnTo>
                    <a:pt x="8431" y="131427"/>
                  </a:lnTo>
                  <a:close/>
                  <a:moveTo>
                    <a:pt x="5951" y="121508"/>
                  </a:moveTo>
                  <a:lnTo>
                    <a:pt x="5703" y="121508"/>
                  </a:lnTo>
                  <a:lnTo>
                    <a:pt x="5703" y="121508"/>
                  </a:lnTo>
                  <a:lnTo>
                    <a:pt x="5703" y="121508"/>
                  </a:lnTo>
                  <a:lnTo>
                    <a:pt x="5703" y="121260"/>
                  </a:lnTo>
                  <a:lnTo>
                    <a:pt x="5703" y="117293"/>
                  </a:lnTo>
                  <a:lnTo>
                    <a:pt x="5703" y="114813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703" y="114565"/>
                  </a:lnTo>
                  <a:lnTo>
                    <a:pt x="5951" y="114565"/>
                  </a:lnTo>
                  <a:lnTo>
                    <a:pt x="8431" y="114565"/>
                  </a:lnTo>
                  <a:lnTo>
                    <a:pt x="9919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565"/>
                  </a:lnTo>
                  <a:lnTo>
                    <a:pt x="10167" y="114813"/>
                  </a:lnTo>
                  <a:lnTo>
                    <a:pt x="10167" y="117293"/>
                  </a:lnTo>
                  <a:lnTo>
                    <a:pt x="10167" y="121260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10167" y="121508"/>
                  </a:lnTo>
                  <a:lnTo>
                    <a:pt x="9919" y="121508"/>
                  </a:lnTo>
                  <a:lnTo>
                    <a:pt x="8431" y="121508"/>
                  </a:lnTo>
                  <a:close/>
                  <a:moveTo>
                    <a:pt x="5951" y="111589"/>
                  </a:moveTo>
                  <a:lnTo>
                    <a:pt x="5703" y="111589"/>
                  </a:lnTo>
                  <a:lnTo>
                    <a:pt x="5703" y="111589"/>
                  </a:lnTo>
                  <a:lnTo>
                    <a:pt x="5703" y="111589"/>
                  </a:lnTo>
                  <a:lnTo>
                    <a:pt x="5703" y="111341"/>
                  </a:lnTo>
                  <a:lnTo>
                    <a:pt x="5703" y="107374"/>
                  </a:lnTo>
                  <a:lnTo>
                    <a:pt x="5703" y="104894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703" y="104646"/>
                  </a:lnTo>
                  <a:lnTo>
                    <a:pt x="5951" y="104646"/>
                  </a:lnTo>
                  <a:lnTo>
                    <a:pt x="8431" y="104646"/>
                  </a:lnTo>
                  <a:lnTo>
                    <a:pt x="9919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646"/>
                  </a:lnTo>
                  <a:lnTo>
                    <a:pt x="10167" y="104894"/>
                  </a:lnTo>
                  <a:lnTo>
                    <a:pt x="10167" y="107374"/>
                  </a:lnTo>
                  <a:lnTo>
                    <a:pt x="10167" y="111341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10167" y="111589"/>
                  </a:lnTo>
                  <a:lnTo>
                    <a:pt x="9919" y="111589"/>
                  </a:lnTo>
                  <a:lnTo>
                    <a:pt x="8431" y="111589"/>
                  </a:lnTo>
                  <a:close/>
                  <a:moveTo>
                    <a:pt x="5951" y="101670"/>
                  </a:moveTo>
                  <a:lnTo>
                    <a:pt x="5703" y="101670"/>
                  </a:lnTo>
                  <a:lnTo>
                    <a:pt x="5703" y="101670"/>
                  </a:lnTo>
                  <a:lnTo>
                    <a:pt x="5703" y="101670"/>
                  </a:lnTo>
                  <a:lnTo>
                    <a:pt x="5703" y="101422"/>
                  </a:lnTo>
                  <a:lnTo>
                    <a:pt x="5703" y="97455"/>
                  </a:lnTo>
                  <a:lnTo>
                    <a:pt x="5703" y="94975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703" y="94727"/>
                  </a:lnTo>
                  <a:lnTo>
                    <a:pt x="5951" y="94727"/>
                  </a:lnTo>
                  <a:lnTo>
                    <a:pt x="8431" y="94727"/>
                  </a:lnTo>
                  <a:lnTo>
                    <a:pt x="9919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727"/>
                  </a:lnTo>
                  <a:lnTo>
                    <a:pt x="10167" y="94975"/>
                  </a:lnTo>
                  <a:lnTo>
                    <a:pt x="10167" y="97455"/>
                  </a:lnTo>
                  <a:lnTo>
                    <a:pt x="10167" y="101422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10167" y="101670"/>
                  </a:lnTo>
                  <a:lnTo>
                    <a:pt x="9919" y="101670"/>
                  </a:lnTo>
                  <a:lnTo>
                    <a:pt x="8431" y="101670"/>
                  </a:lnTo>
                  <a:close/>
                  <a:moveTo>
                    <a:pt x="5951" y="91751"/>
                  </a:moveTo>
                  <a:lnTo>
                    <a:pt x="5703" y="91751"/>
                  </a:lnTo>
                  <a:lnTo>
                    <a:pt x="5703" y="91751"/>
                  </a:lnTo>
                  <a:lnTo>
                    <a:pt x="5703" y="91751"/>
                  </a:lnTo>
                  <a:lnTo>
                    <a:pt x="5703" y="91503"/>
                  </a:lnTo>
                  <a:lnTo>
                    <a:pt x="5703" y="87535"/>
                  </a:lnTo>
                  <a:lnTo>
                    <a:pt x="5703" y="85056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703" y="84808"/>
                  </a:lnTo>
                  <a:lnTo>
                    <a:pt x="5951" y="84808"/>
                  </a:lnTo>
                  <a:lnTo>
                    <a:pt x="8431" y="84808"/>
                  </a:lnTo>
                  <a:lnTo>
                    <a:pt x="9919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4808"/>
                  </a:lnTo>
                  <a:lnTo>
                    <a:pt x="10167" y="85056"/>
                  </a:lnTo>
                  <a:lnTo>
                    <a:pt x="10167" y="87535"/>
                  </a:lnTo>
                  <a:lnTo>
                    <a:pt x="10167" y="91503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10167" y="91751"/>
                  </a:lnTo>
                  <a:lnTo>
                    <a:pt x="9919" y="91751"/>
                  </a:lnTo>
                  <a:lnTo>
                    <a:pt x="8431" y="91751"/>
                  </a:lnTo>
                  <a:close/>
                  <a:moveTo>
                    <a:pt x="5951" y="81832"/>
                  </a:moveTo>
                  <a:lnTo>
                    <a:pt x="5703" y="81832"/>
                  </a:lnTo>
                  <a:lnTo>
                    <a:pt x="5703" y="81832"/>
                  </a:lnTo>
                  <a:lnTo>
                    <a:pt x="5703" y="81832"/>
                  </a:lnTo>
                  <a:lnTo>
                    <a:pt x="5703" y="81584"/>
                  </a:lnTo>
                  <a:lnTo>
                    <a:pt x="5703" y="77616"/>
                  </a:lnTo>
                  <a:lnTo>
                    <a:pt x="5703" y="75137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703" y="74889"/>
                  </a:lnTo>
                  <a:lnTo>
                    <a:pt x="5951" y="74889"/>
                  </a:lnTo>
                  <a:lnTo>
                    <a:pt x="8431" y="74889"/>
                  </a:lnTo>
                  <a:lnTo>
                    <a:pt x="9919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4889"/>
                  </a:lnTo>
                  <a:lnTo>
                    <a:pt x="10167" y="75137"/>
                  </a:lnTo>
                  <a:lnTo>
                    <a:pt x="10167" y="77616"/>
                  </a:lnTo>
                  <a:lnTo>
                    <a:pt x="10167" y="81584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10167" y="81832"/>
                  </a:lnTo>
                  <a:lnTo>
                    <a:pt x="9919" y="81832"/>
                  </a:lnTo>
                  <a:lnTo>
                    <a:pt x="8431" y="81832"/>
                  </a:lnTo>
                  <a:close/>
                  <a:moveTo>
                    <a:pt x="5951" y="71913"/>
                  </a:moveTo>
                  <a:lnTo>
                    <a:pt x="5703" y="71913"/>
                  </a:lnTo>
                  <a:lnTo>
                    <a:pt x="5703" y="71913"/>
                  </a:lnTo>
                  <a:lnTo>
                    <a:pt x="5703" y="71913"/>
                  </a:lnTo>
                  <a:lnTo>
                    <a:pt x="5703" y="71665"/>
                  </a:lnTo>
                  <a:lnTo>
                    <a:pt x="5703" y="67697"/>
                  </a:lnTo>
                  <a:lnTo>
                    <a:pt x="5703" y="65218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703" y="64970"/>
                  </a:lnTo>
                  <a:lnTo>
                    <a:pt x="5951" y="64970"/>
                  </a:lnTo>
                  <a:lnTo>
                    <a:pt x="8431" y="64970"/>
                  </a:lnTo>
                  <a:lnTo>
                    <a:pt x="9919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4970"/>
                  </a:lnTo>
                  <a:lnTo>
                    <a:pt x="10167" y="65218"/>
                  </a:lnTo>
                  <a:lnTo>
                    <a:pt x="10167" y="67697"/>
                  </a:lnTo>
                  <a:lnTo>
                    <a:pt x="10167" y="71665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10167" y="71913"/>
                  </a:lnTo>
                  <a:lnTo>
                    <a:pt x="9919" y="71913"/>
                  </a:lnTo>
                  <a:lnTo>
                    <a:pt x="8431" y="71913"/>
                  </a:lnTo>
                  <a:close/>
                  <a:moveTo>
                    <a:pt x="5951" y="61994"/>
                  </a:moveTo>
                  <a:lnTo>
                    <a:pt x="5703" y="61994"/>
                  </a:lnTo>
                  <a:lnTo>
                    <a:pt x="5703" y="61994"/>
                  </a:lnTo>
                  <a:lnTo>
                    <a:pt x="5703" y="61994"/>
                  </a:lnTo>
                  <a:lnTo>
                    <a:pt x="5703" y="61746"/>
                  </a:lnTo>
                  <a:lnTo>
                    <a:pt x="5703" y="57778"/>
                  </a:lnTo>
                  <a:lnTo>
                    <a:pt x="5703" y="55298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703" y="55050"/>
                  </a:lnTo>
                  <a:lnTo>
                    <a:pt x="5951" y="55050"/>
                  </a:lnTo>
                  <a:lnTo>
                    <a:pt x="8431" y="55050"/>
                  </a:lnTo>
                  <a:lnTo>
                    <a:pt x="9919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050"/>
                  </a:lnTo>
                  <a:lnTo>
                    <a:pt x="10167" y="55298"/>
                  </a:lnTo>
                  <a:lnTo>
                    <a:pt x="10167" y="57778"/>
                  </a:lnTo>
                  <a:lnTo>
                    <a:pt x="10167" y="61746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10167" y="61994"/>
                  </a:lnTo>
                  <a:lnTo>
                    <a:pt x="9919" y="61994"/>
                  </a:lnTo>
                  <a:lnTo>
                    <a:pt x="8431" y="61994"/>
                  </a:lnTo>
                  <a:close/>
                  <a:moveTo>
                    <a:pt x="5951" y="52075"/>
                  </a:moveTo>
                  <a:lnTo>
                    <a:pt x="5703" y="52075"/>
                  </a:lnTo>
                  <a:lnTo>
                    <a:pt x="5703" y="52075"/>
                  </a:lnTo>
                  <a:lnTo>
                    <a:pt x="5703" y="52075"/>
                  </a:lnTo>
                  <a:lnTo>
                    <a:pt x="5703" y="51827"/>
                  </a:lnTo>
                  <a:lnTo>
                    <a:pt x="5703" y="47859"/>
                  </a:lnTo>
                  <a:lnTo>
                    <a:pt x="5703" y="45379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703" y="45131"/>
                  </a:lnTo>
                  <a:lnTo>
                    <a:pt x="5951" y="45131"/>
                  </a:lnTo>
                  <a:lnTo>
                    <a:pt x="8431" y="45131"/>
                  </a:lnTo>
                  <a:lnTo>
                    <a:pt x="9919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131"/>
                  </a:lnTo>
                  <a:lnTo>
                    <a:pt x="10167" y="45379"/>
                  </a:lnTo>
                  <a:lnTo>
                    <a:pt x="10167" y="47859"/>
                  </a:lnTo>
                  <a:lnTo>
                    <a:pt x="10167" y="51827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10167" y="52075"/>
                  </a:lnTo>
                  <a:lnTo>
                    <a:pt x="9919" y="52075"/>
                  </a:lnTo>
                  <a:lnTo>
                    <a:pt x="8431" y="52075"/>
                  </a:lnTo>
                  <a:close/>
                  <a:moveTo>
                    <a:pt x="5951" y="42156"/>
                  </a:moveTo>
                  <a:lnTo>
                    <a:pt x="5703" y="42156"/>
                  </a:lnTo>
                  <a:lnTo>
                    <a:pt x="5703" y="42156"/>
                  </a:lnTo>
                  <a:lnTo>
                    <a:pt x="5703" y="42156"/>
                  </a:lnTo>
                  <a:lnTo>
                    <a:pt x="5703" y="41908"/>
                  </a:lnTo>
                  <a:lnTo>
                    <a:pt x="5703" y="37940"/>
                  </a:lnTo>
                  <a:lnTo>
                    <a:pt x="5703" y="35460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703" y="35212"/>
                  </a:lnTo>
                  <a:lnTo>
                    <a:pt x="5951" y="35212"/>
                  </a:lnTo>
                  <a:lnTo>
                    <a:pt x="8431" y="35212"/>
                  </a:lnTo>
                  <a:lnTo>
                    <a:pt x="9919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212"/>
                  </a:lnTo>
                  <a:lnTo>
                    <a:pt x="10167" y="35460"/>
                  </a:lnTo>
                  <a:lnTo>
                    <a:pt x="10167" y="37940"/>
                  </a:lnTo>
                  <a:lnTo>
                    <a:pt x="10167" y="41908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10167" y="42156"/>
                  </a:lnTo>
                  <a:lnTo>
                    <a:pt x="9919" y="42156"/>
                  </a:lnTo>
                  <a:lnTo>
                    <a:pt x="8431" y="42156"/>
                  </a:lnTo>
                  <a:close/>
                  <a:moveTo>
                    <a:pt x="5951" y="32237"/>
                  </a:moveTo>
                  <a:lnTo>
                    <a:pt x="5703" y="32237"/>
                  </a:lnTo>
                  <a:lnTo>
                    <a:pt x="5703" y="32237"/>
                  </a:lnTo>
                  <a:lnTo>
                    <a:pt x="5703" y="32237"/>
                  </a:lnTo>
                  <a:lnTo>
                    <a:pt x="5703" y="31989"/>
                  </a:lnTo>
                  <a:lnTo>
                    <a:pt x="5703" y="28021"/>
                  </a:lnTo>
                  <a:lnTo>
                    <a:pt x="5703" y="25541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703" y="25293"/>
                  </a:lnTo>
                  <a:lnTo>
                    <a:pt x="5951" y="25293"/>
                  </a:lnTo>
                  <a:lnTo>
                    <a:pt x="8431" y="25293"/>
                  </a:lnTo>
                  <a:lnTo>
                    <a:pt x="9919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293"/>
                  </a:lnTo>
                  <a:lnTo>
                    <a:pt x="10167" y="25541"/>
                  </a:lnTo>
                  <a:lnTo>
                    <a:pt x="10167" y="28021"/>
                  </a:lnTo>
                  <a:lnTo>
                    <a:pt x="10167" y="31989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10167" y="32237"/>
                  </a:lnTo>
                  <a:lnTo>
                    <a:pt x="9919" y="32237"/>
                  </a:lnTo>
                  <a:lnTo>
                    <a:pt x="8431" y="32237"/>
                  </a:lnTo>
                  <a:close/>
                  <a:moveTo>
                    <a:pt x="5951" y="22318"/>
                  </a:moveTo>
                  <a:lnTo>
                    <a:pt x="5703" y="22318"/>
                  </a:lnTo>
                  <a:lnTo>
                    <a:pt x="5703" y="22318"/>
                  </a:lnTo>
                  <a:lnTo>
                    <a:pt x="5703" y="22318"/>
                  </a:lnTo>
                  <a:lnTo>
                    <a:pt x="5703" y="22070"/>
                  </a:lnTo>
                  <a:lnTo>
                    <a:pt x="5703" y="18102"/>
                  </a:lnTo>
                  <a:lnTo>
                    <a:pt x="5703" y="15622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703" y="15374"/>
                  </a:lnTo>
                  <a:lnTo>
                    <a:pt x="5951" y="15374"/>
                  </a:lnTo>
                  <a:lnTo>
                    <a:pt x="8431" y="15374"/>
                  </a:lnTo>
                  <a:lnTo>
                    <a:pt x="9919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374"/>
                  </a:lnTo>
                  <a:lnTo>
                    <a:pt x="10167" y="15622"/>
                  </a:lnTo>
                  <a:lnTo>
                    <a:pt x="10167" y="18102"/>
                  </a:lnTo>
                  <a:lnTo>
                    <a:pt x="10167" y="22070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10167" y="22318"/>
                  </a:lnTo>
                  <a:lnTo>
                    <a:pt x="9919" y="22318"/>
                  </a:lnTo>
                  <a:lnTo>
                    <a:pt x="8431" y="22318"/>
                  </a:lnTo>
                  <a:close/>
                  <a:moveTo>
                    <a:pt x="5951" y="12398"/>
                  </a:moveTo>
                  <a:lnTo>
                    <a:pt x="5703" y="12398"/>
                  </a:lnTo>
                  <a:lnTo>
                    <a:pt x="5703" y="12398"/>
                  </a:lnTo>
                  <a:lnTo>
                    <a:pt x="5703" y="12398"/>
                  </a:lnTo>
                  <a:lnTo>
                    <a:pt x="5703" y="12150"/>
                  </a:lnTo>
                  <a:lnTo>
                    <a:pt x="5703" y="8183"/>
                  </a:lnTo>
                  <a:lnTo>
                    <a:pt x="5703" y="5703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703" y="5455"/>
                  </a:lnTo>
                  <a:lnTo>
                    <a:pt x="5951" y="5455"/>
                  </a:lnTo>
                  <a:lnTo>
                    <a:pt x="8431" y="5455"/>
                  </a:lnTo>
                  <a:lnTo>
                    <a:pt x="9919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455"/>
                  </a:lnTo>
                  <a:lnTo>
                    <a:pt x="10167" y="5703"/>
                  </a:lnTo>
                  <a:lnTo>
                    <a:pt x="10167" y="8183"/>
                  </a:lnTo>
                  <a:lnTo>
                    <a:pt x="10167" y="12150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10167" y="12398"/>
                  </a:lnTo>
                  <a:lnTo>
                    <a:pt x="9919" y="12398"/>
                  </a:lnTo>
                  <a:lnTo>
                    <a:pt x="8431" y="123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cxnSp>
        <p:nvCxnSpPr>
          <p:cNvPr id="908" name="单联开关 1 连线"/>
          <p:cNvCxnSpPr/>
          <p:nvPr/>
        </p:nvCxnSpPr>
        <p:spPr>
          <a:xfrm>
            <a:off x="5459849" y="3270568"/>
            <a:ext cx="852051" cy="109823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09" name="单联开关 2 连线"/>
          <p:cNvCxnSpPr/>
          <p:nvPr/>
        </p:nvCxnSpPr>
        <p:spPr>
          <a:xfrm>
            <a:off x="5740400" y="2667000"/>
            <a:ext cx="1943100" cy="23021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0" name="单联开关 3 连线"/>
          <p:cNvCxnSpPr/>
          <p:nvPr/>
        </p:nvCxnSpPr>
        <p:spPr>
          <a:xfrm>
            <a:off x="7785100" y="4686300"/>
            <a:ext cx="600327" cy="977900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1" name="单联开关 4 连线"/>
          <p:cNvCxnSpPr/>
          <p:nvPr/>
        </p:nvCxnSpPr>
        <p:spPr>
          <a:xfrm>
            <a:off x="10141377" y="3724605"/>
            <a:ext cx="247223" cy="1469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2" name="单联开关 5 连线"/>
          <p:cNvCxnSpPr/>
          <p:nvPr/>
        </p:nvCxnSpPr>
        <p:spPr>
          <a:xfrm flipH="1">
            <a:off x="10883900" y="3216605"/>
            <a:ext cx="520082" cy="1977695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3" name="单联开关 6 连线"/>
          <p:cNvCxnSpPr/>
          <p:nvPr/>
        </p:nvCxnSpPr>
        <p:spPr>
          <a:xfrm>
            <a:off x="1459349" y="2602208"/>
            <a:ext cx="3023751" cy="3608092"/>
          </a:xfrm>
          <a:prstGeom prst="line">
            <a:avLst/>
          </a:prstGeom>
          <a:ln w="12700">
            <a:solidFill>
              <a:schemeClr val="accent1"/>
            </a:solidFill>
          </a:ln>
        </p:spPr>
      </p:cxnSp>
      <p:cxnSp>
        <p:nvCxnSpPr>
          <p:cNvPr id="914" name="双联开关 1 连线"/>
          <p:cNvCxnSpPr/>
          <p:nvPr/>
        </p:nvCxnSpPr>
        <p:spPr>
          <a:xfrm>
            <a:off x="1457438" y="5786511"/>
            <a:ext cx="1298462" cy="4689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5" name="双联开关 3 连线"/>
          <p:cNvCxnSpPr/>
          <p:nvPr/>
        </p:nvCxnSpPr>
        <p:spPr>
          <a:xfrm>
            <a:off x="6311900" y="1651000"/>
            <a:ext cx="228600" cy="131874"/>
          </a:xfrm>
          <a:prstGeom prst="line">
            <a:avLst/>
          </a:prstGeom>
          <a:ln w="12700">
            <a:solidFill>
              <a:schemeClr val="accent3"/>
            </a:solidFill>
          </a:ln>
        </p:spPr>
      </p:cxnSp>
      <p:cxnSp>
        <p:nvCxnSpPr>
          <p:cNvPr id="916" name="风扇隔离开关 1 连线"/>
          <p:cNvCxnSpPr/>
          <p:nvPr/>
        </p:nvCxnSpPr>
        <p:spPr>
          <a:xfrm>
            <a:off x="6045200" y="2705100"/>
            <a:ext cx="495300" cy="306399"/>
          </a:xfrm>
          <a:prstGeom prst="line">
            <a:avLst/>
          </a:prstGeom>
          <a:ln w="12700">
            <a:solidFill>
              <a:schemeClr val="accent4"/>
            </a:solidFill>
          </a:ln>
        </p:spPr>
      </p:cxnSp>
      <p:cxnSp>
        <p:nvCxnSpPr>
          <p:cNvPr id="917" name="带保险插座开关 1 连线"/>
          <p:cNvCxnSpPr/>
          <p:nvPr/>
        </p:nvCxnSpPr>
        <p:spPr>
          <a:xfrm>
            <a:off x="9209904" y="2711570"/>
            <a:ext cx="518296" cy="35241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8" name="带保险插座开关 2 连线"/>
          <p:cNvCxnSpPr/>
          <p:nvPr/>
        </p:nvCxnSpPr>
        <p:spPr>
          <a:xfrm>
            <a:off x="9253860" y="5124570"/>
            <a:ext cx="131440" cy="11746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19" name="带保险插座开关 3 连线"/>
          <p:cNvCxnSpPr/>
          <p:nvPr/>
        </p:nvCxnSpPr>
        <p:spPr>
          <a:xfrm>
            <a:off x="6889859" y="6130474"/>
            <a:ext cx="1200041" cy="105226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0" name="带保险插座开关 4 连线"/>
          <p:cNvCxnSpPr/>
          <p:nvPr/>
        </p:nvCxnSpPr>
        <p:spPr>
          <a:xfrm flipH="1">
            <a:off x="10782300" y="4489570"/>
            <a:ext cx="429635" cy="17207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1" name="带保险插座开关 5 连线"/>
          <p:cNvCxnSpPr/>
          <p:nvPr/>
        </p:nvCxnSpPr>
        <p:spPr>
          <a:xfrm>
            <a:off x="10462103" y="2648070"/>
            <a:ext cx="2697" cy="3536830"/>
          </a:xfrm>
          <a:prstGeom prst="line">
            <a:avLst/>
          </a:prstGeom>
          <a:ln w="12700">
            <a:solidFill>
              <a:schemeClr val="accent2"/>
            </a:solidFill>
          </a:ln>
        </p:spPr>
      </p:cxnSp>
      <p:cxnSp>
        <p:nvCxnSpPr>
          <p:cNvPr id="922" name="四联开关 1 连线"/>
          <p:cNvCxnSpPr/>
          <p:nvPr/>
        </p:nvCxnSpPr>
        <p:spPr>
          <a:xfrm flipH="1">
            <a:off x="4229100" y="1806648"/>
            <a:ext cx="776035" cy="14064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3" name="四联开关 2 连线"/>
          <p:cNvCxnSpPr/>
          <p:nvPr/>
        </p:nvCxnSpPr>
        <p:spPr>
          <a:xfrm>
            <a:off x="2565517" y="1824429"/>
            <a:ext cx="241183" cy="80571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4" name="四联开关 3 连线"/>
          <p:cNvCxnSpPr/>
          <p:nvPr/>
        </p:nvCxnSpPr>
        <p:spPr>
          <a:xfrm>
            <a:off x="1301855" y="3584648"/>
            <a:ext cx="704745" cy="1876352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5" name="四联开关 4 连线"/>
          <p:cNvCxnSpPr/>
          <p:nvPr/>
        </p:nvCxnSpPr>
        <p:spPr>
          <a:xfrm flipH="1">
            <a:off x="4381500" y="5558564"/>
            <a:ext cx="571500" cy="16736"/>
          </a:xfrm>
          <a:prstGeom prst="line">
            <a:avLst/>
          </a:prstGeom>
          <a:ln w="12700">
            <a:solidFill>
              <a:schemeClr val="accent6"/>
            </a:solidFill>
          </a:ln>
        </p:spPr>
      </p:cxnSp>
      <p:cxnSp>
        <p:nvCxnSpPr>
          <p:cNvPr id="926" name="三联开关 1 连线"/>
          <p:cNvCxnSpPr/>
          <p:nvPr/>
        </p:nvCxnSpPr>
        <p:spPr>
          <a:xfrm>
            <a:off x="3088350" y="3560662"/>
            <a:ext cx="1394750" cy="1722538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cxnSp>
        <p:nvCxnSpPr>
          <p:cNvPr id="927" name="三联开关 2 连线"/>
          <p:cNvCxnSpPr/>
          <p:nvPr/>
        </p:nvCxnSpPr>
        <p:spPr>
          <a:xfrm>
            <a:off x="1437350" y="4651365"/>
            <a:ext cx="2766350" cy="428635"/>
          </a:xfrm>
          <a:prstGeom prst="line">
            <a:avLst/>
          </a:prstGeom>
          <a:ln w="12700">
            <a:solidFill>
              <a:schemeClr val="tx1"/>
            </a:solidFill>
          </a:ln>
        </p:spPr>
      </p:cxnSp>
      <p:sp>
        <p:nvSpPr>
          <p:cNvPr id="850" name="单联开关 1 位置点"/>
          <p:cNvSpPr/>
          <p:nvPr/>
        </p:nvSpPr>
        <p:spPr>
          <a:xfrm>
            <a:off x="6267450" y="43243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3" name="单联开关 2 位置点"/>
          <p:cNvSpPr/>
          <p:nvPr/>
        </p:nvSpPr>
        <p:spPr>
          <a:xfrm>
            <a:off x="5695950" y="26225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5" name="单联开关 3 位置点"/>
          <p:cNvSpPr/>
          <p:nvPr/>
        </p:nvSpPr>
        <p:spPr>
          <a:xfrm>
            <a:off x="7740650" y="4641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58" name="单联开关 4 位置点"/>
          <p:cNvSpPr/>
          <p:nvPr/>
        </p:nvSpPr>
        <p:spPr>
          <a:xfrm>
            <a:off x="103441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1" name="单联开关 5 位置点"/>
          <p:cNvSpPr/>
          <p:nvPr/>
        </p:nvSpPr>
        <p:spPr>
          <a:xfrm>
            <a:off x="10839450" y="5149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4" name="单联开关 6 位置点"/>
          <p:cNvSpPr/>
          <p:nvPr/>
        </p:nvSpPr>
        <p:spPr>
          <a:xfrm>
            <a:off x="4438650" y="6165850"/>
            <a:ext cx="88900" cy="88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67" name="双联开关 1 位置点"/>
          <p:cNvSpPr/>
          <p:nvPr/>
        </p:nvSpPr>
        <p:spPr>
          <a:xfrm>
            <a:off x="2711450" y="57467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0" name="双联开关 2 位置点"/>
          <p:cNvSpPr/>
          <p:nvPr/>
        </p:nvSpPr>
        <p:spPr>
          <a:xfrm>
            <a:off x="6648450" y="51371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2" name="双联开关 3 位置点"/>
          <p:cNvSpPr/>
          <p:nvPr/>
        </p:nvSpPr>
        <p:spPr>
          <a:xfrm>
            <a:off x="6267450" y="1606550"/>
            <a:ext cx="88900" cy="88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5" name="风扇隔离开关 1 位置点"/>
          <p:cNvSpPr/>
          <p:nvPr/>
        </p:nvSpPr>
        <p:spPr>
          <a:xfrm>
            <a:off x="6000750" y="2660650"/>
            <a:ext cx="88900" cy="889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78" name="带保险插座开关 1 位置点"/>
          <p:cNvSpPr/>
          <p:nvPr/>
        </p:nvSpPr>
        <p:spPr>
          <a:xfrm>
            <a:off x="96837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1" name="带保险插座开关 2 位置点"/>
          <p:cNvSpPr/>
          <p:nvPr/>
        </p:nvSpPr>
        <p:spPr>
          <a:xfrm>
            <a:off x="9340850" y="62547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4" name="带保险插座开关 3 位置点"/>
          <p:cNvSpPr/>
          <p:nvPr/>
        </p:nvSpPr>
        <p:spPr>
          <a:xfrm>
            <a:off x="8045450" y="61912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87" name="带保险插座开关 4 位置点"/>
          <p:cNvSpPr/>
          <p:nvPr/>
        </p:nvSpPr>
        <p:spPr>
          <a:xfrm>
            <a:off x="10737850" y="61658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0" name="带保险插座开关 5 位置点"/>
          <p:cNvSpPr/>
          <p:nvPr/>
        </p:nvSpPr>
        <p:spPr>
          <a:xfrm>
            <a:off x="10420350" y="6140450"/>
            <a:ext cx="88900" cy="88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3" name="四联开关 1 位置点"/>
          <p:cNvSpPr/>
          <p:nvPr/>
        </p:nvSpPr>
        <p:spPr>
          <a:xfrm>
            <a:off x="4184650" y="31686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5" name="四联开关 2 位置点"/>
          <p:cNvSpPr/>
          <p:nvPr/>
        </p:nvSpPr>
        <p:spPr>
          <a:xfrm>
            <a:off x="2762250" y="1860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898" name="四联开关 3 位置点"/>
          <p:cNvSpPr/>
          <p:nvPr/>
        </p:nvSpPr>
        <p:spPr>
          <a:xfrm>
            <a:off x="1962150" y="54165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1" name="四联开关 4 位置点"/>
          <p:cNvSpPr/>
          <p:nvPr/>
        </p:nvSpPr>
        <p:spPr>
          <a:xfrm>
            <a:off x="4337050" y="5530850"/>
            <a:ext cx="88900" cy="88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4" name="三联开关 1 位置点"/>
          <p:cNvSpPr/>
          <p:nvPr/>
        </p:nvSpPr>
        <p:spPr>
          <a:xfrm>
            <a:off x="4438650" y="52387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907" name="三联开关 2 位置点"/>
          <p:cNvSpPr/>
          <p:nvPr/>
        </p:nvSpPr>
        <p:spPr>
          <a:xfrm>
            <a:off x="4159250" y="5035550"/>
            <a:ext cx="88900" cy="889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  <p:grpSp>
        <p:nvGrpSpPr>
          <p:cNvPr id="825" name="单联开关 1"/>
          <p:cNvGrpSpPr/>
          <p:nvPr/>
        </p:nvGrpSpPr>
        <p:grpSpPr>
          <a:xfrm>
            <a:off x="4762500" y="2362200"/>
            <a:ext cx="697349" cy="917905"/>
            <a:chOff x="6229926" y="3884447"/>
            <a:chExt cx="697349" cy="917905"/>
          </a:xfrm>
        </p:grpSpPr>
        <p:pic>
          <p:nvPicPr>
            <p:cNvPr id="767" name="单联开关 1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68026" y="3922547"/>
              <a:ext cx="621149" cy="663905"/>
            </a:xfrm>
            <a:prstGeom prst="rect">
              <a:avLst/>
            </a:prstGeom>
          </p:spPr>
        </p:pic>
        <p:sp>
          <p:nvSpPr>
            <p:cNvPr id="824" name="按键 28"/>
            <p:cNvSpPr/>
            <p:nvPr/>
          </p:nvSpPr>
          <p:spPr>
            <a:xfrm>
              <a:off x="6502401" y="4611852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28</a:t>
              </a:r>
            </a:p>
          </p:txBody>
        </p:sp>
        <p:sp>
          <p:nvSpPr>
            <p:cNvPr id="849" name="单联开关 1 框"/>
            <p:cNvSpPr/>
            <p:nvPr/>
          </p:nvSpPr>
          <p:spPr>
            <a:xfrm>
              <a:off x="6229926" y="38844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6" name="单联开关 2"/>
          <p:cNvGrpSpPr/>
          <p:nvPr/>
        </p:nvGrpSpPr>
        <p:grpSpPr>
          <a:xfrm>
            <a:off x="7683500" y="2235200"/>
            <a:ext cx="697349" cy="917905"/>
            <a:chOff x="4947346" y="2599947"/>
            <a:chExt cx="697349" cy="917905"/>
          </a:xfrm>
        </p:grpSpPr>
        <p:pic>
          <p:nvPicPr>
            <p:cNvPr id="768" name="单联开关 2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85446" y="2638047"/>
              <a:ext cx="621149" cy="663905"/>
            </a:xfrm>
            <a:prstGeom prst="rect">
              <a:avLst/>
            </a:prstGeom>
          </p:spPr>
        </p:pic>
        <p:sp>
          <p:nvSpPr>
            <p:cNvPr id="815" name="按键 22"/>
            <p:cNvSpPr/>
            <p:nvPr/>
          </p:nvSpPr>
          <p:spPr>
            <a:xfrm>
              <a:off x="5219821" y="3327352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22</a:t>
              </a:r>
            </a:p>
          </p:txBody>
        </p:sp>
        <p:sp>
          <p:nvSpPr>
            <p:cNvPr id="851" name="单联开关 2 框"/>
            <p:cNvSpPr/>
            <p:nvPr/>
          </p:nvSpPr>
          <p:spPr>
            <a:xfrm>
              <a:off x="4947346" y="2599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4" name="单联开关 3"/>
          <p:cNvGrpSpPr/>
          <p:nvPr/>
        </p:nvGrpSpPr>
        <p:grpSpPr>
          <a:xfrm>
            <a:off x="8318500" y="5664200"/>
            <a:ext cx="697349" cy="917905"/>
            <a:chOff x="7417376" y="4168952"/>
            <a:chExt cx="697349" cy="917905"/>
          </a:xfrm>
        </p:grpSpPr>
        <p:pic>
          <p:nvPicPr>
            <p:cNvPr id="769" name="单联开关 3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5476" y="4207052"/>
              <a:ext cx="621149" cy="663905"/>
            </a:xfrm>
            <a:prstGeom prst="rect">
              <a:avLst/>
            </a:prstGeom>
          </p:spPr>
        </p:pic>
        <p:sp>
          <p:nvSpPr>
            <p:cNvPr id="833" name="按键 33"/>
            <p:cNvSpPr/>
            <p:nvPr/>
          </p:nvSpPr>
          <p:spPr>
            <a:xfrm>
              <a:off x="7689851" y="4896357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33</a:t>
              </a:r>
            </a:p>
          </p:txBody>
        </p:sp>
        <p:sp>
          <p:nvSpPr>
            <p:cNvPr id="854" name="单联开关 3 框"/>
            <p:cNvSpPr/>
            <p:nvPr/>
          </p:nvSpPr>
          <p:spPr>
            <a:xfrm>
              <a:off x="7417376" y="4168952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4" name="单联开关 4"/>
          <p:cNvGrpSpPr/>
          <p:nvPr/>
        </p:nvGrpSpPr>
        <p:grpSpPr>
          <a:xfrm>
            <a:off x="9715500" y="2806700"/>
            <a:ext cx="697349" cy="917905"/>
            <a:chOff x="10396800" y="4366490"/>
            <a:chExt cx="697349" cy="917905"/>
          </a:xfrm>
        </p:grpSpPr>
        <p:pic>
          <p:nvPicPr>
            <p:cNvPr id="770" name="单联开关 4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34900" y="4404590"/>
              <a:ext cx="621149" cy="663905"/>
            </a:xfrm>
            <a:prstGeom prst="rect">
              <a:avLst/>
            </a:prstGeom>
          </p:spPr>
        </p:pic>
        <p:sp>
          <p:nvSpPr>
            <p:cNvPr id="843" name="按键 38"/>
            <p:cNvSpPr/>
            <p:nvPr/>
          </p:nvSpPr>
          <p:spPr>
            <a:xfrm>
              <a:off x="10669275" y="5093895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38</a:t>
              </a:r>
            </a:p>
          </p:txBody>
        </p:sp>
        <p:sp>
          <p:nvSpPr>
            <p:cNvPr id="856" name="单联开关 4 框"/>
            <p:cNvSpPr/>
            <p:nvPr/>
          </p:nvSpPr>
          <p:spPr>
            <a:xfrm>
              <a:off x="10396800" y="436649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8" name="单联开关 5"/>
          <p:cNvGrpSpPr/>
          <p:nvPr/>
        </p:nvGrpSpPr>
        <p:grpSpPr>
          <a:xfrm>
            <a:off x="11176000" y="2298700"/>
            <a:ext cx="697349" cy="917905"/>
            <a:chOff x="11120873" y="4284450"/>
            <a:chExt cx="697349" cy="917905"/>
          </a:xfrm>
        </p:grpSpPr>
        <p:pic>
          <p:nvPicPr>
            <p:cNvPr id="771" name="单联开关 5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58973" y="4322550"/>
              <a:ext cx="621149" cy="663905"/>
            </a:xfrm>
            <a:prstGeom prst="rect">
              <a:avLst/>
            </a:prstGeom>
          </p:spPr>
        </p:pic>
        <p:sp>
          <p:nvSpPr>
            <p:cNvPr id="847" name="按键 40"/>
            <p:cNvSpPr/>
            <p:nvPr/>
          </p:nvSpPr>
          <p:spPr>
            <a:xfrm>
              <a:off x="11393348" y="5011855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40</a:t>
              </a:r>
            </a:p>
          </p:txBody>
        </p:sp>
        <p:sp>
          <p:nvSpPr>
            <p:cNvPr id="859" name="单联开关 5 框"/>
            <p:cNvSpPr/>
            <p:nvPr/>
          </p:nvSpPr>
          <p:spPr>
            <a:xfrm>
              <a:off x="11120873" y="4284450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9" name="单联开关 6"/>
          <p:cNvGrpSpPr/>
          <p:nvPr/>
        </p:nvGrpSpPr>
        <p:grpSpPr>
          <a:xfrm>
            <a:off x="762000" y="1727200"/>
            <a:ext cx="697349" cy="917905"/>
            <a:chOff x="6687126" y="5725947"/>
            <a:chExt cx="697349" cy="917905"/>
          </a:xfrm>
        </p:grpSpPr>
        <p:pic>
          <p:nvPicPr>
            <p:cNvPr id="772" name="单联开关 6 图片">
              <a:extLst>
                <a:ext uri="{FF2B5EF4-FFF2-40B4-BE49-F238E27FC236}">
                  <a16:creationId xmlns:a16="http://schemas.microsoft.com/office/drawing/2014/main" id="{AED60F04-D0AC-F875-2F62-C3B8463907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25226" y="5764047"/>
              <a:ext cx="621149" cy="663905"/>
            </a:xfrm>
            <a:prstGeom prst="rect">
              <a:avLst/>
            </a:prstGeom>
          </p:spPr>
        </p:pic>
        <p:sp>
          <p:nvSpPr>
            <p:cNvPr id="828" name="按键 30"/>
            <p:cNvSpPr/>
            <p:nvPr/>
          </p:nvSpPr>
          <p:spPr>
            <a:xfrm>
              <a:off x="6959601" y="6453352"/>
              <a:ext cx="152400" cy="1524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30</a:t>
              </a:r>
            </a:p>
          </p:txBody>
        </p:sp>
        <p:sp>
          <p:nvSpPr>
            <p:cNvPr id="862" name="单联开关 6 框"/>
            <p:cNvSpPr/>
            <p:nvPr/>
          </p:nvSpPr>
          <p:spPr>
            <a:xfrm>
              <a:off x="6687126" y="5725947"/>
              <a:ext cx="697349" cy="917905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0" name="双联开关 1"/>
          <p:cNvGrpSpPr/>
          <p:nvPr/>
        </p:nvGrpSpPr>
        <p:grpSpPr>
          <a:xfrm>
            <a:off x="571500" y="5219700"/>
            <a:ext cx="885938" cy="1130422"/>
            <a:chOff x="464933" y="4600138"/>
            <a:chExt cx="885938" cy="1130422"/>
          </a:xfrm>
        </p:grpSpPr>
        <p:pic>
          <p:nvPicPr>
            <p:cNvPr id="773" name="双联开关 1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3033" y="4638238"/>
              <a:ext cx="809738" cy="876422"/>
            </a:xfrm>
            <a:prstGeom prst="rect">
              <a:avLst/>
            </a:prstGeom>
          </p:spPr>
        </p:pic>
        <p:sp>
          <p:nvSpPr>
            <p:cNvPr id="788" name="按键 1"/>
            <p:cNvSpPr/>
            <p:nvPr/>
          </p:nvSpPr>
          <p:spPr>
            <a:xfrm>
              <a:off x="629268" y="5540060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</a:t>
              </a:r>
            </a:p>
          </p:txBody>
        </p:sp>
        <p:sp>
          <p:nvSpPr>
            <p:cNvPr id="789" name="按键 2"/>
            <p:cNvSpPr/>
            <p:nvPr/>
          </p:nvSpPr>
          <p:spPr>
            <a:xfrm>
              <a:off x="1034137" y="5540060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</a:t>
              </a:r>
            </a:p>
          </p:txBody>
        </p:sp>
        <p:sp>
          <p:nvSpPr>
            <p:cNvPr id="865" name="双联开关 1 框"/>
            <p:cNvSpPr/>
            <p:nvPr/>
          </p:nvSpPr>
          <p:spPr>
            <a:xfrm>
              <a:off x="464933" y="4600138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2" name="双联开关 2"/>
          <p:cNvGrpSpPr/>
          <p:nvPr/>
        </p:nvGrpSpPr>
        <p:grpSpPr>
          <a:xfrm>
            <a:off x="6540500" y="4140200"/>
            <a:ext cx="885938" cy="1130422"/>
            <a:chOff x="7329459" y="2975360"/>
            <a:chExt cx="885938" cy="1130422"/>
          </a:xfrm>
        </p:grpSpPr>
        <p:pic>
          <p:nvPicPr>
            <p:cNvPr id="774" name="双联开关 2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367559" y="3013460"/>
              <a:ext cx="809738" cy="876422"/>
            </a:xfrm>
            <a:prstGeom prst="rect">
              <a:avLst/>
            </a:prstGeom>
          </p:spPr>
        </p:pic>
        <p:sp>
          <p:nvSpPr>
            <p:cNvPr id="830" name="按键 31"/>
            <p:cNvSpPr/>
            <p:nvPr/>
          </p:nvSpPr>
          <p:spPr>
            <a:xfrm>
              <a:off x="7493794" y="3915282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31</a:t>
              </a:r>
            </a:p>
          </p:txBody>
        </p:sp>
        <p:sp>
          <p:nvSpPr>
            <p:cNvPr id="831" name="按键 32"/>
            <p:cNvSpPr/>
            <p:nvPr/>
          </p:nvSpPr>
          <p:spPr>
            <a:xfrm>
              <a:off x="7898663" y="3915282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32</a:t>
              </a:r>
            </a:p>
          </p:txBody>
        </p:sp>
        <p:sp>
          <p:nvSpPr>
            <p:cNvPr id="868" name="双联开关 2 框"/>
            <p:cNvSpPr/>
            <p:nvPr/>
          </p:nvSpPr>
          <p:spPr>
            <a:xfrm>
              <a:off x="7329459" y="2975360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3" name="双联开关 3"/>
          <p:cNvGrpSpPr/>
          <p:nvPr/>
        </p:nvGrpSpPr>
        <p:grpSpPr>
          <a:xfrm>
            <a:off x="6540500" y="1473200"/>
            <a:ext cx="885938" cy="1130422"/>
            <a:chOff x="6097530" y="1060389"/>
            <a:chExt cx="885938" cy="1130422"/>
          </a:xfrm>
        </p:grpSpPr>
        <p:pic>
          <p:nvPicPr>
            <p:cNvPr id="775" name="双联开关 3 图片">
              <a:extLst>
                <a:ext uri="{FF2B5EF4-FFF2-40B4-BE49-F238E27FC236}">
                  <a16:creationId xmlns:a16="http://schemas.microsoft.com/office/drawing/2014/main" id="{8861F795-7AFE-2061-C22A-F09E2EDCC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35630" y="1098489"/>
              <a:ext cx="809738" cy="876422"/>
            </a:xfrm>
            <a:prstGeom prst="rect">
              <a:avLst/>
            </a:prstGeom>
          </p:spPr>
        </p:pic>
        <p:sp>
          <p:nvSpPr>
            <p:cNvPr id="821" name="按键 26"/>
            <p:cNvSpPr/>
            <p:nvPr/>
          </p:nvSpPr>
          <p:spPr>
            <a:xfrm>
              <a:off x="6261865" y="2000311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26</a:t>
              </a:r>
            </a:p>
          </p:txBody>
        </p:sp>
        <p:sp>
          <p:nvSpPr>
            <p:cNvPr id="822" name="按键 27"/>
            <p:cNvSpPr/>
            <p:nvPr/>
          </p:nvSpPr>
          <p:spPr>
            <a:xfrm>
              <a:off x="6666734" y="2000311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27</a:t>
              </a:r>
            </a:p>
          </p:txBody>
        </p:sp>
        <p:sp>
          <p:nvSpPr>
            <p:cNvPr id="871" name="双联开关 3 框"/>
            <p:cNvSpPr/>
            <p:nvPr/>
          </p:nvSpPr>
          <p:spPr>
            <a:xfrm>
              <a:off x="6097530" y="1060389"/>
              <a:ext cx="885938" cy="1130422"/>
            </a:xfrm>
            <a:prstGeom prst="rect">
              <a:avLst/>
            </a:prstGeom>
            <a:noFill/>
            <a:ln w="19050">
              <a:solidFill>
                <a:schemeClr val="accent3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7" name="风扇隔离开关 1"/>
          <p:cNvGrpSpPr/>
          <p:nvPr/>
        </p:nvGrpSpPr>
        <p:grpSpPr>
          <a:xfrm>
            <a:off x="6540500" y="2743200"/>
            <a:ext cx="990728" cy="1149475"/>
            <a:chOff x="6296727" y="2255950"/>
            <a:chExt cx="990728" cy="1149475"/>
          </a:xfrm>
        </p:grpSpPr>
        <p:pic>
          <p:nvPicPr>
            <p:cNvPr id="776" name="风扇隔离开关 1 图片">
              <a:extLst>
                <a:ext uri="{FF2B5EF4-FFF2-40B4-BE49-F238E27FC236}">
                  <a16:creationId xmlns:a16="http://schemas.microsoft.com/office/drawing/2014/main" id="{F6AF25CB-21AA-75C3-D359-A813AD7B1FF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34827" y="2294050"/>
              <a:ext cx="914528" cy="895475"/>
            </a:xfrm>
            <a:prstGeom prst="rect">
              <a:avLst/>
            </a:prstGeom>
          </p:spPr>
        </p:pic>
        <p:sp>
          <p:nvSpPr>
            <p:cNvPr id="826" name="按键 29"/>
            <p:cNvSpPr/>
            <p:nvPr/>
          </p:nvSpPr>
          <p:spPr>
            <a:xfrm>
              <a:off x="6715891" y="321492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29</a:t>
              </a:r>
            </a:p>
          </p:txBody>
        </p:sp>
        <p:sp>
          <p:nvSpPr>
            <p:cNvPr id="873" name="风扇隔离开关 1 框"/>
            <p:cNvSpPr/>
            <p:nvPr/>
          </p:nvSpPr>
          <p:spPr>
            <a:xfrm>
              <a:off x="6296727" y="2255950"/>
              <a:ext cx="990728" cy="1149475"/>
            </a:xfrm>
            <a:prstGeom prst="rect">
              <a:avLst/>
            </a:prstGeom>
            <a:noFill/>
            <a:ln w="19050">
              <a:solidFill>
                <a:schemeClr val="accent4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2" name="带保险插座开关 1"/>
          <p:cNvGrpSpPr/>
          <p:nvPr/>
        </p:nvGrpSpPr>
        <p:grpSpPr>
          <a:xfrm>
            <a:off x="8699500" y="1600200"/>
            <a:ext cx="857359" cy="1111370"/>
            <a:chOff x="9959694" y="3031308"/>
            <a:chExt cx="857359" cy="1111370"/>
          </a:xfrm>
        </p:grpSpPr>
        <p:pic>
          <p:nvPicPr>
            <p:cNvPr id="777" name="带保险插座开关 1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997794" y="3069408"/>
              <a:ext cx="781159" cy="857370"/>
            </a:xfrm>
            <a:prstGeom prst="rect">
              <a:avLst/>
            </a:prstGeom>
          </p:spPr>
        </p:pic>
        <p:sp>
          <p:nvSpPr>
            <p:cNvPr id="841" name="按键 37"/>
            <p:cNvSpPr/>
            <p:nvPr/>
          </p:nvSpPr>
          <p:spPr>
            <a:xfrm>
              <a:off x="10312174" y="3952178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37</a:t>
              </a:r>
            </a:p>
          </p:txBody>
        </p:sp>
        <p:sp>
          <p:nvSpPr>
            <p:cNvPr id="876" name="带保险插座开关 1 框"/>
            <p:cNvSpPr/>
            <p:nvPr/>
          </p:nvSpPr>
          <p:spPr>
            <a:xfrm>
              <a:off x="9959694" y="3031308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6" name="带保险插座开关 2"/>
          <p:cNvGrpSpPr/>
          <p:nvPr/>
        </p:nvGrpSpPr>
        <p:grpSpPr>
          <a:xfrm>
            <a:off x="8763000" y="4013200"/>
            <a:ext cx="857359" cy="1111370"/>
            <a:chOff x="10863244" y="3100355"/>
            <a:chExt cx="857359" cy="1111370"/>
          </a:xfrm>
        </p:grpSpPr>
        <p:pic>
          <p:nvPicPr>
            <p:cNvPr id="778" name="带保险插座开关 2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901344" y="3138455"/>
              <a:ext cx="781159" cy="857370"/>
            </a:xfrm>
            <a:prstGeom prst="rect">
              <a:avLst/>
            </a:prstGeom>
          </p:spPr>
        </p:pic>
        <p:sp>
          <p:nvSpPr>
            <p:cNvPr id="845" name="按键 39"/>
            <p:cNvSpPr/>
            <p:nvPr/>
          </p:nvSpPr>
          <p:spPr>
            <a:xfrm>
              <a:off x="11215724" y="4021225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39</a:t>
              </a:r>
            </a:p>
          </p:txBody>
        </p:sp>
        <p:sp>
          <p:nvSpPr>
            <p:cNvPr id="879" name="带保险插座开关 2 框"/>
            <p:cNvSpPr/>
            <p:nvPr/>
          </p:nvSpPr>
          <p:spPr>
            <a:xfrm>
              <a:off x="10863244" y="3100355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40" name="带保险插座开关 3"/>
          <p:cNvGrpSpPr/>
          <p:nvPr/>
        </p:nvGrpSpPr>
        <p:grpSpPr>
          <a:xfrm>
            <a:off x="6032500" y="5537200"/>
            <a:ext cx="857359" cy="1111370"/>
            <a:chOff x="9059618" y="2775892"/>
            <a:chExt cx="857359" cy="1111370"/>
          </a:xfrm>
        </p:grpSpPr>
        <p:pic>
          <p:nvPicPr>
            <p:cNvPr id="779" name="带保险插座开关 3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097718" y="2813992"/>
              <a:ext cx="781159" cy="857370"/>
            </a:xfrm>
            <a:prstGeom prst="rect">
              <a:avLst/>
            </a:prstGeom>
          </p:spPr>
        </p:pic>
        <p:sp>
          <p:nvSpPr>
            <p:cNvPr id="839" name="按键 36"/>
            <p:cNvSpPr/>
            <p:nvPr/>
          </p:nvSpPr>
          <p:spPr>
            <a:xfrm>
              <a:off x="9412098" y="3696762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36</a:t>
              </a:r>
            </a:p>
          </p:txBody>
        </p:sp>
        <p:sp>
          <p:nvSpPr>
            <p:cNvPr id="882" name="带保险插座开关 3 框"/>
            <p:cNvSpPr/>
            <p:nvPr/>
          </p:nvSpPr>
          <p:spPr>
            <a:xfrm>
              <a:off x="9059618" y="2775892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8" name="带保险插座开关 4"/>
          <p:cNvGrpSpPr/>
          <p:nvPr/>
        </p:nvGrpSpPr>
        <p:grpSpPr>
          <a:xfrm>
            <a:off x="10922000" y="3378200"/>
            <a:ext cx="857359" cy="1111370"/>
            <a:chOff x="8840050" y="3967240"/>
            <a:chExt cx="857359" cy="1111370"/>
          </a:xfrm>
        </p:grpSpPr>
        <p:pic>
          <p:nvPicPr>
            <p:cNvPr id="780" name="带保险插座开关 4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878150" y="4005340"/>
              <a:ext cx="781159" cy="857370"/>
            </a:xfrm>
            <a:prstGeom prst="rect">
              <a:avLst/>
            </a:prstGeom>
          </p:spPr>
        </p:pic>
        <p:sp>
          <p:nvSpPr>
            <p:cNvPr id="837" name="按键 35"/>
            <p:cNvSpPr/>
            <p:nvPr/>
          </p:nvSpPr>
          <p:spPr>
            <a:xfrm>
              <a:off x="9192530" y="488811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35</a:t>
              </a:r>
            </a:p>
          </p:txBody>
        </p:sp>
        <p:sp>
          <p:nvSpPr>
            <p:cNvPr id="885" name="带保险插座开关 4 框"/>
            <p:cNvSpPr/>
            <p:nvPr/>
          </p:nvSpPr>
          <p:spPr>
            <a:xfrm>
              <a:off x="8840050" y="3967240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36" name="带保险插座开关 5"/>
          <p:cNvGrpSpPr/>
          <p:nvPr/>
        </p:nvGrpSpPr>
        <p:grpSpPr>
          <a:xfrm>
            <a:off x="10033000" y="1536700"/>
            <a:ext cx="857359" cy="1111370"/>
            <a:chOff x="8474484" y="5641853"/>
            <a:chExt cx="857359" cy="1111370"/>
          </a:xfrm>
        </p:grpSpPr>
        <p:pic>
          <p:nvPicPr>
            <p:cNvPr id="781" name="带保险插座开关 5 图片">
              <a:extLst>
                <a:ext uri="{FF2B5EF4-FFF2-40B4-BE49-F238E27FC236}">
                  <a16:creationId xmlns:a16="http://schemas.microsoft.com/office/drawing/2014/main" id="{D68A0B3C-22C1-C6B2-B72D-AD3D62214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512584" y="5679953"/>
              <a:ext cx="781159" cy="857370"/>
            </a:xfrm>
            <a:prstGeom prst="rect">
              <a:avLst/>
            </a:prstGeom>
          </p:spPr>
        </p:pic>
        <p:sp>
          <p:nvSpPr>
            <p:cNvPr id="835" name="按键 34"/>
            <p:cNvSpPr/>
            <p:nvPr/>
          </p:nvSpPr>
          <p:spPr>
            <a:xfrm>
              <a:off x="8826964" y="656272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34</a:t>
              </a:r>
            </a:p>
          </p:txBody>
        </p:sp>
        <p:sp>
          <p:nvSpPr>
            <p:cNvPr id="888" name="带保险插座开关 5 框"/>
            <p:cNvSpPr/>
            <p:nvPr/>
          </p:nvSpPr>
          <p:spPr>
            <a:xfrm>
              <a:off x="8474484" y="5641853"/>
              <a:ext cx="857359" cy="111137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4" name="四联开关 1"/>
          <p:cNvGrpSpPr/>
          <p:nvPr/>
        </p:nvGrpSpPr>
        <p:grpSpPr>
          <a:xfrm>
            <a:off x="4762500" y="1028700"/>
            <a:ext cx="914517" cy="777948"/>
            <a:chOff x="2133985" y="2836847"/>
            <a:chExt cx="914517" cy="777948"/>
          </a:xfrm>
        </p:grpSpPr>
        <p:pic>
          <p:nvPicPr>
            <p:cNvPr id="782" name="四联开关 1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72085" y="2874947"/>
              <a:ext cx="838317" cy="523948"/>
            </a:xfrm>
            <a:prstGeom prst="rect">
              <a:avLst/>
            </a:prstGeom>
          </p:spPr>
        </p:pic>
        <p:sp>
          <p:nvSpPr>
            <p:cNvPr id="800" name="按键 10"/>
            <p:cNvSpPr/>
            <p:nvPr/>
          </p:nvSpPr>
          <p:spPr>
            <a:xfrm>
              <a:off x="2200675" y="3424295"/>
              <a:ext cx="152400" cy="152400"/>
            </a:xfrm>
            <a:prstGeom prst="ellipse">
              <a:avLst/>
            </a:prstGeom>
            <a:solidFill>
              <a:srgbClr val="FABED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10</a:t>
              </a:r>
            </a:p>
          </p:txBody>
        </p:sp>
        <p:sp>
          <p:nvSpPr>
            <p:cNvPr id="801" name="按键 11"/>
            <p:cNvSpPr/>
            <p:nvPr/>
          </p:nvSpPr>
          <p:spPr>
            <a:xfrm>
              <a:off x="2410254" y="3424295"/>
              <a:ext cx="152400" cy="152400"/>
            </a:xfrm>
            <a:prstGeom prst="ellipse">
              <a:avLst/>
            </a:prstGeom>
            <a:solidFill>
              <a:srgbClr val="46999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11</a:t>
              </a:r>
            </a:p>
          </p:txBody>
        </p:sp>
        <p:sp>
          <p:nvSpPr>
            <p:cNvPr id="802" name="按键 12"/>
            <p:cNvSpPr/>
            <p:nvPr/>
          </p:nvSpPr>
          <p:spPr>
            <a:xfrm>
              <a:off x="2619833" y="3424295"/>
              <a:ext cx="152400" cy="152400"/>
            </a:xfrm>
            <a:prstGeom prst="ellipse">
              <a:avLst/>
            </a:prstGeom>
            <a:solidFill>
              <a:srgbClr val="9A632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12</a:t>
              </a:r>
            </a:p>
          </p:txBody>
        </p:sp>
        <p:sp>
          <p:nvSpPr>
            <p:cNvPr id="803" name="按键 13"/>
            <p:cNvSpPr/>
            <p:nvPr/>
          </p:nvSpPr>
          <p:spPr>
            <a:xfrm>
              <a:off x="2829412" y="3424295"/>
              <a:ext cx="152400" cy="152400"/>
            </a:xfrm>
            <a:prstGeom prst="ellipse">
              <a:avLst/>
            </a:prstGeom>
            <a:solidFill>
              <a:srgbClr val="800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13</a:t>
              </a:r>
            </a:p>
          </p:txBody>
        </p:sp>
        <p:sp>
          <p:nvSpPr>
            <p:cNvPr id="891" name="四联开关 1 框"/>
            <p:cNvSpPr/>
            <p:nvPr/>
          </p:nvSpPr>
          <p:spPr>
            <a:xfrm>
              <a:off x="2133985" y="2836847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09" name="四联开关 2"/>
          <p:cNvGrpSpPr/>
          <p:nvPr/>
        </p:nvGrpSpPr>
        <p:grpSpPr>
          <a:xfrm>
            <a:off x="1651000" y="1282700"/>
            <a:ext cx="914517" cy="777948"/>
            <a:chOff x="2155155" y="1255773"/>
            <a:chExt cx="914517" cy="777948"/>
          </a:xfrm>
        </p:grpSpPr>
        <p:pic>
          <p:nvPicPr>
            <p:cNvPr id="783" name="四联开关 2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93255" y="1293873"/>
              <a:ext cx="838317" cy="523948"/>
            </a:xfrm>
            <a:prstGeom prst="rect">
              <a:avLst/>
            </a:prstGeom>
          </p:spPr>
        </p:pic>
        <p:sp>
          <p:nvSpPr>
            <p:cNvPr id="805" name="按键 14"/>
            <p:cNvSpPr/>
            <p:nvPr/>
          </p:nvSpPr>
          <p:spPr>
            <a:xfrm>
              <a:off x="2221845" y="1843221"/>
              <a:ext cx="152400" cy="152400"/>
            </a:xfrm>
            <a:prstGeom prst="ellipse">
              <a:avLst/>
            </a:prstGeom>
            <a:solidFill>
              <a:srgbClr val="808000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14</a:t>
              </a:r>
            </a:p>
          </p:txBody>
        </p:sp>
        <p:sp>
          <p:nvSpPr>
            <p:cNvPr id="806" name="按键 15"/>
            <p:cNvSpPr/>
            <p:nvPr/>
          </p:nvSpPr>
          <p:spPr>
            <a:xfrm>
              <a:off x="2431424" y="1843221"/>
              <a:ext cx="152400" cy="152400"/>
            </a:xfrm>
            <a:prstGeom prst="ellipse">
              <a:avLst/>
            </a:prstGeom>
            <a:solidFill>
              <a:srgbClr val="00007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15</a:t>
              </a:r>
            </a:p>
          </p:txBody>
        </p:sp>
        <p:sp>
          <p:nvSpPr>
            <p:cNvPr id="807" name="按键 16"/>
            <p:cNvSpPr/>
            <p:nvPr/>
          </p:nvSpPr>
          <p:spPr>
            <a:xfrm>
              <a:off x="2641003" y="1843221"/>
              <a:ext cx="152400" cy="152400"/>
            </a:xfrm>
            <a:prstGeom prst="ellipse">
              <a:avLst/>
            </a:prstGeom>
            <a:solidFill>
              <a:srgbClr val="A9A9A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16</a:t>
              </a:r>
            </a:p>
          </p:txBody>
        </p:sp>
        <p:sp>
          <p:nvSpPr>
            <p:cNvPr id="808" name="按键 17"/>
            <p:cNvSpPr/>
            <p:nvPr/>
          </p:nvSpPr>
          <p:spPr>
            <a:xfrm>
              <a:off x="2850582" y="1843221"/>
              <a:ext cx="152400" cy="152400"/>
            </a:xfrm>
            <a:prstGeom prst="ellipse">
              <a:avLst/>
            </a:prstGeom>
            <a:solidFill>
              <a:srgbClr val="E619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17</a:t>
              </a:r>
            </a:p>
          </p:txBody>
        </p:sp>
        <p:sp>
          <p:nvSpPr>
            <p:cNvPr id="894" name="四联开关 2 框"/>
            <p:cNvSpPr/>
            <p:nvPr/>
          </p:nvSpPr>
          <p:spPr>
            <a:xfrm>
              <a:off x="2155155" y="1255773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5" name="四联开关 3"/>
          <p:cNvGrpSpPr/>
          <p:nvPr/>
        </p:nvGrpSpPr>
        <p:grpSpPr>
          <a:xfrm>
            <a:off x="698500" y="2806700"/>
            <a:ext cx="914517" cy="777948"/>
            <a:chOff x="701633" y="5813332"/>
            <a:chExt cx="914517" cy="777948"/>
          </a:xfrm>
        </p:grpSpPr>
        <p:pic>
          <p:nvPicPr>
            <p:cNvPr id="784" name="四联开关 3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39733" y="5851432"/>
              <a:ext cx="838317" cy="523948"/>
            </a:xfrm>
            <a:prstGeom prst="rect">
              <a:avLst/>
            </a:prstGeom>
          </p:spPr>
        </p:pic>
        <p:sp>
          <p:nvSpPr>
            <p:cNvPr id="791" name="按键 3"/>
            <p:cNvSpPr/>
            <p:nvPr/>
          </p:nvSpPr>
          <p:spPr>
            <a:xfrm>
              <a:off x="768323" y="6400780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792" name="按键 4"/>
            <p:cNvSpPr/>
            <p:nvPr/>
          </p:nvSpPr>
          <p:spPr>
            <a:xfrm>
              <a:off x="977902" y="6400780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4</a:t>
              </a:r>
            </a:p>
          </p:txBody>
        </p:sp>
        <p:sp>
          <p:nvSpPr>
            <p:cNvPr id="793" name="按键 5"/>
            <p:cNvSpPr/>
            <p:nvPr/>
          </p:nvSpPr>
          <p:spPr>
            <a:xfrm>
              <a:off x="1187481" y="6400780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5</a:t>
              </a:r>
            </a:p>
          </p:txBody>
        </p:sp>
        <p:sp>
          <p:nvSpPr>
            <p:cNvPr id="794" name="按键 6"/>
            <p:cNvSpPr/>
            <p:nvPr/>
          </p:nvSpPr>
          <p:spPr>
            <a:xfrm>
              <a:off x="1397060" y="6400780"/>
              <a:ext cx="152400" cy="152400"/>
            </a:xfrm>
            <a:prstGeom prst="ellipse">
              <a:avLst/>
            </a:prstGeom>
            <a:solidFill>
              <a:srgbClr val="911EB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6</a:t>
              </a:r>
            </a:p>
          </p:txBody>
        </p:sp>
        <p:sp>
          <p:nvSpPr>
            <p:cNvPr id="896" name="四联开关 3 框"/>
            <p:cNvSpPr/>
            <p:nvPr/>
          </p:nvSpPr>
          <p:spPr>
            <a:xfrm>
              <a:off x="701633" y="5813332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14" name="四联开关 4"/>
          <p:cNvGrpSpPr/>
          <p:nvPr/>
        </p:nvGrpSpPr>
        <p:grpSpPr>
          <a:xfrm>
            <a:off x="4953000" y="5156200"/>
            <a:ext cx="914517" cy="777948"/>
            <a:chOff x="4147939" y="5849395"/>
            <a:chExt cx="914517" cy="777948"/>
          </a:xfrm>
        </p:grpSpPr>
        <p:pic>
          <p:nvPicPr>
            <p:cNvPr id="785" name="四联开关 4 图片">
              <a:extLst>
                <a:ext uri="{FF2B5EF4-FFF2-40B4-BE49-F238E27FC236}">
                  <a16:creationId xmlns:a16="http://schemas.microsoft.com/office/drawing/2014/main" id="{7A87F72E-7D7B-410F-350E-62EEE89FA1C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186039" y="5887495"/>
              <a:ext cx="838317" cy="523948"/>
            </a:xfrm>
            <a:prstGeom prst="rect">
              <a:avLst/>
            </a:prstGeom>
          </p:spPr>
        </p:pic>
        <p:sp>
          <p:nvSpPr>
            <p:cNvPr id="810" name="按键 18"/>
            <p:cNvSpPr/>
            <p:nvPr/>
          </p:nvSpPr>
          <p:spPr>
            <a:xfrm>
              <a:off x="4214629" y="6436843"/>
              <a:ext cx="152400" cy="152400"/>
            </a:xfrm>
            <a:prstGeom prst="ellipse">
              <a:avLst/>
            </a:prstGeom>
            <a:solidFill>
              <a:srgbClr val="3CB44B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18</a:t>
              </a:r>
            </a:p>
          </p:txBody>
        </p:sp>
        <p:sp>
          <p:nvSpPr>
            <p:cNvPr id="811" name="按键 19"/>
            <p:cNvSpPr/>
            <p:nvPr/>
          </p:nvSpPr>
          <p:spPr>
            <a:xfrm>
              <a:off x="4424208" y="6436843"/>
              <a:ext cx="152400" cy="152400"/>
            </a:xfrm>
            <a:prstGeom prst="ellipse">
              <a:avLst/>
            </a:prstGeom>
            <a:solidFill>
              <a:srgbClr val="FFE119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19</a:t>
              </a:r>
            </a:p>
          </p:txBody>
        </p:sp>
        <p:sp>
          <p:nvSpPr>
            <p:cNvPr id="812" name="按键 20"/>
            <p:cNvSpPr/>
            <p:nvPr/>
          </p:nvSpPr>
          <p:spPr>
            <a:xfrm>
              <a:off x="4633787" y="6436843"/>
              <a:ext cx="152400" cy="152400"/>
            </a:xfrm>
            <a:prstGeom prst="ellipse">
              <a:avLst/>
            </a:prstGeom>
            <a:solidFill>
              <a:srgbClr val="4363D8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20</a:t>
              </a:r>
            </a:p>
          </p:txBody>
        </p:sp>
        <p:sp>
          <p:nvSpPr>
            <p:cNvPr id="813" name="按键 21"/>
            <p:cNvSpPr/>
            <p:nvPr/>
          </p:nvSpPr>
          <p:spPr>
            <a:xfrm>
              <a:off x="4843366" y="6436843"/>
              <a:ext cx="152400" cy="152400"/>
            </a:xfrm>
            <a:prstGeom prst="ellipse">
              <a:avLst/>
            </a:prstGeom>
            <a:solidFill>
              <a:srgbClr val="F58231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21</a:t>
              </a:r>
            </a:p>
          </p:txBody>
        </p:sp>
        <p:sp>
          <p:nvSpPr>
            <p:cNvPr id="899" name="四联开关 4 框"/>
            <p:cNvSpPr/>
            <p:nvPr/>
          </p:nvSpPr>
          <p:spPr>
            <a:xfrm>
              <a:off x="4147939" y="5849395"/>
              <a:ext cx="914517" cy="777948"/>
            </a:xfrm>
            <a:prstGeom prst="rect">
              <a:avLst/>
            </a:prstGeom>
            <a:noFill/>
            <a:ln w="19050">
              <a:solidFill>
                <a:schemeClr val="accent6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799" name="三联开关 1"/>
          <p:cNvGrpSpPr/>
          <p:nvPr/>
        </p:nvGrpSpPr>
        <p:grpSpPr>
          <a:xfrm>
            <a:off x="2286000" y="2552700"/>
            <a:ext cx="802350" cy="1025009"/>
            <a:chOff x="1377093" y="4707188"/>
            <a:chExt cx="802350" cy="1025009"/>
          </a:xfrm>
        </p:grpSpPr>
        <p:pic>
          <p:nvPicPr>
            <p:cNvPr id="786" name="三联开关 1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415193" y="4745288"/>
              <a:ext cx="726150" cy="771009"/>
            </a:xfrm>
            <a:prstGeom prst="rect">
              <a:avLst/>
            </a:prstGeom>
          </p:spPr>
        </p:pic>
        <p:sp>
          <p:nvSpPr>
            <p:cNvPr id="796" name="按键 7"/>
            <p:cNvSpPr/>
            <p:nvPr/>
          </p:nvSpPr>
          <p:spPr>
            <a:xfrm>
              <a:off x="1460018" y="5541697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797" name="按键 8"/>
            <p:cNvSpPr/>
            <p:nvPr/>
          </p:nvSpPr>
          <p:spPr>
            <a:xfrm>
              <a:off x="1702068" y="5541697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8</a:t>
              </a:r>
            </a:p>
          </p:txBody>
        </p:sp>
        <p:sp>
          <p:nvSpPr>
            <p:cNvPr id="798" name="按键 9"/>
            <p:cNvSpPr/>
            <p:nvPr/>
          </p:nvSpPr>
          <p:spPr>
            <a:xfrm>
              <a:off x="1944118" y="5541697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2" name="三联开关 1 框"/>
            <p:cNvSpPr/>
            <p:nvPr/>
          </p:nvSpPr>
          <p:spPr>
            <a:xfrm>
              <a:off x="1377093" y="4707188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820" name="三联开关 2"/>
          <p:cNvGrpSpPr/>
          <p:nvPr/>
        </p:nvGrpSpPr>
        <p:grpSpPr>
          <a:xfrm>
            <a:off x="635000" y="4076700"/>
            <a:ext cx="802350" cy="1025009"/>
            <a:chOff x="5849699" y="5143200"/>
            <a:chExt cx="802350" cy="1025009"/>
          </a:xfrm>
        </p:grpSpPr>
        <p:pic>
          <p:nvPicPr>
            <p:cNvPr id="787" name="三联开关 2 图片">
              <a:extLst>
                <a:ext uri="{FF2B5EF4-FFF2-40B4-BE49-F238E27FC236}">
                  <a16:creationId xmlns:a16="http://schemas.microsoft.com/office/drawing/2014/main" id="{6D6F195C-034C-1D79-F3E5-0F4CD4F58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887799" y="5181300"/>
              <a:ext cx="726150" cy="771009"/>
            </a:xfrm>
            <a:prstGeom prst="rect">
              <a:avLst/>
            </a:prstGeom>
          </p:spPr>
        </p:pic>
        <p:sp>
          <p:nvSpPr>
            <p:cNvPr id="817" name="按键 23"/>
            <p:cNvSpPr/>
            <p:nvPr/>
          </p:nvSpPr>
          <p:spPr>
            <a:xfrm>
              <a:off x="5932624" y="5977709"/>
              <a:ext cx="152400" cy="152400"/>
            </a:xfrm>
            <a:prstGeom prst="ellipse">
              <a:avLst/>
            </a:prstGeom>
            <a:solidFill>
              <a:srgbClr val="42D4F4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23</a:t>
              </a:r>
            </a:p>
          </p:txBody>
        </p:sp>
        <p:sp>
          <p:nvSpPr>
            <p:cNvPr id="818" name="按键 24"/>
            <p:cNvSpPr/>
            <p:nvPr/>
          </p:nvSpPr>
          <p:spPr>
            <a:xfrm>
              <a:off x="6174674" y="5977709"/>
              <a:ext cx="152400" cy="152400"/>
            </a:xfrm>
            <a:prstGeom prst="ellipse">
              <a:avLst/>
            </a:prstGeom>
            <a:solidFill>
              <a:srgbClr val="F032E6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FFFFFF"/>
                  </a:solidFill>
                </a:rPr>
                <a:t>24</a:t>
              </a:r>
            </a:p>
          </p:txBody>
        </p:sp>
        <p:sp>
          <p:nvSpPr>
            <p:cNvPr id="819" name="按键 25"/>
            <p:cNvSpPr/>
            <p:nvPr/>
          </p:nvSpPr>
          <p:spPr>
            <a:xfrm>
              <a:off x="6416724" y="5977709"/>
              <a:ext cx="152400" cy="152400"/>
            </a:xfrm>
            <a:prstGeom prst="ellipse">
              <a:avLst/>
            </a:prstGeom>
            <a:solidFill>
              <a:srgbClr val="BFEF45"/>
            </a:solidFill>
            <a:ln w="6350">
              <a:solidFill>
                <a:srgbClr val="FFFFFF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700" b="1" dirty="0">
                  <a:solidFill>
                    <a:srgbClr val="000000"/>
                  </a:solidFill>
                </a:rPr>
                <a:t>25</a:t>
              </a:r>
            </a:p>
          </p:txBody>
        </p:sp>
        <p:sp>
          <p:nvSpPr>
            <p:cNvPr id="905" name="三联开关 2 框"/>
            <p:cNvSpPr/>
            <p:nvPr/>
          </p:nvSpPr>
          <p:spPr>
            <a:xfrm>
              <a:off x="5849699" y="5143200"/>
              <a:ext cx="802350" cy="1025009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5646140F-F015-30F2-CBE6-7190BF0BCF66}"/>
              </a:ext>
            </a:extLst>
          </p:cNvPr>
          <p:cNvSpPr/>
          <p:nvPr/>
        </p:nvSpPr>
        <p:spPr>
          <a:xfrm>
            <a:off x="2308342" y="5873789"/>
            <a:ext cx="425226" cy="312174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00" name="Rectangle 899">
            <a:extLst>
              <a:ext uri="{FF2B5EF4-FFF2-40B4-BE49-F238E27FC236}">
                <a16:creationId xmlns:a16="http://schemas.microsoft.com/office/drawing/2014/main" id="{655A0D11-B247-6F12-D3A0-68177E6371A1}"/>
              </a:ext>
            </a:extLst>
          </p:cNvPr>
          <p:cNvSpPr/>
          <p:nvPr/>
        </p:nvSpPr>
        <p:spPr>
          <a:xfrm>
            <a:off x="3071660" y="5815698"/>
            <a:ext cx="425226" cy="312174"/>
          </a:xfrm>
          <a:prstGeom prst="rect">
            <a:avLst/>
          </a:prstGeom>
          <a:noFill/>
          <a:ln w="76200">
            <a:solidFill>
              <a:srgbClr val="E619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62094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墙_V15_Concealed_Door_Leaf">
            <a:extLst>
              <a:ext uri="{FF2B5EF4-FFF2-40B4-BE49-F238E27FC236}">
                <a16:creationId xmlns:a16="http://schemas.microsoft.com/office/drawing/2014/main" id="{A47C6210-61CF-5D53-8F40-BC5EDB06DE27}"/>
              </a:ext>
            </a:extLst>
          </p:cNvPr>
          <p:cNvSpPr/>
          <p:nvPr/>
        </p:nvSpPr>
        <p:spPr>
          <a:xfrm flipH="1">
            <a:off x="1290949" y="3978484"/>
            <a:ext cx="45719" cy="900291"/>
          </a:xfrm>
          <a:custGeom>
            <a:avLst/>
            <a:gdLst/>
            <a:ahLst/>
            <a:cxnLst/>
            <a:rect l="l" t="t" r="r" b="b"/>
            <a:pathLst>
              <a:path w="10167" h="248968">
                <a:moveTo>
                  <a:pt x="248" y="248968"/>
                </a:moveTo>
                <a:lnTo>
                  <a:pt x="0" y="248968"/>
                </a:lnTo>
                <a:lnTo>
                  <a:pt x="0" y="248968"/>
                </a:lnTo>
                <a:lnTo>
                  <a:pt x="0" y="248968"/>
                </a:lnTo>
                <a:lnTo>
                  <a:pt x="0" y="248720"/>
                </a:lnTo>
                <a:lnTo>
                  <a:pt x="0" y="100182"/>
                </a:lnTo>
                <a:lnTo>
                  <a:pt x="0" y="248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48" y="0"/>
                </a:lnTo>
                <a:lnTo>
                  <a:pt x="3471" y="0"/>
                </a:lnTo>
                <a:lnTo>
                  <a:pt x="5455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703" y="248"/>
                </a:lnTo>
                <a:lnTo>
                  <a:pt x="5703" y="0"/>
                </a:lnTo>
                <a:lnTo>
                  <a:pt x="5703" y="0"/>
                </a:lnTo>
                <a:lnTo>
                  <a:pt x="5703" y="0"/>
                </a:lnTo>
                <a:lnTo>
                  <a:pt x="5951" y="0"/>
                </a:lnTo>
                <a:lnTo>
                  <a:pt x="8431" y="0"/>
                </a:lnTo>
                <a:lnTo>
                  <a:pt x="9919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0"/>
                </a:lnTo>
                <a:lnTo>
                  <a:pt x="10167" y="248"/>
                </a:lnTo>
                <a:lnTo>
                  <a:pt x="10167" y="992"/>
                </a:lnTo>
                <a:lnTo>
                  <a:pt x="10167" y="2231"/>
                </a:lnTo>
                <a:lnTo>
                  <a:pt x="10167" y="2479"/>
                </a:lnTo>
                <a:lnTo>
                  <a:pt x="10167" y="2479"/>
                </a:lnTo>
                <a:lnTo>
                  <a:pt x="10167" y="2479"/>
                </a:lnTo>
                <a:lnTo>
                  <a:pt x="9919" y="2479"/>
                </a:lnTo>
                <a:lnTo>
                  <a:pt x="8431" y="2479"/>
                </a:lnTo>
                <a:lnTo>
                  <a:pt x="5951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479"/>
                </a:lnTo>
                <a:lnTo>
                  <a:pt x="5703" y="2231"/>
                </a:lnTo>
                <a:lnTo>
                  <a:pt x="5703" y="992"/>
                </a:lnTo>
                <a:lnTo>
                  <a:pt x="5703" y="248"/>
                </a:lnTo>
                <a:lnTo>
                  <a:pt x="5703" y="100182"/>
                </a:lnTo>
                <a:lnTo>
                  <a:pt x="5703" y="248720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455" y="248968"/>
                </a:lnTo>
                <a:lnTo>
                  <a:pt x="3471" y="248968"/>
                </a:lnTo>
                <a:close/>
                <a:moveTo>
                  <a:pt x="5951" y="248968"/>
                </a:moveTo>
                <a:lnTo>
                  <a:pt x="5703" y="248968"/>
                </a:lnTo>
                <a:lnTo>
                  <a:pt x="5703" y="248968"/>
                </a:lnTo>
                <a:lnTo>
                  <a:pt x="5703" y="248968"/>
                </a:lnTo>
                <a:lnTo>
                  <a:pt x="5703" y="248720"/>
                </a:lnTo>
                <a:lnTo>
                  <a:pt x="5703" y="245745"/>
                </a:lnTo>
                <a:lnTo>
                  <a:pt x="5703" y="243761"/>
                </a:lnTo>
                <a:lnTo>
                  <a:pt x="5703" y="243513"/>
                </a:lnTo>
                <a:lnTo>
                  <a:pt x="5703" y="243513"/>
                </a:lnTo>
                <a:lnTo>
                  <a:pt x="5703" y="243513"/>
                </a:lnTo>
                <a:lnTo>
                  <a:pt x="5951" y="243513"/>
                </a:lnTo>
                <a:lnTo>
                  <a:pt x="8431" y="243513"/>
                </a:lnTo>
                <a:lnTo>
                  <a:pt x="9919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513"/>
                </a:lnTo>
                <a:lnTo>
                  <a:pt x="10167" y="243761"/>
                </a:lnTo>
                <a:lnTo>
                  <a:pt x="10167" y="245745"/>
                </a:lnTo>
                <a:lnTo>
                  <a:pt x="10167" y="248720"/>
                </a:lnTo>
                <a:lnTo>
                  <a:pt x="10167" y="248968"/>
                </a:lnTo>
                <a:lnTo>
                  <a:pt x="10167" y="248968"/>
                </a:lnTo>
                <a:lnTo>
                  <a:pt x="10167" y="248968"/>
                </a:lnTo>
                <a:lnTo>
                  <a:pt x="9919" y="248968"/>
                </a:lnTo>
                <a:lnTo>
                  <a:pt x="8431" y="248968"/>
                </a:lnTo>
                <a:close/>
                <a:moveTo>
                  <a:pt x="5951" y="240537"/>
                </a:moveTo>
                <a:lnTo>
                  <a:pt x="5703" y="240537"/>
                </a:lnTo>
                <a:lnTo>
                  <a:pt x="5703" y="240537"/>
                </a:lnTo>
                <a:lnTo>
                  <a:pt x="5703" y="240537"/>
                </a:lnTo>
                <a:lnTo>
                  <a:pt x="5703" y="240289"/>
                </a:lnTo>
                <a:lnTo>
                  <a:pt x="5703" y="236322"/>
                </a:lnTo>
                <a:lnTo>
                  <a:pt x="5703" y="233842"/>
                </a:lnTo>
                <a:lnTo>
                  <a:pt x="5703" y="233594"/>
                </a:lnTo>
                <a:lnTo>
                  <a:pt x="5703" y="233594"/>
                </a:lnTo>
                <a:lnTo>
                  <a:pt x="5703" y="233594"/>
                </a:lnTo>
                <a:lnTo>
                  <a:pt x="5951" y="233594"/>
                </a:lnTo>
                <a:lnTo>
                  <a:pt x="8431" y="233594"/>
                </a:lnTo>
                <a:lnTo>
                  <a:pt x="9919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594"/>
                </a:lnTo>
                <a:lnTo>
                  <a:pt x="10167" y="233842"/>
                </a:lnTo>
                <a:lnTo>
                  <a:pt x="10167" y="236322"/>
                </a:lnTo>
                <a:lnTo>
                  <a:pt x="10167" y="240289"/>
                </a:lnTo>
                <a:lnTo>
                  <a:pt x="10167" y="240537"/>
                </a:lnTo>
                <a:lnTo>
                  <a:pt x="10167" y="240537"/>
                </a:lnTo>
                <a:lnTo>
                  <a:pt x="10167" y="240537"/>
                </a:lnTo>
                <a:lnTo>
                  <a:pt x="9919" y="240537"/>
                </a:lnTo>
                <a:lnTo>
                  <a:pt x="8431" y="240537"/>
                </a:lnTo>
                <a:close/>
                <a:moveTo>
                  <a:pt x="5951" y="230618"/>
                </a:moveTo>
                <a:lnTo>
                  <a:pt x="5703" y="230618"/>
                </a:lnTo>
                <a:lnTo>
                  <a:pt x="5703" y="230618"/>
                </a:lnTo>
                <a:lnTo>
                  <a:pt x="5703" y="230618"/>
                </a:lnTo>
                <a:lnTo>
                  <a:pt x="5703" y="230370"/>
                </a:lnTo>
                <a:lnTo>
                  <a:pt x="5703" y="226402"/>
                </a:lnTo>
                <a:lnTo>
                  <a:pt x="5703" y="223923"/>
                </a:lnTo>
                <a:lnTo>
                  <a:pt x="5703" y="223675"/>
                </a:lnTo>
                <a:lnTo>
                  <a:pt x="5703" y="223675"/>
                </a:lnTo>
                <a:lnTo>
                  <a:pt x="5703" y="223675"/>
                </a:lnTo>
                <a:lnTo>
                  <a:pt x="5951" y="223675"/>
                </a:lnTo>
                <a:lnTo>
                  <a:pt x="8431" y="223675"/>
                </a:lnTo>
                <a:lnTo>
                  <a:pt x="9919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675"/>
                </a:lnTo>
                <a:lnTo>
                  <a:pt x="10167" y="223923"/>
                </a:lnTo>
                <a:lnTo>
                  <a:pt x="10167" y="226402"/>
                </a:lnTo>
                <a:lnTo>
                  <a:pt x="10167" y="230370"/>
                </a:lnTo>
                <a:lnTo>
                  <a:pt x="10167" y="230618"/>
                </a:lnTo>
                <a:lnTo>
                  <a:pt x="10167" y="230618"/>
                </a:lnTo>
                <a:lnTo>
                  <a:pt x="10167" y="230618"/>
                </a:lnTo>
                <a:lnTo>
                  <a:pt x="9919" y="230618"/>
                </a:lnTo>
                <a:lnTo>
                  <a:pt x="8431" y="230618"/>
                </a:lnTo>
                <a:close/>
                <a:moveTo>
                  <a:pt x="5951" y="220699"/>
                </a:moveTo>
                <a:lnTo>
                  <a:pt x="5703" y="220699"/>
                </a:lnTo>
                <a:lnTo>
                  <a:pt x="5703" y="220699"/>
                </a:lnTo>
                <a:lnTo>
                  <a:pt x="5703" y="220699"/>
                </a:lnTo>
                <a:lnTo>
                  <a:pt x="5703" y="220451"/>
                </a:lnTo>
                <a:lnTo>
                  <a:pt x="5703" y="216483"/>
                </a:lnTo>
                <a:lnTo>
                  <a:pt x="5703" y="214004"/>
                </a:lnTo>
                <a:lnTo>
                  <a:pt x="5703" y="213756"/>
                </a:lnTo>
                <a:lnTo>
                  <a:pt x="5703" y="213756"/>
                </a:lnTo>
                <a:lnTo>
                  <a:pt x="5703" y="213756"/>
                </a:lnTo>
                <a:lnTo>
                  <a:pt x="5951" y="213756"/>
                </a:lnTo>
                <a:lnTo>
                  <a:pt x="8431" y="213756"/>
                </a:lnTo>
                <a:lnTo>
                  <a:pt x="9919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3756"/>
                </a:lnTo>
                <a:lnTo>
                  <a:pt x="10167" y="214004"/>
                </a:lnTo>
                <a:lnTo>
                  <a:pt x="10167" y="216483"/>
                </a:lnTo>
                <a:lnTo>
                  <a:pt x="10167" y="220451"/>
                </a:lnTo>
                <a:lnTo>
                  <a:pt x="10167" y="220699"/>
                </a:lnTo>
                <a:lnTo>
                  <a:pt x="10167" y="220699"/>
                </a:lnTo>
                <a:lnTo>
                  <a:pt x="10167" y="220699"/>
                </a:lnTo>
                <a:lnTo>
                  <a:pt x="9919" y="220699"/>
                </a:lnTo>
                <a:lnTo>
                  <a:pt x="8431" y="220699"/>
                </a:lnTo>
                <a:close/>
                <a:moveTo>
                  <a:pt x="5951" y="210780"/>
                </a:moveTo>
                <a:lnTo>
                  <a:pt x="5703" y="210780"/>
                </a:lnTo>
                <a:lnTo>
                  <a:pt x="5703" y="210780"/>
                </a:lnTo>
                <a:lnTo>
                  <a:pt x="5703" y="210780"/>
                </a:lnTo>
                <a:lnTo>
                  <a:pt x="5703" y="210532"/>
                </a:lnTo>
                <a:lnTo>
                  <a:pt x="5703" y="206564"/>
                </a:lnTo>
                <a:lnTo>
                  <a:pt x="5703" y="204085"/>
                </a:lnTo>
                <a:lnTo>
                  <a:pt x="5703" y="203837"/>
                </a:lnTo>
                <a:lnTo>
                  <a:pt x="5703" y="203837"/>
                </a:lnTo>
                <a:lnTo>
                  <a:pt x="5703" y="203837"/>
                </a:lnTo>
                <a:lnTo>
                  <a:pt x="5951" y="203837"/>
                </a:lnTo>
                <a:lnTo>
                  <a:pt x="8431" y="203837"/>
                </a:lnTo>
                <a:lnTo>
                  <a:pt x="9919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3837"/>
                </a:lnTo>
                <a:lnTo>
                  <a:pt x="10167" y="204085"/>
                </a:lnTo>
                <a:lnTo>
                  <a:pt x="10167" y="206564"/>
                </a:lnTo>
                <a:lnTo>
                  <a:pt x="10167" y="210532"/>
                </a:lnTo>
                <a:lnTo>
                  <a:pt x="10167" y="210780"/>
                </a:lnTo>
                <a:lnTo>
                  <a:pt x="10167" y="210780"/>
                </a:lnTo>
                <a:lnTo>
                  <a:pt x="10167" y="210780"/>
                </a:lnTo>
                <a:lnTo>
                  <a:pt x="9919" y="210780"/>
                </a:lnTo>
                <a:lnTo>
                  <a:pt x="8431" y="210780"/>
                </a:lnTo>
                <a:close/>
                <a:moveTo>
                  <a:pt x="5951" y="200861"/>
                </a:moveTo>
                <a:lnTo>
                  <a:pt x="5703" y="200861"/>
                </a:lnTo>
                <a:lnTo>
                  <a:pt x="5703" y="200861"/>
                </a:lnTo>
                <a:lnTo>
                  <a:pt x="5703" y="200861"/>
                </a:lnTo>
                <a:lnTo>
                  <a:pt x="5703" y="200613"/>
                </a:lnTo>
                <a:lnTo>
                  <a:pt x="5703" y="196645"/>
                </a:lnTo>
                <a:lnTo>
                  <a:pt x="5703" y="194165"/>
                </a:lnTo>
                <a:lnTo>
                  <a:pt x="5703" y="193918"/>
                </a:lnTo>
                <a:lnTo>
                  <a:pt x="5703" y="193918"/>
                </a:lnTo>
                <a:lnTo>
                  <a:pt x="5703" y="193918"/>
                </a:lnTo>
                <a:lnTo>
                  <a:pt x="5951" y="193918"/>
                </a:lnTo>
                <a:lnTo>
                  <a:pt x="8431" y="193918"/>
                </a:lnTo>
                <a:lnTo>
                  <a:pt x="9919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3918"/>
                </a:lnTo>
                <a:lnTo>
                  <a:pt x="10167" y="194165"/>
                </a:lnTo>
                <a:lnTo>
                  <a:pt x="10167" y="196645"/>
                </a:lnTo>
                <a:lnTo>
                  <a:pt x="10167" y="200613"/>
                </a:lnTo>
                <a:lnTo>
                  <a:pt x="10167" y="200861"/>
                </a:lnTo>
                <a:lnTo>
                  <a:pt x="10167" y="200861"/>
                </a:lnTo>
                <a:lnTo>
                  <a:pt x="10167" y="200861"/>
                </a:lnTo>
                <a:lnTo>
                  <a:pt x="9919" y="200861"/>
                </a:lnTo>
                <a:lnTo>
                  <a:pt x="8431" y="200861"/>
                </a:lnTo>
                <a:close/>
                <a:moveTo>
                  <a:pt x="5951" y="190942"/>
                </a:moveTo>
                <a:lnTo>
                  <a:pt x="5703" y="190942"/>
                </a:lnTo>
                <a:lnTo>
                  <a:pt x="5703" y="190942"/>
                </a:lnTo>
                <a:lnTo>
                  <a:pt x="5703" y="190942"/>
                </a:lnTo>
                <a:lnTo>
                  <a:pt x="5703" y="190694"/>
                </a:lnTo>
                <a:lnTo>
                  <a:pt x="5703" y="186726"/>
                </a:lnTo>
                <a:lnTo>
                  <a:pt x="5703" y="184246"/>
                </a:lnTo>
                <a:lnTo>
                  <a:pt x="5703" y="183998"/>
                </a:lnTo>
                <a:lnTo>
                  <a:pt x="5703" y="183998"/>
                </a:lnTo>
                <a:lnTo>
                  <a:pt x="5703" y="183998"/>
                </a:lnTo>
                <a:lnTo>
                  <a:pt x="5951" y="183998"/>
                </a:lnTo>
                <a:lnTo>
                  <a:pt x="8431" y="183998"/>
                </a:lnTo>
                <a:lnTo>
                  <a:pt x="9919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3998"/>
                </a:lnTo>
                <a:lnTo>
                  <a:pt x="10167" y="184246"/>
                </a:lnTo>
                <a:lnTo>
                  <a:pt x="10167" y="186726"/>
                </a:lnTo>
                <a:lnTo>
                  <a:pt x="10167" y="190694"/>
                </a:lnTo>
                <a:lnTo>
                  <a:pt x="10167" y="190942"/>
                </a:lnTo>
                <a:lnTo>
                  <a:pt x="10167" y="190942"/>
                </a:lnTo>
                <a:lnTo>
                  <a:pt x="10167" y="190942"/>
                </a:lnTo>
                <a:lnTo>
                  <a:pt x="9919" y="190942"/>
                </a:lnTo>
                <a:lnTo>
                  <a:pt x="8431" y="190942"/>
                </a:lnTo>
                <a:close/>
                <a:moveTo>
                  <a:pt x="5951" y="181023"/>
                </a:moveTo>
                <a:lnTo>
                  <a:pt x="5703" y="181023"/>
                </a:lnTo>
                <a:lnTo>
                  <a:pt x="5703" y="181023"/>
                </a:lnTo>
                <a:lnTo>
                  <a:pt x="5703" y="181023"/>
                </a:lnTo>
                <a:lnTo>
                  <a:pt x="5703" y="180775"/>
                </a:lnTo>
                <a:lnTo>
                  <a:pt x="5703" y="176807"/>
                </a:lnTo>
                <a:lnTo>
                  <a:pt x="5703" y="174327"/>
                </a:lnTo>
                <a:lnTo>
                  <a:pt x="5703" y="174079"/>
                </a:lnTo>
                <a:lnTo>
                  <a:pt x="5703" y="174079"/>
                </a:lnTo>
                <a:lnTo>
                  <a:pt x="5703" y="174079"/>
                </a:lnTo>
                <a:lnTo>
                  <a:pt x="5951" y="174079"/>
                </a:lnTo>
                <a:lnTo>
                  <a:pt x="8431" y="174079"/>
                </a:lnTo>
                <a:lnTo>
                  <a:pt x="9919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079"/>
                </a:lnTo>
                <a:lnTo>
                  <a:pt x="10167" y="174327"/>
                </a:lnTo>
                <a:lnTo>
                  <a:pt x="10167" y="176807"/>
                </a:lnTo>
                <a:lnTo>
                  <a:pt x="10167" y="180775"/>
                </a:lnTo>
                <a:lnTo>
                  <a:pt x="10167" y="181023"/>
                </a:lnTo>
                <a:lnTo>
                  <a:pt x="10167" y="181023"/>
                </a:lnTo>
                <a:lnTo>
                  <a:pt x="10167" y="181023"/>
                </a:lnTo>
                <a:lnTo>
                  <a:pt x="9919" y="181023"/>
                </a:lnTo>
                <a:lnTo>
                  <a:pt x="8431" y="181023"/>
                </a:lnTo>
                <a:close/>
                <a:moveTo>
                  <a:pt x="5951" y="171104"/>
                </a:moveTo>
                <a:lnTo>
                  <a:pt x="5703" y="171104"/>
                </a:lnTo>
                <a:lnTo>
                  <a:pt x="5703" y="171104"/>
                </a:lnTo>
                <a:lnTo>
                  <a:pt x="5703" y="171104"/>
                </a:lnTo>
                <a:lnTo>
                  <a:pt x="5703" y="170856"/>
                </a:lnTo>
                <a:lnTo>
                  <a:pt x="5703" y="166888"/>
                </a:lnTo>
                <a:lnTo>
                  <a:pt x="5703" y="164408"/>
                </a:lnTo>
                <a:lnTo>
                  <a:pt x="5703" y="164160"/>
                </a:lnTo>
                <a:lnTo>
                  <a:pt x="5703" y="164160"/>
                </a:lnTo>
                <a:lnTo>
                  <a:pt x="5703" y="164160"/>
                </a:lnTo>
                <a:lnTo>
                  <a:pt x="5951" y="164160"/>
                </a:lnTo>
                <a:lnTo>
                  <a:pt x="8431" y="164160"/>
                </a:lnTo>
                <a:lnTo>
                  <a:pt x="9919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160"/>
                </a:lnTo>
                <a:lnTo>
                  <a:pt x="10167" y="164408"/>
                </a:lnTo>
                <a:lnTo>
                  <a:pt x="10167" y="166888"/>
                </a:lnTo>
                <a:lnTo>
                  <a:pt x="10167" y="170856"/>
                </a:lnTo>
                <a:lnTo>
                  <a:pt x="10167" y="171104"/>
                </a:lnTo>
                <a:lnTo>
                  <a:pt x="10167" y="171104"/>
                </a:lnTo>
                <a:lnTo>
                  <a:pt x="10167" y="171104"/>
                </a:lnTo>
                <a:lnTo>
                  <a:pt x="9919" y="171104"/>
                </a:lnTo>
                <a:lnTo>
                  <a:pt x="8431" y="171104"/>
                </a:lnTo>
                <a:close/>
                <a:moveTo>
                  <a:pt x="5951" y="161185"/>
                </a:moveTo>
                <a:lnTo>
                  <a:pt x="5703" y="161185"/>
                </a:lnTo>
                <a:lnTo>
                  <a:pt x="5703" y="161185"/>
                </a:lnTo>
                <a:lnTo>
                  <a:pt x="5703" y="161185"/>
                </a:lnTo>
                <a:lnTo>
                  <a:pt x="5703" y="160937"/>
                </a:lnTo>
                <a:lnTo>
                  <a:pt x="5703" y="156969"/>
                </a:lnTo>
                <a:lnTo>
                  <a:pt x="5703" y="154489"/>
                </a:lnTo>
                <a:lnTo>
                  <a:pt x="5703" y="154241"/>
                </a:lnTo>
                <a:lnTo>
                  <a:pt x="5703" y="154241"/>
                </a:lnTo>
                <a:lnTo>
                  <a:pt x="5703" y="154241"/>
                </a:lnTo>
                <a:lnTo>
                  <a:pt x="5951" y="154241"/>
                </a:lnTo>
                <a:lnTo>
                  <a:pt x="8431" y="154241"/>
                </a:lnTo>
                <a:lnTo>
                  <a:pt x="9919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241"/>
                </a:lnTo>
                <a:lnTo>
                  <a:pt x="10167" y="154489"/>
                </a:lnTo>
                <a:lnTo>
                  <a:pt x="10167" y="156969"/>
                </a:lnTo>
                <a:lnTo>
                  <a:pt x="10167" y="160937"/>
                </a:lnTo>
                <a:lnTo>
                  <a:pt x="10167" y="161185"/>
                </a:lnTo>
                <a:lnTo>
                  <a:pt x="10167" y="161185"/>
                </a:lnTo>
                <a:lnTo>
                  <a:pt x="10167" y="161185"/>
                </a:lnTo>
                <a:lnTo>
                  <a:pt x="9919" y="161185"/>
                </a:lnTo>
                <a:lnTo>
                  <a:pt x="8431" y="161185"/>
                </a:lnTo>
                <a:close/>
                <a:moveTo>
                  <a:pt x="5951" y="151265"/>
                </a:moveTo>
                <a:lnTo>
                  <a:pt x="5703" y="151265"/>
                </a:lnTo>
                <a:lnTo>
                  <a:pt x="5703" y="151265"/>
                </a:lnTo>
                <a:lnTo>
                  <a:pt x="5703" y="151265"/>
                </a:lnTo>
                <a:lnTo>
                  <a:pt x="5703" y="151018"/>
                </a:lnTo>
                <a:lnTo>
                  <a:pt x="5703" y="147050"/>
                </a:lnTo>
                <a:lnTo>
                  <a:pt x="5703" y="144570"/>
                </a:lnTo>
                <a:lnTo>
                  <a:pt x="5703" y="144322"/>
                </a:lnTo>
                <a:lnTo>
                  <a:pt x="5703" y="144322"/>
                </a:lnTo>
                <a:lnTo>
                  <a:pt x="5703" y="144322"/>
                </a:lnTo>
                <a:lnTo>
                  <a:pt x="5951" y="144322"/>
                </a:lnTo>
                <a:lnTo>
                  <a:pt x="8431" y="144322"/>
                </a:lnTo>
                <a:lnTo>
                  <a:pt x="9919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322"/>
                </a:lnTo>
                <a:lnTo>
                  <a:pt x="10167" y="144570"/>
                </a:lnTo>
                <a:lnTo>
                  <a:pt x="10167" y="147050"/>
                </a:lnTo>
                <a:lnTo>
                  <a:pt x="10167" y="151018"/>
                </a:lnTo>
                <a:lnTo>
                  <a:pt x="10167" y="151265"/>
                </a:lnTo>
                <a:lnTo>
                  <a:pt x="10167" y="151265"/>
                </a:lnTo>
                <a:lnTo>
                  <a:pt x="10167" y="151265"/>
                </a:lnTo>
                <a:lnTo>
                  <a:pt x="9919" y="151265"/>
                </a:lnTo>
                <a:lnTo>
                  <a:pt x="8431" y="151265"/>
                </a:lnTo>
                <a:close/>
                <a:moveTo>
                  <a:pt x="5951" y="141346"/>
                </a:moveTo>
                <a:lnTo>
                  <a:pt x="5703" y="141346"/>
                </a:lnTo>
                <a:lnTo>
                  <a:pt x="5703" y="141346"/>
                </a:lnTo>
                <a:lnTo>
                  <a:pt x="5703" y="141346"/>
                </a:lnTo>
                <a:lnTo>
                  <a:pt x="5703" y="141098"/>
                </a:lnTo>
                <a:lnTo>
                  <a:pt x="5703" y="137131"/>
                </a:lnTo>
                <a:lnTo>
                  <a:pt x="5703" y="134651"/>
                </a:lnTo>
                <a:lnTo>
                  <a:pt x="5703" y="134403"/>
                </a:lnTo>
                <a:lnTo>
                  <a:pt x="5703" y="134403"/>
                </a:lnTo>
                <a:lnTo>
                  <a:pt x="5703" y="134403"/>
                </a:lnTo>
                <a:lnTo>
                  <a:pt x="5951" y="134403"/>
                </a:lnTo>
                <a:lnTo>
                  <a:pt x="8431" y="134403"/>
                </a:lnTo>
                <a:lnTo>
                  <a:pt x="9919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403"/>
                </a:lnTo>
                <a:lnTo>
                  <a:pt x="10167" y="134651"/>
                </a:lnTo>
                <a:lnTo>
                  <a:pt x="10167" y="137131"/>
                </a:lnTo>
                <a:lnTo>
                  <a:pt x="10167" y="141098"/>
                </a:lnTo>
                <a:lnTo>
                  <a:pt x="10167" y="141346"/>
                </a:lnTo>
                <a:lnTo>
                  <a:pt x="10167" y="141346"/>
                </a:lnTo>
                <a:lnTo>
                  <a:pt x="10167" y="141346"/>
                </a:lnTo>
                <a:lnTo>
                  <a:pt x="9919" y="141346"/>
                </a:lnTo>
                <a:lnTo>
                  <a:pt x="8431" y="141346"/>
                </a:lnTo>
                <a:close/>
                <a:moveTo>
                  <a:pt x="5951" y="131427"/>
                </a:moveTo>
                <a:lnTo>
                  <a:pt x="5703" y="131427"/>
                </a:lnTo>
                <a:lnTo>
                  <a:pt x="5703" y="131427"/>
                </a:lnTo>
                <a:lnTo>
                  <a:pt x="5703" y="131427"/>
                </a:lnTo>
                <a:lnTo>
                  <a:pt x="5703" y="131179"/>
                </a:lnTo>
                <a:lnTo>
                  <a:pt x="5703" y="127212"/>
                </a:lnTo>
                <a:lnTo>
                  <a:pt x="5703" y="124732"/>
                </a:lnTo>
                <a:lnTo>
                  <a:pt x="5703" y="124484"/>
                </a:lnTo>
                <a:lnTo>
                  <a:pt x="5703" y="124484"/>
                </a:lnTo>
                <a:lnTo>
                  <a:pt x="5703" y="124484"/>
                </a:lnTo>
                <a:lnTo>
                  <a:pt x="5951" y="124484"/>
                </a:lnTo>
                <a:lnTo>
                  <a:pt x="8431" y="124484"/>
                </a:lnTo>
                <a:lnTo>
                  <a:pt x="9919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484"/>
                </a:lnTo>
                <a:lnTo>
                  <a:pt x="10167" y="124732"/>
                </a:lnTo>
                <a:lnTo>
                  <a:pt x="10167" y="127212"/>
                </a:lnTo>
                <a:lnTo>
                  <a:pt x="10167" y="131179"/>
                </a:lnTo>
                <a:lnTo>
                  <a:pt x="10167" y="131427"/>
                </a:lnTo>
                <a:lnTo>
                  <a:pt x="10167" y="131427"/>
                </a:lnTo>
                <a:lnTo>
                  <a:pt x="10167" y="131427"/>
                </a:lnTo>
                <a:lnTo>
                  <a:pt x="9919" y="131427"/>
                </a:lnTo>
                <a:lnTo>
                  <a:pt x="8431" y="131427"/>
                </a:lnTo>
                <a:close/>
                <a:moveTo>
                  <a:pt x="5951" y="121508"/>
                </a:moveTo>
                <a:lnTo>
                  <a:pt x="5703" y="121508"/>
                </a:lnTo>
                <a:lnTo>
                  <a:pt x="5703" y="121508"/>
                </a:lnTo>
                <a:lnTo>
                  <a:pt x="5703" y="121508"/>
                </a:lnTo>
                <a:lnTo>
                  <a:pt x="5703" y="121260"/>
                </a:lnTo>
                <a:lnTo>
                  <a:pt x="5703" y="117293"/>
                </a:lnTo>
                <a:lnTo>
                  <a:pt x="5703" y="114813"/>
                </a:lnTo>
                <a:lnTo>
                  <a:pt x="5703" y="114565"/>
                </a:lnTo>
                <a:lnTo>
                  <a:pt x="5703" y="114565"/>
                </a:lnTo>
                <a:lnTo>
                  <a:pt x="5703" y="114565"/>
                </a:lnTo>
                <a:lnTo>
                  <a:pt x="5951" y="114565"/>
                </a:lnTo>
                <a:lnTo>
                  <a:pt x="8431" y="114565"/>
                </a:lnTo>
                <a:lnTo>
                  <a:pt x="9919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565"/>
                </a:lnTo>
                <a:lnTo>
                  <a:pt x="10167" y="114813"/>
                </a:lnTo>
                <a:lnTo>
                  <a:pt x="10167" y="117293"/>
                </a:lnTo>
                <a:lnTo>
                  <a:pt x="10167" y="121260"/>
                </a:lnTo>
                <a:lnTo>
                  <a:pt x="10167" y="121508"/>
                </a:lnTo>
                <a:lnTo>
                  <a:pt x="10167" y="121508"/>
                </a:lnTo>
                <a:lnTo>
                  <a:pt x="10167" y="121508"/>
                </a:lnTo>
                <a:lnTo>
                  <a:pt x="9919" y="121508"/>
                </a:lnTo>
                <a:lnTo>
                  <a:pt x="8431" y="121508"/>
                </a:lnTo>
                <a:close/>
                <a:moveTo>
                  <a:pt x="5951" y="111589"/>
                </a:moveTo>
                <a:lnTo>
                  <a:pt x="5703" y="111589"/>
                </a:lnTo>
                <a:lnTo>
                  <a:pt x="5703" y="111589"/>
                </a:lnTo>
                <a:lnTo>
                  <a:pt x="5703" y="111589"/>
                </a:lnTo>
                <a:lnTo>
                  <a:pt x="5703" y="111341"/>
                </a:lnTo>
                <a:lnTo>
                  <a:pt x="5703" y="107374"/>
                </a:lnTo>
                <a:lnTo>
                  <a:pt x="5703" y="104894"/>
                </a:lnTo>
                <a:lnTo>
                  <a:pt x="5703" y="104646"/>
                </a:lnTo>
                <a:lnTo>
                  <a:pt x="5703" y="104646"/>
                </a:lnTo>
                <a:lnTo>
                  <a:pt x="5703" y="104646"/>
                </a:lnTo>
                <a:lnTo>
                  <a:pt x="5951" y="104646"/>
                </a:lnTo>
                <a:lnTo>
                  <a:pt x="8431" y="104646"/>
                </a:lnTo>
                <a:lnTo>
                  <a:pt x="9919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646"/>
                </a:lnTo>
                <a:lnTo>
                  <a:pt x="10167" y="104894"/>
                </a:lnTo>
                <a:lnTo>
                  <a:pt x="10167" y="107374"/>
                </a:lnTo>
                <a:lnTo>
                  <a:pt x="10167" y="111341"/>
                </a:lnTo>
                <a:lnTo>
                  <a:pt x="10167" y="111589"/>
                </a:lnTo>
                <a:lnTo>
                  <a:pt x="10167" y="111589"/>
                </a:lnTo>
                <a:lnTo>
                  <a:pt x="10167" y="111589"/>
                </a:lnTo>
                <a:lnTo>
                  <a:pt x="9919" y="111589"/>
                </a:lnTo>
                <a:lnTo>
                  <a:pt x="8431" y="111589"/>
                </a:lnTo>
                <a:close/>
                <a:moveTo>
                  <a:pt x="5951" y="101670"/>
                </a:moveTo>
                <a:lnTo>
                  <a:pt x="5703" y="101670"/>
                </a:lnTo>
                <a:lnTo>
                  <a:pt x="5703" y="101670"/>
                </a:lnTo>
                <a:lnTo>
                  <a:pt x="5703" y="101670"/>
                </a:lnTo>
                <a:lnTo>
                  <a:pt x="5703" y="101422"/>
                </a:lnTo>
                <a:lnTo>
                  <a:pt x="5703" y="97455"/>
                </a:lnTo>
                <a:lnTo>
                  <a:pt x="5703" y="94975"/>
                </a:lnTo>
                <a:lnTo>
                  <a:pt x="5703" y="94727"/>
                </a:lnTo>
                <a:lnTo>
                  <a:pt x="5703" y="94727"/>
                </a:lnTo>
                <a:lnTo>
                  <a:pt x="5703" y="94727"/>
                </a:lnTo>
                <a:lnTo>
                  <a:pt x="5951" y="94727"/>
                </a:lnTo>
                <a:lnTo>
                  <a:pt x="8431" y="94727"/>
                </a:lnTo>
                <a:lnTo>
                  <a:pt x="9919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727"/>
                </a:lnTo>
                <a:lnTo>
                  <a:pt x="10167" y="94975"/>
                </a:lnTo>
                <a:lnTo>
                  <a:pt x="10167" y="97455"/>
                </a:lnTo>
                <a:lnTo>
                  <a:pt x="10167" y="101422"/>
                </a:lnTo>
                <a:lnTo>
                  <a:pt x="10167" y="101670"/>
                </a:lnTo>
                <a:lnTo>
                  <a:pt x="10167" y="101670"/>
                </a:lnTo>
                <a:lnTo>
                  <a:pt x="10167" y="101670"/>
                </a:lnTo>
                <a:lnTo>
                  <a:pt x="9919" y="101670"/>
                </a:lnTo>
                <a:lnTo>
                  <a:pt x="8431" y="101670"/>
                </a:lnTo>
                <a:close/>
                <a:moveTo>
                  <a:pt x="5951" y="91751"/>
                </a:moveTo>
                <a:lnTo>
                  <a:pt x="5703" y="91751"/>
                </a:lnTo>
                <a:lnTo>
                  <a:pt x="5703" y="91751"/>
                </a:lnTo>
                <a:lnTo>
                  <a:pt x="5703" y="91751"/>
                </a:lnTo>
                <a:lnTo>
                  <a:pt x="5703" y="91503"/>
                </a:lnTo>
                <a:lnTo>
                  <a:pt x="5703" y="87535"/>
                </a:lnTo>
                <a:lnTo>
                  <a:pt x="5703" y="85056"/>
                </a:lnTo>
                <a:lnTo>
                  <a:pt x="5703" y="84808"/>
                </a:lnTo>
                <a:lnTo>
                  <a:pt x="5703" y="84808"/>
                </a:lnTo>
                <a:lnTo>
                  <a:pt x="5703" y="84808"/>
                </a:lnTo>
                <a:lnTo>
                  <a:pt x="5951" y="84808"/>
                </a:lnTo>
                <a:lnTo>
                  <a:pt x="8431" y="84808"/>
                </a:lnTo>
                <a:lnTo>
                  <a:pt x="9919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4808"/>
                </a:lnTo>
                <a:lnTo>
                  <a:pt x="10167" y="85056"/>
                </a:lnTo>
                <a:lnTo>
                  <a:pt x="10167" y="87535"/>
                </a:lnTo>
                <a:lnTo>
                  <a:pt x="10167" y="91503"/>
                </a:lnTo>
                <a:lnTo>
                  <a:pt x="10167" y="91751"/>
                </a:lnTo>
                <a:lnTo>
                  <a:pt x="10167" y="91751"/>
                </a:lnTo>
                <a:lnTo>
                  <a:pt x="10167" y="91751"/>
                </a:lnTo>
                <a:lnTo>
                  <a:pt x="9919" y="91751"/>
                </a:lnTo>
                <a:lnTo>
                  <a:pt x="8431" y="91751"/>
                </a:lnTo>
                <a:close/>
                <a:moveTo>
                  <a:pt x="5951" y="81832"/>
                </a:moveTo>
                <a:lnTo>
                  <a:pt x="5703" y="81832"/>
                </a:lnTo>
                <a:lnTo>
                  <a:pt x="5703" y="81832"/>
                </a:lnTo>
                <a:lnTo>
                  <a:pt x="5703" y="81832"/>
                </a:lnTo>
                <a:lnTo>
                  <a:pt x="5703" y="81584"/>
                </a:lnTo>
                <a:lnTo>
                  <a:pt x="5703" y="77616"/>
                </a:lnTo>
                <a:lnTo>
                  <a:pt x="5703" y="75137"/>
                </a:lnTo>
                <a:lnTo>
                  <a:pt x="5703" y="74889"/>
                </a:lnTo>
                <a:lnTo>
                  <a:pt x="5703" y="74889"/>
                </a:lnTo>
                <a:lnTo>
                  <a:pt x="5703" y="74889"/>
                </a:lnTo>
                <a:lnTo>
                  <a:pt x="5951" y="74889"/>
                </a:lnTo>
                <a:lnTo>
                  <a:pt x="8431" y="74889"/>
                </a:lnTo>
                <a:lnTo>
                  <a:pt x="9919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4889"/>
                </a:lnTo>
                <a:lnTo>
                  <a:pt x="10167" y="75137"/>
                </a:lnTo>
                <a:lnTo>
                  <a:pt x="10167" y="77616"/>
                </a:lnTo>
                <a:lnTo>
                  <a:pt x="10167" y="81584"/>
                </a:lnTo>
                <a:lnTo>
                  <a:pt x="10167" y="81832"/>
                </a:lnTo>
                <a:lnTo>
                  <a:pt x="10167" y="81832"/>
                </a:lnTo>
                <a:lnTo>
                  <a:pt x="10167" y="81832"/>
                </a:lnTo>
                <a:lnTo>
                  <a:pt x="9919" y="81832"/>
                </a:lnTo>
                <a:lnTo>
                  <a:pt x="8431" y="81832"/>
                </a:lnTo>
                <a:close/>
                <a:moveTo>
                  <a:pt x="5951" y="71913"/>
                </a:moveTo>
                <a:lnTo>
                  <a:pt x="5703" y="71913"/>
                </a:lnTo>
                <a:lnTo>
                  <a:pt x="5703" y="71913"/>
                </a:lnTo>
                <a:lnTo>
                  <a:pt x="5703" y="71913"/>
                </a:lnTo>
                <a:lnTo>
                  <a:pt x="5703" y="71665"/>
                </a:lnTo>
                <a:lnTo>
                  <a:pt x="5703" y="67697"/>
                </a:lnTo>
                <a:lnTo>
                  <a:pt x="5703" y="65218"/>
                </a:lnTo>
                <a:lnTo>
                  <a:pt x="5703" y="64970"/>
                </a:lnTo>
                <a:lnTo>
                  <a:pt x="5703" y="64970"/>
                </a:lnTo>
                <a:lnTo>
                  <a:pt x="5703" y="64970"/>
                </a:lnTo>
                <a:lnTo>
                  <a:pt x="5951" y="64970"/>
                </a:lnTo>
                <a:lnTo>
                  <a:pt x="8431" y="64970"/>
                </a:lnTo>
                <a:lnTo>
                  <a:pt x="9919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4970"/>
                </a:lnTo>
                <a:lnTo>
                  <a:pt x="10167" y="65218"/>
                </a:lnTo>
                <a:lnTo>
                  <a:pt x="10167" y="67697"/>
                </a:lnTo>
                <a:lnTo>
                  <a:pt x="10167" y="71665"/>
                </a:lnTo>
                <a:lnTo>
                  <a:pt x="10167" y="71913"/>
                </a:lnTo>
                <a:lnTo>
                  <a:pt x="10167" y="71913"/>
                </a:lnTo>
                <a:lnTo>
                  <a:pt x="10167" y="71913"/>
                </a:lnTo>
                <a:lnTo>
                  <a:pt x="9919" y="71913"/>
                </a:lnTo>
                <a:lnTo>
                  <a:pt x="8431" y="71913"/>
                </a:lnTo>
                <a:close/>
                <a:moveTo>
                  <a:pt x="5951" y="61994"/>
                </a:moveTo>
                <a:lnTo>
                  <a:pt x="5703" y="61994"/>
                </a:lnTo>
                <a:lnTo>
                  <a:pt x="5703" y="61994"/>
                </a:lnTo>
                <a:lnTo>
                  <a:pt x="5703" y="61994"/>
                </a:lnTo>
                <a:lnTo>
                  <a:pt x="5703" y="61746"/>
                </a:lnTo>
                <a:lnTo>
                  <a:pt x="5703" y="57778"/>
                </a:lnTo>
                <a:lnTo>
                  <a:pt x="5703" y="55298"/>
                </a:lnTo>
                <a:lnTo>
                  <a:pt x="5703" y="55050"/>
                </a:lnTo>
                <a:lnTo>
                  <a:pt x="5703" y="55050"/>
                </a:lnTo>
                <a:lnTo>
                  <a:pt x="5703" y="55050"/>
                </a:lnTo>
                <a:lnTo>
                  <a:pt x="5951" y="55050"/>
                </a:lnTo>
                <a:lnTo>
                  <a:pt x="8431" y="55050"/>
                </a:lnTo>
                <a:lnTo>
                  <a:pt x="9919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050"/>
                </a:lnTo>
                <a:lnTo>
                  <a:pt x="10167" y="55298"/>
                </a:lnTo>
                <a:lnTo>
                  <a:pt x="10167" y="57778"/>
                </a:lnTo>
                <a:lnTo>
                  <a:pt x="10167" y="61746"/>
                </a:lnTo>
                <a:lnTo>
                  <a:pt x="10167" y="61994"/>
                </a:lnTo>
                <a:lnTo>
                  <a:pt x="10167" y="61994"/>
                </a:lnTo>
                <a:lnTo>
                  <a:pt x="10167" y="61994"/>
                </a:lnTo>
                <a:lnTo>
                  <a:pt x="9919" y="61994"/>
                </a:lnTo>
                <a:lnTo>
                  <a:pt x="8431" y="61994"/>
                </a:lnTo>
                <a:close/>
                <a:moveTo>
                  <a:pt x="5951" y="52075"/>
                </a:moveTo>
                <a:lnTo>
                  <a:pt x="5703" y="52075"/>
                </a:lnTo>
                <a:lnTo>
                  <a:pt x="5703" y="52075"/>
                </a:lnTo>
                <a:lnTo>
                  <a:pt x="5703" y="52075"/>
                </a:lnTo>
                <a:lnTo>
                  <a:pt x="5703" y="51827"/>
                </a:lnTo>
                <a:lnTo>
                  <a:pt x="5703" y="47859"/>
                </a:lnTo>
                <a:lnTo>
                  <a:pt x="5703" y="45379"/>
                </a:lnTo>
                <a:lnTo>
                  <a:pt x="5703" y="45131"/>
                </a:lnTo>
                <a:lnTo>
                  <a:pt x="5703" y="45131"/>
                </a:lnTo>
                <a:lnTo>
                  <a:pt x="5703" y="45131"/>
                </a:lnTo>
                <a:lnTo>
                  <a:pt x="5951" y="45131"/>
                </a:lnTo>
                <a:lnTo>
                  <a:pt x="8431" y="45131"/>
                </a:lnTo>
                <a:lnTo>
                  <a:pt x="9919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131"/>
                </a:lnTo>
                <a:lnTo>
                  <a:pt x="10167" y="45379"/>
                </a:lnTo>
                <a:lnTo>
                  <a:pt x="10167" y="47859"/>
                </a:lnTo>
                <a:lnTo>
                  <a:pt x="10167" y="51827"/>
                </a:lnTo>
                <a:lnTo>
                  <a:pt x="10167" y="52075"/>
                </a:lnTo>
                <a:lnTo>
                  <a:pt x="10167" y="52075"/>
                </a:lnTo>
                <a:lnTo>
                  <a:pt x="10167" y="52075"/>
                </a:lnTo>
                <a:lnTo>
                  <a:pt x="9919" y="52075"/>
                </a:lnTo>
                <a:lnTo>
                  <a:pt x="8431" y="52075"/>
                </a:lnTo>
                <a:close/>
                <a:moveTo>
                  <a:pt x="5951" y="42156"/>
                </a:moveTo>
                <a:lnTo>
                  <a:pt x="5703" y="42156"/>
                </a:lnTo>
                <a:lnTo>
                  <a:pt x="5703" y="42156"/>
                </a:lnTo>
                <a:lnTo>
                  <a:pt x="5703" y="42156"/>
                </a:lnTo>
                <a:lnTo>
                  <a:pt x="5703" y="41908"/>
                </a:lnTo>
                <a:lnTo>
                  <a:pt x="5703" y="37940"/>
                </a:lnTo>
                <a:lnTo>
                  <a:pt x="5703" y="35460"/>
                </a:lnTo>
                <a:lnTo>
                  <a:pt x="5703" y="35212"/>
                </a:lnTo>
                <a:lnTo>
                  <a:pt x="5703" y="35212"/>
                </a:lnTo>
                <a:lnTo>
                  <a:pt x="5703" y="35212"/>
                </a:lnTo>
                <a:lnTo>
                  <a:pt x="5951" y="35212"/>
                </a:lnTo>
                <a:lnTo>
                  <a:pt x="8431" y="35212"/>
                </a:lnTo>
                <a:lnTo>
                  <a:pt x="9919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212"/>
                </a:lnTo>
                <a:lnTo>
                  <a:pt x="10167" y="35460"/>
                </a:lnTo>
                <a:lnTo>
                  <a:pt x="10167" y="37940"/>
                </a:lnTo>
                <a:lnTo>
                  <a:pt x="10167" y="41908"/>
                </a:lnTo>
                <a:lnTo>
                  <a:pt x="10167" y="42156"/>
                </a:lnTo>
                <a:lnTo>
                  <a:pt x="10167" y="42156"/>
                </a:lnTo>
                <a:lnTo>
                  <a:pt x="10167" y="42156"/>
                </a:lnTo>
                <a:lnTo>
                  <a:pt x="9919" y="42156"/>
                </a:lnTo>
                <a:lnTo>
                  <a:pt x="8431" y="42156"/>
                </a:lnTo>
                <a:close/>
                <a:moveTo>
                  <a:pt x="5951" y="32237"/>
                </a:moveTo>
                <a:lnTo>
                  <a:pt x="5703" y="32237"/>
                </a:lnTo>
                <a:lnTo>
                  <a:pt x="5703" y="32237"/>
                </a:lnTo>
                <a:lnTo>
                  <a:pt x="5703" y="32237"/>
                </a:lnTo>
                <a:lnTo>
                  <a:pt x="5703" y="31989"/>
                </a:lnTo>
                <a:lnTo>
                  <a:pt x="5703" y="28021"/>
                </a:lnTo>
                <a:lnTo>
                  <a:pt x="5703" y="25541"/>
                </a:lnTo>
                <a:lnTo>
                  <a:pt x="5703" y="25293"/>
                </a:lnTo>
                <a:lnTo>
                  <a:pt x="5703" y="25293"/>
                </a:lnTo>
                <a:lnTo>
                  <a:pt x="5703" y="25293"/>
                </a:lnTo>
                <a:lnTo>
                  <a:pt x="5951" y="25293"/>
                </a:lnTo>
                <a:lnTo>
                  <a:pt x="8431" y="25293"/>
                </a:lnTo>
                <a:lnTo>
                  <a:pt x="9919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293"/>
                </a:lnTo>
                <a:lnTo>
                  <a:pt x="10167" y="25541"/>
                </a:lnTo>
                <a:lnTo>
                  <a:pt x="10167" y="28021"/>
                </a:lnTo>
                <a:lnTo>
                  <a:pt x="10167" y="31989"/>
                </a:lnTo>
                <a:lnTo>
                  <a:pt x="10167" y="32237"/>
                </a:lnTo>
                <a:lnTo>
                  <a:pt x="10167" y="32237"/>
                </a:lnTo>
                <a:lnTo>
                  <a:pt x="10167" y="32237"/>
                </a:lnTo>
                <a:lnTo>
                  <a:pt x="9919" y="32237"/>
                </a:lnTo>
                <a:lnTo>
                  <a:pt x="8431" y="32237"/>
                </a:lnTo>
                <a:close/>
                <a:moveTo>
                  <a:pt x="5951" y="22318"/>
                </a:moveTo>
                <a:lnTo>
                  <a:pt x="5703" y="22318"/>
                </a:lnTo>
                <a:lnTo>
                  <a:pt x="5703" y="22318"/>
                </a:lnTo>
                <a:lnTo>
                  <a:pt x="5703" y="22318"/>
                </a:lnTo>
                <a:lnTo>
                  <a:pt x="5703" y="22070"/>
                </a:lnTo>
                <a:lnTo>
                  <a:pt x="5703" y="18102"/>
                </a:lnTo>
                <a:lnTo>
                  <a:pt x="5703" y="15622"/>
                </a:lnTo>
                <a:lnTo>
                  <a:pt x="5703" y="15374"/>
                </a:lnTo>
                <a:lnTo>
                  <a:pt x="5703" y="15374"/>
                </a:lnTo>
                <a:lnTo>
                  <a:pt x="5703" y="15374"/>
                </a:lnTo>
                <a:lnTo>
                  <a:pt x="5951" y="15374"/>
                </a:lnTo>
                <a:lnTo>
                  <a:pt x="8431" y="15374"/>
                </a:lnTo>
                <a:lnTo>
                  <a:pt x="9919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374"/>
                </a:lnTo>
                <a:lnTo>
                  <a:pt x="10167" y="15622"/>
                </a:lnTo>
                <a:lnTo>
                  <a:pt x="10167" y="18102"/>
                </a:lnTo>
                <a:lnTo>
                  <a:pt x="10167" y="22070"/>
                </a:lnTo>
                <a:lnTo>
                  <a:pt x="10167" y="22318"/>
                </a:lnTo>
                <a:lnTo>
                  <a:pt x="10167" y="22318"/>
                </a:lnTo>
                <a:lnTo>
                  <a:pt x="10167" y="22318"/>
                </a:lnTo>
                <a:lnTo>
                  <a:pt x="9919" y="22318"/>
                </a:lnTo>
                <a:lnTo>
                  <a:pt x="8431" y="22318"/>
                </a:lnTo>
                <a:close/>
                <a:moveTo>
                  <a:pt x="5951" y="12398"/>
                </a:moveTo>
                <a:lnTo>
                  <a:pt x="5703" y="12398"/>
                </a:lnTo>
                <a:lnTo>
                  <a:pt x="5703" y="12398"/>
                </a:lnTo>
                <a:lnTo>
                  <a:pt x="5703" y="12398"/>
                </a:lnTo>
                <a:lnTo>
                  <a:pt x="5703" y="12150"/>
                </a:lnTo>
                <a:lnTo>
                  <a:pt x="5703" y="8183"/>
                </a:lnTo>
                <a:lnTo>
                  <a:pt x="5703" y="5703"/>
                </a:lnTo>
                <a:lnTo>
                  <a:pt x="5703" y="5455"/>
                </a:lnTo>
                <a:lnTo>
                  <a:pt x="5703" y="5455"/>
                </a:lnTo>
                <a:lnTo>
                  <a:pt x="5703" y="5455"/>
                </a:lnTo>
                <a:lnTo>
                  <a:pt x="5951" y="5455"/>
                </a:lnTo>
                <a:lnTo>
                  <a:pt x="8431" y="5455"/>
                </a:lnTo>
                <a:lnTo>
                  <a:pt x="9919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455"/>
                </a:lnTo>
                <a:lnTo>
                  <a:pt x="10167" y="5703"/>
                </a:lnTo>
                <a:lnTo>
                  <a:pt x="10167" y="8183"/>
                </a:lnTo>
                <a:lnTo>
                  <a:pt x="10167" y="12150"/>
                </a:lnTo>
                <a:lnTo>
                  <a:pt x="10167" y="12398"/>
                </a:lnTo>
                <a:lnTo>
                  <a:pt x="10167" y="12398"/>
                </a:lnTo>
                <a:lnTo>
                  <a:pt x="10167" y="12398"/>
                </a:lnTo>
                <a:lnTo>
                  <a:pt x="9919" y="12398"/>
                </a:lnTo>
                <a:lnTo>
                  <a:pt x="8431" y="12398"/>
                </a:lnTo>
                <a:close/>
              </a:path>
            </a:pathLst>
          </a:custGeom>
          <a:solidFill>
            <a:srgbClr val="9E9E9E"/>
          </a:solidFill>
          <a:ln w="3810">
            <a:solidFill>
              <a:srgbClr val="5959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5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49" name="插座 GF-socket-06"/>
          <p:cNvGrpSpPr/>
          <p:nvPr/>
        </p:nvGrpSpPr>
        <p:grpSpPr>
          <a:xfrm>
            <a:off x="1900608" y="2977082"/>
            <a:ext cx="78887" cy="31555"/>
            <a:chOff x="1900608" y="2977082"/>
            <a:chExt cx="78887" cy="31555"/>
          </a:xfrm>
        </p:grpSpPr>
        <p:sp>
          <p:nvSpPr>
            <p:cNvPr id="450" name="Freeform 449"/>
            <p:cNvSpPr/>
            <p:nvPr/>
          </p:nvSpPr>
          <p:spPr>
            <a:xfrm>
              <a:off x="1908497" y="2977082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1" name="Connector 450"/>
            <p:cNvCxnSpPr/>
            <p:nvPr/>
          </p:nvCxnSpPr>
          <p:spPr>
            <a:xfrm>
              <a:off x="1900608" y="3008637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5" name="插座 GF-socket-08"/>
          <p:cNvGrpSpPr/>
          <p:nvPr/>
        </p:nvGrpSpPr>
        <p:grpSpPr>
          <a:xfrm>
            <a:off x="2503555" y="3999623"/>
            <a:ext cx="31555" cy="78887"/>
            <a:chOff x="2503555" y="3999623"/>
            <a:chExt cx="31555" cy="78887"/>
          </a:xfrm>
        </p:grpSpPr>
        <p:sp>
          <p:nvSpPr>
            <p:cNvPr id="456" name="Freeform 455"/>
            <p:cNvSpPr/>
            <p:nvPr/>
          </p:nvSpPr>
          <p:spPr>
            <a:xfrm>
              <a:off x="2503555" y="400751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7" name="Connector 456"/>
            <p:cNvCxnSpPr/>
            <p:nvPr/>
          </p:nvCxnSpPr>
          <p:spPr>
            <a:xfrm flipV="1">
              <a:off x="2535110" y="399962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0" name="插座 GF-socket-13"/>
          <p:cNvGrpSpPr/>
          <p:nvPr/>
        </p:nvGrpSpPr>
        <p:grpSpPr>
          <a:xfrm>
            <a:off x="2089188" y="4994999"/>
            <a:ext cx="51209" cy="68316"/>
            <a:chOff x="2089188" y="4994999"/>
            <a:chExt cx="51209" cy="68316"/>
          </a:xfrm>
        </p:grpSpPr>
        <p:sp>
          <p:nvSpPr>
            <p:cNvPr id="471" name="Freeform 470"/>
            <p:cNvSpPr/>
            <p:nvPr/>
          </p:nvSpPr>
          <p:spPr>
            <a:xfrm>
              <a:off x="2089188" y="5001830"/>
              <a:ext cx="47265" cy="58814"/>
            </a:xfrm>
            <a:custGeom>
              <a:avLst/>
              <a:gdLst/>
              <a:ahLst/>
              <a:cxnLst/>
              <a:rect l="l" t="t" r="r" b="b"/>
              <a:pathLst>
                <a:path w="47265" h="58814">
                  <a:moveTo>
                    <a:pt x="47265" y="54654"/>
                  </a:moveTo>
                  <a:lnTo>
                    <a:pt x="41630" y="57207"/>
                  </a:lnTo>
                  <a:lnTo>
                    <a:pt x="35606" y="58612"/>
                  </a:lnTo>
                  <a:lnTo>
                    <a:pt x="29424" y="58814"/>
                  </a:lnTo>
                  <a:lnTo>
                    <a:pt x="23320" y="57807"/>
                  </a:lnTo>
                  <a:lnTo>
                    <a:pt x="17531" y="55628"/>
                  </a:lnTo>
                  <a:lnTo>
                    <a:pt x="12278" y="52362"/>
                  </a:lnTo>
                  <a:lnTo>
                    <a:pt x="7763" y="48133"/>
                  </a:lnTo>
                  <a:lnTo>
                    <a:pt x="4160" y="43105"/>
                  </a:lnTo>
                  <a:lnTo>
                    <a:pt x="1607" y="37470"/>
                  </a:lnTo>
                  <a:lnTo>
                    <a:pt x="202" y="31446"/>
                  </a:lnTo>
                  <a:lnTo>
                    <a:pt x="0" y="25264"/>
                  </a:lnTo>
                  <a:lnTo>
                    <a:pt x="1007" y="19160"/>
                  </a:lnTo>
                  <a:lnTo>
                    <a:pt x="3186" y="13371"/>
                  </a:lnTo>
                  <a:lnTo>
                    <a:pt x="6453" y="8118"/>
                  </a:lnTo>
                  <a:lnTo>
                    <a:pt x="10681" y="3603"/>
                  </a:lnTo>
                  <a:lnTo>
                    <a:pt x="15709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72" name="Connector 471"/>
            <p:cNvCxnSpPr/>
            <p:nvPr/>
          </p:nvCxnSpPr>
          <p:spPr>
            <a:xfrm flipH="1" flipV="1">
              <a:off x="2100953" y="4994999"/>
              <a:ext cx="39444" cy="68316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2" name="插座 GF-socket-17"/>
          <p:cNvGrpSpPr/>
          <p:nvPr/>
        </p:nvGrpSpPr>
        <p:grpSpPr>
          <a:xfrm>
            <a:off x="1243175" y="3510550"/>
            <a:ext cx="31555" cy="78887"/>
            <a:chOff x="1247553" y="3524747"/>
            <a:chExt cx="31555" cy="78887"/>
          </a:xfrm>
        </p:grpSpPr>
        <p:sp>
          <p:nvSpPr>
            <p:cNvPr id="483" name="Freeform 482"/>
            <p:cNvSpPr/>
            <p:nvPr/>
          </p:nvSpPr>
          <p:spPr>
            <a:xfrm>
              <a:off x="1247553" y="3532636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4" name="Connector 483"/>
            <p:cNvCxnSpPr/>
            <p:nvPr/>
          </p:nvCxnSpPr>
          <p:spPr>
            <a:xfrm flipV="1">
              <a:off x="1279108" y="3524747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5" name="插座 GF-socket-18"/>
          <p:cNvGrpSpPr/>
          <p:nvPr/>
        </p:nvGrpSpPr>
        <p:grpSpPr>
          <a:xfrm>
            <a:off x="375914" y="3185763"/>
            <a:ext cx="31555" cy="78887"/>
            <a:chOff x="375914" y="3185763"/>
            <a:chExt cx="31555" cy="78887"/>
          </a:xfrm>
        </p:grpSpPr>
        <p:sp>
          <p:nvSpPr>
            <p:cNvPr id="486" name="Freeform 485"/>
            <p:cNvSpPr/>
            <p:nvPr/>
          </p:nvSpPr>
          <p:spPr>
            <a:xfrm>
              <a:off x="375914" y="3193652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87" name="Connector 486"/>
            <p:cNvCxnSpPr/>
            <p:nvPr/>
          </p:nvCxnSpPr>
          <p:spPr>
            <a:xfrm flipV="1">
              <a:off x="407469" y="3185763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1" name="插座 GF-socket-21"/>
          <p:cNvGrpSpPr/>
          <p:nvPr/>
        </p:nvGrpSpPr>
        <p:grpSpPr>
          <a:xfrm>
            <a:off x="1303092" y="3146831"/>
            <a:ext cx="31555" cy="78887"/>
            <a:chOff x="1991235" y="3880842"/>
            <a:chExt cx="31555" cy="78887"/>
          </a:xfrm>
        </p:grpSpPr>
        <p:sp>
          <p:nvSpPr>
            <p:cNvPr id="492" name="Freeform 491"/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3" name="Connector 492"/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7" name="插座 GF-socket-23"/>
          <p:cNvGrpSpPr/>
          <p:nvPr/>
        </p:nvGrpSpPr>
        <p:grpSpPr>
          <a:xfrm>
            <a:off x="2133443" y="1029992"/>
            <a:ext cx="41703" cy="76205"/>
            <a:chOff x="2133443" y="1029992"/>
            <a:chExt cx="41703" cy="76205"/>
          </a:xfrm>
        </p:grpSpPr>
        <p:sp>
          <p:nvSpPr>
            <p:cNvPr id="498" name="Freeform 497"/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99" name="Connector 498"/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0" name="图例（模型）"/>
          <p:cNvGrpSpPr/>
          <p:nvPr/>
        </p:nvGrpSpPr>
        <p:grpSpPr>
          <a:xfrm>
            <a:off x="6037142" y="914400"/>
            <a:ext cx="2980944" cy="585216"/>
            <a:chOff x="6037142" y="914400"/>
            <a:chExt cx="2980944" cy="585216"/>
          </a:xfrm>
        </p:grpSpPr>
        <p:sp>
          <p:nvSpPr>
            <p:cNvPr id="501" name="TextBox 500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099436" y="1340995"/>
              <a:ext cx="131443" cy="52577"/>
              <a:chOff x="6099436" y="1340995"/>
              <a:chExt cx="131443" cy="52577"/>
            </a:xfrm>
          </p:grpSpPr>
          <p:sp>
            <p:nvSpPr>
              <p:cNvPr id="503" name="Freeform 502"/>
              <p:cNvSpPr/>
              <p:nvPr/>
            </p:nvSpPr>
            <p:spPr>
              <a:xfrm>
                <a:off x="6112581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504" name="Connector 503"/>
              <p:cNvCxnSpPr/>
              <p:nvPr/>
            </p:nvCxnSpPr>
            <p:spPr>
              <a:xfrm>
                <a:off x="6099436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" name="TextBox 504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33</a:t>
              </a:r>
            </a:p>
          </p:txBody>
        </p:sp>
      </p:grpSp>
      <p:sp>
        <p:nvSpPr>
          <p:cNvPr id="506" name="TextBox 505"/>
          <p:cNvSpPr txBox="1"/>
          <p:nvPr/>
        </p:nvSpPr>
        <p:spPr>
          <a:xfrm>
            <a:off x="6037142" y="175564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521" name="插座 GF-socket-21">
            <a:extLst>
              <a:ext uri="{FF2B5EF4-FFF2-40B4-BE49-F238E27FC236}">
                <a16:creationId xmlns:a16="http://schemas.microsoft.com/office/drawing/2014/main" id="{AA47A3CC-43EF-21F4-0666-C4FED805F1F9}"/>
              </a:ext>
            </a:extLst>
          </p:cNvPr>
          <p:cNvGrpSpPr/>
          <p:nvPr/>
        </p:nvGrpSpPr>
        <p:grpSpPr>
          <a:xfrm rot="10800000">
            <a:off x="2015685" y="3902739"/>
            <a:ext cx="31555" cy="78887"/>
            <a:chOff x="1991235" y="3880842"/>
            <a:chExt cx="31555" cy="78887"/>
          </a:xfrm>
        </p:grpSpPr>
        <p:sp>
          <p:nvSpPr>
            <p:cNvPr id="522" name="Freeform 491">
              <a:extLst>
                <a:ext uri="{FF2B5EF4-FFF2-40B4-BE49-F238E27FC236}">
                  <a16:creationId xmlns:a16="http://schemas.microsoft.com/office/drawing/2014/main" id="{541275A7-CAC7-3CB1-8620-B074D96625F6}"/>
                </a:ext>
              </a:extLst>
            </p:cNvPr>
            <p:cNvSpPr/>
            <p:nvPr/>
          </p:nvSpPr>
          <p:spPr>
            <a:xfrm>
              <a:off x="1991235" y="3888731"/>
              <a:ext cx="31555" cy="63110"/>
            </a:xfrm>
            <a:custGeom>
              <a:avLst/>
              <a:gdLst/>
              <a:ahLst/>
              <a:cxnLst/>
              <a:rect l="l" t="t" r="r" b="b"/>
              <a:pathLst>
                <a:path w="31555" h="63110">
                  <a:moveTo>
                    <a:pt x="31555" y="63110"/>
                  </a:moveTo>
                  <a:lnTo>
                    <a:pt x="25398" y="62503"/>
                  </a:lnTo>
                  <a:lnTo>
                    <a:pt x="19479" y="60708"/>
                  </a:lnTo>
                  <a:lnTo>
                    <a:pt x="14023" y="57792"/>
                  </a:lnTo>
                  <a:lnTo>
                    <a:pt x="9242" y="53867"/>
                  </a:lnTo>
                  <a:lnTo>
                    <a:pt x="5317" y="49086"/>
                  </a:lnTo>
                  <a:lnTo>
                    <a:pt x="2401" y="43630"/>
                  </a:lnTo>
                  <a:lnTo>
                    <a:pt x="606" y="37711"/>
                  </a:lnTo>
                  <a:lnTo>
                    <a:pt x="0" y="31555"/>
                  </a:ln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3" name="Connector 492">
              <a:extLst>
                <a:ext uri="{FF2B5EF4-FFF2-40B4-BE49-F238E27FC236}">
                  <a16:creationId xmlns:a16="http://schemas.microsoft.com/office/drawing/2014/main" id="{19EE5034-49F6-A963-CF37-8C24A3E620E6}"/>
                </a:ext>
              </a:extLst>
            </p:cNvPr>
            <p:cNvCxnSpPr/>
            <p:nvPr/>
          </p:nvCxnSpPr>
          <p:spPr>
            <a:xfrm flipV="1">
              <a:off x="2022790" y="3880842"/>
              <a:ext cx="0" cy="7888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7" name="插座 GF-socket-07">
            <a:extLst>
              <a:ext uri="{FF2B5EF4-FFF2-40B4-BE49-F238E27FC236}">
                <a16:creationId xmlns:a16="http://schemas.microsoft.com/office/drawing/2014/main" id="{0B7B3EEE-51BB-5BA5-32B1-C1A087366EC2}"/>
              </a:ext>
            </a:extLst>
          </p:cNvPr>
          <p:cNvGrpSpPr/>
          <p:nvPr/>
        </p:nvGrpSpPr>
        <p:grpSpPr>
          <a:xfrm rot="17244428">
            <a:off x="2430385" y="1371963"/>
            <a:ext cx="41703" cy="76205"/>
            <a:chOff x="1735192" y="1874601"/>
            <a:chExt cx="41703" cy="76205"/>
          </a:xfrm>
        </p:grpSpPr>
        <p:sp>
          <p:nvSpPr>
            <p:cNvPr id="528" name="Freeform 452">
              <a:extLst>
                <a:ext uri="{FF2B5EF4-FFF2-40B4-BE49-F238E27FC236}">
                  <a16:creationId xmlns:a16="http://schemas.microsoft.com/office/drawing/2014/main" id="{298C7E2D-ADCF-00C9-EAD7-B7DA674E7A3A}"/>
                </a:ext>
              </a:extLst>
            </p:cNvPr>
            <p:cNvSpPr/>
            <p:nvPr/>
          </p:nvSpPr>
          <p:spPr>
            <a:xfrm>
              <a:off x="1735192" y="1882225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9" name="Connector 453">
              <a:extLst>
                <a:ext uri="{FF2B5EF4-FFF2-40B4-BE49-F238E27FC236}">
                  <a16:creationId xmlns:a16="http://schemas.microsoft.com/office/drawing/2014/main" id="{3CC7BDE0-99E8-DE28-D6F2-3F596FA7851E}"/>
                </a:ext>
              </a:extLst>
            </p:cNvPr>
            <p:cNvCxnSpPr/>
            <p:nvPr/>
          </p:nvCxnSpPr>
          <p:spPr>
            <a:xfrm flipH="1" flipV="1">
              <a:off x="1756464" y="1874601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0" name="插座 GF-socket-23">
            <a:extLst>
              <a:ext uri="{FF2B5EF4-FFF2-40B4-BE49-F238E27FC236}">
                <a16:creationId xmlns:a16="http://schemas.microsoft.com/office/drawing/2014/main" id="{9514AC6F-9536-FC65-50E3-7B88255E2387}"/>
              </a:ext>
            </a:extLst>
          </p:cNvPr>
          <p:cNvGrpSpPr/>
          <p:nvPr/>
        </p:nvGrpSpPr>
        <p:grpSpPr>
          <a:xfrm>
            <a:off x="2509831" y="1187128"/>
            <a:ext cx="41703" cy="76205"/>
            <a:chOff x="2133443" y="1029992"/>
            <a:chExt cx="41703" cy="76205"/>
          </a:xfrm>
        </p:grpSpPr>
        <p:sp>
          <p:nvSpPr>
            <p:cNvPr id="531" name="Freeform 497">
              <a:extLst>
                <a:ext uri="{FF2B5EF4-FFF2-40B4-BE49-F238E27FC236}">
                  <a16:creationId xmlns:a16="http://schemas.microsoft.com/office/drawing/2014/main" id="{0AA7AA68-77F3-0B63-A15A-8969E57999C5}"/>
                </a:ext>
              </a:extLst>
            </p:cNvPr>
            <p:cNvSpPr/>
            <p:nvPr/>
          </p:nvSpPr>
          <p:spPr>
            <a:xfrm>
              <a:off x="2133443" y="1037616"/>
              <a:ext cx="39659" cy="61966"/>
            </a:xfrm>
            <a:custGeom>
              <a:avLst/>
              <a:gdLst/>
              <a:ahLst/>
              <a:cxnLst/>
              <a:rect l="l" t="t" r="r" b="b"/>
              <a:pathLst>
                <a:path w="39659" h="61966">
                  <a:moveTo>
                    <a:pt x="39659" y="60957"/>
                  </a:moveTo>
                  <a:lnTo>
                    <a:pt x="33556" y="61966"/>
                  </a:lnTo>
                  <a:lnTo>
                    <a:pt x="27374" y="61764"/>
                  </a:lnTo>
                  <a:lnTo>
                    <a:pt x="21349" y="60361"/>
                  </a:lnTo>
                  <a:lnTo>
                    <a:pt x="15714" y="57809"/>
                  </a:lnTo>
                  <a:lnTo>
                    <a:pt x="10686" y="54206"/>
                  </a:lnTo>
                  <a:lnTo>
                    <a:pt x="6456" y="49692"/>
                  </a:lnTo>
                  <a:lnTo>
                    <a:pt x="3189" y="44439"/>
                  </a:lnTo>
                  <a:lnTo>
                    <a:pt x="1009" y="38650"/>
                  </a:lnTo>
                  <a:lnTo>
                    <a:pt x="0" y="32547"/>
                  </a:lnTo>
                  <a:lnTo>
                    <a:pt x="202" y="26365"/>
                  </a:lnTo>
                  <a:lnTo>
                    <a:pt x="1606" y="20340"/>
                  </a:lnTo>
                  <a:lnTo>
                    <a:pt x="4158" y="14705"/>
                  </a:lnTo>
                  <a:lnTo>
                    <a:pt x="7760" y="9677"/>
                  </a:lnTo>
                  <a:lnTo>
                    <a:pt x="12274" y="5447"/>
                  </a:lnTo>
                  <a:lnTo>
                    <a:pt x="17527" y="2180"/>
                  </a:lnTo>
                  <a:lnTo>
                    <a:pt x="2331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32" name="Connector 498">
              <a:extLst>
                <a:ext uri="{FF2B5EF4-FFF2-40B4-BE49-F238E27FC236}">
                  <a16:creationId xmlns:a16="http://schemas.microsoft.com/office/drawing/2014/main" id="{DAE4BD0E-3751-2C30-A3DD-DCB3AD852B86}"/>
                </a:ext>
              </a:extLst>
            </p:cNvPr>
            <p:cNvCxnSpPr/>
            <p:nvPr/>
          </p:nvCxnSpPr>
          <p:spPr>
            <a:xfrm flipH="1" flipV="1">
              <a:off x="2154715" y="1029992"/>
              <a:ext cx="20431" cy="76205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" name="插座 GF-socket-22">
            <a:extLst>
              <a:ext uri="{FF2B5EF4-FFF2-40B4-BE49-F238E27FC236}">
                <a16:creationId xmlns:a16="http://schemas.microsoft.com/office/drawing/2014/main" id="{5C1BCC62-A16E-D3EC-48FB-772190B80913}"/>
              </a:ext>
            </a:extLst>
          </p:cNvPr>
          <p:cNvGrpSpPr/>
          <p:nvPr/>
        </p:nvGrpSpPr>
        <p:grpSpPr>
          <a:xfrm rot="5633532">
            <a:off x="389865" y="2986747"/>
            <a:ext cx="78887" cy="31555"/>
            <a:chOff x="1718345" y="2034770"/>
            <a:chExt cx="78887" cy="31555"/>
          </a:xfrm>
        </p:grpSpPr>
        <p:sp>
          <p:nvSpPr>
            <p:cNvPr id="543" name="Freeform 494">
              <a:extLst>
                <a:ext uri="{FF2B5EF4-FFF2-40B4-BE49-F238E27FC236}">
                  <a16:creationId xmlns:a16="http://schemas.microsoft.com/office/drawing/2014/main" id="{3CE5AC2D-0A88-620D-F70F-FDECCDB6E1C7}"/>
                </a:ext>
              </a:extLst>
            </p:cNvPr>
            <p:cNvSpPr/>
            <p:nvPr/>
          </p:nvSpPr>
          <p:spPr>
            <a:xfrm>
              <a:off x="1726234" y="2034770"/>
              <a:ext cx="63110" cy="31555"/>
            </a:xfrm>
            <a:custGeom>
              <a:avLst/>
              <a:gdLst/>
              <a:ahLst/>
              <a:cxnLst/>
              <a:rect l="l" t="t" r="r" b="b"/>
              <a:pathLst>
                <a:path w="63110" h="31555">
                  <a:moveTo>
                    <a:pt x="0" y="31555"/>
                  </a:moveTo>
                  <a:lnTo>
                    <a:pt x="606" y="25398"/>
                  </a:lnTo>
                  <a:lnTo>
                    <a:pt x="2401" y="19479"/>
                  </a:lnTo>
                  <a:lnTo>
                    <a:pt x="5317" y="14023"/>
                  </a:lnTo>
                  <a:lnTo>
                    <a:pt x="9242" y="9242"/>
                  </a:lnTo>
                  <a:lnTo>
                    <a:pt x="14023" y="5317"/>
                  </a:lnTo>
                  <a:lnTo>
                    <a:pt x="19479" y="2401"/>
                  </a:lnTo>
                  <a:lnTo>
                    <a:pt x="25398" y="606"/>
                  </a:lnTo>
                  <a:lnTo>
                    <a:pt x="31555" y="0"/>
                  </a:lnTo>
                  <a:lnTo>
                    <a:pt x="37711" y="606"/>
                  </a:lnTo>
                  <a:lnTo>
                    <a:pt x="43630" y="2401"/>
                  </a:lnTo>
                  <a:lnTo>
                    <a:pt x="49086" y="5317"/>
                  </a:lnTo>
                  <a:lnTo>
                    <a:pt x="53867" y="9242"/>
                  </a:lnTo>
                  <a:lnTo>
                    <a:pt x="57792" y="14023"/>
                  </a:lnTo>
                  <a:lnTo>
                    <a:pt x="60708" y="19479"/>
                  </a:lnTo>
                  <a:lnTo>
                    <a:pt x="62503" y="25398"/>
                  </a:lnTo>
                  <a:lnTo>
                    <a:pt x="63110" y="31555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44" name="Connector 495">
              <a:extLst>
                <a:ext uri="{FF2B5EF4-FFF2-40B4-BE49-F238E27FC236}">
                  <a16:creationId xmlns:a16="http://schemas.microsoft.com/office/drawing/2014/main" id="{8C712BD3-CD1D-A76A-95FC-E633D52E78C9}"/>
                </a:ext>
              </a:extLst>
            </p:cNvPr>
            <p:cNvCxnSpPr/>
            <p:nvPr/>
          </p:nvCxnSpPr>
          <p:spPr>
            <a:xfrm>
              <a:off x="1718345" y="2066325"/>
              <a:ext cx="78887" cy="0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10" name="Picture 509">
            <a:extLst>
              <a:ext uri="{FF2B5EF4-FFF2-40B4-BE49-F238E27FC236}">
                <a16:creationId xmlns:a16="http://schemas.microsoft.com/office/drawing/2014/main" id="{1A38E881-7BD0-EBFF-0917-896432506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43" y="1309806"/>
            <a:ext cx="2014330" cy="1383645"/>
          </a:xfrm>
          <a:prstGeom prst="rect">
            <a:avLst/>
          </a:prstGeom>
        </p:spPr>
      </p:pic>
      <p:sp>
        <p:nvSpPr>
          <p:cNvPr id="545" name="Oval 544">
            <a:extLst>
              <a:ext uri="{FF2B5EF4-FFF2-40B4-BE49-F238E27FC236}">
                <a16:creationId xmlns:a16="http://schemas.microsoft.com/office/drawing/2014/main" id="{517B12A1-50F2-A2DF-F04A-6DFFB3A72E02}"/>
              </a:ext>
            </a:extLst>
          </p:cNvPr>
          <p:cNvSpPr/>
          <p:nvPr/>
        </p:nvSpPr>
        <p:spPr>
          <a:xfrm>
            <a:off x="5102352" y="1755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47" name="Picture 546">
            <a:extLst>
              <a:ext uri="{FF2B5EF4-FFF2-40B4-BE49-F238E27FC236}">
                <a16:creationId xmlns:a16="http://schemas.microsoft.com/office/drawing/2014/main" id="{D3077038-B70C-5FF9-3667-DB362342A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60" y="2613234"/>
            <a:ext cx="1683165" cy="1665753"/>
          </a:xfrm>
          <a:prstGeom prst="rect">
            <a:avLst/>
          </a:prstGeom>
        </p:spPr>
      </p:pic>
      <p:sp>
        <p:nvSpPr>
          <p:cNvPr id="551" name="Oval 550">
            <a:extLst>
              <a:ext uri="{FF2B5EF4-FFF2-40B4-BE49-F238E27FC236}">
                <a16:creationId xmlns:a16="http://schemas.microsoft.com/office/drawing/2014/main" id="{8894E027-DB77-7CF8-C0CF-84AF783F443D}"/>
              </a:ext>
            </a:extLst>
          </p:cNvPr>
          <p:cNvSpPr/>
          <p:nvPr/>
        </p:nvSpPr>
        <p:spPr>
          <a:xfrm>
            <a:off x="4919473" y="3142462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5" name="Oval 554">
            <a:extLst>
              <a:ext uri="{FF2B5EF4-FFF2-40B4-BE49-F238E27FC236}">
                <a16:creationId xmlns:a16="http://schemas.microsoft.com/office/drawing/2014/main" id="{DB9DF1A4-0063-EABE-BB5E-A119CEF9A2B2}"/>
              </a:ext>
            </a:extLst>
          </p:cNvPr>
          <p:cNvSpPr/>
          <p:nvPr/>
        </p:nvSpPr>
        <p:spPr>
          <a:xfrm>
            <a:off x="2270556" y="4401800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7" name="Oval 556">
            <a:extLst>
              <a:ext uri="{FF2B5EF4-FFF2-40B4-BE49-F238E27FC236}">
                <a16:creationId xmlns:a16="http://schemas.microsoft.com/office/drawing/2014/main" id="{7B84C73F-57A3-503B-DB88-1A03BFADE4CD}"/>
              </a:ext>
            </a:extLst>
          </p:cNvPr>
          <p:cNvSpPr/>
          <p:nvPr/>
        </p:nvSpPr>
        <p:spPr>
          <a:xfrm>
            <a:off x="1938476" y="3861231"/>
            <a:ext cx="118872" cy="148133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9" name="Oval 558">
            <a:extLst>
              <a:ext uri="{FF2B5EF4-FFF2-40B4-BE49-F238E27FC236}">
                <a16:creationId xmlns:a16="http://schemas.microsoft.com/office/drawing/2014/main" id="{8357D84A-15A5-4F69-3ACF-4D00DDA5D126}"/>
              </a:ext>
            </a:extLst>
          </p:cNvPr>
          <p:cNvSpPr/>
          <p:nvPr/>
        </p:nvSpPr>
        <p:spPr>
          <a:xfrm>
            <a:off x="2440679" y="39416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1" name="Oval 560">
            <a:extLst>
              <a:ext uri="{FF2B5EF4-FFF2-40B4-BE49-F238E27FC236}">
                <a16:creationId xmlns:a16="http://schemas.microsoft.com/office/drawing/2014/main" id="{1435EB6C-BDC8-39C1-22CA-2D352854F0D0}"/>
              </a:ext>
            </a:extLst>
          </p:cNvPr>
          <p:cNvSpPr/>
          <p:nvPr/>
        </p:nvSpPr>
        <p:spPr>
          <a:xfrm>
            <a:off x="2082624" y="4108579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3" name="Oval 562">
            <a:extLst>
              <a:ext uri="{FF2B5EF4-FFF2-40B4-BE49-F238E27FC236}">
                <a16:creationId xmlns:a16="http://schemas.microsoft.com/office/drawing/2014/main" id="{B76DF152-BD3D-A06D-FB3E-81DE4C862417}"/>
              </a:ext>
            </a:extLst>
          </p:cNvPr>
          <p:cNvSpPr/>
          <p:nvPr/>
        </p:nvSpPr>
        <p:spPr>
          <a:xfrm>
            <a:off x="1353906" y="406301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9" name="Oval 568">
            <a:extLst>
              <a:ext uri="{FF2B5EF4-FFF2-40B4-BE49-F238E27FC236}">
                <a16:creationId xmlns:a16="http://schemas.microsoft.com/office/drawing/2014/main" id="{59975F2D-F63A-14DD-F66E-05E0D52F8A67}"/>
              </a:ext>
            </a:extLst>
          </p:cNvPr>
          <p:cNvSpPr/>
          <p:nvPr/>
        </p:nvSpPr>
        <p:spPr>
          <a:xfrm>
            <a:off x="1839300" y="2860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3" name="Oval 572">
            <a:extLst>
              <a:ext uri="{FF2B5EF4-FFF2-40B4-BE49-F238E27FC236}">
                <a16:creationId xmlns:a16="http://schemas.microsoft.com/office/drawing/2014/main" id="{ECD01C32-89CE-96BA-5BBD-3833F048D2C6}"/>
              </a:ext>
            </a:extLst>
          </p:cNvPr>
          <p:cNvSpPr/>
          <p:nvPr/>
        </p:nvSpPr>
        <p:spPr>
          <a:xfrm>
            <a:off x="2034509" y="491154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5" name="Oval 574">
            <a:extLst>
              <a:ext uri="{FF2B5EF4-FFF2-40B4-BE49-F238E27FC236}">
                <a16:creationId xmlns:a16="http://schemas.microsoft.com/office/drawing/2014/main" id="{927B1C24-F219-4650-1C3D-EF6387CD9035}"/>
              </a:ext>
            </a:extLst>
          </p:cNvPr>
          <p:cNvSpPr/>
          <p:nvPr/>
        </p:nvSpPr>
        <p:spPr>
          <a:xfrm>
            <a:off x="1845500" y="3100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1" name="Oval 580">
            <a:extLst>
              <a:ext uri="{FF2B5EF4-FFF2-40B4-BE49-F238E27FC236}">
                <a16:creationId xmlns:a16="http://schemas.microsoft.com/office/drawing/2014/main" id="{7D6851BC-A6CB-4DE7-D26C-E06FC76A69F0}"/>
              </a:ext>
            </a:extLst>
          </p:cNvPr>
          <p:cNvSpPr/>
          <p:nvPr/>
        </p:nvSpPr>
        <p:spPr>
          <a:xfrm>
            <a:off x="2391976" y="21532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7" name="Oval 586">
            <a:extLst>
              <a:ext uri="{FF2B5EF4-FFF2-40B4-BE49-F238E27FC236}">
                <a16:creationId xmlns:a16="http://schemas.microsoft.com/office/drawing/2014/main" id="{3A4B0C2D-A44B-E3B4-5A7D-E2736F9D64DA}"/>
              </a:ext>
            </a:extLst>
          </p:cNvPr>
          <p:cNvSpPr/>
          <p:nvPr/>
        </p:nvSpPr>
        <p:spPr>
          <a:xfrm>
            <a:off x="2376331" y="137016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3" name="Oval 592">
            <a:extLst>
              <a:ext uri="{FF2B5EF4-FFF2-40B4-BE49-F238E27FC236}">
                <a16:creationId xmlns:a16="http://schemas.microsoft.com/office/drawing/2014/main" id="{3CA96E7C-F9E4-6156-3801-4516CF7BA891}"/>
              </a:ext>
            </a:extLst>
          </p:cNvPr>
          <p:cNvSpPr/>
          <p:nvPr/>
        </p:nvSpPr>
        <p:spPr>
          <a:xfrm>
            <a:off x="1170408" y="3470375"/>
            <a:ext cx="177294" cy="12645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5" name="Oval 594">
            <a:extLst>
              <a:ext uri="{FF2B5EF4-FFF2-40B4-BE49-F238E27FC236}">
                <a16:creationId xmlns:a16="http://schemas.microsoft.com/office/drawing/2014/main" id="{AE2EA60E-0BC1-C37A-9975-5D500CABA811}"/>
              </a:ext>
            </a:extLst>
          </p:cNvPr>
          <p:cNvSpPr/>
          <p:nvPr/>
        </p:nvSpPr>
        <p:spPr>
          <a:xfrm>
            <a:off x="2422542" y="114675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7" name="Oval 596">
            <a:extLst>
              <a:ext uri="{FF2B5EF4-FFF2-40B4-BE49-F238E27FC236}">
                <a16:creationId xmlns:a16="http://schemas.microsoft.com/office/drawing/2014/main" id="{1EE04FDC-E49D-37EB-49DF-90A0FF85BA82}"/>
              </a:ext>
            </a:extLst>
          </p:cNvPr>
          <p:cNvSpPr/>
          <p:nvPr/>
        </p:nvSpPr>
        <p:spPr>
          <a:xfrm>
            <a:off x="2072609" y="100879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9" name="Oval 598">
            <a:extLst>
              <a:ext uri="{FF2B5EF4-FFF2-40B4-BE49-F238E27FC236}">
                <a16:creationId xmlns:a16="http://schemas.microsoft.com/office/drawing/2014/main" id="{06760279-5E54-EFDC-5F1E-0E10981BC62E}"/>
              </a:ext>
            </a:extLst>
          </p:cNvPr>
          <p:cNvSpPr/>
          <p:nvPr/>
        </p:nvSpPr>
        <p:spPr>
          <a:xfrm>
            <a:off x="1759088" y="18141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1" name="Oval 600">
            <a:extLst>
              <a:ext uri="{FF2B5EF4-FFF2-40B4-BE49-F238E27FC236}">
                <a16:creationId xmlns:a16="http://schemas.microsoft.com/office/drawing/2014/main" id="{EA993E3B-5894-01B5-A08B-D59BEE09D39F}"/>
              </a:ext>
            </a:extLst>
          </p:cNvPr>
          <p:cNvSpPr/>
          <p:nvPr/>
        </p:nvSpPr>
        <p:spPr>
          <a:xfrm>
            <a:off x="1301103" y="311978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5" name="Oval 604">
            <a:extLst>
              <a:ext uri="{FF2B5EF4-FFF2-40B4-BE49-F238E27FC236}">
                <a16:creationId xmlns:a16="http://schemas.microsoft.com/office/drawing/2014/main" id="{7B709532-D607-D4CB-1620-F21D1030D063}"/>
              </a:ext>
            </a:extLst>
          </p:cNvPr>
          <p:cNvSpPr/>
          <p:nvPr/>
        </p:nvSpPr>
        <p:spPr>
          <a:xfrm>
            <a:off x="1120255" y="4084973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7" name="Oval 606">
            <a:extLst>
              <a:ext uri="{FF2B5EF4-FFF2-40B4-BE49-F238E27FC236}">
                <a16:creationId xmlns:a16="http://schemas.microsoft.com/office/drawing/2014/main" id="{98AF3AD3-E283-0246-A5A5-FB36F349570B}"/>
              </a:ext>
            </a:extLst>
          </p:cNvPr>
          <p:cNvSpPr/>
          <p:nvPr/>
        </p:nvSpPr>
        <p:spPr>
          <a:xfrm>
            <a:off x="1364337" y="435757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1" name="Oval 610">
            <a:extLst>
              <a:ext uri="{FF2B5EF4-FFF2-40B4-BE49-F238E27FC236}">
                <a16:creationId xmlns:a16="http://schemas.microsoft.com/office/drawing/2014/main" id="{829C5FA0-4E02-4DAC-8B19-AC7651C196FA}"/>
              </a:ext>
            </a:extLst>
          </p:cNvPr>
          <p:cNvSpPr/>
          <p:nvPr/>
        </p:nvSpPr>
        <p:spPr>
          <a:xfrm>
            <a:off x="530416" y="453802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3" name="Oval 612">
            <a:extLst>
              <a:ext uri="{FF2B5EF4-FFF2-40B4-BE49-F238E27FC236}">
                <a16:creationId xmlns:a16="http://schemas.microsoft.com/office/drawing/2014/main" id="{701994C1-DE39-C2A4-04A4-78B2A5FC2994}"/>
              </a:ext>
            </a:extLst>
          </p:cNvPr>
          <p:cNvSpPr/>
          <p:nvPr/>
        </p:nvSpPr>
        <p:spPr>
          <a:xfrm>
            <a:off x="375914" y="316210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15" name="Picture 614">
            <a:extLst>
              <a:ext uri="{FF2B5EF4-FFF2-40B4-BE49-F238E27FC236}">
                <a16:creationId xmlns:a16="http://schemas.microsoft.com/office/drawing/2014/main" id="{65AFE67C-CFDC-5E01-A3B1-9B012E9964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088" y="4255622"/>
            <a:ext cx="1570303" cy="1566192"/>
          </a:xfrm>
          <a:prstGeom prst="rect">
            <a:avLst/>
          </a:prstGeom>
        </p:spPr>
      </p:pic>
      <p:sp>
        <p:nvSpPr>
          <p:cNvPr id="617" name="Oval 616">
            <a:extLst>
              <a:ext uri="{FF2B5EF4-FFF2-40B4-BE49-F238E27FC236}">
                <a16:creationId xmlns:a16="http://schemas.microsoft.com/office/drawing/2014/main" id="{4481A562-C0B8-C3A9-CCB1-8FCC6A2D3B32}"/>
              </a:ext>
            </a:extLst>
          </p:cNvPr>
          <p:cNvSpPr/>
          <p:nvPr/>
        </p:nvSpPr>
        <p:spPr>
          <a:xfrm>
            <a:off x="4847592" y="4996434"/>
            <a:ext cx="211327" cy="19207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9" name="Oval 618">
            <a:extLst>
              <a:ext uri="{FF2B5EF4-FFF2-40B4-BE49-F238E27FC236}">
                <a16:creationId xmlns:a16="http://schemas.microsoft.com/office/drawing/2014/main" id="{4089DDCD-C0D4-217B-979C-7AAE1D4AE445}"/>
              </a:ext>
            </a:extLst>
          </p:cNvPr>
          <p:cNvSpPr/>
          <p:nvPr/>
        </p:nvSpPr>
        <p:spPr>
          <a:xfrm>
            <a:off x="363846" y="2862223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3" name="Oval 622">
            <a:extLst>
              <a:ext uri="{FF2B5EF4-FFF2-40B4-BE49-F238E27FC236}">
                <a16:creationId xmlns:a16="http://schemas.microsoft.com/office/drawing/2014/main" id="{50D97657-617C-2BCB-05ED-FEB2C03D96AC}"/>
              </a:ext>
            </a:extLst>
          </p:cNvPr>
          <p:cNvSpPr/>
          <p:nvPr/>
        </p:nvSpPr>
        <p:spPr>
          <a:xfrm>
            <a:off x="1621617" y="2106016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7" name="Oval 626">
            <a:extLst>
              <a:ext uri="{FF2B5EF4-FFF2-40B4-BE49-F238E27FC236}">
                <a16:creationId xmlns:a16="http://schemas.microsoft.com/office/drawing/2014/main" id="{15F24089-D479-3C4C-ADE6-9DD763D5989A}"/>
              </a:ext>
            </a:extLst>
          </p:cNvPr>
          <p:cNvSpPr/>
          <p:nvPr/>
        </p:nvSpPr>
        <p:spPr>
          <a:xfrm>
            <a:off x="1640554" y="1006677"/>
            <a:ext cx="125542" cy="161627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9" name="Oval 628">
            <a:extLst>
              <a:ext uri="{FF2B5EF4-FFF2-40B4-BE49-F238E27FC236}">
                <a16:creationId xmlns:a16="http://schemas.microsoft.com/office/drawing/2014/main" id="{4B071E8B-50A7-1A6B-291F-687081A091AF}"/>
              </a:ext>
            </a:extLst>
          </p:cNvPr>
          <p:cNvSpPr/>
          <p:nvPr/>
        </p:nvSpPr>
        <p:spPr>
          <a:xfrm>
            <a:off x="2391976" y="2411969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1" name="Oval 630">
            <a:extLst>
              <a:ext uri="{FF2B5EF4-FFF2-40B4-BE49-F238E27FC236}">
                <a16:creationId xmlns:a16="http://schemas.microsoft.com/office/drawing/2014/main" id="{88499AD6-FC0D-8751-1804-E9E6F0FA1A80}"/>
              </a:ext>
            </a:extLst>
          </p:cNvPr>
          <p:cNvSpPr/>
          <p:nvPr/>
        </p:nvSpPr>
        <p:spPr>
          <a:xfrm>
            <a:off x="2201496" y="136250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3" name="Oval 632">
            <a:extLst>
              <a:ext uri="{FF2B5EF4-FFF2-40B4-BE49-F238E27FC236}">
                <a16:creationId xmlns:a16="http://schemas.microsoft.com/office/drawing/2014/main" id="{ECAF3B78-B7EA-305E-47E0-703158E6E4C9}"/>
              </a:ext>
            </a:extLst>
          </p:cNvPr>
          <p:cNvSpPr/>
          <p:nvPr/>
        </p:nvSpPr>
        <p:spPr>
          <a:xfrm>
            <a:off x="1982185" y="136042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5" name="Oval 634">
            <a:extLst>
              <a:ext uri="{FF2B5EF4-FFF2-40B4-BE49-F238E27FC236}">
                <a16:creationId xmlns:a16="http://schemas.microsoft.com/office/drawing/2014/main" id="{514CB803-F0ED-B1E7-0E04-447A26A85A61}"/>
              </a:ext>
            </a:extLst>
          </p:cNvPr>
          <p:cNvSpPr/>
          <p:nvPr/>
        </p:nvSpPr>
        <p:spPr>
          <a:xfrm>
            <a:off x="2091383" y="2395816"/>
            <a:ext cx="237744" cy="228600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7" name="Oval 636">
            <a:extLst>
              <a:ext uri="{FF2B5EF4-FFF2-40B4-BE49-F238E27FC236}">
                <a16:creationId xmlns:a16="http://schemas.microsoft.com/office/drawing/2014/main" id="{088E5011-3E08-D4C5-C6CB-D07A6D7FFC14}"/>
              </a:ext>
            </a:extLst>
          </p:cNvPr>
          <p:cNvSpPr/>
          <p:nvPr/>
        </p:nvSpPr>
        <p:spPr>
          <a:xfrm>
            <a:off x="2422542" y="27547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9" name="Oval 638">
            <a:extLst>
              <a:ext uri="{FF2B5EF4-FFF2-40B4-BE49-F238E27FC236}">
                <a16:creationId xmlns:a16="http://schemas.microsoft.com/office/drawing/2014/main" id="{50EBADDB-F052-033D-2668-9A61B7D11844}"/>
              </a:ext>
            </a:extLst>
          </p:cNvPr>
          <p:cNvSpPr/>
          <p:nvPr/>
        </p:nvSpPr>
        <p:spPr>
          <a:xfrm>
            <a:off x="356768" y="408508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1" name="Oval 640">
            <a:extLst>
              <a:ext uri="{FF2B5EF4-FFF2-40B4-BE49-F238E27FC236}">
                <a16:creationId xmlns:a16="http://schemas.microsoft.com/office/drawing/2014/main" id="{86C7CC19-4521-B810-9A72-6DB2E5740DEB}"/>
              </a:ext>
            </a:extLst>
          </p:cNvPr>
          <p:cNvSpPr/>
          <p:nvPr/>
        </p:nvSpPr>
        <p:spPr>
          <a:xfrm>
            <a:off x="1120255" y="425293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3" name="Oval 642">
            <a:extLst>
              <a:ext uri="{FF2B5EF4-FFF2-40B4-BE49-F238E27FC236}">
                <a16:creationId xmlns:a16="http://schemas.microsoft.com/office/drawing/2014/main" id="{889756DF-E5A3-6203-484C-6B6462929706}"/>
              </a:ext>
            </a:extLst>
          </p:cNvPr>
          <p:cNvSpPr/>
          <p:nvPr/>
        </p:nvSpPr>
        <p:spPr>
          <a:xfrm>
            <a:off x="1089430" y="4412045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5" name="Oval 644">
            <a:extLst>
              <a:ext uri="{FF2B5EF4-FFF2-40B4-BE49-F238E27FC236}">
                <a16:creationId xmlns:a16="http://schemas.microsoft.com/office/drawing/2014/main" id="{5A1773C8-83AF-0B5A-8762-4BF5B8B02FFC}"/>
              </a:ext>
            </a:extLst>
          </p:cNvPr>
          <p:cNvSpPr/>
          <p:nvPr/>
        </p:nvSpPr>
        <p:spPr>
          <a:xfrm>
            <a:off x="2066024" y="4252984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7" name="Oval 646">
            <a:extLst>
              <a:ext uri="{FF2B5EF4-FFF2-40B4-BE49-F238E27FC236}">
                <a16:creationId xmlns:a16="http://schemas.microsoft.com/office/drawing/2014/main" id="{374906E6-3D0B-A25F-82EF-FD36CC0B38A8}"/>
              </a:ext>
            </a:extLst>
          </p:cNvPr>
          <p:cNvSpPr/>
          <p:nvPr/>
        </p:nvSpPr>
        <p:spPr>
          <a:xfrm>
            <a:off x="2072609" y="4413108"/>
            <a:ext cx="180848" cy="131021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9" name="Oval 648">
            <a:extLst>
              <a:ext uri="{FF2B5EF4-FFF2-40B4-BE49-F238E27FC236}">
                <a16:creationId xmlns:a16="http://schemas.microsoft.com/office/drawing/2014/main" id="{1E3082A0-08A5-A10F-B195-EDA77B2254D4}"/>
              </a:ext>
            </a:extLst>
          </p:cNvPr>
          <p:cNvSpPr/>
          <p:nvPr/>
        </p:nvSpPr>
        <p:spPr>
          <a:xfrm>
            <a:off x="1353906" y="492753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1" name="Oval 650">
            <a:extLst>
              <a:ext uri="{FF2B5EF4-FFF2-40B4-BE49-F238E27FC236}">
                <a16:creationId xmlns:a16="http://schemas.microsoft.com/office/drawing/2014/main" id="{172EEFB7-B552-9275-F58E-FBDCC68CE7E4}"/>
              </a:ext>
            </a:extLst>
          </p:cNvPr>
          <p:cNvSpPr/>
          <p:nvPr/>
        </p:nvSpPr>
        <p:spPr>
          <a:xfrm>
            <a:off x="432679" y="4716156"/>
            <a:ext cx="174001" cy="157402"/>
          </a:xfrm>
          <a:prstGeom prst="ellipse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一层给排水点位图：Blender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1:100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55731" y="566928"/>
            <a:ext cx="251565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5731" y="868680"/>
            <a:ext cx="2515651" cy="5715000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8703" y="1008790"/>
            <a:ext cx="2244687" cy="4199488"/>
            <a:chOff x="358703" y="1008790"/>
            <a:chExt cx="2244687" cy="4199488"/>
          </a:xfrm>
        </p:grpSpPr>
        <p:sp>
          <p:nvSpPr>
            <p:cNvPr id="7" name="墙_GF_Wall_Shell"/>
            <p:cNvSpPr/>
            <p:nvPr/>
          </p:nvSpPr>
          <p:spPr>
            <a:xfrm>
              <a:off x="358703" y="1008790"/>
              <a:ext cx="2244687" cy="4199488"/>
            </a:xfrm>
            <a:custGeom>
              <a:avLst/>
              <a:gdLst/>
              <a:ahLst/>
              <a:cxnLst/>
              <a:rect l="l" t="t" r="r" b="b"/>
              <a:pathLst>
                <a:path w="2244687" h="4199488">
                  <a:moveTo>
                    <a:pt x="1918764" y="3678985"/>
                  </a:moveTo>
                  <a:lnTo>
                    <a:pt x="1918764" y="3601616"/>
                  </a:lnTo>
                  <a:lnTo>
                    <a:pt x="1918516" y="3601616"/>
                  </a:lnTo>
                  <a:lnTo>
                    <a:pt x="1918516" y="3596607"/>
                  </a:lnTo>
                  <a:lnTo>
                    <a:pt x="1944775" y="3596607"/>
                  </a:lnTo>
                  <a:lnTo>
                    <a:pt x="1944775" y="3560154"/>
                  </a:lnTo>
                  <a:lnTo>
                    <a:pt x="1918516" y="3560154"/>
                  </a:lnTo>
                  <a:lnTo>
                    <a:pt x="1918516" y="3166664"/>
                  </a:lnTo>
                  <a:lnTo>
                    <a:pt x="1918516" y="2968283"/>
                  </a:lnTo>
                  <a:lnTo>
                    <a:pt x="1902895" y="2968283"/>
                  </a:lnTo>
                  <a:lnTo>
                    <a:pt x="1902895" y="2953404"/>
                  </a:lnTo>
                  <a:lnTo>
                    <a:pt x="1732519" y="2953404"/>
                  </a:lnTo>
                  <a:lnTo>
                    <a:pt x="1672685" y="2953404"/>
                  </a:lnTo>
                  <a:lnTo>
                    <a:pt x="1659667" y="2953404"/>
                  </a:lnTo>
                  <a:lnTo>
                    <a:pt x="1659667" y="2983162"/>
                  </a:lnTo>
                  <a:lnTo>
                    <a:pt x="1702590" y="2983162"/>
                  </a:lnTo>
                  <a:lnTo>
                    <a:pt x="1887298" y="2983162"/>
                  </a:lnTo>
                  <a:lnTo>
                    <a:pt x="1887298" y="3166664"/>
                  </a:lnTo>
                  <a:lnTo>
                    <a:pt x="1887298" y="3578306"/>
                  </a:lnTo>
                  <a:lnTo>
                    <a:pt x="1887298" y="3601616"/>
                  </a:lnTo>
                  <a:lnTo>
                    <a:pt x="1887050" y="3601616"/>
                  </a:lnTo>
                  <a:lnTo>
                    <a:pt x="1887050" y="3678985"/>
                  </a:lnTo>
                  <a:close/>
                  <a:moveTo>
                    <a:pt x="2133228" y="3560154"/>
                  </a:moveTo>
                  <a:lnTo>
                    <a:pt x="2133228" y="3596607"/>
                  </a:lnTo>
                  <a:lnTo>
                    <a:pt x="2185176" y="3596607"/>
                  </a:lnTo>
                  <a:lnTo>
                    <a:pt x="2185176" y="3945312"/>
                  </a:lnTo>
                  <a:lnTo>
                    <a:pt x="2194598" y="3945312"/>
                  </a:lnTo>
                  <a:lnTo>
                    <a:pt x="2194598" y="3973829"/>
                  </a:lnTo>
                  <a:lnTo>
                    <a:pt x="2207493" y="3973829"/>
                  </a:lnTo>
                  <a:lnTo>
                    <a:pt x="2207493" y="3945312"/>
                  </a:lnTo>
                  <a:lnTo>
                    <a:pt x="2211212" y="3945312"/>
                  </a:lnTo>
                  <a:lnTo>
                    <a:pt x="2237248" y="3945312"/>
                  </a:lnTo>
                  <a:lnTo>
                    <a:pt x="2237248" y="3578306"/>
                  </a:lnTo>
                  <a:lnTo>
                    <a:pt x="2237248" y="3166664"/>
                  </a:lnTo>
                  <a:lnTo>
                    <a:pt x="2237248" y="2968283"/>
                  </a:lnTo>
                  <a:lnTo>
                    <a:pt x="2237248" y="2799659"/>
                  </a:lnTo>
                  <a:lnTo>
                    <a:pt x="2237248" y="2008613"/>
                  </a:lnTo>
                  <a:lnTo>
                    <a:pt x="2244687" y="2008613"/>
                  </a:lnTo>
                  <a:lnTo>
                    <a:pt x="2244687" y="1730878"/>
                  </a:lnTo>
                  <a:lnTo>
                    <a:pt x="2244687" y="1383711"/>
                  </a:lnTo>
                  <a:lnTo>
                    <a:pt x="2244687" y="1066300"/>
                  </a:lnTo>
                  <a:lnTo>
                    <a:pt x="2244687" y="369486"/>
                  </a:lnTo>
                  <a:lnTo>
                    <a:pt x="2244687" y="28517"/>
                  </a:lnTo>
                  <a:lnTo>
                    <a:pt x="2214931" y="28517"/>
                  </a:lnTo>
                  <a:lnTo>
                    <a:pt x="2214931" y="0"/>
                  </a:lnTo>
                  <a:lnTo>
                    <a:pt x="2087602" y="0"/>
                  </a:lnTo>
                  <a:lnTo>
                    <a:pt x="1931509" y="0"/>
                  </a:lnTo>
                  <a:lnTo>
                    <a:pt x="1739016" y="0"/>
                  </a:lnTo>
                  <a:lnTo>
                    <a:pt x="1739016" y="28517"/>
                  </a:lnTo>
                  <a:lnTo>
                    <a:pt x="1739016" y="57035"/>
                  </a:lnTo>
                  <a:lnTo>
                    <a:pt x="1931509" y="57035"/>
                  </a:lnTo>
                  <a:lnTo>
                    <a:pt x="2087602" y="57035"/>
                  </a:lnTo>
                  <a:lnTo>
                    <a:pt x="2214931" y="57035"/>
                  </a:lnTo>
                  <a:lnTo>
                    <a:pt x="2214931" y="87437"/>
                  </a:lnTo>
                  <a:lnTo>
                    <a:pt x="2185176" y="87437"/>
                  </a:lnTo>
                  <a:lnTo>
                    <a:pt x="2185176" y="354607"/>
                  </a:lnTo>
                  <a:lnTo>
                    <a:pt x="1675289" y="354607"/>
                  </a:lnTo>
                  <a:lnTo>
                    <a:pt x="1675289" y="384364"/>
                  </a:lnTo>
                  <a:lnTo>
                    <a:pt x="2185176" y="384364"/>
                  </a:lnTo>
                  <a:lnTo>
                    <a:pt x="2185176" y="1031584"/>
                  </a:lnTo>
                  <a:lnTo>
                    <a:pt x="2056384" y="1031584"/>
                  </a:lnTo>
                  <a:lnTo>
                    <a:pt x="2056384" y="1101017"/>
                  </a:lnTo>
                  <a:lnTo>
                    <a:pt x="2185176" y="1101017"/>
                  </a:lnTo>
                  <a:lnTo>
                    <a:pt x="2185176" y="1383711"/>
                  </a:lnTo>
                  <a:lnTo>
                    <a:pt x="2185176" y="1730878"/>
                  </a:lnTo>
                  <a:lnTo>
                    <a:pt x="2185176" y="1993734"/>
                  </a:lnTo>
                  <a:lnTo>
                    <a:pt x="1948669" y="1993734"/>
                  </a:lnTo>
                  <a:lnTo>
                    <a:pt x="1948669" y="2023491"/>
                  </a:lnTo>
                  <a:lnTo>
                    <a:pt x="2177737" y="2023491"/>
                  </a:lnTo>
                  <a:lnTo>
                    <a:pt x="2177737" y="2008613"/>
                  </a:lnTo>
                  <a:lnTo>
                    <a:pt x="2185176" y="2008613"/>
                  </a:lnTo>
                  <a:lnTo>
                    <a:pt x="2185176" y="2799659"/>
                  </a:lnTo>
                  <a:lnTo>
                    <a:pt x="2185176" y="2968283"/>
                  </a:lnTo>
                  <a:lnTo>
                    <a:pt x="2185176" y="3166664"/>
                  </a:lnTo>
                  <a:lnTo>
                    <a:pt x="2185176" y="3560154"/>
                  </a:lnTo>
                  <a:close/>
                  <a:moveTo>
                    <a:pt x="1407811" y="0"/>
                  </a:moveTo>
                  <a:lnTo>
                    <a:pt x="1427648" y="0"/>
                  </a:lnTo>
                  <a:lnTo>
                    <a:pt x="1427648" y="28517"/>
                  </a:lnTo>
                  <a:lnTo>
                    <a:pt x="1436327" y="28517"/>
                  </a:lnTo>
                  <a:lnTo>
                    <a:pt x="1436327" y="109135"/>
                  </a:lnTo>
                  <a:lnTo>
                    <a:pt x="1407811" y="109135"/>
                  </a:lnTo>
                  <a:lnTo>
                    <a:pt x="1379295" y="109135"/>
                  </a:lnTo>
                  <a:lnTo>
                    <a:pt x="1379295" y="28517"/>
                  </a:lnTo>
                  <a:lnTo>
                    <a:pt x="1407811" y="28517"/>
                  </a:lnTo>
                  <a:close/>
                  <a:moveTo>
                    <a:pt x="730872" y="2017292"/>
                  </a:moveTo>
                  <a:lnTo>
                    <a:pt x="879650" y="2017292"/>
                  </a:lnTo>
                  <a:lnTo>
                    <a:pt x="944120" y="2017292"/>
                  </a:lnTo>
                  <a:lnTo>
                    <a:pt x="1026444" y="2017292"/>
                  </a:lnTo>
                  <a:lnTo>
                    <a:pt x="1026444" y="2045809"/>
                  </a:lnTo>
                  <a:lnTo>
                    <a:pt x="1026444" y="2074326"/>
                  </a:lnTo>
                  <a:lnTo>
                    <a:pt x="958998" y="2074326"/>
                  </a:lnTo>
                  <a:lnTo>
                    <a:pt x="958998" y="2462410"/>
                  </a:lnTo>
                  <a:lnTo>
                    <a:pt x="958998" y="2693029"/>
                  </a:lnTo>
                  <a:lnTo>
                    <a:pt x="929242" y="2693029"/>
                  </a:lnTo>
                  <a:lnTo>
                    <a:pt x="929242" y="2477289"/>
                  </a:lnTo>
                  <a:lnTo>
                    <a:pt x="651523" y="2477289"/>
                  </a:lnTo>
                  <a:lnTo>
                    <a:pt x="651523" y="2447532"/>
                  </a:lnTo>
                  <a:lnTo>
                    <a:pt x="651523" y="2316104"/>
                  </a:lnTo>
                  <a:lnTo>
                    <a:pt x="681279" y="2316104"/>
                  </a:lnTo>
                  <a:lnTo>
                    <a:pt x="681279" y="2447532"/>
                  </a:lnTo>
                  <a:lnTo>
                    <a:pt x="929242" y="2447532"/>
                  </a:lnTo>
                  <a:lnTo>
                    <a:pt x="929242" y="2074326"/>
                  </a:lnTo>
                  <a:lnTo>
                    <a:pt x="879650" y="2074326"/>
                  </a:lnTo>
                  <a:lnTo>
                    <a:pt x="730872" y="2074326"/>
                  </a:lnTo>
                  <a:lnTo>
                    <a:pt x="681279" y="2074326"/>
                  </a:lnTo>
                  <a:lnTo>
                    <a:pt x="681279" y="2147480"/>
                  </a:lnTo>
                  <a:lnTo>
                    <a:pt x="651523" y="2147480"/>
                  </a:lnTo>
                  <a:lnTo>
                    <a:pt x="651523" y="2086428"/>
                  </a:lnTo>
                  <a:lnTo>
                    <a:pt x="652639" y="2086428"/>
                  </a:lnTo>
                  <a:lnTo>
                    <a:pt x="652639" y="2017292"/>
                  </a:lnTo>
                  <a:close/>
                  <a:moveTo>
                    <a:pt x="130677" y="2074326"/>
                  </a:moveTo>
                  <a:lnTo>
                    <a:pt x="130677" y="2017292"/>
                  </a:lnTo>
                  <a:lnTo>
                    <a:pt x="29136" y="2017292"/>
                  </a:lnTo>
                  <a:lnTo>
                    <a:pt x="0" y="2017292"/>
                  </a:lnTo>
                  <a:lnTo>
                    <a:pt x="0" y="2074326"/>
                  </a:lnTo>
                  <a:lnTo>
                    <a:pt x="620" y="2074326"/>
                  </a:lnTo>
                  <a:lnTo>
                    <a:pt x="620" y="2536803"/>
                  </a:lnTo>
                  <a:lnTo>
                    <a:pt x="620" y="3684936"/>
                  </a:lnTo>
                  <a:lnTo>
                    <a:pt x="620" y="3823803"/>
                  </a:lnTo>
                  <a:lnTo>
                    <a:pt x="29136" y="3823803"/>
                  </a:lnTo>
                  <a:lnTo>
                    <a:pt x="29136" y="3852320"/>
                  </a:lnTo>
                  <a:lnTo>
                    <a:pt x="175434" y="3852320"/>
                  </a:lnTo>
                  <a:lnTo>
                    <a:pt x="175434" y="3823803"/>
                  </a:lnTo>
                  <a:lnTo>
                    <a:pt x="175434" y="3795286"/>
                  </a:lnTo>
                  <a:lnTo>
                    <a:pt x="57651" y="3795286"/>
                  </a:lnTo>
                  <a:lnTo>
                    <a:pt x="57651" y="3713453"/>
                  </a:lnTo>
                  <a:lnTo>
                    <a:pt x="89143" y="3713453"/>
                  </a:lnTo>
                  <a:lnTo>
                    <a:pt x="89143" y="3684936"/>
                  </a:lnTo>
                  <a:lnTo>
                    <a:pt x="89143" y="3656419"/>
                  </a:lnTo>
                  <a:lnTo>
                    <a:pt x="57651" y="3656419"/>
                  </a:lnTo>
                  <a:lnTo>
                    <a:pt x="57651" y="2536803"/>
                  </a:lnTo>
                  <a:lnTo>
                    <a:pt x="57651" y="2074326"/>
                  </a:lnTo>
                  <a:close/>
                  <a:moveTo>
                    <a:pt x="1027188" y="2953404"/>
                  </a:moveTo>
                  <a:lnTo>
                    <a:pt x="1027188" y="2983162"/>
                  </a:lnTo>
                  <a:lnTo>
                    <a:pt x="958998" y="2983162"/>
                  </a:lnTo>
                  <a:lnTo>
                    <a:pt x="958998" y="2968283"/>
                  </a:lnTo>
                  <a:lnTo>
                    <a:pt x="944120" y="2968283"/>
                  </a:lnTo>
                  <a:lnTo>
                    <a:pt x="944120" y="2953404"/>
                  </a:lnTo>
                  <a:close/>
                  <a:moveTo>
                    <a:pt x="672104" y="3656419"/>
                  </a:moveTo>
                  <a:lnTo>
                    <a:pt x="672104" y="3684936"/>
                  </a:lnTo>
                  <a:lnTo>
                    <a:pt x="672104" y="3713453"/>
                  </a:lnTo>
                  <a:lnTo>
                    <a:pt x="680039" y="3713453"/>
                  </a:lnTo>
                  <a:lnTo>
                    <a:pt x="680039" y="3823803"/>
                  </a:lnTo>
                  <a:lnTo>
                    <a:pt x="708555" y="3823803"/>
                  </a:lnTo>
                  <a:close/>
                  <a:moveTo>
                    <a:pt x="708555" y="3656419"/>
                  </a:moveTo>
                  <a:lnTo>
                    <a:pt x="708555" y="3684936"/>
                  </a:lnTo>
                  <a:lnTo>
                    <a:pt x="737071" y="3684936"/>
                  </a:lnTo>
                  <a:lnTo>
                    <a:pt x="737071" y="3795286"/>
                  </a:lnTo>
                  <a:lnTo>
                    <a:pt x="929242" y="3795286"/>
                  </a:lnTo>
                  <a:lnTo>
                    <a:pt x="929242" y="3823803"/>
                  </a:lnTo>
                  <a:lnTo>
                    <a:pt x="944120" y="3823803"/>
                  </a:lnTo>
                  <a:lnTo>
                    <a:pt x="946352" y="3823803"/>
                  </a:lnTo>
                  <a:lnTo>
                    <a:pt x="958998" y="3823803"/>
                  </a:lnTo>
                  <a:lnTo>
                    <a:pt x="972636" y="3823803"/>
                  </a:lnTo>
                  <a:lnTo>
                    <a:pt x="972636" y="3945312"/>
                  </a:lnTo>
                  <a:lnTo>
                    <a:pt x="972636" y="4015985"/>
                  </a:lnTo>
                  <a:lnTo>
                    <a:pt x="1100337" y="4015985"/>
                  </a:lnTo>
                  <a:lnTo>
                    <a:pt x="1100337" y="4040386"/>
                  </a:lnTo>
                  <a:lnTo>
                    <a:pt x="1114223" y="4021565"/>
                  </a:lnTo>
                  <a:lnTo>
                    <a:pt x="1149334" y="4047528"/>
                  </a:lnTo>
                  <a:lnTo>
                    <a:pt x="1132374" y="4070441"/>
                  </a:lnTo>
                  <a:lnTo>
                    <a:pt x="1115438" y="4093379"/>
                  </a:lnTo>
                  <a:lnTo>
                    <a:pt x="1087889" y="4073020"/>
                  </a:lnTo>
                  <a:lnTo>
                    <a:pt x="944120" y="4073020"/>
                  </a:lnTo>
                  <a:lnTo>
                    <a:pt x="944120" y="4044502"/>
                  </a:lnTo>
                  <a:lnTo>
                    <a:pt x="915604" y="4044502"/>
                  </a:lnTo>
                  <a:lnTo>
                    <a:pt x="915604" y="3945312"/>
                  </a:lnTo>
                  <a:lnTo>
                    <a:pt x="915604" y="3852320"/>
                  </a:lnTo>
                  <a:lnTo>
                    <a:pt x="708555" y="3852320"/>
                  </a:lnTo>
                  <a:lnTo>
                    <a:pt x="708555" y="3823803"/>
                  </a:lnTo>
                  <a:close/>
                  <a:moveTo>
                    <a:pt x="1926848" y="3916794"/>
                  </a:moveTo>
                  <a:lnTo>
                    <a:pt x="1913309" y="3916794"/>
                  </a:lnTo>
                  <a:lnTo>
                    <a:pt x="1913309" y="3930433"/>
                  </a:lnTo>
                  <a:lnTo>
                    <a:pt x="1902895" y="3930433"/>
                  </a:lnTo>
                  <a:lnTo>
                    <a:pt x="1902895" y="3941493"/>
                  </a:lnTo>
                  <a:lnTo>
                    <a:pt x="1883405" y="3941468"/>
                  </a:lnTo>
                  <a:lnTo>
                    <a:pt x="1883405" y="4015985"/>
                  </a:lnTo>
                  <a:lnTo>
                    <a:pt x="1691605" y="4015985"/>
                  </a:lnTo>
                  <a:lnTo>
                    <a:pt x="1691605" y="4016828"/>
                  </a:lnTo>
                  <a:lnTo>
                    <a:pt x="1691233" y="4016233"/>
                  </a:lnTo>
                  <a:lnTo>
                    <a:pt x="1651361" y="4046585"/>
                  </a:lnTo>
                  <a:lnTo>
                    <a:pt x="1669834" y="4069003"/>
                  </a:lnTo>
                  <a:lnTo>
                    <a:pt x="1688307" y="4091444"/>
                  </a:lnTo>
                  <a:lnTo>
                    <a:pt x="1721063" y="4066944"/>
                  </a:lnTo>
                  <a:lnTo>
                    <a:pt x="1712930" y="4073020"/>
                  </a:lnTo>
                  <a:lnTo>
                    <a:pt x="1913309" y="4073020"/>
                  </a:lnTo>
                  <a:lnTo>
                    <a:pt x="1913309" y="4044502"/>
                  </a:lnTo>
                  <a:lnTo>
                    <a:pt x="1943238" y="4044502"/>
                  </a:lnTo>
                  <a:lnTo>
                    <a:pt x="1943238" y="3941468"/>
                  </a:lnTo>
                  <a:lnTo>
                    <a:pt x="1926848" y="3941468"/>
                  </a:lnTo>
                  <a:close/>
                  <a:moveTo>
                    <a:pt x="1407811" y="318427"/>
                  </a:moveTo>
                  <a:lnTo>
                    <a:pt x="1379295" y="318427"/>
                  </a:lnTo>
                  <a:lnTo>
                    <a:pt x="1379295" y="369486"/>
                  </a:lnTo>
                  <a:lnTo>
                    <a:pt x="1379295" y="534167"/>
                  </a:lnTo>
                  <a:lnTo>
                    <a:pt x="1407811" y="534167"/>
                  </a:lnTo>
                  <a:lnTo>
                    <a:pt x="1436327" y="534167"/>
                  </a:lnTo>
                  <a:lnTo>
                    <a:pt x="1436327" y="369486"/>
                  </a:lnTo>
                  <a:lnTo>
                    <a:pt x="1436327" y="318427"/>
                  </a:lnTo>
                  <a:close/>
                  <a:moveTo>
                    <a:pt x="1407811" y="901693"/>
                  </a:moveTo>
                  <a:lnTo>
                    <a:pt x="1379295" y="901693"/>
                  </a:lnTo>
                  <a:lnTo>
                    <a:pt x="1379295" y="1066300"/>
                  </a:lnTo>
                  <a:lnTo>
                    <a:pt x="1379295" y="1475462"/>
                  </a:lnTo>
                  <a:lnTo>
                    <a:pt x="1407811" y="1475462"/>
                  </a:lnTo>
                  <a:lnTo>
                    <a:pt x="1436327" y="1475462"/>
                  </a:lnTo>
                  <a:lnTo>
                    <a:pt x="1436327" y="1066300"/>
                  </a:lnTo>
                  <a:lnTo>
                    <a:pt x="1436327" y="901693"/>
                  </a:lnTo>
                  <a:close/>
                  <a:moveTo>
                    <a:pt x="1233270" y="4145032"/>
                  </a:moveTo>
                  <a:lnTo>
                    <a:pt x="1216334" y="4167970"/>
                  </a:lnTo>
                  <a:lnTo>
                    <a:pt x="1254991" y="4196537"/>
                  </a:lnTo>
                  <a:lnTo>
                    <a:pt x="1267414" y="4179352"/>
                  </a:lnTo>
                  <a:lnTo>
                    <a:pt x="1265877" y="4199488"/>
                  </a:lnTo>
                  <a:lnTo>
                    <a:pt x="1275647" y="4199488"/>
                  </a:lnTo>
                  <a:lnTo>
                    <a:pt x="1275647" y="4170971"/>
                  </a:lnTo>
                  <a:lnTo>
                    <a:pt x="1275647" y="4166086"/>
                  </a:lnTo>
                  <a:lnTo>
                    <a:pt x="1285317" y="4148033"/>
                  </a:lnTo>
                  <a:lnTo>
                    <a:pt x="1250231" y="4122094"/>
                  </a:lnTo>
                  <a:close/>
                  <a:moveTo>
                    <a:pt x="1702267" y="2008637"/>
                  </a:moveTo>
                  <a:lnTo>
                    <a:pt x="1705193" y="2008613"/>
                  </a:lnTo>
                  <a:lnTo>
                    <a:pt x="1728328" y="2008613"/>
                  </a:lnTo>
                  <a:lnTo>
                    <a:pt x="1743851" y="2008613"/>
                  </a:lnTo>
                  <a:lnTo>
                    <a:pt x="1759547" y="2008613"/>
                  </a:lnTo>
                  <a:lnTo>
                    <a:pt x="1759497" y="2045809"/>
                  </a:lnTo>
                  <a:lnTo>
                    <a:pt x="1759473" y="2083006"/>
                  </a:lnTo>
                  <a:lnTo>
                    <a:pt x="1705193" y="2083006"/>
                  </a:lnTo>
                  <a:lnTo>
                    <a:pt x="1702243" y="2083006"/>
                  </a:lnTo>
                  <a:lnTo>
                    <a:pt x="1407811" y="2083006"/>
                  </a:lnTo>
                  <a:lnTo>
                    <a:pt x="1407811" y="2074326"/>
                  </a:lnTo>
                  <a:lnTo>
                    <a:pt x="1325487" y="2074326"/>
                  </a:lnTo>
                  <a:lnTo>
                    <a:pt x="1325487" y="2045809"/>
                  </a:lnTo>
                  <a:lnTo>
                    <a:pt x="1325487" y="2017292"/>
                  </a:lnTo>
                  <a:lnTo>
                    <a:pt x="1379295" y="2017292"/>
                  </a:lnTo>
                  <a:lnTo>
                    <a:pt x="1379295" y="1882144"/>
                  </a:lnTo>
                  <a:lnTo>
                    <a:pt x="1407811" y="1882144"/>
                  </a:lnTo>
                  <a:lnTo>
                    <a:pt x="1436327" y="1882144"/>
                  </a:lnTo>
                  <a:lnTo>
                    <a:pt x="1436327" y="2008613"/>
                  </a:lnTo>
                  <a:close/>
                  <a:moveTo>
                    <a:pt x="1542629" y="4199488"/>
                  </a:moveTo>
                  <a:lnTo>
                    <a:pt x="1529090" y="4199488"/>
                  </a:lnTo>
                  <a:lnTo>
                    <a:pt x="1529090" y="4173773"/>
                  </a:lnTo>
                  <a:lnTo>
                    <a:pt x="1515055" y="4148529"/>
                  </a:lnTo>
                  <a:lnTo>
                    <a:pt x="1547811" y="4124029"/>
                  </a:lnTo>
                  <a:lnTo>
                    <a:pt x="1566284" y="4146471"/>
                  </a:lnTo>
                  <a:lnTo>
                    <a:pt x="1584733" y="4168912"/>
                  </a:lnTo>
                  <a:lnTo>
                    <a:pt x="1544885" y="4199240"/>
                  </a:lnTo>
                  <a:lnTo>
                    <a:pt x="1541959" y="419452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GF_KitchenSmallWindow_Infill"/>
            <p:cNvSpPr/>
            <p:nvPr/>
          </p:nvSpPr>
          <p:spPr>
            <a:xfrm>
              <a:off x="1737874" y="1229192"/>
              <a:ext cx="57032" cy="97951"/>
            </a:xfrm>
            <a:custGeom>
              <a:avLst/>
              <a:gdLst/>
              <a:ahLst/>
              <a:cxnLst/>
              <a:rect l="l" t="t" r="r" b="b"/>
              <a:pathLst>
                <a:path w="57032" h="97951">
                  <a:moveTo>
                    <a:pt x="57032" y="0"/>
                  </a:moveTo>
                  <a:lnTo>
                    <a:pt x="57032" y="97951"/>
                  </a:lnTo>
                  <a:lnTo>
                    <a:pt x="0" y="979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Stair_Tread_06"/>
            <p:cNvSpPr/>
            <p:nvPr/>
          </p:nvSpPr>
          <p:spPr>
            <a:xfrm>
              <a:off x="2303231" y="3467704"/>
              <a:ext cx="240648" cy="54927"/>
            </a:xfrm>
            <a:custGeom>
              <a:avLst/>
              <a:gdLst/>
              <a:ahLst/>
              <a:cxnLst/>
              <a:rect l="l" t="t" r="r" b="b"/>
              <a:pathLst>
                <a:path w="240648" h="54927">
                  <a:moveTo>
                    <a:pt x="0" y="0"/>
                  </a:moveTo>
                  <a:lnTo>
                    <a:pt x="240648" y="0"/>
                  </a:lnTo>
                  <a:lnTo>
                    <a:pt x="240648" y="54927"/>
                  </a:lnTo>
                  <a:lnTo>
                    <a:pt x="0" y="5492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Stair_Riser_06"/>
            <p:cNvSpPr/>
            <p:nvPr/>
          </p:nvSpPr>
          <p:spPr>
            <a:xfrm>
              <a:off x="2303231" y="3515166"/>
              <a:ext cx="240648" cy="7465"/>
            </a:xfrm>
            <a:custGeom>
              <a:avLst/>
              <a:gdLst/>
              <a:ahLst/>
              <a:cxnLst/>
              <a:rect l="l" t="t" r="r" b="b"/>
              <a:pathLst>
                <a:path w="240648" h="7465">
                  <a:moveTo>
                    <a:pt x="0" y="0"/>
                  </a:moveTo>
                  <a:lnTo>
                    <a:pt x="240648" y="0"/>
                  </a:lnTo>
                  <a:lnTo>
                    <a:pt x="240648" y="7465"/>
                  </a:lnTo>
                  <a:lnTo>
                    <a:pt x="0" y="746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Stair_Baluster"/>
            <p:cNvSpPr/>
            <p:nvPr/>
          </p:nvSpPr>
          <p:spPr>
            <a:xfrm>
              <a:off x="2307074" y="3729443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Stair_Baluster.001"/>
            <p:cNvSpPr/>
            <p:nvPr/>
          </p:nvSpPr>
          <p:spPr>
            <a:xfrm>
              <a:off x="2307074" y="3712184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4"/>
                  </a:lnTo>
                  <a:lnTo>
                    <a:pt x="3521" y="5183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4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Stair_Baluster.002"/>
            <p:cNvSpPr/>
            <p:nvPr/>
          </p:nvSpPr>
          <p:spPr>
            <a:xfrm>
              <a:off x="2303503" y="3694925"/>
              <a:ext cx="10638" cy="5183"/>
            </a:xfrm>
            <a:custGeom>
              <a:avLst/>
              <a:gdLst/>
              <a:ahLst/>
              <a:cxnLst/>
              <a:rect l="l" t="t" r="r" b="b"/>
              <a:pathLst>
                <a:path w="10638" h="5183">
                  <a:moveTo>
                    <a:pt x="9596" y="4414"/>
                  </a:moveTo>
                  <a:lnTo>
                    <a:pt x="8456" y="4984"/>
                  </a:lnTo>
                  <a:lnTo>
                    <a:pt x="7092" y="5183"/>
                  </a:lnTo>
                  <a:lnTo>
                    <a:pt x="5753" y="4984"/>
                  </a:lnTo>
                  <a:lnTo>
                    <a:pt x="4612" y="4414"/>
                  </a:lnTo>
                  <a:lnTo>
                    <a:pt x="199" y="4563"/>
                  </a:lnTo>
                  <a:lnTo>
                    <a:pt x="0" y="3546"/>
                  </a:lnTo>
                  <a:lnTo>
                    <a:pt x="199" y="595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Stair_Baluster.003"/>
            <p:cNvSpPr/>
            <p:nvPr/>
          </p:nvSpPr>
          <p:spPr>
            <a:xfrm>
              <a:off x="2303503" y="3677666"/>
              <a:ext cx="10638" cy="5158"/>
            </a:xfrm>
            <a:custGeom>
              <a:avLst/>
              <a:gdLst/>
              <a:ahLst/>
              <a:cxnLst/>
              <a:rect l="l" t="t" r="r" b="b"/>
              <a:pathLst>
                <a:path w="10638" h="5158">
                  <a:moveTo>
                    <a:pt x="9596" y="4414"/>
                  </a:moveTo>
                  <a:lnTo>
                    <a:pt x="8456" y="4959"/>
                  </a:lnTo>
                  <a:lnTo>
                    <a:pt x="7092" y="5158"/>
                  </a:lnTo>
                  <a:lnTo>
                    <a:pt x="5753" y="4959"/>
                  </a:lnTo>
                  <a:lnTo>
                    <a:pt x="4612" y="4414"/>
                  </a:lnTo>
                  <a:lnTo>
                    <a:pt x="199" y="4562"/>
                  </a:lnTo>
                  <a:lnTo>
                    <a:pt x="0" y="3546"/>
                  </a:lnTo>
                  <a:lnTo>
                    <a:pt x="3844" y="1587"/>
                  </a:lnTo>
                  <a:lnTo>
                    <a:pt x="4612" y="744"/>
                  </a:lnTo>
                  <a:lnTo>
                    <a:pt x="5753" y="198"/>
                  </a:lnTo>
                  <a:lnTo>
                    <a:pt x="7092" y="0"/>
                  </a:lnTo>
                  <a:lnTo>
                    <a:pt x="8456" y="198"/>
                  </a:lnTo>
                  <a:lnTo>
                    <a:pt x="9596" y="744"/>
                  </a:lnTo>
                  <a:lnTo>
                    <a:pt x="10365" y="1587"/>
                  </a:lnTo>
                  <a:lnTo>
                    <a:pt x="10638" y="2579"/>
                  </a:lnTo>
                  <a:lnTo>
                    <a:pt x="1036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Stair_Baluster.004"/>
            <p:cNvSpPr/>
            <p:nvPr/>
          </p:nvSpPr>
          <p:spPr>
            <a:xfrm>
              <a:off x="2303528" y="3660382"/>
              <a:ext cx="10613" cy="5182"/>
            </a:xfrm>
            <a:custGeom>
              <a:avLst/>
              <a:gdLst/>
              <a:ahLst/>
              <a:cxnLst/>
              <a:rect l="l" t="t" r="r" b="b"/>
              <a:pathLst>
                <a:path w="10613" h="5182">
                  <a:moveTo>
                    <a:pt x="9571" y="4438"/>
                  </a:moveTo>
                  <a:lnTo>
                    <a:pt x="8431" y="4984"/>
                  </a:lnTo>
                  <a:lnTo>
                    <a:pt x="7067" y="5182"/>
                  </a:lnTo>
                  <a:lnTo>
                    <a:pt x="5728" y="4984"/>
                  </a:lnTo>
                  <a:lnTo>
                    <a:pt x="4587" y="4438"/>
                  </a:lnTo>
                  <a:lnTo>
                    <a:pt x="3819" y="3595"/>
                  </a:lnTo>
                  <a:lnTo>
                    <a:pt x="0" y="1636"/>
                  </a:lnTo>
                  <a:lnTo>
                    <a:pt x="174" y="620"/>
                  </a:lnTo>
                  <a:lnTo>
                    <a:pt x="4587" y="768"/>
                  </a:lnTo>
                  <a:lnTo>
                    <a:pt x="5728" y="198"/>
                  </a:lnTo>
                  <a:lnTo>
                    <a:pt x="7067" y="0"/>
                  </a:lnTo>
                  <a:lnTo>
                    <a:pt x="8431" y="198"/>
                  </a:lnTo>
                  <a:lnTo>
                    <a:pt x="9571" y="768"/>
                  </a:lnTo>
                  <a:lnTo>
                    <a:pt x="10340" y="1612"/>
                  </a:lnTo>
                  <a:lnTo>
                    <a:pt x="10613" y="2603"/>
                  </a:lnTo>
                  <a:lnTo>
                    <a:pt x="10340" y="359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Stair_Baluster.005"/>
            <p:cNvSpPr/>
            <p:nvPr/>
          </p:nvSpPr>
          <p:spPr>
            <a:xfrm>
              <a:off x="2303528" y="3643122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71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Stair_Baluster.006"/>
            <p:cNvSpPr/>
            <p:nvPr/>
          </p:nvSpPr>
          <p:spPr>
            <a:xfrm>
              <a:off x="2303528" y="3625863"/>
              <a:ext cx="10613" cy="5183"/>
            </a:xfrm>
            <a:custGeom>
              <a:avLst/>
              <a:gdLst/>
              <a:ahLst/>
              <a:cxnLst/>
              <a:rect l="l" t="t" r="r" b="b"/>
              <a:pathLst>
                <a:path w="10613" h="5183">
                  <a:moveTo>
                    <a:pt x="9571" y="4439"/>
                  </a:moveTo>
                  <a:lnTo>
                    <a:pt x="8431" y="4985"/>
                  </a:lnTo>
                  <a:lnTo>
                    <a:pt x="7067" y="5183"/>
                  </a:lnTo>
                  <a:lnTo>
                    <a:pt x="5728" y="4985"/>
                  </a:lnTo>
                  <a:lnTo>
                    <a:pt x="4587" y="4439"/>
                  </a:lnTo>
                  <a:lnTo>
                    <a:pt x="149" y="4588"/>
                  </a:lnTo>
                  <a:lnTo>
                    <a:pt x="0" y="3546"/>
                  </a:lnTo>
                  <a:lnTo>
                    <a:pt x="149" y="620"/>
                  </a:lnTo>
                  <a:lnTo>
                    <a:pt x="4587" y="769"/>
                  </a:lnTo>
                  <a:lnTo>
                    <a:pt x="5728" y="199"/>
                  </a:lnTo>
                  <a:lnTo>
                    <a:pt x="7067" y="0"/>
                  </a:lnTo>
                  <a:lnTo>
                    <a:pt x="8431" y="199"/>
                  </a:lnTo>
                  <a:lnTo>
                    <a:pt x="9571" y="769"/>
                  </a:lnTo>
                  <a:lnTo>
                    <a:pt x="10340" y="1612"/>
                  </a:lnTo>
                  <a:lnTo>
                    <a:pt x="10613" y="2604"/>
                  </a:lnTo>
                  <a:lnTo>
                    <a:pt x="10340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Stair_Baluster.007"/>
            <p:cNvSpPr/>
            <p:nvPr/>
          </p:nvSpPr>
          <p:spPr>
            <a:xfrm>
              <a:off x="2303553" y="3608604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3794" y="3596"/>
                  </a:lnTo>
                  <a:lnTo>
                    <a:pt x="0" y="1637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9"/>
                  </a:lnTo>
                  <a:lnTo>
                    <a:pt x="7042" y="0"/>
                  </a:lnTo>
                  <a:lnTo>
                    <a:pt x="8406" y="199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604"/>
                  </a:lnTo>
                  <a:lnTo>
                    <a:pt x="10315" y="359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Stair_Baluster.008"/>
            <p:cNvSpPr/>
            <p:nvPr/>
          </p:nvSpPr>
          <p:spPr>
            <a:xfrm>
              <a:off x="2303553" y="3591345"/>
              <a:ext cx="10588" cy="5183"/>
            </a:xfrm>
            <a:custGeom>
              <a:avLst/>
              <a:gdLst/>
              <a:ahLst/>
              <a:cxnLst/>
              <a:rect l="l" t="t" r="r" b="b"/>
              <a:pathLst>
                <a:path w="10588" h="5183">
                  <a:moveTo>
                    <a:pt x="9546" y="4414"/>
                  </a:moveTo>
                  <a:lnTo>
                    <a:pt x="8406" y="4984"/>
                  </a:lnTo>
                  <a:lnTo>
                    <a:pt x="7042" y="5183"/>
                  </a:lnTo>
                  <a:lnTo>
                    <a:pt x="5703" y="4984"/>
                  </a:lnTo>
                  <a:lnTo>
                    <a:pt x="4562" y="4414"/>
                  </a:lnTo>
                  <a:lnTo>
                    <a:pt x="99" y="4588"/>
                  </a:lnTo>
                  <a:lnTo>
                    <a:pt x="0" y="3546"/>
                  </a:lnTo>
                  <a:lnTo>
                    <a:pt x="99" y="595"/>
                  </a:lnTo>
                  <a:lnTo>
                    <a:pt x="4562" y="769"/>
                  </a:lnTo>
                  <a:lnTo>
                    <a:pt x="5703" y="198"/>
                  </a:lnTo>
                  <a:lnTo>
                    <a:pt x="7042" y="0"/>
                  </a:lnTo>
                  <a:lnTo>
                    <a:pt x="8406" y="198"/>
                  </a:lnTo>
                  <a:lnTo>
                    <a:pt x="9546" y="769"/>
                  </a:lnTo>
                  <a:lnTo>
                    <a:pt x="10315" y="1612"/>
                  </a:lnTo>
                  <a:lnTo>
                    <a:pt x="10588" y="2579"/>
                  </a:lnTo>
                  <a:lnTo>
                    <a:pt x="10315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Stair_Baluster.009"/>
            <p:cNvSpPr/>
            <p:nvPr/>
          </p:nvSpPr>
          <p:spPr>
            <a:xfrm>
              <a:off x="2303553" y="3573218"/>
              <a:ext cx="10588" cy="6050"/>
            </a:xfrm>
            <a:custGeom>
              <a:avLst/>
              <a:gdLst/>
              <a:ahLst/>
              <a:cxnLst/>
              <a:rect l="l" t="t" r="r" b="b"/>
              <a:pathLst>
                <a:path w="10588" h="6050">
                  <a:moveTo>
                    <a:pt x="9546" y="5282"/>
                  </a:moveTo>
                  <a:lnTo>
                    <a:pt x="8406" y="5852"/>
                  </a:lnTo>
                  <a:lnTo>
                    <a:pt x="7042" y="6050"/>
                  </a:lnTo>
                  <a:lnTo>
                    <a:pt x="5703" y="5852"/>
                  </a:lnTo>
                  <a:lnTo>
                    <a:pt x="4562" y="5282"/>
                  </a:lnTo>
                  <a:lnTo>
                    <a:pt x="99" y="5455"/>
                  </a:lnTo>
                  <a:lnTo>
                    <a:pt x="0" y="4414"/>
                  </a:lnTo>
                  <a:lnTo>
                    <a:pt x="99" y="1463"/>
                  </a:lnTo>
                  <a:lnTo>
                    <a:pt x="3868" y="223"/>
                  </a:lnTo>
                  <a:lnTo>
                    <a:pt x="5182" y="0"/>
                  </a:lnTo>
                  <a:lnTo>
                    <a:pt x="6943" y="49"/>
                  </a:lnTo>
                  <a:lnTo>
                    <a:pt x="8555" y="124"/>
                  </a:lnTo>
                  <a:lnTo>
                    <a:pt x="10241" y="223"/>
                  </a:lnTo>
                  <a:lnTo>
                    <a:pt x="10315" y="2455"/>
                  </a:lnTo>
                  <a:lnTo>
                    <a:pt x="10588" y="3447"/>
                  </a:lnTo>
                  <a:lnTo>
                    <a:pt x="10315" y="4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Stair_Baluster.010"/>
            <p:cNvSpPr/>
            <p:nvPr/>
          </p:nvSpPr>
          <p:spPr>
            <a:xfrm>
              <a:off x="2307074" y="3556827"/>
              <a:ext cx="7067" cy="5182"/>
            </a:xfrm>
            <a:custGeom>
              <a:avLst/>
              <a:gdLst/>
              <a:ahLst/>
              <a:cxnLst/>
              <a:rect l="l" t="t" r="r" b="b"/>
              <a:pathLst>
                <a:path w="7067" h="5182">
                  <a:moveTo>
                    <a:pt x="6025" y="4414"/>
                  </a:moveTo>
                  <a:lnTo>
                    <a:pt x="4885" y="4984"/>
                  </a:lnTo>
                  <a:lnTo>
                    <a:pt x="3521" y="5182"/>
                  </a:lnTo>
                  <a:lnTo>
                    <a:pt x="2182" y="4984"/>
                  </a:lnTo>
                  <a:lnTo>
                    <a:pt x="1041" y="4414"/>
                  </a:lnTo>
                  <a:lnTo>
                    <a:pt x="273" y="3570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41" y="743"/>
                  </a:lnTo>
                  <a:lnTo>
                    <a:pt x="2182" y="198"/>
                  </a:lnTo>
                  <a:lnTo>
                    <a:pt x="3521" y="0"/>
                  </a:lnTo>
                  <a:lnTo>
                    <a:pt x="4885" y="198"/>
                  </a:lnTo>
                  <a:lnTo>
                    <a:pt x="6025" y="743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Stair_Baluster.011"/>
            <p:cNvSpPr/>
            <p:nvPr/>
          </p:nvSpPr>
          <p:spPr>
            <a:xfrm>
              <a:off x="2307074" y="3539567"/>
              <a:ext cx="7067" cy="5183"/>
            </a:xfrm>
            <a:custGeom>
              <a:avLst/>
              <a:gdLst/>
              <a:ahLst/>
              <a:cxnLst/>
              <a:rect l="l" t="t" r="r" b="b"/>
              <a:pathLst>
                <a:path w="7067" h="5183">
                  <a:moveTo>
                    <a:pt x="6025" y="4414"/>
                  </a:moveTo>
                  <a:lnTo>
                    <a:pt x="4885" y="4985"/>
                  </a:lnTo>
                  <a:lnTo>
                    <a:pt x="3521" y="5183"/>
                  </a:lnTo>
                  <a:lnTo>
                    <a:pt x="2182" y="4985"/>
                  </a:lnTo>
                  <a:lnTo>
                    <a:pt x="1041" y="4414"/>
                  </a:lnTo>
                  <a:lnTo>
                    <a:pt x="273" y="3571"/>
                  </a:lnTo>
                  <a:lnTo>
                    <a:pt x="0" y="2579"/>
                  </a:lnTo>
                  <a:lnTo>
                    <a:pt x="273" y="1587"/>
                  </a:lnTo>
                  <a:lnTo>
                    <a:pt x="1017" y="744"/>
                  </a:lnTo>
                  <a:lnTo>
                    <a:pt x="2182" y="199"/>
                  </a:lnTo>
                  <a:lnTo>
                    <a:pt x="3521" y="0"/>
                  </a:lnTo>
                  <a:lnTo>
                    <a:pt x="4885" y="199"/>
                  </a:lnTo>
                  <a:lnTo>
                    <a:pt x="6025" y="744"/>
                  </a:lnTo>
                  <a:lnTo>
                    <a:pt x="6794" y="1587"/>
                  </a:lnTo>
                  <a:lnTo>
                    <a:pt x="7067" y="2579"/>
                  </a:lnTo>
                  <a:lnTo>
                    <a:pt x="6794" y="357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Stair_Baluster.012"/>
            <p:cNvSpPr/>
            <p:nvPr/>
          </p:nvSpPr>
          <p:spPr>
            <a:xfrm>
              <a:off x="2303602" y="3520448"/>
              <a:ext cx="10638" cy="7018"/>
            </a:xfrm>
            <a:custGeom>
              <a:avLst/>
              <a:gdLst/>
              <a:ahLst/>
              <a:cxnLst/>
              <a:rect l="l" t="t" r="r" b="b"/>
              <a:pathLst>
                <a:path w="10638" h="7018">
                  <a:moveTo>
                    <a:pt x="9497" y="6274"/>
                  </a:moveTo>
                  <a:lnTo>
                    <a:pt x="8357" y="6845"/>
                  </a:lnTo>
                  <a:lnTo>
                    <a:pt x="6993" y="7018"/>
                  </a:lnTo>
                  <a:lnTo>
                    <a:pt x="5654" y="6845"/>
                  </a:lnTo>
                  <a:lnTo>
                    <a:pt x="4513" y="6274"/>
                  </a:lnTo>
                  <a:lnTo>
                    <a:pt x="25" y="6448"/>
                  </a:lnTo>
                  <a:lnTo>
                    <a:pt x="0" y="5381"/>
                  </a:lnTo>
                  <a:lnTo>
                    <a:pt x="25" y="2431"/>
                  </a:lnTo>
                  <a:lnTo>
                    <a:pt x="3249" y="25"/>
                  </a:lnTo>
                  <a:lnTo>
                    <a:pt x="4637" y="0"/>
                  </a:lnTo>
                  <a:lnTo>
                    <a:pt x="6745" y="0"/>
                  </a:lnTo>
                  <a:lnTo>
                    <a:pt x="8654" y="100"/>
                  </a:lnTo>
                  <a:lnTo>
                    <a:pt x="10638" y="298"/>
                  </a:lnTo>
                  <a:lnTo>
                    <a:pt x="10266" y="3447"/>
                  </a:lnTo>
                  <a:lnTo>
                    <a:pt x="10539" y="4439"/>
                  </a:lnTo>
                  <a:lnTo>
                    <a:pt x="10266" y="543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DuoClassic_CurvedShell"/>
            <p:cNvSpPr/>
            <p:nvPr/>
          </p:nvSpPr>
          <p:spPr>
            <a:xfrm>
              <a:off x="1049281" y="3484541"/>
              <a:ext cx="229118" cy="221196"/>
            </a:xfrm>
            <a:custGeom>
              <a:avLst/>
              <a:gdLst/>
              <a:ahLst/>
              <a:cxnLst/>
              <a:rect l="l" t="t" r="r" b="b"/>
              <a:pathLst>
                <a:path w="229118" h="221196">
                  <a:moveTo>
                    <a:pt x="16365" y="110598"/>
                  </a:moveTo>
                  <a:lnTo>
                    <a:pt x="16836" y="103233"/>
                  </a:lnTo>
                  <a:lnTo>
                    <a:pt x="18250" y="95943"/>
                  </a:lnTo>
                  <a:lnTo>
                    <a:pt x="20605" y="88776"/>
                  </a:lnTo>
                  <a:lnTo>
                    <a:pt x="23829" y="81833"/>
                  </a:lnTo>
                  <a:lnTo>
                    <a:pt x="27970" y="75187"/>
                  </a:lnTo>
                  <a:lnTo>
                    <a:pt x="32904" y="68863"/>
                  </a:lnTo>
                  <a:lnTo>
                    <a:pt x="38657" y="62937"/>
                  </a:lnTo>
                  <a:lnTo>
                    <a:pt x="45129" y="57457"/>
                  </a:lnTo>
                  <a:lnTo>
                    <a:pt x="52270" y="52522"/>
                  </a:lnTo>
                  <a:lnTo>
                    <a:pt x="60007" y="48133"/>
                  </a:lnTo>
                  <a:lnTo>
                    <a:pt x="68264" y="44339"/>
                  </a:lnTo>
                  <a:lnTo>
                    <a:pt x="76992" y="41189"/>
                  </a:lnTo>
                  <a:lnTo>
                    <a:pt x="86043" y="38685"/>
                  </a:lnTo>
                  <a:lnTo>
                    <a:pt x="95391" y="36899"/>
                  </a:lnTo>
                  <a:lnTo>
                    <a:pt x="104938" y="35833"/>
                  </a:lnTo>
                  <a:lnTo>
                    <a:pt x="114559" y="35461"/>
                  </a:lnTo>
                  <a:lnTo>
                    <a:pt x="124180" y="35833"/>
                  </a:lnTo>
                  <a:lnTo>
                    <a:pt x="133726" y="36899"/>
                  </a:lnTo>
                  <a:lnTo>
                    <a:pt x="143074" y="38685"/>
                  </a:lnTo>
                  <a:lnTo>
                    <a:pt x="152125" y="41189"/>
                  </a:lnTo>
                  <a:lnTo>
                    <a:pt x="160853" y="44339"/>
                  </a:lnTo>
                  <a:lnTo>
                    <a:pt x="169110" y="48133"/>
                  </a:lnTo>
                  <a:lnTo>
                    <a:pt x="176847" y="52522"/>
                  </a:lnTo>
                  <a:lnTo>
                    <a:pt x="183988" y="57457"/>
                  </a:lnTo>
                  <a:lnTo>
                    <a:pt x="190460" y="62937"/>
                  </a:lnTo>
                  <a:lnTo>
                    <a:pt x="196213" y="68863"/>
                  </a:lnTo>
                  <a:lnTo>
                    <a:pt x="201147" y="75187"/>
                  </a:lnTo>
                  <a:lnTo>
                    <a:pt x="205288" y="81833"/>
                  </a:lnTo>
                  <a:lnTo>
                    <a:pt x="208512" y="88776"/>
                  </a:lnTo>
                  <a:lnTo>
                    <a:pt x="210867" y="95943"/>
                  </a:lnTo>
                  <a:lnTo>
                    <a:pt x="212281" y="103233"/>
                  </a:lnTo>
                  <a:lnTo>
                    <a:pt x="212752" y="110598"/>
                  </a:lnTo>
                  <a:lnTo>
                    <a:pt x="212752" y="189951"/>
                  </a:lnTo>
                  <a:lnTo>
                    <a:pt x="187460" y="189951"/>
                  </a:lnTo>
                  <a:lnTo>
                    <a:pt x="187460" y="221196"/>
                  </a:lnTo>
                  <a:lnTo>
                    <a:pt x="229118" y="221196"/>
                  </a:lnTo>
                  <a:lnTo>
                    <a:pt x="229118" y="110598"/>
                  </a:lnTo>
                  <a:lnTo>
                    <a:pt x="228572" y="99761"/>
                  </a:lnTo>
                  <a:lnTo>
                    <a:pt x="226911" y="89024"/>
                  </a:lnTo>
                  <a:lnTo>
                    <a:pt x="224183" y="78485"/>
                  </a:lnTo>
                  <a:lnTo>
                    <a:pt x="220389" y="68268"/>
                  </a:lnTo>
                  <a:lnTo>
                    <a:pt x="215579" y="58473"/>
                  </a:lnTo>
                  <a:lnTo>
                    <a:pt x="209801" y="49149"/>
                  </a:lnTo>
                  <a:lnTo>
                    <a:pt x="203106" y="40445"/>
                  </a:lnTo>
                  <a:lnTo>
                    <a:pt x="195568" y="32386"/>
                  </a:lnTo>
                  <a:lnTo>
                    <a:pt x="187237" y="25096"/>
                  </a:lnTo>
                  <a:lnTo>
                    <a:pt x="178211" y="18648"/>
                  </a:lnTo>
                  <a:lnTo>
                    <a:pt x="168565" y="13069"/>
                  </a:lnTo>
                  <a:lnTo>
                    <a:pt x="158398" y="8407"/>
                  </a:lnTo>
                  <a:lnTo>
                    <a:pt x="147810" y="4761"/>
                  </a:lnTo>
                  <a:lnTo>
                    <a:pt x="136900" y="2133"/>
                  </a:lnTo>
                  <a:lnTo>
                    <a:pt x="125791" y="521"/>
                  </a:lnTo>
                  <a:lnTo>
                    <a:pt x="114559" y="0"/>
                  </a:lnTo>
                  <a:lnTo>
                    <a:pt x="103326" y="521"/>
                  </a:lnTo>
                  <a:lnTo>
                    <a:pt x="92217" y="2133"/>
                  </a:lnTo>
                  <a:lnTo>
                    <a:pt x="81307" y="4761"/>
                  </a:lnTo>
                  <a:lnTo>
                    <a:pt x="70719" y="8407"/>
                  </a:lnTo>
                  <a:lnTo>
                    <a:pt x="60552" y="13069"/>
                  </a:lnTo>
                  <a:lnTo>
                    <a:pt x="50906" y="18648"/>
                  </a:lnTo>
                  <a:lnTo>
                    <a:pt x="41881" y="25096"/>
                  </a:lnTo>
                  <a:lnTo>
                    <a:pt x="33549" y="32386"/>
                  </a:lnTo>
                  <a:lnTo>
                    <a:pt x="26011" y="40445"/>
                  </a:lnTo>
                  <a:lnTo>
                    <a:pt x="19316" y="49149"/>
                  </a:lnTo>
                  <a:lnTo>
                    <a:pt x="13538" y="58473"/>
                  </a:lnTo>
                  <a:lnTo>
                    <a:pt x="8728" y="68268"/>
                  </a:lnTo>
                  <a:lnTo>
                    <a:pt x="4934" y="78485"/>
                  </a:lnTo>
                  <a:lnTo>
                    <a:pt x="2206" y="89024"/>
                  </a:lnTo>
                  <a:lnTo>
                    <a:pt x="545" y="99761"/>
                  </a:lnTo>
                  <a:lnTo>
                    <a:pt x="0" y="110598"/>
                  </a:lnTo>
                  <a:lnTo>
                    <a:pt x="0" y="221196"/>
                  </a:lnTo>
                  <a:lnTo>
                    <a:pt x="41657" y="221196"/>
                  </a:lnTo>
                  <a:lnTo>
                    <a:pt x="41657" y="189951"/>
                  </a:lnTo>
                  <a:lnTo>
                    <a:pt x="16365" y="189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030435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274803" y="3586757"/>
              <a:ext cx="15250" cy="34717"/>
            </a:xfrm>
            <a:custGeom>
              <a:avLst/>
              <a:gdLst/>
              <a:ahLst/>
              <a:cxnLst/>
              <a:rect l="l" t="t" r="r" b="b"/>
              <a:pathLst>
                <a:path w="15250" h="34717">
                  <a:moveTo>
                    <a:pt x="0" y="0"/>
                  </a:moveTo>
                  <a:lnTo>
                    <a:pt x="15250" y="0"/>
                  </a:lnTo>
                  <a:lnTo>
                    <a:pt x="15250" y="34717"/>
                  </a:lnTo>
                  <a:lnTo>
                    <a:pt x="0" y="347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06"/>
            <p:cNvSpPr/>
            <p:nvPr/>
          </p:nvSpPr>
          <p:spPr>
            <a:xfrm>
              <a:off x="2242752" y="4942943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07"/>
            <p:cNvSpPr/>
            <p:nvPr/>
          </p:nvSpPr>
          <p:spPr>
            <a:xfrm>
              <a:off x="2242752" y="4687527"/>
              <a:ext cx="37716" cy="7439"/>
            </a:xfrm>
            <a:custGeom>
              <a:avLst/>
              <a:gdLst/>
              <a:ahLst/>
              <a:cxnLst/>
              <a:rect l="l" t="t" r="r" b="b"/>
              <a:pathLst>
                <a:path w="37716" h="7439">
                  <a:moveTo>
                    <a:pt x="0" y="7439"/>
                  </a:moveTo>
                  <a:lnTo>
                    <a:pt x="0" y="0"/>
                  </a:lnTo>
                  <a:lnTo>
                    <a:pt x="37716" y="0"/>
                  </a:lnTo>
                  <a:lnTo>
                    <a:pt x="37716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10"/>
            <p:cNvSpPr/>
            <p:nvPr/>
          </p:nvSpPr>
          <p:spPr>
            <a:xfrm>
              <a:off x="1777672" y="1360297"/>
              <a:ext cx="7439" cy="35957"/>
            </a:xfrm>
            <a:custGeom>
              <a:avLst/>
              <a:gdLst/>
              <a:ahLst/>
              <a:cxnLst/>
              <a:rect l="l" t="t" r="r" b="b"/>
              <a:pathLst>
                <a:path w="7439" h="35957">
                  <a:moveTo>
                    <a:pt x="0" y="0"/>
                  </a:moveTo>
                  <a:lnTo>
                    <a:pt x="7439" y="0"/>
                  </a:lnTo>
                  <a:lnTo>
                    <a:pt x="7439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11"/>
            <p:cNvSpPr/>
            <p:nvPr/>
          </p:nvSpPr>
          <p:spPr>
            <a:xfrm>
              <a:off x="2026181" y="1360297"/>
              <a:ext cx="7811" cy="35957"/>
            </a:xfrm>
            <a:custGeom>
              <a:avLst/>
              <a:gdLst/>
              <a:ahLst/>
              <a:cxnLst/>
              <a:rect l="l" t="t" r="r" b="b"/>
              <a:pathLst>
                <a:path w="7811" h="35957">
                  <a:moveTo>
                    <a:pt x="0" y="0"/>
                  </a:moveTo>
                  <a:lnTo>
                    <a:pt x="7811" y="0"/>
                  </a:lnTo>
                  <a:lnTo>
                    <a:pt x="7811" y="35957"/>
                  </a:lnTo>
                  <a:lnTo>
                    <a:pt x="0" y="3595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DoorLeaf.003"/>
            <p:cNvSpPr/>
            <p:nvPr/>
          </p:nvSpPr>
          <p:spPr>
            <a:xfrm>
              <a:off x="1780946" y="1160477"/>
              <a:ext cx="40988" cy="218270"/>
            </a:xfrm>
            <a:custGeom>
              <a:avLst/>
              <a:gdLst/>
              <a:ahLst/>
              <a:cxnLst/>
              <a:rect l="l" t="t" r="r" b="b"/>
              <a:pathLst>
                <a:path w="40988" h="218270">
                  <a:moveTo>
                    <a:pt x="24" y="216608"/>
                  </a:moveTo>
                  <a:lnTo>
                    <a:pt x="0" y="216211"/>
                  </a:lnTo>
                  <a:lnTo>
                    <a:pt x="31962" y="844"/>
                  </a:lnTo>
                  <a:lnTo>
                    <a:pt x="32086" y="496"/>
                  </a:lnTo>
                  <a:lnTo>
                    <a:pt x="32359" y="199"/>
                  </a:lnTo>
                  <a:lnTo>
                    <a:pt x="32706" y="25"/>
                  </a:lnTo>
                  <a:lnTo>
                    <a:pt x="33103" y="0"/>
                  </a:lnTo>
                  <a:lnTo>
                    <a:pt x="40145" y="893"/>
                  </a:lnTo>
                  <a:lnTo>
                    <a:pt x="40517" y="1017"/>
                  </a:lnTo>
                  <a:lnTo>
                    <a:pt x="40790" y="1265"/>
                  </a:lnTo>
                  <a:lnTo>
                    <a:pt x="40963" y="1612"/>
                  </a:lnTo>
                  <a:lnTo>
                    <a:pt x="40988" y="2009"/>
                  </a:lnTo>
                  <a:lnTo>
                    <a:pt x="8604" y="217427"/>
                  </a:lnTo>
                  <a:lnTo>
                    <a:pt x="8480" y="217799"/>
                  </a:lnTo>
                  <a:lnTo>
                    <a:pt x="8207" y="218071"/>
                  </a:lnTo>
                  <a:lnTo>
                    <a:pt x="7860" y="218245"/>
                  </a:lnTo>
                  <a:lnTo>
                    <a:pt x="7463" y="218270"/>
                  </a:lnTo>
                  <a:lnTo>
                    <a:pt x="843" y="217327"/>
                  </a:lnTo>
                  <a:lnTo>
                    <a:pt x="471" y="217203"/>
                  </a:lnTo>
                  <a:lnTo>
                    <a:pt x="198" y="21695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Wall_GF_OldWindow_Infill"/>
            <p:cNvSpPr/>
            <p:nvPr/>
          </p:nvSpPr>
          <p:spPr>
            <a:xfrm>
              <a:off x="447722" y="4665159"/>
              <a:ext cx="235069" cy="57035"/>
            </a:xfrm>
            <a:custGeom>
              <a:avLst/>
              <a:gdLst/>
              <a:ahLst/>
              <a:cxnLst/>
              <a:rect l="l" t="t" r="r" b="b"/>
              <a:pathLst>
                <a:path w="235069" h="57035">
                  <a:moveTo>
                    <a:pt x="235069" y="0"/>
                  </a:moveTo>
                  <a:lnTo>
                    <a:pt x="235069" y="57035"/>
                  </a:lnTo>
                  <a:lnTo>
                    <a:pt x="0" y="570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DDA_Frame"/>
            <p:cNvSpPr/>
            <p:nvPr/>
          </p:nvSpPr>
          <p:spPr>
            <a:xfrm>
              <a:off x="682791" y="4684501"/>
              <a:ext cx="347892" cy="18599"/>
            </a:xfrm>
            <a:custGeom>
              <a:avLst/>
              <a:gdLst/>
              <a:ahLst/>
              <a:cxnLst/>
              <a:rect l="l" t="t" r="r" b="b"/>
              <a:pathLst>
                <a:path w="347892" h="18599">
                  <a:moveTo>
                    <a:pt x="347793" y="99"/>
                  </a:moveTo>
                  <a:lnTo>
                    <a:pt x="347520" y="0"/>
                  </a:lnTo>
                  <a:lnTo>
                    <a:pt x="335370" y="0"/>
                  </a:lnTo>
                  <a:lnTo>
                    <a:pt x="335023" y="75"/>
                  </a:lnTo>
                  <a:lnTo>
                    <a:pt x="334725" y="273"/>
                  </a:lnTo>
                  <a:lnTo>
                    <a:pt x="334527" y="471"/>
                  </a:lnTo>
                  <a:lnTo>
                    <a:pt x="334329" y="769"/>
                  </a:lnTo>
                  <a:lnTo>
                    <a:pt x="334254" y="1116"/>
                  </a:lnTo>
                  <a:lnTo>
                    <a:pt x="334254" y="13267"/>
                  </a:lnTo>
                  <a:lnTo>
                    <a:pt x="334155" y="13540"/>
                  </a:lnTo>
                  <a:lnTo>
                    <a:pt x="333882" y="13639"/>
                  </a:lnTo>
                  <a:lnTo>
                    <a:pt x="332395" y="13639"/>
                  </a:lnTo>
                  <a:lnTo>
                    <a:pt x="332047" y="13713"/>
                  </a:lnTo>
                  <a:lnTo>
                    <a:pt x="331725" y="13887"/>
                  </a:lnTo>
                  <a:lnTo>
                    <a:pt x="331576" y="14011"/>
                  </a:lnTo>
                  <a:lnTo>
                    <a:pt x="331353" y="14284"/>
                  </a:lnTo>
                  <a:lnTo>
                    <a:pt x="331279" y="14631"/>
                  </a:lnTo>
                  <a:lnTo>
                    <a:pt x="331279" y="18227"/>
                  </a:lnTo>
                  <a:lnTo>
                    <a:pt x="331378" y="18499"/>
                  </a:lnTo>
                  <a:lnTo>
                    <a:pt x="331651" y="18599"/>
                  </a:lnTo>
                  <a:lnTo>
                    <a:pt x="347520" y="18599"/>
                  </a:lnTo>
                  <a:lnTo>
                    <a:pt x="347793" y="18499"/>
                  </a:lnTo>
                  <a:lnTo>
                    <a:pt x="347892" y="18227"/>
                  </a:lnTo>
                  <a:lnTo>
                    <a:pt x="347892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522" y="0"/>
                  </a:lnTo>
                  <a:lnTo>
                    <a:pt x="12869" y="75"/>
                  </a:lnTo>
                  <a:lnTo>
                    <a:pt x="13167" y="273"/>
                  </a:lnTo>
                  <a:lnTo>
                    <a:pt x="13365" y="471"/>
                  </a:lnTo>
                  <a:lnTo>
                    <a:pt x="13564" y="769"/>
                  </a:lnTo>
                  <a:lnTo>
                    <a:pt x="13638" y="1116"/>
                  </a:lnTo>
                  <a:lnTo>
                    <a:pt x="13638" y="13267"/>
                  </a:lnTo>
                  <a:lnTo>
                    <a:pt x="13737" y="13540"/>
                  </a:lnTo>
                  <a:lnTo>
                    <a:pt x="14010" y="13639"/>
                  </a:lnTo>
                  <a:lnTo>
                    <a:pt x="15498" y="13639"/>
                  </a:lnTo>
                  <a:lnTo>
                    <a:pt x="15845" y="13713"/>
                  </a:lnTo>
                  <a:lnTo>
                    <a:pt x="16167" y="13887"/>
                  </a:lnTo>
                  <a:lnTo>
                    <a:pt x="16316" y="14011"/>
                  </a:lnTo>
                  <a:lnTo>
                    <a:pt x="16539" y="14284"/>
                  </a:lnTo>
                  <a:lnTo>
                    <a:pt x="16613" y="14631"/>
                  </a:lnTo>
                  <a:lnTo>
                    <a:pt x="16613" y="18227"/>
                  </a:lnTo>
                  <a:lnTo>
                    <a:pt x="16514" y="18499"/>
                  </a:lnTo>
                  <a:lnTo>
                    <a:pt x="16242" y="18599"/>
                  </a:lnTo>
                  <a:lnTo>
                    <a:pt x="372" y="18599"/>
                  </a:lnTo>
                  <a:lnTo>
                    <a:pt x="99" y="18499"/>
                  </a:lnTo>
                  <a:lnTo>
                    <a:pt x="0" y="18227"/>
                  </a:lnTo>
                  <a:lnTo>
                    <a:pt x="0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DDA_Architrave"/>
            <p:cNvSpPr/>
            <p:nvPr/>
          </p:nvSpPr>
          <p:spPr>
            <a:xfrm>
              <a:off x="665433" y="4659704"/>
              <a:ext cx="382608" cy="5455"/>
            </a:xfrm>
            <a:custGeom>
              <a:avLst/>
              <a:gdLst/>
              <a:ahLst/>
              <a:cxnLst/>
              <a:rect l="l" t="t" r="r" b="b"/>
              <a:pathLst>
                <a:path w="382608" h="5455">
                  <a:moveTo>
                    <a:pt x="370706" y="248"/>
                  </a:moveTo>
                  <a:lnTo>
                    <a:pt x="367730" y="0"/>
                  </a:lnTo>
                  <a:lnTo>
                    <a:pt x="365250" y="0"/>
                  </a:lnTo>
                  <a:lnTo>
                    <a:pt x="351116" y="0"/>
                  </a:lnTo>
                  <a:lnTo>
                    <a:pt x="350943" y="74"/>
                  </a:lnTo>
                  <a:lnTo>
                    <a:pt x="350868" y="248"/>
                  </a:lnTo>
                  <a:lnTo>
                    <a:pt x="350868" y="5207"/>
                  </a:lnTo>
                  <a:lnTo>
                    <a:pt x="350943" y="5381"/>
                  </a:lnTo>
                  <a:lnTo>
                    <a:pt x="351116" y="5455"/>
                  </a:lnTo>
                  <a:lnTo>
                    <a:pt x="382360" y="5455"/>
                  </a:lnTo>
                  <a:lnTo>
                    <a:pt x="382533" y="5381"/>
                  </a:lnTo>
                  <a:lnTo>
                    <a:pt x="382608" y="5207"/>
                  </a:lnTo>
                  <a:lnTo>
                    <a:pt x="382608" y="3223"/>
                  </a:lnTo>
                  <a:lnTo>
                    <a:pt x="382558" y="3000"/>
                  </a:lnTo>
                  <a:lnTo>
                    <a:pt x="382459" y="2777"/>
                  </a:lnTo>
                  <a:lnTo>
                    <a:pt x="381765" y="1934"/>
                  </a:lnTo>
                  <a:lnTo>
                    <a:pt x="381591" y="1785"/>
                  </a:lnTo>
                  <a:lnTo>
                    <a:pt x="381368" y="1686"/>
                  </a:lnTo>
                  <a:lnTo>
                    <a:pt x="379632" y="1239"/>
                  </a:lnTo>
                  <a:lnTo>
                    <a:pt x="376409" y="1239"/>
                  </a:lnTo>
                  <a:lnTo>
                    <a:pt x="373929" y="744"/>
                  </a:lnTo>
                  <a:close/>
                  <a:moveTo>
                    <a:pt x="14878" y="0"/>
                  </a:moveTo>
                  <a:lnTo>
                    <a:pt x="17358" y="0"/>
                  </a:lnTo>
                  <a:lnTo>
                    <a:pt x="31492" y="0"/>
                  </a:lnTo>
                  <a:lnTo>
                    <a:pt x="31665" y="74"/>
                  </a:lnTo>
                  <a:lnTo>
                    <a:pt x="31740" y="248"/>
                  </a:lnTo>
                  <a:lnTo>
                    <a:pt x="31740" y="5207"/>
                  </a:lnTo>
                  <a:lnTo>
                    <a:pt x="31665" y="5381"/>
                  </a:lnTo>
                  <a:lnTo>
                    <a:pt x="31492" y="5455"/>
                  </a:lnTo>
                  <a:lnTo>
                    <a:pt x="248" y="5455"/>
                  </a:lnTo>
                  <a:lnTo>
                    <a:pt x="75" y="5381"/>
                  </a:lnTo>
                  <a:lnTo>
                    <a:pt x="0" y="5207"/>
                  </a:lnTo>
                  <a:lnTo>
                    <a:pt x="0" y="3223"/>
                  </a:lnTo>
                  <a:lnTo>
                    <a:pt x="50" y="3000"/>
                  </a:lnTo>
                  <a:lnTo>
                    <a:pt x="149" y="2777"/>
                  </a:lnTo>
                  <a:lnTo>
                    <a:pt x="844" y="1934"/>
                  </a:lnTo>
                  <a:lnTo>
                    <a:pt x="1017" y="1785"/>
                  </a:lnTo>
                  <a:lnTo>
                    <a:pt x="1240" y="1686"/>
                  </a:lnTo>
                  <a:lnTo>
                    <a:pt x="2976" y="1239"/>
                  </a:lnTo>
                  <a:lnTo>
                    <a:pt x="6200" y="1239"/>
                  </a:lnTo>
                  <a:lnTo>
                    <a:pt x="8679" y="744"/>
                  </a:lnTo>
                  <a:lnTo>
                    <a:pt x="11903" y="24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DA_RevealLining"/>
            <p:cNvSpPr/>
            <p:nvPr/>
          </p:nvSpPr>
          <p:spPr>
            <a:xfrm>
              <a:off x="682791" y="4665159"/>
              <a:ext cx="347892" cy="19342"/>
            </a:xfrm>
            <a:custGeom>
              <a:avLst/>
              <a:gdLst/>
              <a:ahLst/>
              <a:cxnLst/>
              <a:rect l="l" t="t" r="r" b="b"/>
              <a:pathLst>
                <a:path w="347892" h="19342">
                  <a:moveTo>
                    <a:pt x="344917" y="0"/>
                  </a:moveTo>
                  <a:lnTo>
                    <a:pt x="344917" y="19342"/>
                  </a:lnTo>
                  <a:lnTo>
                    <a:pt x="347892" y="19342"/>
                  </a:lnTo>
                  <a:lnTo>
                    <a:pt x="347892" y="0"/>
                  </a:lnTo>
                  <a:close/>
                  <a:moveTo>
                    <a:pt x="2975" y="0"/>
                  </a:moveTo>
                  <a:lnTo>
                    <a:pt x="2975" y="19342"/>
                  </a:lnTo>
                  <a:lnTo>
                    <a:pt x="0" y="193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DA_Main_LeafFrame"/>
            <p:cNvSpPr/>
            <p:nvPr/>
          </p:nvSpPr>
          <p:spPr>
            <a:xfrm>
              <a:off x="820411" y="4684625"/>
              <a:ext cx="196138" cy="13143"/>
            </a:xfrm>
            <a:custGeom>
              <a:avLst/>
              <a:gdLst/>
              <a:ahLst/>
              <a:cxnLst/>
              <a:rect l="l" t="t" r="r" b="b"/>
              <a:pathLst>
                <a:path w="196138" h="13143">
                  <a:moveTo>
                    <a:pt x="195915" y="223"/>
                  </a:moveTo>
                  <a:lnTo>
                    <a:pt x="195395" y="0"/>
                  </a:lnTo>
                  <a:lnTo>
                    <a:pt x="172086" y="0"/>
                  </a:lnTo>
                  <a:lnTo>
                    <a:pt x="171565" y="223"/>
                  </a:lnTo>
                  <a:lnTo>
                    <a:pt x="171342" y="744"/>
                  </a:lnTo>
                  <a:lnTo>
                    <a:pt x="171342" y="12399"/>
                  </a:lnTo>
                  <a:lnTo>
                    <a:pt x="171565" y="12920"/>
                  </a:lnTo>
                  <a:lnTo>
                    <a:pt x="172086" y="13143"/>
                  </a:lnTo>
                  <a:lnTo>
                    <a:pt x="195395" y="13143"/>
                  </a:lnTo>
                  <a:lnTo>
                    <a:pt x="195915" y="12920"/>
                  </a:lnTo>
                  <a:lnTo>
                    <a:pt x="196138" y="12399"/>
                  </a:lnTo>
                  <a:lnTo>
                    <a:pt x="196138" y="744"/>
                  </a:lnTo>
                  <a:close/>
                  <a:moveTo>
                    <a:pt x="24573" y="223"/>
                  </a:moveTo>
                  <a:lnTo>
                    <a:pt x="24052" y="0"/>
                  </a:lnTo>
                  <a:lnTo>
                    <a:pt x="743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3" y="13143"/>
                  </a:lnTo>
                  <a:lnTo>
                    <a:pt x="24052" y="13143"/>
                  </a:lnTo>
                  <a:lnTo>
                    <a:pt x="24573" y="12920"/>
                  </a:lnTo>
                  <a:lnTo>
                    <a:pt x="24796" y="12399"/>
                  </a:lnTo>
                  <a:lnTo>
                    <a:pt x="24796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DDA_Main_Mould_3o"/>
            <p:cNvSpPr/>
            <p:nvPr/>
          </p:nvSpPr>
          <p:spPr>
            <a:xfrm>
              <a:off x="845207" y="4697768"/>
              <a:ext cx="146546" cy="3224"/>
            </a:xfrm>
            <a:custGeom>
              <a:avLst/>
              <a:gdLst/>
              <a:ahLst/>
              <a:cxnLst/>
              <a:rect l="l" t="t" r="r" b="b"/>
              <a:pathLst>
                <a:path w="146546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1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146546" y="0"/>
                  </a:moveTo>
                  <a:lnTo>
                    <a:pt x="146546" y="496"/>
                  </a:lnTo>
                  <a:lnTo>
                    <a:pt x="145554" y="2232"/>
                  </a:lnTo>
                  <a:lnTo>
                    <a:pt x="144314" y="2976"/>
                  </a:lnTo>
                  <a:lnTo>
                    <a:pt x="142579" y="3224"/>
                  </a:lnTo>
                  <a:lnTo>
                    <a:pt x="142083" y="3224"/>
                  </a:lnTo>
                  <a:lnTo>
                    <a:pt x="14208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DDA_Main_Mould_3i"/>
            <p:cNvSpPr/>
            <p:nvPr/>
          </p:nvSpPr>
          <p:spPr>
            <a:xfrm>
              <a:off x="845207" y="4681402"/>
              <a:ext cx="146546" cy="3223"/>
            </a:xfrm>
            <a:custGeom>
              <a:avLst/>
              <a:gdLst/>
              <a:ahLst/>
              <a:cxnLst/>
              <a:rect l="l" t="t" r="r" b="b"/>
              <a:pathLst>
                <a:path w="146546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1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142083" y="3223"/>
                  </a:moveTo>
                  <a:lnTo>
                    <a:pt x="142083" y="0"/>
                  </a:lnTo>
                  <a:lnTo>
                    <a:pt x="142579" y="0"/>
                  </a:lnTo>
                  <a:lnTo>
                    <a:pt x="144314" y="248"/>
                  </a:lnTo>
                  <a:lnTo>
                    <a:pt x="145554" y="991"/>
                  </a:lnTo>
                  <a:lnTo>
                    <a:pt x="146546" y="2727"/>
                  </a:lnTo>
                  <a:lnTo>
                    <a:pt x="146546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DDA_Main_Panel_3"/>
            <p:cNvSpPr/>
            <p:nvPr/>
          </p:nvSpPr>
          <p:spPr>
            <a:xfrm>
              <a:off x="844215" y="4687477"/>
              <a:ext cx="148530" cy="7439"/>
            </a:xfrm>
            <a:custGeom>
              <a:avLst/>
              <a:gdLst/>
              <a:ahLst/>
              <a:cxnLst/>
              <a:rect l="l" t="t" r="r" b="b"/>
              <a:pathLst>
                <a:path w="148530" h="7439">
                  <a:moveTo>
                    <a:pt x="141860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141860" y="0"/>
                  </a:lnTo>
                  <a:lnTo>
                    <a:pt x="148530" y="1488"/>
                  </a:lnTo>
                  <a:lnTo>
                    <a:pt x="148530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DDA_Side_LeafFrame"/>
            <p:cNvSpPr/>
            <p:nvPr/>
          </p:nvSpPr>
          <p:spPr>
            <a:xfrm>
              <a:off x="696925" y="4684625"/>
              <a:ext cx="122494" cy="13143"/>
            </a:xfrm>
            <a:custGeom>
              <a:avLst/>
              <a:gdLst/>
              <a:ahLst/>
              <a:cxnLst/>
              <a:rect l="l" t="t" r="r" b="b"/>
              <a:pathLst>
                <a:path w="122494" h="13143">
                  <a:moveTo>
                    <a:pt x="122270" y="223"/>
                  </a:moveTo>
                  <a:lnTo>
                    <a:pt x="121750" y="0"/>
                  </a:lnTo>
                  <a:lnTo>
                    <a:pt x="103400" y="0"/>
                  </a:lnTo>
                  <a:lnTo>
                    <a:pt x="102880" y="223"/>
                  </a:lnTo>
                  <a:lnTo>
                    <a:pt x="102657" y="744"/>
                  </a:lnTo>
                  <a:lnTo>
                    <a:pt x="102657" y="12399"/>
                  </a:lnTo>
                  <a:lnTo>
                    <a:pt x="102880" y="12920"/>
                  </a:lnTo>
                  <a:lnTo>
                    <a:pt x="103400" y="13143"/>
                  </a:lnTo>
                  <a:lnTo>
                    <a:pt x="121750" y="13143"/>
                  </a:lnTo>
                  <a:lnTo>
                    <a:pt x="122270" y="12920"/>
                  </a:lnTo>
                  <a:lnTo>
                    <a:pt x="122494" y="12399"/>
                  </a:lnTo>
                  <a:lnTo>
                    <a:pt x="122494" y="744"/>
                  </a:lnTo>
                  <a:close/>
                  <a:moveTo>
                    <a:pt x="19614" y="223"/>
                  </a:moveTo>
                  <a:lnTo>
                    <a:pt x="19093" y="0"/>
                  </a:lnTo>
                  <a:lnTo>
                    <a:pt x="744" y="0"/>
                  </a:lnTo>
                  <a:lnTo>
                    <a:pt x="223" y="223"/>
                  </a:lnTo>
                  <a:lnTo>
                    <a:pt x="0" y="744"/>
                  </a:lnTo>
                  <a:lnTo>
                    <a:pt x="0" y="12399"/>
                  </a:lnTo>
                  <a:lnTo>
                    <a:pt x="223" y="12920"/>
                  </a:lnTo>
                  <a:lnTo>
                    <a:pt x="744" y="13143"/>
                  </a:lnTo>
                  <a:lnTo>
                    <a:pt x="19093" y="13143"/>
                  </a:lnTo>
                  <a:lnTo>
                    <a:pt x="19614" y="12920"/>
                  </a:lnTo>
                  <a:lnTo>
                    <a:pt x="19837" y="12399"/>
                  </a:lnTo>
                  <a:lnTo>
                    <a:pt x="19837" y="7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DDA_Side_Mould_3o"/>
            <p:cNvSpPr/>
            <p:nvPr/>
          </p:nvSpPr>
          <p:spPr>
            <a:xfrm>
              <a:off x="716762" y="4697768"/>
              <a:ext cx="82820" cy="3224"/>
            </a:xfrm>
            <a:custGeom>
              <a:avLst/>
              <a:gdLst/>
              <a:ahLst/>
              <a:cxnLst/>
              <a:rect l="l" t="t" r="r" b="b"/>
              <a:pathLst>
                <a:path w="82820" h="3224">
                  <a:moveTo>
                    <a:pt x="0" y="0"/>
                  </a:moveTo>
                  <a:lnTo>
                    <a:pt x="0" y="496"/>
                  </a:lnTo>
                  <a:lnTo>
                    <a:pt x="992" y="2232"/>
                  </a:lnTo>
                  <a:lnTo>
                    <a:pt x="2232" y="2976"/>
                  </a:lnTo>
                  <a:lnTo>
                    <a:pt x="3967" y="3224"/>
                  </a:lnTo>
                  <a:lnTo>
                    <a:pt x="4463" y="3224"/>
                  </a:lnTo>
                  <a:lnTo>
                    <a:pt x="4463" y="0"/>
                  </a:lnTo>
                  <a:close/>
                  <a:moveTo>
                    <a:pt x="82820" y="0"/>
                  </a:moveTo>
                  <a:lnTo>
                    <a:pt x="82820" y="496"/>
                  </a:lnTo>
                  <a:lnTo>
                    <a:pt x="81828" y="2232"/>
                  </a:lnTo>
                  <a:lnTo>
                    <a:pt x="80588" y="2976"/>
                  </a:lnTo>
                  <a:lnTo>
                    <a:pt x="78852" y="3224"/>
                  </a:lnTo>
                  <a:lnTo>
                    <a:pt x="78356" y="3224"/>
                  </a:lnTo>
                  <a:lnTo>
                    <a:pt x="7835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DDA_Side_Mould_3i"/>
            <p:cNvSpPr/>
            <p:nvPr/>
          </p:nvSpPr>
          <p:spPr>
            <a:xfrm>
              <a:off x="716762" y="4681402"/>
              <a:ext cx="82820" cy="3223"/>
            </a:xfrm>
            <a:custGeom>
              <a:avLst/>
              <a:gdLst/>
              <a:ahLst/>
              <a:cxnLst/>
              <a:rect l="l" t="t" r="r" b="b"/>
              <a:pathLst>
                <a:path w="82820" h="3223">
                  <a:moveTo>
                    <a:pt x="4463" y="3223"/>
                  </a:moveTo>
                  <a:lnTo>
                    <a:pt x="4463" y="0"/>
                  </a:lnTo>
                  <a:lnTo>
                    <a:pt x="3967" y="0"/>
                  </a:lnTo>
                  <a:lnTo>
                    <a:pt x="2232" y="248"/>
                  </a:lnTo>
                  <a:lnTo>
                    <a:pt x="992" y="991"/>
                  </a:lnTo>
                  <a:lnTo>
                    <a:pt x="0" y="2727"/>
                  </a:lnTo>
                  <a:lnTo>
                    <a:pt x="0" y="3223"/>
                  </a:lnTo>
                  <a:close/>
                  <a:moveTo>
                    <a:pt x="78356" y="3223"/>
                  </a:moveTo>
                  <a:lnTo>
                    <a:pt x="78356" y="0"/>
                  </a:lnTo>
                  <a:lnTo>
                    <a:pt x="78852" y="0"/>
                  </a:lnTo>
                  <a:lnTo>
                    <a:pt x="80588" y="248"/>
                  </a:lnTo>
                  <a:lnTo>
                    <a:pt x="81828" y="991"/>
                  </a:lnTo>
                  <a:lnTo>
                    <a:pt x="82820" y="2727"/>
                  </a:lnTo>
                  <a:lnTo>
                    <a:pt x="82820" y="322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DDA_Side_Panel_3"/>
            <p:cNvSpPr/>
            <p:nvPr/>
          </p:nvSpPr>
          <p:spPr>
            <a:xfrm>
              <a:off x="715770" y="4687477"/>
              <a:ext cx="84803" cy="7439"/>
            </a:xfrm>
            <a:custGeom>
              <a:avLst/>
              <a:gdLst/>
              <a:ahLst/>
              <a:cxnLst/>
              <a:rect l="l" t="t" r="r" b="b"/>
              <a:pathLst>
                <a:path w="84803" h="7439">
                  <a:moveTo>
                    <a:pt x="78133" y="7439"/>
                  </a:moveTo>
                  <a:lnTo>
                    <a:pt x="6670" y="7439"/>
                  </a:lnTo>
                  <a:lnTo>
                    <a:pt x="0" y="5951"/>
                  </a:lnTo>
                  <a:lnTo>
                    <a:pt x="0" y="1488"/>
                  </a:lnTo>
                  <a:lnTo>
                    <a:pt x="6670" y="0"/>
                  </a:lnTo>
                  <a:lnTo>
                    <a:pt x="78133" y="0"/>
                  </a:lnTo>
                  <a:lnTo>
                    <a:pt x="84803" y="1488"/>
                  </a:lnTo>
                  <a:lnTo>
                    <a:pt x="84803" y="595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DDA_Main_Astragal"/>
            <p:cNvSpPr/>
            <p:nvPr/>
          </p:nvSpPr>
          <p:spPr>
            <a:xfrm>
              <a:off x="812228" y="4697768"/>
              <a:ext cx="15621" cy="2976"/>
            </a:xfrm>
            <a:custGeom>
              <a:avLst/>
              <a:gdLst/>
              <a:ahLst/>
              <a:cxnLst/>
              <a:rect l="l" t="t" r="r" b="b"/>
              <a:pathLst>
                <a:path w="15621" h="2976">
                  <a:moveTo>
                    <a:pt x="5207" y="0"/>
                  </a:moveTo>
                  <a:lnTo>
                    <a:pt x="10414" y="992"/>
                  </a:lnTo>
                  <a:lnTo>
                    <a:pt x="10017" y="1761"/>
                  </a:lnTo>
                  <a:lnTo>
                    <a:pt x="8877" y="2405"/>
                  </a:lnTo>
                  <a:lnTo>
                    <a:pt x="7191" y="2827"/>
                  </a:lnTo>
                  <a:lnTo>
                    <a:pt x="5207" y="2976"/>
                  </a:lnTo>
                  <a:lnTo>
                    <a:pt x="3223" y="2827"/>
                  </a:lnTo>
                  <a:lnTo>
                    <a:pt x="1537" y="2405"/>
                  </a:lnTo>
                  <a:lnTo>
                    <a:pt x="396" y="1761"/>
                  </a:lnTo>
                  <a:lnTo>
                    <a:pt x="0" y="992"/>
                  </a:lnTo>
                  <a:lnTo>
                    <a:pt x="15621" y="992"/>
                  </a:lnTo>
                  <a:lnTo>
                    <a:pt x="15621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02_03_Utility Single Door_OuterR"/>
            <p:cNvSpPr/>
            <p:nvPr/>
          </p:nvSpPr>
          <p:spPr>
            <a:xfrm>
              <a:off x="1794906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02_03_Utility Single Door_OuterL"/>
            <p:cNvSpPr/>
            <p:nvPr/>
          </p:nvSpPr>
          <p:spPr>
            <a:xfrm>
              <a:off x="2001955" y="1059080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13638" y="0"/>
                  </a:moveTo>
                  <a:lnTo>
                    <a:pt x="13638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02_03_Utility Single Door_LeafR"/>
            <p:cNvSpPr/>
            <p:nvPr/>
          </p:nvSpPr>
          <p:spPr>
            <a:xfrm>
              <a:off x="1808544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02_03_Utility Single Door_LeafL"/>
            <p:cNvSpPr/>
            <p:nvPr/>
          </p:nvSpPr>
          <p:spPr>
            <a:xfrm>
              <a:off x="1994020" y="1059080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7935" y="0"/>
                  </a:moveTo>
                  <a:lnTo>
                    <a:pt x="7935" y="18598"/>
                  </a:lnTo>
                  <a:lnTo>
                    <a:pt x="0" y="185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03_04_Front Entrance Door_BlueLeafL"/>
            <p:cNvSpPr/>
            <p:nvPr/>
          </p:nvSpPr>
          <p:spPr>
            <a:xfrm>
              <a:off x="2298569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03_04_Front Entrance Door_BlueLeafR"/>
            <p:cNvSpPr/>
            <p:nvPr/>
          </p:nvSpPr>
          <p:spPr>
            <a:xfrm>
              <a:off x="2506858" y="4946241"/>
              <a:ext cx="19837" cy="18598"/>
            </a:xfrm>
            <a:custGeom>
              <a:avLst/>
              <a:gdLst/>
              <a:ahLst/>
              <a:cxnLst/>
              <a:rect l="l" t="t" r="r" b="b"/>
              <a:pathLst>
                <a:path w="19837" h="18598">
                  <a:moveTo>
                    <a:pt x="0" y="0"/>
                  </a:moveTo>
                  <a:lnTo>
                    <a:pt x="19837" y="0"/>
                  </a:lnTo>
                  <a:lnTo>
                    <a:pt x="19837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03_04_Front Entrance Door_DoorHandle"/>
            <p:cNvSpPr/>
            <p:nvPr/>
          </p:nvSpPr>
          <p:spPr>
            <a:xfrm>
              <a:off x="2499667" y="4937562"/>
              <a:ext cx="4463" cy="6199"/>
            </a:xfrm>
            <a:custGeom>
              <a:avLst/>
              <a:gdLst/>
              <a:ahLst/>
              <a:cxnLst/>
              <a:rect l="l" t="t" r="r" b="b"/>
              <a:pathLst>
                <a:path w="4463" h="6199">
                  <a:moveTo>
                    <a:pt x="0" y="0"/>
                  </a:moveTo>
                  <a:lnTo>
                    <a:pt x="4463" y="0"/>
                  </a:lnTo>
                  <a:lnTo>
                    <a:pt x="4463" y="6199"/>
                  </a:lnTo>
                  <a:lnTo>
                    <a:pt x="0" y="619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03_04_Front Entrance Door_UpperPanel"/>
            <p:cNvSpPr/>
            <p:nvPr/>
          </p:nvSpPr>
          <p:spPr>
            <a:xfrm>
              <a:off x="2318406" y="4949961"/>
              <a:ext cx="188452" cy="11158"/>
            </a:xfrm>
            <a:custGeom>
              <a:avLst/>
              <a:gdLst/>
              <a:ahLst/>
              <a:cxnLst/>
              <a:rect l="l" t="t" r="r" b="b"/>
              <a:pathLst>
                <a:path w="188452" h="11158">
                  <a:moveTo>
                    <a:pt x="0" y="0"/>
                  </a:moveTo>
                  <a:lnTo>
                    <a:pt x="188452" y="0"/>
                  </a:lnTo>
                  <a:lnTo>
                    <a:pt x="188452" y="11158"/>
                  </a:lnTo>
                  <a:lnTo>
                    <a:pt x="0" y="1115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WD_03_04_Front Entrance Door_OuterL"/>
            <p:cNvSpPr/>
            <p:nvPr/>
          </p:nvSpPr>
          <p:spPr>
            <a:xfrm>
              <a:off x="2284931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WD_03_04_Front Entrance Door_OuterR"/>
            <p:cNvSpPr/>
            <p:nvPr/>
          </p:nvSpPr>
          <p:spPr>
            <a:xfrm>
              <a:off x="2526695" y="4946241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WD_06_07_Lounge Bay Window_LowerL"/>
            <p:cNvSpPr/>
            <p:nvPr/>
          </p:nvSpPr>
          <p:spPr>
            <a:xfrm>
              <a:off x="1571565" y="5133067"/>
              <a:ext cx="17432" cy="19689"/>
            </a:xfrm>
            <a:custGeom>
              <a:avLst/>
              <a:gdLst/>
              <a:ahLst/>
              <a:cxnLst/>
              <a:rect l="l" t="t" r="r" b="b"/>
              <a:pathLst>
                <a:path w="17432" h="19689">
                  <a:moveTo>
                    <a:pt x="6373" y="19689"/>
                  </a:moveTo>
                  <a:lnTo>
                    <a:pt x="0" y="14977"/>
                  </a:lnTo>
                  <a:lnTo>
                    <a:pt x="11035" y="0"/>
                  </a:lnTo>
                  <a:lnTo>
                    <a:pt x="17432" y="473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WD_06_07_Lounge Bay Window_LowerR"/>
            <p:cNvSpPr/>
            <p:nvPr/>
          </p:nvSpPr>
          <p:spPr>
            <a:xfrm>
              <a:off x="1500177" y="5080297"/>
              <a:ext cx="17432" cy="19690"/>
            </a:xfrm>
            <a:custGeom>
              <a:avLst/>
              <a:gdLst/>
              <a:ahLst/>
              <a:cxnLst/>
              <a:rect l="l" t="t" r="r" b="b"/>
              <a:pathLst>
                <a:path w="17432" h="19690">
                  <a:moveTo>
                    <a:pt x="6373" y="19690"/>
                  </a:moveTo>
                  <a:lnTo>
                    <a:pt x="0" y="14978"/>
                  </a:lnTo>
                  <a:lnTo>
                    <a:pt x="11034" y="0"/>
                  </a:lnTo>
                  <a:lnTo>
                    <a:pt x="17432" y="47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WD_06_07_Lounge Bay Window_OuterL"/>
            <p:cNvSpPr/>
            <p:nvPr/>
          </p:nvSpPr>
          <p:spPr>
            <a:xfrm>
              <a:off x="1577938" y="513780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60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10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WD_06_07_Lounge Bay Window_OuterR"/>
            <p:cNvSpPr/>
            <p:nvPr/>
          </p:nvSpPr>
          <p:spPr>
            <a:xfrm>
              <a:off x="1489192" y="5072213"/>
              <a:ext cx="22019" cy="23062"/>
            </a:xfrm>
            <a:custGeom>
              <a:avLst/>
              <a:gdLst/>
              <a:ahLst/>
              <a:cxnLst/>
              <a:rect l="l" t="t" r="r" b="b"/>
              <a:pathLst>
                <a:path w="22019" h="23062">
                  <a:moveTo>
                    <a:pt x="10985" y="23062"/>
                  </a:moveTo>
                  <a:lnTo>
                    <a:pt x="0" y="14953"/>
                  </a:lnTo>
                  <a:lnTo>
                    <a:pt x="11059" y="0"/>
                  </a:lnTo>
                  <a:lnTo>
                    <a:pt x="22019" y="808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WD_06_08_Lounge Bay Window_LowerL"/>
            <p:cNvSpPr/>
            <p:nvPr/>
          </p:nvSpPr>
          <p:spPr>
            <a:xfrm>
              <a:off x="1648732" y="5170462"/>
              <a:ext cx="7934" cy="18598"/>
            </a:xfrm>
            <a:custGeom>
              <a:avLst/>
              <a:gdLst/>
              <a:ahLst/>
              <a:cxnLst/>
              <a:rect l="l" t="t" r="r" b="b"/>
              <a:pathLst>
                <a:path w="7934" h="18598">
                  <a:moveTo>
                    <a:pt x="0" y="0"/>
                  </a:moveTo>
                  <a:lnTo>
                    <a:pt x="7934" y="0"/>
                  </a:lnTo>
                  <a:lnTo>
                    <a:pt x="7934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D_06_08_Lounge Bay Window_LowerR"/>
            <p:cNvSpPr/>
            <p:nvPr/>
          </p:nvSpPr>
          <p:spPr>
            <a:xfrm>
              <a:off x="1861484" y="5170462"/>
              <a:ext cx="7935" cy="18598"/>
            </a:xfrm>
            <a:custGeom>
              <a:avLst/>
              <a:gdLst/>
              <a:ahLst/>
              <a:cxnLst/>
              <a:rect l="l" t="t" r="r" b="b"/>
              <a:pathLst>
                <a:path w="7935" h="18598">
                  <a:moveTo>
                    <a:pt x="0" y="0"/>
                  </a:moveTo>
                  <a:lnTo>
                    <a:pt x="7935" y="0"/>
                  </a:lnTo>
                  <a:lnTo>
                    <a:pt x="7935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D_06_08_Lounge Bay Window_OuterL"/>
            <p:cNvSpPr/>
            <p:nvPr/>
          </p:nvSpPr>
          <p:spPr>
            <a:xfrm>
              <a:off x="1635094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D_06_08_Lounge Bay Window_OuterR"/>
            <p:cNvSpPr/>
            <p:nvPr/>
          </p:nvSpPr>
          <p:spPr>
            <a:xfrm>
              <a:off x="1869419" y="5170462"/>
              <a:ext cx="13638" cy="18598"/>
            </a:xfrm>
            <a:custGeom>
              <a:avLst/>
              <a:gdLst/>
              <a:ahLst/>
              <a:cxnLst/>
              <a:rect l="l" t="t" r="r" b="b"/>
              <a:pathLst>
                <a:path w="13638" h="18598">
                  <a:moveTo>
                    <a:pt x="0" y="0"/>
                  </a:moveTo>
                  <a:lnTo>
                    <a:pt x="13638" y="0"/>
                  </a:lnTo>
                  <a:lnTo>
                    <a:pt x="13638" y="18598"/>
                  </a:lnTo>
                  <a:lnTo>
                    <a:pt x="0" y="185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D_06_09_Lounge Bay Window_LowerL"/>
            <p:cNvSpPr/>
            <p:nvPr/>
          </p:nvSpPr>
          <p:spPr>
            <a:xfrm>
              <a:off x="2002377" y="5079355"/>
              <a:ext cx="17704" cy="19540"/>
            </a:xfrm>
            <a:custGeom>
              <a:avLst/>
              <a:gdLst/>
              <a:ahLst/>
              <a:cxnLst/>
              <a:rect l="l" t="t" r="r" b="b"/>
              <a:pathLst>
                <a:path w="17704" h="19540">
                  <a:moveTo>
                    <a:pt x="17704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D_06_09_Lounge Bay Window_LowerR"/>
            <p:cNvSpPr/>
            <p:nvPr/>
          </p:nvSpPr>
          <p:spPr>
            <a:xfrm>
              <a:off x="1932526" y="5134158"/>
              <a:ext cx="17729" cy="19540"/>
            </a:xfrm>
            <a:custGeom>
              <a:avLst/>
              <a:gdLst/>
              <a:ahLst/>
              <a:cxnLst/>
              <a:rect l="l" t="t" r="r" b="b"/>
              <a:pathLst>
                <a:path w="17729" h="19540">
                  <a:moveTo>
                    <a:pt x="17729" y="14630"/>
                  </a:moveTo>
                  <a:lnTo>
                    <a:pt x="11480" y="19540"/>
                  </a:lnTo>
                  <a:lnTo>
                    <a:pt x="0" y="4910"/>
                  </a:lnTo>
                  <a:lnTo>
                    <a:pt x="624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D_06_09_Lounge Bay Window_OuterL"/>
            <p:cNvSpPr/>
            <p:nvPr/>
          </p:nvSpPr>
          <p:spPr>
            <a:xfrm>
              <a:off x="2008601" y="507094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1"/>
                  </a:moveTo>
                  <a:lnTo>
                    <a:pt x="11480" y="23037"/>
                  </a:lnTo>
                  <a:lnTo>
                    <a:pt x="0" y="8407"/>
                  </a:lnTo>
                  <a:lnTo>
                    <a:pt x="1073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6" name="墙_WD_06_09_Lounge Bay Window_OuterR"/>
            <p:cNvSpPr/>
            <p:nvPr/>
          </p:nvSpPr>
          <p:spPr>
            <a:xfrm>
              <a:off x="1921789" y="5139068"/>
              <a:ext cx="22217" cy="23037"/>
            </a:xfrm>
            <a:custGeom>
              <a:avLst/>
              <a:gdLst/>
              <a:ahLst/>
              <a:cxnLst/>
              <a:rect l="l" t="t" r="r" b="b"/>
              <a:pathLst>
                <a:path w="22217" h="23037">
                  <a:moveTo>
                    <a:pt x="22217" y="14630"/>
                  </a:moveTo>
                  <a:lnTo>
                    <a:pt x="11480" y="23037"/>
                  </a:lnTo>
                  <a:lnTo>
                    <a:pt x="0" y="8406"/>
                  </a:lnTo>
                  <a:lnTo>
                    <a:pt x="1073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7" name="墙_WD_12_18_Kitchen Large Window_FixedMiddleB"/>
            <p:cNvSpPr/>
            <p:nvPr/>
          </p:nvSpPr>
          <p:spPr>
            <a:xfrm>
              <a:off x="1757216" y="1670938"/>
              <a:ext cx="18597" cy="111589"/>
            </a:xfrm>
            <a:custGeom>
              <a:avLst/>
              <a:gdLst/>
              <a:ahLst/>
              <a:cxnLst/>
              <a:rect l="l" t="t" r="r" b="b"/>
              <a:pathLst>
                <a:path w="18597" h="111589">
                  <a:moveTo>
                    <a:pt x="0" y="11158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1158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8" name="墙_WD_12_18_Kitchen Large Window_OuterL"/>
            <p:cNvSpPr/>
            <p:nvPr/>
          </p:nvSpPr>
          <p:spPr>
            <a:xfrm>
              <a:off x="1757216" y="189535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9" name="墙_WD_12_18_Kitchen Large Window_OuterR"/>
            <p:cNvSpPr/>
            <p:nvPr/>
          </p:nvSpPr>
          <p:spPr>
            <a:xfrm>
              <a:off x="1757216" y="1544470"/>
              <a:ext cx="18597" cy="13638"/>
            </a:xfrm>
            <a:custGeom>
              <a:avLst/>
              <a:gdLst/>
              <a:ahLst/>
              <a:cxnLst/>
              <a:rect l="l" t="t" r="r" b="b"/>
              <a:pathLst>
                <a:path w="18597" h="13638">
                  <a:moveTo>
                    <a:pt x="0" y="13638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墙_WD_12_18_Kitchen Large Window_Side0L"/>
            <p:cNvSpPr/>
            <p:nvPr/>
          </p:nvSpPr>
          <p:spPr>
            <a:xfrm>
              <a:off x="1757216" y="189424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1" name="墙_WD_12_18_Kitchen Large Window_Side0R"/>
            <p:cNvSpPr/>
            <p:nvPr/>
          </p:nvSpPr>
          <p:spPr>
            <a:xfrm>
              <a:off x="1757216" y="1789347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墙_WD_12_18_Kitchen Large Window_Side2L"/>
            <p:cNvSpPr/>
            <p:nvPr/>
          </p:nvSpPr>
          <p:spPr>
            <a:xfrm>
              <a:off x="1757216" y="1656183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3" name="墙_WD_12_18_Kitchen Large Window_Side2R"/>
            <p:cNvSpPr/>
            <p:nvPr/>
          </p:nvSpPr>
          <p:spPr>
            <a:xfrm>
              <a:off x="1757216" y="1551289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墙_WD_13_19_Kitchen Small Window_OuterL"/>
            <p:cNvSpPr/>
            <p:nvPr/>
          </p:nvSpPr>
          <p:spPr>
            <a:xfrm>
              <a:off x="1757216" y="1215627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5" name="墙_WD_13_19_Kitchen Small Window_OuterR"/>
            <p:cNvSpPr/>
            <p:nvPr/>
          </p:nvSpPr>
          <p:spPr>
            <a:xfrm>
              <a:off x="1757216" y="1110981"/>
              <a:ext cx="18597" cy="13639"/>
            </a:xfrm>
            <a:custGeom>
              <a:avLst/>
              <a:gdLst/>
              <a:ahLst/>
              <a:cxnLst/>
              <a:rect l="l" t="t" r="r" b="b"/>
              <a:pathLst>
                <a:path w="18597" h="13639">
                  <a:moveTo>
                    <a:pt x="0" y="13639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136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6" name="墙_WD_13_19_Kitchen Small Window_Side1L"/>
            <p:cNvSpPr/>
            <p:nvPr/>
          </p:nvSpPr>
          <p:spPr>
            <a:xfrm>
              <a:off x="1757216" y="1207816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7" name="墙_WD_13_19_Kitchen Small Window_Side1R"/>
            <p:cNvSpPr/>
            <p:nvPr/>
          </p:nvSpPr>
          <p:spPr>
            <a:xfrm>
              <a:off x="1757216" y="1117801"/>
              <a:ext cx="18597" cy="7935"/>
            </a:xfrm>
            <a:custGeom>
              <a:avLst/>
              <a:gdLst/>
              <a:ahLst/>
              <a:cxnLst/>
              <a:rect l="l" t="t" r="r" b="b"/>
              <a:pathLst>
                <a:path w="18597" h="7935">
                  <a:moveTo>
                    <a:pt x="0" y="7935"/>
                  </a:moveTo>
                  <a:lnTo>
                    <a:pt x="0" y="0"/>
                  </a:lnTo>
                  <a:lnTo>
                    <a:pt x="18597" y="0"/>
                  </a:lnTo>
                  <a:lnTo>
                    <a:pt x="18597" y="793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8" name="墙_WC200_DoorJamb"/>
            <p:cNvSpPr/>
            <p:nvPr/>
          </p:nvSpPr>
          <p:spPr>
            <a:xfrm>
              <a:off x="1007747" y="3317454"/>
              <a:ext cx="34715" cy="7440"/>
            </a:xfrm>
            <a:custGeom>
              <a:avLst/>
              <a:gdLst/>
              <a:ahLst/>
              <a:cxnLst/>
              <a:rect l="l" t="t" r="r" b="b"/>
              <a:pathLst>
                <a:path w="34715" h="7440">
                  <a:moveTo>
                    <a:pt x="0" y="0"/>
                  </a:moveTo>
                  <a:lnTo>
                    <a:pt x="34715" y="0"/>
                  </a:lnTo>
                  <a:lnTo>
                    <a:pt x="34715" y="7440"/>
                  </a:lnTo>
                  <a:lnTo>
                    <a:pt x="0" y="744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9" name="墙_WC200_DoorJamb.001"/>
            <p:cNvSpPr/>
            <p:nvPr/>
          </p:nvSpPr>
          <p:spPr>
            <a:xfrm>
              <a:off x="1007747" y="3156270"/>
              <a:ext cx="34715" cy="7439"/>
            </a:xfrm>
            <a:custGeom>
              <a:avLst/>
              <a:gdLst/>
              <a:ahLst/>
              <a:cxnLst/>
              <a:rect l="l" t="t" r="r" b="b"/>
              <a:pathLst>
                <a:path w="34715" h="7439">
                  <a:moveTo>
                    <a:pt x="0" y="0"/>
                  </a:moveTo>
                  <a:lnTo>
                    <a:pt x="34715" y="0"/>
                  </a:lnTo>
                  <a:lnTo>
                    <a:pt x="34715" y="7439"/>
                  </a:lnTo>
                  <a:lnTo>
                    <a:pt x="0" y="743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0" name="墙_DoorLeaf_WC200"/>
            <p:cNvSpPr/>
            <p:nvPr/>
          </p:nvSpPr>
          <p:spPr>
            <a:xfrm>
              <a:off x="872235" y="3159295"/>
              <a:ext cx="153489" cy="30228"/>
            </a:xfrm>
            <a:custGeom>
              <a:avLst/>
              <a:gdLst/>
              <a:ahLst/>
              <a:cxnLst/>
              <a:rect l="l" t="t" r="r" b="b"/>
              <a:pathLst>
                <a:path w="153489" h="30228">
                  <a:moveTo>
                    <a:pt x="153489" y="8828"/>
                  </a:moveTo>
                  <a:lnTo>
                    <a:pt x="1240" y="30228"/>
                  </a:lnTo>
                  <a:lnTo>
                    <a:pt x="0" y="21400"/>
                  </a:lnTo>
                  <a:lnTo>
                    <a:pt x="15224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1" name="墙_Utility_FlushAccessDoor"/>
            <p:cNvSpPr/>
            <p:nvPr/>
          </p:nvSpPr>
          <p:spPr>
            <a:xfrm>
              <a:off x="2302239" y="3212114"/>
              <a:ext cx="4463" cy="151266"/>
            </a:xfrm>
            <a:custGeom>
              <a:avLst/>
              <a:gdLst/>
              <a:ahLst/>
              <a:cxnLst/>
              <a:rect l="l" t="t" r="r" b="b"/>
              <a:pathLst>
                <a:path w="4463" h="151266">
                  <a:moveTo>
                    <a:pt x="0" y="0"/>
                  </a:moveTo>
                  <a:lnTo>
                    <a:pt x="4463" y="0"/>
                  </a:lnTo>
                  <a:lnTo>
                    <a:pt x="4463" y="151266"/>
                  </a:lnTo>
                  <a:lnTo>
                    <a:pt x="0" y="15126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2" name="墙_Understair_TurnClosure_Stair_Winder_12"/>
            <p:cNvSpPr/>
            <p:nvPr/>
          </p:nvSpPr>
          <p:spPr>
            <a:xfrm>
              <a:off x="2303726" y="3085993"/>
              <a:ext cx="24797" cy="117392"/>
            </a:xfrm>
            <a:custGeom>
              <a:avLst/>
              <a:gdLst/>
              <a:ahLst/>
              <a:cxnLst/>
              <a:rect l="l" t="t" r="r" b="b"/>
              <a:pathLst>
                <a:path w="24797" h="117392">
                  <a:moveTo>
                    <a:pt x="24797" y="0"/>
                  </a:moveTo>
                  <a:lnTo>
                    <a:pt x="24797" y="117392"/>
                  </a:lnTo>
                  <a:lnTo>
                    <a:pt x="0" y="117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3" name="墙_Understair_TurnClosure_Stair_Winder_13"/>
            <p:cNvSpPr/>
            <p:nvPr/>
          </p:nvSpPr>
          <p:spPr>
            <a:xfrm>
              <a:off x="2303726" y="3000044"/>
              <a:ext cx="24797" cy="193422"/>
            </a:xfrm>
            <a:custGeom>
              <a:avLst/>
              <a:gdLst/>
              <a:ahLst/>
              <a:cxnLst/>
              <a:rect l="l" t="t" r="r" b="b"/>
              <a:pathLst>
                <a:path w="24797" h="193422">
                  <a:moveTo>
                    <a:pt x="24797" y="0"/>
                  </a:moveTo>
                  <a:lnTo>
                    <a:pt x="24797" y="193422"/>
                  </a:lnTo>
                  <a:lnTo>
                    <a:pt x="0" y="1934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墙_Understair_TurnClosure_Stair_Winder_14"/>
            <p:cNvSpPr/>
            <p:nvPr/>
          </p:nvSpPr>
          <p:spPr>
            <a:xfrm>
              <a:off x="2303726" y="3000044"/>
              <a:ext cx="24797" cy="186156"/>
            </a:xfrm>
            <a:custGeom>
              <a:avLst/>
              <a:gdLst/>
              <a:ahLst/>
              <a:cxnLst/>
              <a:rect l="l" t="t" r="r" b="b"/>
              <a:pathLst>
                <a:path w="24797" h="186156">
                  <a:moveTo>
                    <a:pt x="24797" y="0"/>
                  </a:moveTo>
                  <a:lnTo>
                    <a:pt x="24797" y="186156"/>
                  </a:lnTo>
                  <a:lnTo>
                    <a:pt x="0" y="1861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墙_V11_Continuous_Stair_Side"/>
            <p:cNvSpPr/>
            <p:nvPr/>
          </p:nvSpPr>
          <p:spPr>
            <a:xfrm>
              <a:off x="2303726" y="3203385"/>
              <a:ext cx="25293" cy="323263"/>
            </a:xfrm>
            <a:custGeom>
              <a:avLst/>
              <a:gdLst/>
              <a:ahLst/>
              <a:cxnLst/>
              <a:rect l="l" t="t" r="r" b="b"/>
              <a:pathLst>
                <a:path w="25293" h="323263">
                  <a:moveTo>
                    <a:pt x="25293" y="323263"/>
                  </a:moveTo>
                  <a:lnTo>
                    <a:pt x="25293" y="160739"/>
                  </a:lnTo>
                  <a:lnTo>
                    <a:pt x="0" y="160739"/>
                  </a:lnTo>
                  <a:lnTo>
                    <a:pt x="0" y="323263"/>
                  </a:lnTo>
                  <a:close/>
                  <a:moveTo>
                    <a:pt x="25293" y="0"/>
                  </a:moveTo>
                  <a:lnTo>
                    <a:pt x="25293" y="7985"/>
                  </a:lnTo>
                  <a:lnTo>
                    <a:pt x="0" y="79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6" name="墙_V11_Winder_Side_Transition"/>
            <p:cNvSpPr/>
            <p:nvPr/>
          </p:nvSpPr>
          <p:spPr>
            <a:xfrm>
              <a:off x="2303726" y="3174570"/>
              <a:ext cx="24797" cy="29262"/>
            </a:xfrm>
            <a:custGeom>
              <a:avLst/>
              <a:gdLst/>
              <a:ahLst/>
              <a:cxnLst/>
              <a:rect l="l" t="t" r="r" b="b"/>
              <a:pathLst>
                <a:path w="24797" h="29262">
                  <a:moveTo>
                    <a:pt x="24797" y="0"/>
                  </a:moveTo>
                  <a:lnTo>
                    <a:pt x="24797" y="29262"/>
                  </a:lnTo>
                  <a:lnTo>
                    <a:pt x="0" y="292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7" name="墙_V11_Passage_Right_Jamb_Closure"/>
            <p:cNvSpPr/>
            <p:nvPr/>
          </p:nvSpPr>
          <p:spPr>
            <a:xfrm>
              <a:off x="2303726" y="3002474"/>
              <a:ext cx="10415" cy="45628"/>
            </a:xfrm>
            <a:custGeom>
              <a:avLst/>
              <a:gdLst/>
              <a:ahLst/>
              <a:cxnLst/>
              <a:rect l="l" t="t" r="r" b="b"/>
              <a:pathLst>
                <a:path w="10415" h="45628">
                  <a:moveTo>
                    <a:pt x="10415" y="0"/>
                  </a:moveTo>
                  <a:lnTo>
                    <a:pt x="10415" y="45628"/>
                  </a:lnTo>
                  <a:lnTo>
                    <a:pt x="0" y="456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8" name="墙_V13_Lounge_FrenchLeaf-1L"/>
            <p:cNvSpPr/>
            <p:nvPr/>
          </p:nvSpPr>
          <p:spPr>
            <a:xfrm>
              <a:off x="1657782" y="3013980"/>
              <a:ext cx="20061" cy="16144"/>
            </a:xfrm>
            <a:custGeom>
              <a:avLst/>
              <a:gdLst/>
              <a:ahLst/>
              <a:cxnLst/>
              <a:rect l="l" t="t" r="r" b="b"/>
              <a:pathLst>
                <a:path w="20061" h="16144">
                  <a:moveTo>
                    <a:pt x="3968" y="16144"/>
                  </a:moveTo>
                  <a:lnTo>
                    <a:pt x="0" y="9300"/>
                  </a:lnTo>
                  <a:lnTo>
                    <a:pt x="16118" y="0"/>
                  </a:lnTo>
                  <a:lnTo>
                    <a:pt x="20061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9" name="墙_V13_Lounge_FrenchLeaf-1R"/>
            <p:cNvSpPr/>
            <p:nvPr/>
          </p:nvSpPr>
          <p:spPr>
            <a:xfrm>
              <a:off x="1594428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2" y="16143"/>
                  </a:moveTo>
                  <a:lnTo>
                    <a:pt x="0" y="9299"/>
                  </a:lnTo>
                  <a:lnTo>
                    <a:pt x="16092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0" name="墙_V13_Lounge_FrenchLeaf1L"/>
            <p:cNvSpPr/>
            <p:nvPr/>
          </p:nvSpPr>
          <p:spPr>
            <a:xfrm>
              <a:off x="1454824" y="2904201"/>
              <a:ext cx="20061" cy="16143"/>
            </a:xfrm>
            <a:custGeom>
              <a:avLst/>
              <a:gdLst/>
              <a:ahLst/>
              <a:cxnLst/>
              <a:rect l="l" t="t" r="r" b="b"/>
              <a:pathLst>
                <a:path w="20061" h="16143">
                  <a:moveTo>
                    <a:pt x="20061" y="9299"/>
                  </a:moveTo>
                  <a:lnTo>
                    <a:pt x="16118" y="16143"/>
                  </a:lnTo>
                  <a:lnTo>
                    <a:pt x="0" y="6844"/>
                  </a:lnTo>
                  <a:lnTo>
                    <a:pt x="396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1" name="墙_V13_Lounge_FrenchLeaf1R"/>
            <p:cNvSpPr/>
            <p:nvPr/>
          </p:nvSpPr>
          <p:spPr>
            <a:xfrm>
              <a:off x="1391470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2" name="墙_V13_Lounge_OuterL"/>
            <p:cNvSpPr/>
            <p:nvPr/>
          </p:nvSpPr>
          <p:spPr>
            <a:xfrm>
              <a:off x="1669808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3" name="墙_V13_Lounge_OuterR"/>
            <p:cNvSpPr/>
            <p:nvPr/>
          </p:nvSpPr>
          <p:spPr>
            <a:xfrm>
              <a:off x="1385023" y="3023850"/>
              <a:ext cx="14506" cy="20210"/>
            </a:xfrm>
            <a:custGeom>
              <a:avLst/>
              <a:gdLst/>
              <a:ahLst/>
              <a:cxnLst/>
              <a:rect l="l" t="t" r="r" b="b"/>
              <a:pathLst>
                <a:path w="14506" h="20210">
                  <a:moveTo>
                    <a:pt x="14506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4506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4" name="墙_V13_Utility_FrenchLeaf-1L"/>
            <p:cNvSpPr/>
            <p:nvPr/>
          </p:nvSpPr>
          <p:spPr>
            <a:xfrm>
              <a:off x="872979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3967" y="16144"/>
                  </a:moveTo>
                  <a:lnTo>
                    <a:pt x="0" y="9300"/>
                  </a:lnTo>
                  <a:lnTo>
                    <a:pt x="16117" y="0"/>
                  </a:lnTo>
                  <a:lnTo>
                    <a:pt x="20060" y="6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5" name="墙_V13_Utility_FrenchLeaf-1R"/>
            <p:cNvSpPr/>
            <p:nvPr/>
          </p:nvSpPr>
          <p:spPr>
            <a:xfrm>
              <a:off x="809624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3943" y="16143"/>
                  </a:moveTo>
                  <a:lnTo>
                    <a:pt x="0" y="9299"/>
                  </a:lnTo>
                  <a:lnTo>
                    <a:pt x="16093" y="0"/>
                  </a:lnTo>
                  <a:lnTo>
                    <a:pt x="20060" y="6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6" name="墙_V13_Utility_FrenchLeaf1L"/>
            <p:cNvSpPr/>
            <p:nvPr/>
          </p:nvSpPr>
          <p:spPr>
            <a:xfrm>
              <a:off x="670021" y="2904201"/>
              <a:ext cx="20060" cy="16143"/>
            </a:xfrm>
            <a:custGeom>
              <a:avLst/>
              <a:gdLst/>
              <a:ahLst/>
              <a:cxnLst/>
              <a:rect l="l" t="t" r="r" b="b"/>
              <a:pathLst>
                <a:path w="20060" h="16143">
                  <a:moveTo>
                    <a:pt x="20060" y="9299"/>
                  </a:moveTo>
                  <a:lnTo>
                    <a:pt x="16117" y="16143"/>
                  </a:lnTo>
                  <a:lnTo>
                    <a:pt x="0" y="6844"/>
                  </a:lnTo>
                  <a:lnTo>
                    <a:pt x="3967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7" name="墙_V13_Utility_FrenchLeaf1R"/>
            <p:cNvSpPr/>
            <p:nvPr/>
          </p:nvSpPr>
          <p:spPr>
            <a:xfrm>
              <a:off x="606666" y="3013980"/>
              <a:ext cx="20060" cy="16144"/>
            </a:xfrm>
            <a:custGeom>
              <a:avLst/>
              <a:gdLst/>
              <a:ahLst/>
              <a:cxnLst/>
              <a:rect l="l" t="t" r="r" b="b"/>
              <a:pathLst>
                <a:path w="20060" h="16144">
                  <a:moveTo>
                    <a:pt x="20060" y="9300"/>
                  </a:moveTo>
                  <a:lnTo>
                    <a:pt x="16093" y="16144"/>
                  </a:lnTo>
                  <a:lnTo>
                    <a:pt x="0" y="6845"/>
                  </a:lnTo>
                  <a:lnTo>
                    <a:pt x="3943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8" name="墙_V13_Utility_OuterL"/>
            <p:cNvSpPr/>
            <p:nvPr/>
          </p:nvSpPr>
          <p:spPr>
            <a:xfrm>
              <a:off x="885005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9" name="墙_V13_Utility_OuterR"/>
            <p:cNvSpPr/>
            <p:nvPr/>
          </p:nvSpPr>
          <p:spPr>
            <a:xfrm>
              <a:off x="601087" y="3023850"/>
              <a:ext cx="13638" cy="20210"/>
            </a:xfrm>
            <a:custGeom>
              <a:avLst/>
              <a:gdLst/>
              <a:ahLst/>
              <a:cxnLst/>
              <a:rect l="l" t="t" r="r" b="b"/>
              <a:pathLst>
                <a:path w="13638" h="20210">
                  <a:moveTo>
                    <a:pt x="13638" y="20210"/>
                  </a:moveTo>
                  <a:lnTo>
                    <a:pt x="0" y="20210"/>
                  </a:lnTo>
                  <a:lnTo>
                    <a:pt x="0" y="0"/>
                  </a:lnTo>
                  <a:lnTo>
                    <a:pt x="13638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0" name="墙_V13_KitchenSide_FrenchLeaf-1L"/>
            <p:cNvSpPr/>
            <p:nvPr/>
          </p:nvSpPr>
          <p:spPr>
            <a:xfrm>
              <a:off x="1723393" y="2495510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18622" y="16119"/>
                  </a:moveTo>
                  <a:lnTo>
                    <a:pt x="9299" y="21500"/>
                  </a:lnTo>
                  <a:lnTo>
                    <a:pt x="0" y="5406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1" name="墙_V13_KitchenSide_FrenchLeaf-1R"/>
            <p:cNvSpPr/>
            <p:nvPr/>
          </p:nvSpPr>
          <p:spPr>
            <a:xfrm>
              <a:off x="1573797" y="2581906"/>
              <a:ext cx="18622" cy="21474"/>
            </a:xfrm>
            <a:custGeom>
              <a:avLst/>
              <a:gdLst/>
              <a:ahLst/>
              <a:cxnLst/>
              <a:rect l="l" t="t" r="r" b="b"/>
              <a:pathLst>
                <a:path w="18622" h="21474">
                  <a:moveTo>
                    <a:pt x="18622" y="16093"/>
                  </a:moveTo>
                  <a:lnTo>
                    <a:pt x="9299" y="21474"/>
                  </a:lnTo>
                  <a:lnTo>
                    <a:pt x="0" y="5381"/>
                  </a:lnTo>
                  <a:lnTo>
                    <a:pt x="932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2" name="墙_V13_KitchenSide_FrenchLeaf1L"/>
            <p:cNvSpPr/>
            <p:nvPr/>
          </p:nvSpPr>
          <p:spPr>
            <a:xfrm>
              <a:off x="1573797" y="2771806"/>
              <a:ext cx="18622" cy="21500"/>
            </a:xfrm>
            <a:custGeom>
              <a:avLst/>
              <a:gdLst/>
              <a:ahLst/>
              <a:cxnLst/>
              <a:rect l="l" t="t" r="r" b="b"/>
              <a:pathLst>
                <a:path w="18622" h="21500">
                  <a:moveTo>
                    <a:pt x="9299" y="0"/>
                  </a:moveTo>
                  <a:lnTo>
                    <a:pt x="18622" y="5381"/>
                  </a:lnTo>
                  <a:lnTo>
                    <a:pt x="9324" y="21500"/>
                  </a:lnTo>
                  <a:lnTo>
                    <a:pt x="0" y="160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3" name="墙_V13_KitchenSide_FrenchLeaf1R"/>
            <p:cNvSpPr/>
            <p:nvPr/>
          </p:nvSpPr>
          <p:spPr>
            <a:xfrm>
              <a:off x="1723393" y="2858177"/>
              <a:ext cx="18622" cy="21499"/>
            </a:xfrm>
            <a:custGeom>
              <a:avLst/>
              <a:gdLst/>
              <a:ahLst/>
              <a:cxnLst/>
              <a:rect l="l" t="t" r="r" b="b"/>
              <a:pathLst>
                <a:path w="18622" h="21499">
                  <a:moveTo>
                    <a:pt x="9299" y="0"/>
                  </a:moveTo>
                  <a:lnTo>
                    <a:pt x="18622" y="5381"/>
                  </a:lnTo>
                  <a:lnTo>
                    <a:pt x="9324" y="21499"/>
                  </a:lnTo>
                  <a:lnTo>
                    <a:pt x="0" y="16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4" name="墙_V13_KitchenSide_OuterL"/>
            <p:cNvSpPr/>
            <p:nvPr/>
          </p:nvSpPr>
          <p:spPr>
            <a:xfrm>
              <a:off x="1736039" y="2484128"/>
              <a:ext cx="19937" cy="19442"/>
            </a:xfrm>
            <a:custGeom>
              <a:avLst/>
              <a:gdLst/>
              <a:ahLst/>
              <a:cxnLst/>
              <a:rect l="l" t="t" r="r" b="b"/>
              <a:pathLst>
                <a:path w="19937" h="19442">
                  <a:moveTo>
                    <a:pt x="19937" y="0"/>
                  </a:moveTo>
                  <a:lnTo>
                    <a:pt x="19937" y="19442"/>
                  </a:lnTo>
                  <a:lnTo>
                    <a:pt x="0" y="194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5" name="墙_V13_KitchenSide_OuterR"/>
            <p:cNvSpPr/>
            <p:nvPr/>
          </p:nvSpPr>
          <p:spPr>
            <a:xfrm>
              <a:off x="1736039" y="2871617"/>
              <a:ext cx="19937" cy="19441"/>
            </a:xfrm>
            <a:custGeom>
              <a:avLst/>
              <a:gdLst/>
              <a:ahLst/>
              <a:cxnLst/>
              <a:rect l="l" t="t" r="r" b="b"/>
              <a:pathLst>
                <a:path w="19937" h="19441">
                  <a:moveTo>
                    <a:pt x="19937" y="0"/>
                  </a:moveTo>
                  <a:lnTo>
                    <a:pt x="19937" y="19441"/>
                  </a:lnTo>
                  <a:lnTo>
                    <a:pt x="0" y="19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6" name="墙_SP_OuterFrame"/>
            <p:cNvSpPr/>
            <p:nvPr/>
          </p:nvSpPr>
          <p:spPr>
            <a:xfrm>
              <a:off x="489380" y="3025536"/>
              <a:ext cx="520722" cy="18598"/>
            </a:xfrm>
            <a:custGeom>
              <a:avLst/>
              <a:gdLst/>
              <a:ahLst/>
              <a:cxnLst/>
              <a:rect l="l" t="t" r="r" b="b"/>
              <a:pathLst>
                <a:path w="520722" h="18598">
                  <a:moveTo>
                    <a:pt x="111484" y="99"/>
                  </a:moveTo>
                  <a:lnTo>
                    <a:pt x="111211" y="0"/>
                  </a:lnTo>
                  <a:lnTo>
                    <a:pt x="99309" y="0"/>
                  </a:lnTo>
                  <a:lnTo>
                    <a:pt x="98962" y="75"/>
                  </a:lnTo>
                  <a:lnTo>
                    <a:pt x="98639" y="223"/>
                  </a:lnTo>
                  <a:lnTo>
                    <a:pt x="95267" y="2753"/>
                  </a:lnTo>
                  <a:lnTo>
                    <a:pt x="95069" y="3025"/>
                  </a:lnTo>
                  <a:lnTo>
                    <a:pt x="94970" y="3348"/>
                  </a:lnTo>
                  <a:lnTo>
                    <a:pt x="94970" y="4588"/>
                  </a:lnTo>
                  <a:lnTo>
                    <a:pt x="95069" y="4860"/>
                  </a:lnTo>
                  <a:lnTo>
                    <a:pt x="95341" y="4960"/>
                  </a:lnTo>
                  <a:lnTo>
                    <a:pt x="97573" y="4960"/>
                  </a:lnTo>
                  <a:lnTo>
                    <a:pt x="97846" y="5059"/>
                  </a:lnTo>
                  <a:lnTo>
                    <a:pt x="97945" y="5332"/>
                  </a:lnTo>
                  <a:lnTo>
                    <a:pt x="97945" y="18226"/>
                  </a:lnTo>
                  <a:lnTo>
                    <a:pt x="98044" y="18499"/>
                  </a:lnTo>
                  <a:lnTo>
                    <a:pt x="98317" y="18598"/>
                  </a:lnTo>
                  <a:lnTo>
                    <a:pt x="111211" y="18598"/>
                  </a:lnTo>
                  <a:lnTo>
                    <a:pt x="111484" y="18499"/>
                  </a:lnTo>
                  <a:lnTo>
                    <a:pt x="111583" y="18226"/>
                  </a:lnTo>
                  <a:lnTo>
                    <a:pt x="111583" y="372"/>
                  </a:lnTo>
                  <a:close/>
                  <a:moveTo>
                    <a:pt x="99" y="99"/>
                  </a:moveTo>
                  <a:lnTo>
                    <a:pt x="372" y="0"/>
                  </a:lnTo>
                  <a:lnTo>
                    <a:pt x="12274" y="0"/>
                  </a:lnTo>
                  <a:lnTo>
                    <a:pt x="12621" y="75"/>
                  </a:lnTo>
                  <a:lnTo>
                    <a:pt x="12943" y="223"/>
                  </a:lnTo>
                  <a:lnTo>
                    <a:pt x="16316" y="2753"/>
                  </a:lnTo>
                  <a:lnTo>
                    <a:pt x="16514" y="3025"/>
                  </a:lnTo>
                  <a:lnTo>
                    <a:pt x="16613" y="3348"/>
                  </a:lnTo>
                  <a:lnTo>
                    <a:pt x="16613" y="4588"/>
                  </a:lnTo>
                  <a:lnTo>
                    <a:pt x="16514" y="4860"/>
                  </a:lnTo>
                  <a:lnTo>
                    <a:pt x="16241" y="4960"/>
                  </a:lnTo>
                  <a:lnTo>
                    <a:pt x="14010" y="4960"/>
                  </a:lnTo>
                  <a:lnTo>
                    <a:pt x="13737" y="5059"/>
                  </a:lnTo>
                  <a:lnTo>
                    <a:pt x="13638" y="5332"/>
                  </a:lnTo>
                  <a:lnTo>
                    <a:pt x="13638" y="18226"/>
                  </a:lnTo>
                  <a:lnTo>
                    <a:pt x="13538" y="18499"/>
                  </a:lnTo>
                  <a:lnTo>
                    <a:pt x="13266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close/>
                  <a:moveTo>
                    <a:pt x="520623" y="99"/>
                  </a:moveTo>
                  <a:lnTo>
                    <a:pt x="520350" y="0"/>
                  </a:lnTo>
                  <a:lnTo>
                    <a:pt x="508448" y="0"/>
                  </a:lnTo>
                  <a:lnTo>
                    <a:pt x="508101" y="75"/>
                  </a:lnTo>
                  <a:lnTo>
                    <a:pt x="507779" y="223"/>
                  </a:lnTo>
                  <a:lnTo>
                    <a:pt x="504406" y="2753"/>
                  </a:lnTo>
                  <a:lnTo>
                    <a:pt x="504208" y="3025"/>
                  </a:lnTo>
                  <a:lnTo>
                    <a:pt x="504109" y="3348"/>
                  </a:lnTo>
                  <a:lnTo>
                    <a:pt x="504109" y="4588"/>
                  </a:lnTo>
                  <a:lnTo>
                    <a:pt x="504208" y="4860"/>
                  </a:lnTo>
                  <a:lnTo>
                    <a:pt x="504481" y="4960"/>
                  </a:lnTo>
                  <a:lnTo>
                    <a:pt x="506712" y="4960"/>
                  </a:lnTo>
                  <a:lnTo>
                    <a:pt x="506985" y="5059"/>
                  </a:lnTo>
                  <a:lnTo>
                    <a:pt x="507084" y="5332"/>
                  </a:lnTo>
                  <a:lnTo>
                    <a:pt x="507084" y="18226"/>
                  </a:lnTo>
                  <a:lnTo>
                    <a:pt x="507184" y="18499"/>
                  </a:lnTo>
                  <a:lnTo>
                    <a:pt x="507456" y="18598"/>
                  </a:lnTo>
                  <a:lnTo>
                    <a:pt x="520350" y="18598"/>
                  </a:lnTo>
                  <a:lnTo>
                    <a:pt x="520623" y="18499"/>
                  </a:lnTo>
                  <a:lnTo>
                    <a:pt x="520722" y="18226"/>
                  </a:lnTo>
                  <a:lnTo>
                    <a:pt x="520722" y="372"/>
                  </a:lnTo>
                  <a:close/>
                  <a:moveTo>
                    <a:pt x="409238" y="99"/>
                  </a:moveTo>
                  <a:lnTo>
                    <a:pt x="409511" y="0"/>
                  </a:lnTo>
                  <a:lnTo>
                    <a:pt x="421413" y="0"/>
                  </a:lnTo>
                  <a:lnTo>
                    <a:pt x="421760" y="75"/>
                  </a:lnTo>
                  <a:lnTo>
                    <a:pt x="422083" y="223"/>
                  </a:lnTo>
                  <a:lnTo>
                    <a:pt x="425455" y="2753"/>
                  </a:lnTo>
                  <a:lnTo>
                    <a:pt x="425653" y="3025"/>
                  </a:lnTo>
                  <a:lnTo>
                    <a:pt x="425752" y="3348"/>
                  </a:lnTo>
                  <a:lnTo>
                    <a:pt x="425752" y="4588"/>
                  </a:lnTo>
                  <a:lnTo>
                    <a:pt x="425653" y="4860"/>
                  </a:lnTo>
                  <a:lnTo>
                    <a:pt x="425381" y="4960"/>
                  </a:lnTo>
                  <a:lnTo>
                    <a:pt x="423149" y="4960"/>
                  </a:lnTo>
                  <a:lnTo>
                    <a:pt x="422876" y="5059"/>
                  </a:lnTo>
                  <a:lnTo>
                    <a:pt x="422777" y="5332"/>
                  </a:lnTo>
                  <a:lnTo>
                    <a:pt x="422777" y="18226"/>
                  </a:lnTo>
                  <a:lnTo>
                    <a:pt x="422678" y="18499"/>
                  </a:lnTo>
                  <a:lnTo>
                    <a:pt x="422405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7" name="墙_SP_Transom"/>
            <p:cNvSpPr/>
            <p:nvPr/>
          </p:nvSpPr>
          <p:spPr>
            <a:xfrm>
              <a:off x="503018" y="3025536"/>
              <a:ext cx="493446" cy="18598"/>
            </a:xfrm>
            <a:custGeom>
              <a:avLst/>
              <a:gdLst/>
              <a:ahLst/>
              <a:cxnLst/>
              <a:rect l="l" t="t" r="r" b="b"/>
              <a:pathLst>
                <a:path w="493446" h="18598">
                  <a:moveTo>
                    <a:pt x="84208" y="124"/>
                  </a:moveTo>
                  <a:lnTo>
                    <a:pt x="84307" y="372"/>
                  </a:lnTo>
                  <a:lnTo>
                    <a:pt x="84307" y="18226"/>
                  </a:lnTo>
                  <a:lnTo>
                    <a:pt x="84208" y="18499"/>
                  </a:lnTo>
                  <a:lnTo>
                    <a:pt x="83935" y="18598"/>
                  </a:lnTo>
                  <a:lnTo>
                    <a:pt x="372" y="18598"/>
                  </a:lnTo>
                  <a:lnTo>
                    <a:pt x="99" y="18499"/>
                  </a:lnTo>
                  <a:lnTo>
                    <a:pt x="0" y="18226"/>
                  </a:lnTo>
                  <a:lnTo>
                    <a:pt x="0" y="372"/>
                  </a:lnTo>
                  <a:lnTo>
                    <a:pt x="99" y="124"/>
                  </a:lnTo>
                  <a:lnTo>
                    <a:pt x="372" y="0"/>
                  </a:lnTo>
                  <a:lnTo>
                    <a:pt x="83935" y="0"/>
                  </a:lnTo>
                  <a:close/>
                  <a:moveTo>
                    <a:pt x="493347" y="124"/>
                  </a:moveTo>
                  <a:lnTo>
                    <a:pt x="493446" y="372"/>
                  </a:lnTo>
                  <a:lnTo>
                    <a:pt x="493446" y="18226"/>
                  </a:lnTo>
                  <a:lnTo>
                    <a:pt x="493347" y="18499"/>
                  </a:lnTo>
                  <a:lnTo>
                    <a:pt x="493074" y="18598"/>
                  </a:lnTo>
                  <a:lnTo>
                    <a:pt x="409511" y="18598"/>
                  </a:lnTo>
                  <a:lnTo>
                    <a:pt x="409238" y="18499"/>
                  </a:lnTo>
                  <a:lnTo>
                    <a:pt x="409139" y="18226"/>
                  </a:lnTo>
                  <a:lnTo>
                    <a:pt x="409139" y="372"/>
                  </a:lnTo>
                  <a:lnTo>
                    <a:pt x="409238" y="124"/>
                  </a:lnTo>
                  <a:lnTo>
                    <a:pt x="409511" y="0"/>
                  </a:lnTo>
                  <a:lnTo>
                    <a:pt x="49307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8" name="墙_V15_Fixed_Acoustic_Wall"/>
            <p:cNvSpPr/>
            <p:nvPr/>
          </p:nvSpPr>
          <p:spPr>
            <a:xfrm>
              <a:off x="1317577" y="3083315"/>
              <a:ext cx="11406" cy="628522"/>
            </a:xfrm>
            <a:custGeom>
              <a:avLst/>
              <a:gdLst/>
              <a:ahLst/>
              <a:cxnLst/>
              <a:rect l="l" t="t" r="r" b="b"/>
              <a:pathLst>
                <a:path w="11406" h="628522">
                  <a:moveTo>
                    <a:pt x="11356" y="49"/>
                  </a:moveTo>
                  <a:lnTo>
                    <a:pt x="11406" y="149"/>
                  </a:lnTo>
                  <a:lnTo>
                    <a:pt x="11406" y="5802"/>
                  </a:lnTo>
                  <a:lnTo>
                    <a:pt x="11356" y="5902"/>
                  </a:lnTo>
                  <a:lnTo>
                    <a:pt x="11257" y="5951"/>
                  </a:lnTo>
                  <a:lnTo>
                    <a:pt x="7091" y="5951"/>
                  </a:lnTo>
                  <a:lnTo>
                    <a:pt x="6992" y="5902"/>
                  </a:lnTo>
                  <a:lnTo>
                    <a:pt x="6943" y="5802"/>
                  </a:lnTo>
                  <a:lnTo>
                    <a:pt x="6943" y="149"/>
                  </a:lnTo>
                  <a:lnTo>
                    <a:pt x="6992" y="49"/>
                  </a:lnTo>
                  <a:lnTo>
                    <a:pt x="7091" y="0"/>
                  </a:lnTo>
                  <a:lnTo>
                    <a:pt x="11257" y="0"/>
                  </a:lnTo>
                  <a:close/>
                  <a:moveTo>
                    <a:pt x="11356" y="8977"/>
                  </a:moveTo>
                  <a:lnTo>
                    <a:pt x="11406" y="9076"/>
                  </a:lnTo>
                  <a:lnTo>
                    <a:pt x="11406" y="15721"/>
                  </a:lnTo>
                  <a:lnTo>
                    <a:pt x="11356" y="15821"/>
                  </a:lnTo>
                  <a:lnTo>
                    <a:pt x="11257" y="15870"/>
                  </a:lnTo>
                  <a:lnTo>
                    <a:pt x="7091" y="15870"/>
                  </a:lnTo>
                  <a:lnTo>
                    <a:pt x="6992" y="15821"/>
                  </a:lnTo>
                  <a:lnTo>
                    <a:pt x="6943" y="15721"/>
                  </a:lnTo>
                  <a:lnTo>
                    <a:pt x="6943" y="9076"/>
                  </a:lnTo>
                  <a:lnTo>
                    <a:pt x="6992" y="8977"/>
                  </a:lnTo>
                  <a:lnTo>
                    <a:pt x="7091" y="8927"/>
                  </a:lnTo>
                  <a:lnTo>
                    <a:pt x="11257" y="8927"/>
                  </a:lnTo>
                  <a:close/>
                  <a:moveTo>
                    <a:pt x="11356" y="18896"/>
                  </a:moveTo>
                  <a:lnTo>
                    <a:pt x="11406" y="18995"/>
                  </a:lnTo>
                  <a:lnTo>
                    <a:pt x="11406" y="25641"/>
                  </a:lnTo>
                  <a:lnTo>
                    <a:pt x="11356" y="25740"/>
                  </a:lnTo>
                  <a:lnTo>
                    <a:pt x="11257" y="25789"/>
                  </a:lnTo>
                  <a:lnTo>
                    <a:pt x="7091" y="25789"/>
                  </a:lnTo>
                  <a:lnTo>
                    <a:pt x="6992" y="25740"/>
                  </a:lnTo>
                  <a:lnTo>
                    <a:pt x="6943" y="25641"/>
                  </a:lnTo>
                  <a:lnTo>
                    <a:pt x="6943" y="18995"/>
                  </a:lnTo>
                  <a:lnTo>
                    <a:pt x="6992" y="18896"/>
                  </a:lnTo>
                  <a:lnTo>
                    <a:pt x="7091" y="18846"/>
                  </a:lnTo>
                  <a:lnTo>
                    <a:pt x="11257" y="18846"/>
                  </a:lnTo>
                  <a:close/>
                  <a:moveTo>
                    <a:pt x="11356" y="28815"/>
                  </a:moveTo>
                  <a:lnTo>
                    <a:pt x="11406" y="28914"/>
                  </a:lnTo>
                  <a:lnTo>
                    <a:pt x="11406" y="35560"/>
                  </a:lnTo>
                  <a:lnTo>
                    <a:pt x="11356" y="35659"/>
                  </a:lnTo>
                  <a:lnTo>
                    <a:pt x="11257" y="35708"/>
                  </a:lnTo>
                  <a:lnTo>
                    <a:pt x="7091" y="35708"/>
                  </a:lnTo>
                  <a:lnTo>
                    <a:pt x="6992" y="35659"/>
                  </a:lnTo>
                  <a:lnTo>
                    <a:pt x="6943" y="35560"/>
                  </a:lnTo>
                  <a:lnTo>
                    <a:pt x="6943" y="28914"/>
                  </a:lnTo>
                  <a:lnTo>
                    <a:pt x="6992" y="28815"/>
                  </a:lnTo>
                  <a:lnTo>
                    <a:pt x="7091" y="28765"/>
                  </a:lnTo>
                  <a:lnTo>
                    <a:pt x="11257" y="28765"/>
                  </a:lnTo>
                  <a:close/>
                  <a:moveTo>
                    <a:pt x="11356" y="38734"/>
                  </a:moveTo>
                  <a:lnTo>
                    <a:pt x="11406" y="38833"/>
                  </a:lnTo>
                  <a:lnTo>
                    <a:pt x="11406" y="45479"/>
                  </a:lnTo>
                  <a:lnTo>
                    <a:pt x="11356" y="45578"/>
                  </a:lnTo>
                  <a:lnTo>
                    <a:pt x="11257" y="45627"/>
                  </a:lnTo>
                  <a:lnTo>
                    <a:pt x="7091" y="45627"/>
                  </a:lnTo>
                  <a:lnTo>
                    <a:pt x="6992" y="45578"/>
                  </a:lnTo>
                  <a:lnTo>
                    <a:pt x="6943" y="45479"/>
                  </a:lnTo>
                  <a:lnTo>
                    <a:pt x="6943" y="38833"/>
                  </a:lnTo>
                  <a:lnTo>
                    <a:pt x="6992" y="38734"/>
                  </a:lnTo>
                  <a:lnTo>
                    <a:pt x="7091" y="38684"/>
                  </a:lnTo>
                  <a:lnTo>
                    <a:pt x="11257" y="38684"/>
                  </a:lnTo>
                  <a:close/>
                  <a:moveTo>
                    <a:pt x="11356" y="48653"/>
                  </a:moveTo>
                  <a:lnTo>
                    <a:pt x="11406" y="48752"/>
                  </a:lnTo>
                  <a:lnTo>
                    <a:pt x="11406" y="55398"/>
                  </a:lnTo>
                  <a:lnTo>
                    <a:pt x="11356" y="55497"/>
                  </a:lnTo>
                  <a:lnTo>
                    <a:pt x="11257" y="55547"/>
                  </a:lnTo>
                  <a:lnTo>
                    <a:pt x="7091" y="55547"/>
                  </a:lnTo>
                  <a:lnTo>
                    <a:pt x="6992" y="55497"/>
                  </a:lnTo>
                  <a:lnTo>
                    <a:pt x="6943" y="55398"/>
                  </a:lnTo>
                  <a:lnTo>
                    <a:pt x="6943" y="48752"/>
                  </a:lnTo>
                  <a:lnTo>
                    <a:pt x="6992" y="48653"/>
                  </a:lnTo>
                  <a:lnTo>
                    <a:pt x="7091" y="48603"/>
                  </a:lnTo>
                  <a:lnTo>
                    <a:pt x="11257" y="48603"/>
                  </a:lnTo>
                  <a:close/>
                  <a:moveTo>
                    <a:pt x="11356" y="58572"/>
                  </a:moveTo>
                  <a:lnTo>
                    <a:pt x="11406" y="58671"/>
                  </a:lnTo>
                  <a:lnTo>
                    <a:pt x="11406" y="65317"/>
                  </a:lnTo>
                  <a:lnTo>
                    <a:pt x="11356" y="65416"/>
                  </a:lnTo>
                  <a:lnTo>
                    <a:pt x="11257" y="65466"/>
                  </a:lnTo>
                  <a:lnTo>
                    <a:pt x="7091" y="65466"/>
                  </a:lnTo>
                  <a:lnTo>
                    <a:pt x="6992" y="65416"/>
                  </a:lnTo>
                  <a:lnTo>
                    <a:pt x="6943" y="65317"/>
                  </a:lnTo>
                  <a:lnTo>
                    <a:pt x="6943" y="58671"/>
                  </a:lnTo>
                  <a:lnTo>
                    <a:pt x="6992" y="58572"/>
                  </a:lnTo>
                  <a:lnTo>
                    <a:pt x="7091" y="58522"/>
                  </a:lnTo>
                  <a:lnTo>
                    <a:pt x="11257" y="58522"/>
                  </a:lnTo>
                  <a:close/>
                  <a:moveTo>
                    <a:pt x="11356" y="68491"/>
                  </a:moveTo>
                  <a:lnTo>
                    <a:pt x="11406" y="68590"/>
                  </a:lnTo>
                  <a:lnTo>
                    <a:pt x="11406" y="75236"/>
                  </a:lnTo>
                  <a:lnTo>
                    <a:pt x="11356" y="75335"/>
                  </a:lnTo>
                  <a:lnTo>
                    <a:pt x="11257" y="75385"/>
                  </a:lnTo>
                  <a:lnTo>
                    <a:pt x="7091" y="75385"/>
                  </a:lnTo>
                  <a:lnTo>
                    <a:pt x="6992" y="75335"/>
                  </a:lnTo>
                  <a:lnTo>
                    <a:pt x="6943" y="75236"/>
                  </a:lnTo>
                  <a:lnTo>
                    <a:pt x="6943" y="68590"/>
                  </a:lnTo>
                  <a:lnTo>
                    <a:pt x="6992" y="68491"/>
                  </a:lnTo>
                  <a:lnTo>
                    <a:pt x="7091" y="68441"/>
                  </a:lnTo>
                  <a:lnTo>
                    <a:pt x="11257" y="68441"/>
                  </a:lnTo>
                  <a:close/>
                  <a:moveTo>
                    <a:pt x="11356" y="78410"/>
                  </a:moveTo>
                  <a:lnTo>
                    <a:pt x="11406" y="78509"/>
                  </a:lnTo>
                  <a:lnTo>
                    <a:pt x="11406" y="85155"/>
                  </a:lnTo>
                  <a:lnTo>
                    <a:pt x="11356" y="85254"/>
                  </a:lnTo>
                  <a:lnTo>
                    <a:pt x="11257" y="85304"/>
                  </a:lnTo>
                  <a:lnTo>
                    <a:pt x="7091" y="85304"/>
                  </a:lnTo>
                  <a:lnTo>
                    <a:pt x="6992" y="85254"/>
                  </a:lnTo>
                  <a:lnTo>
                    <a:pt x="6943" y="85155"/>
                  </a:lnTo>
                  <a:lnTo>
                    <a:pt x="6943" y="78509"/>
                  </a:lnTo>
                  <a:lnTo>
                    <a:pt x="6992" y="78410"/>
                  </a:lnTo>
                  <a:lnTo>
                    <a:pt x="7091" y="78360"/>
                  </a:lnTo>
                  <a:lnTo>
                    <a:pt x="11257" y="78360"/>
                  </a:lnTo>
                  <a:close/>
                  <a:moveTo>
                    <a:pt x="11356" y="88329"/>
                  </a:moveTo>
                  <a:lnTo>
                    <a:pt x="11406" y="88428"/>
                  </a:lnTo>
                  <a:lnTo>
                    <a:pt x="11406" y="95074"/>
                  </a:lnTo>
                  <a:lnTo>
                    <a:pt x="11356" y="95173"/>
                  </a:lnTo>
                  <a:lnTo>
                    <a:pt x="11257" y="95223"/>
                  </a:lnTo>
                  <a:lnTo>
                    <a:pt x="7091" y="95223"/>
                  </a:lnTo>
                  <a:lnTo>
                    <a:pt x="6992" y="95173"/>
                  </a:lnTo>
                  <a:lnTo>
                    <a:pt x="6943" y="95074"/>
                  </a:lnTo>
                  <a:lnTo>
                    <a:pt x="6943" y="88428"/>
                  </a:lnTo>
                  <a:lnTo>
                    <a:pt x="6992" y="88329"/>
                  </a:lnTo>
                  <a:lnTo>
                    <a:pt x="7091" y="88280"/>
                  </a:lnTo>
                  <a:lnTo>
                    <a:pt x="11257" y="88280"/>
                  </a:lnTo>
                  <a:close/>
                  <a:moveTo>
                    <a:pt x="11356" y="98248"/>
                  </a:moveTo>
                  <a:lnTo>
                    <a:pt x="11406" y="98347"/>
                  </a:lnTo>
                  <a:lnTo>
                    <a:pt x="11406" y="104993"/>
                  </a:lnTo>
                  <a:lnTo>
                    <a:pt x="11356" y="105092"/>
                  </a:lnTo>
                  <a:lnTo>
                    <a:pt x="11257" y="105142"/>
                  </a:lnTo>
                  <a:lnTo>
                    <a:pt x="7091" y="105142"/>
                  </a:lnTo>
                  <a:lnTo>
                    <a:pt x="6992" y="105092"/>
                  </a:lnTo>
                  <a:lnTo>
                    <a:pt x="6943" y="104993"/>
                  </a:lnTo>
                  <a:lnTo>
                    <a:pt x="6943" y="98347"/>
                  </a:lnTo>
                  <a:lnTo>
                    <a:pt x="6992" y="98248"/>
                  </a:lnTo>
                  <a:lnTo>
                    <a:pt x="7091" y="98199"/>
                  </a:lnTo>
                  <a:lnTo>
                    <a:pt x="11257" y="98199"/>
                  </a:lnTo>
                  <a:close/>
                  <a:moveTo>
                    <a:pt x="11356" y="108167"/>
                  </a:moveTo>
                  <a:lnTo>
                    <a:pt x="11406" y="108266"/>
                  </a:lnTo>
                  <a:lnTo>
                    <a:pt x="11406" y="114912"/>
                  </a:lnTo>
                  <a:lnTo>
                    <a:pt x="11356" y="115011"/>
                  </a:lnTo>
                  <a:lnTo>
                    <a:pt x="11257" y="115061"/>
                  </a:lnTo>
                  <a:lnTo>
                    <a:pt x="7091" y="115061"/>
                  </a:lnTo>
                  <a:lnTo>
                    <a:pt x="6992" y="115011"/>
                  </a:lnTo>
                  <a:lnTo>
                    <a:pt x="6943" y="114912"/>
                  </a:lnTo>
                  <a:lnTo>
                    <a:pt x="6943" y="108266"/>
                  </a:lnTo>
                  <a:lnTo>
                    <a:pt x="6992" y="108167"/>
                  </a:lnTo>
                  <a:lnTo>
                    <a:pt x="7091" y="108118"/>
                  </a:lnTo>
                  <a:lnTo>
                    <a:pt x="11257" y="108118"/>
                  </a:lnTo>
                  <a:close/>
                  <a:moveTo>
                    <a:pt x="11356" y="118086"/>
                  </a:moveTo>
                  <a:lnTo>
                    <a:pt x="11406" y="118186"/>
                  </a:lnTo>
                  <a:lnTo>
                    <a:pt x="11406" y="124831"/>
                  </a:lnTo>
                  <a:lnTo>
                    <a:pt x="11356" y="124930"/>
                  </a:lnTo>
                  <a:lnTo>
                    <a:pt x="11257" y="124980"/>
                  </a:lnTo>
                  <a:lnTo>
                    <a:pt x="7091" y="124980"/>
                  </a:lnTo>
                  <a:lnTo>
                    <a:pt x="6992" y="124930"/>
                  </a:lnTo>
                  <a:lnTo>
                    <a:pt x="6943" y="124831"/>
                  </a:lnTo>
                  <a:lnTo>
                    <a:pt x="6943" y="118186"/>
                  </a:lnTo>
                  <a:lnTo>
                    <a:pt x="6992" y="118086"/>
                  </a:lnTo>
                  <a:lnTo>
                    <a:pt x="7091" y="118037"/>
                  </a:lnTo>
                  <a:lnTo>
                    <a:pt x="11257" y="118037"/>
                  </a:lnTo>
                  <a:close/>
                  <a:moveTo>
                    <a:pt x="11356" y="128005"/>
                  </a:moveTo>
                  <a:lnTo>
                    <a:pt x="11406" y="128105"/>
                  </a:lnTo>
                  <a:lnTo>
                    <a:pt x="11406" y="134750"/>
                  </a:lnTo>
                  <a:lnTo>
                    <a:pt x="11356" y="134850"/>
                  </a:lnTo>
                  <a:lnTo>
                    <a:pt x="11257" y="134899"/>
                  </a:lnTo>
                  <a:lnTo>
                    <a:pt x="7091" y="134899"/>
                  </a:lnTo>
                  <a:lnTo>
                    <a:pt x="6992" y="134850"/>
                  </a:lnTo>
                  <a:lnTo>
                    <a:pt x="6943" y="134750"/>
                  </a:lnTo>
                  <a:lnTo>
                    <a:pt x="6943" y="128105"/>
                  </a:lnTo>
                  <a:lnTo>
                    <a:pt x="6992" y="128005"/>
                  </a:lnTo>
                  <a:lnTo>
                    <a:pt x="7091" y="127956"/>
                  </a:lnTo>
                  <a:lnTo>
                    <a:pt x="11257" y="127956"/>
                  </a:lnTo>
                  <a:close/>
                  <a:moveTo>
                    <a:pt x="11356" y="137924"/>
                  </a:moveTo>
                  <a:lnTo>
                    <a:pt x="11406" y="138024"/>
                  </a:lnTo>
                  <a:lnTo>
                    <a:pt x="11406" y="144669"/>
                  </a:lnTo>
                  <a:lnTo>
                    <a:pt x="11356" y="144769"/>
                  </a:lnTo>
                  <a:lnTo>
                    <a:pt x="11257" y="144818"/>
                  </a:lnTo>
                  <a:lnTo>
                    <a:pt x="7091" y="144818"/>
                  </a:lnTo>
                  <a:lnTo>
                    <a:pt x="6992" y="144769"/>
                  </a:lnTo>
                  <a:lnTo>
                    <a:pt x="6943" y="144669"/>
                  </a:lnTo>
                  <a:lnTo>
                    <a:pt x="6943" y="138024"/>
                  </a:lnTo>
                  <a:lnTo>
                    <a:pt x="6992" y="137924"/>
                  </a:lnTo>
                  <a:lnTo>
                    <a:pt x="7091" y="137875"/>
                  </a:lnTo>
                  <a:lnTo>
                    <a:pt x="11257" y="137875"/>
                  </a:lnTo>
                  <a:close/>
                  <a:moveTo>
                    <a:pt x="11356" y="147844"/>
                  </a:moveTo>
                  <a:lnTo>
                    <a:pt x="11406" y="147943"/>
                  </a:lnTo>
                  <a:lnTo>
                    <a:pt x="11406" y="154589"/>
                  </a:lnTo>
                  <a:lnTo>
                    <a:pt x="11356" y="154688"/>
                  </a:lnTo>
                  <a:lnTo>
                    <a:pt x="11257" y="154737"/>
                  </a:lnTo>
                  <a:lnTo>
                    <a:pt x="7091" y="154737"/>
                  </a:lnTo>
                  <a:lnTo>
                    <a:pt x="6992" y="154688"/>
                  </a:lnTo>
                  <a:lnTo>
                    <a:pt x="6943" y="154589"/>
                  </a:lnTo>
                  <a:lnTo>
                    <a:pt x="6943" y="147943"/>
                  </a:lnTo>
                  <a:lnTo>
                    <a:pt x="6992" y="147844"/>
                  </a:lnTo>
                  <a:lnTo>
                    <a:pt x="7091" y="147794"/>
                  </a:lnTo>
                  <a:lnTo>
                    <a:pt x="11257" y="147794"/>
                  </a:lnTo>
                  <a:close/>
                  <a:moveTo>
                    <a:pt x="11356" y="157763"/>
                  </a:moveTo>
                  <a:lnTo>
                    <a:pt x="11406" y="157862"/>
                  </a:lnTo>
                  <a:lnTo>
                    <a:pt x="11406" y="164508"/>
                  </a:lnTo>
                  <a:lnTo>
                    <a:pt x="11356" y="164607"/>
                  </a:lnTo>
                  <a:lnTo>
                    <a:pt x="11257" y="164656"/>
                  </a:lnTo>
                  <a:lnTo>
                    <a:pt x="7091" y="164656"/>
                  </a:lnTo>
                  <a:lnTo>
                    <a:pt x="6992" y="164607"/>
                  </a:lnTo>
                  <a:lnTo>
                    <a:pt x="6943" y="164508"/>
                  </a:lnTo>
                  <a:lnTo>
                    <a:pt x="6943" y="157862"/>
                  </a:lnTo>
                  <a:lnTo>
                    <a:pt x="6992" y="157763"/>
                  </a:lnTo>
                  <a:lnTo>
                    <a:pt x="7091" y="157713"/>
                  </a:lnTo>
                  <a:lnTo>
                    <a:pt x="11257" y="157713"/>
                  </a:lnTo>
                  <a:close/>
                  <a:moveTo>
                    <a:pt x="11356" y="168351"/>
                  </a:moveTo>
                  <a:lnTo>
                    <a:pt x="11406" y="168450"/>
                  </a:lnTo>
                  <a:lnTo>
                    <a:pt x="11406" y="174427"/>
                  </a:lnTo>
                  <a:lnTo>
                    <a:pt x="11356" y="174526"/>
                  </a:lnTo>
                  <a:lnTo>
                    <a:pt x="11257" y="174575"/>
                  </a:lnTo>
                  <a:lnTo>
                    <a:pt x="7091" y="174575"/>
                  </a:lnTo>
                  <a:lnTo>
                    <a:pt x="6992" y="174526"/>
                  </a:lnTo>
                  <a:lnTo>
                    <a:pt x="6943" y="174427"/>
                  </a:lnTo>
                  <a:lnTo>
                    <a:pt x="6943" y="168450"/>
                  </a:lnTo>
                  <a:lnTo>
                    <a:pt x="6992" y="168351"/>
                  </a:lnTo>
                  <a:lnTo>
                    <a:pt x="7091" y="168302"/>
                  </a:lnTo>
                  <a:lnTo>
                    <a:pt x="11257" y="168302"/>
                  </a:lnTo>
                  <a:close/>
                  <a:moveTo>
                    <a:pt x="11356" y="167682"/>
                  </a:moveTo>
                  <a:lnTo>
                    <a:pt x="11406" y="167781"/>
                  </a:lnTo>
                  <a:lnTo>
                    <a:pt x="11406" y="168153"/>
                  </a:lnTo>
                  <a:lnTo>
                    <a:pt x="11356" y="168252"/>
                  </a:lnTo>
                  <a:lnTo>
                    <a:pt x="11257" y="168302"/>
                  </a:lnTo>
                  <a:lnTo>
                    <a:pt x="7091" y="168302"/>
                  </a:lnTo>
                  <a:lnTo>
                    <a:pt x="6992" y="168252"/>
                  </a:lnTo>
                  <a:lnTo>
                    <a:pt x="6943" y="168153"/>
                  </a:lnTo>
                  <a:lnTo>
                    <a:pt x="6943" y="167781"/>
                  </a:lnTo>
                  <a:lnTo>
                    <a:pt x="6992" y="167682"/>
                  </a:lnTo>
                  <a:lnTo>
                    <a:pt x="7091" y="167632"/>
                  </a:lnTo>
                  <a:lnTo>
                    <a:pt x="11257" y="167632"/>
                  </a:lnTo>
                  <a:close/>
                  <a:moveTo>
                    <a:pt x="11356" y="177601"/>
                  </a:moveTo>
                  <a:lnTo>
                    <a:pt x="11406" y="177700"/>
                  </a:lnTo>
                  <a:lnTo>
                    <a:pt x="11406" y="184346"/>
                  </a:lnTo>
                  <a:lnTo>
                    <a:pt x="11356" y="184445"/>
                  </a:lnTo>
                  <a:lnTo>
                    <a:pt x="11257" y="184495"/>
                  </a:lnTo>
                  <a:lnTo>
                    <a:pt x="7091" y="184495"/>
                  </a:lnTo>
                  <a:lnTo>
                    <a:pt x="6992" y="184445"/>
                  </a:lnTo>
                  <a:lnTo>
                    <a:pt x="6943" y="184346"/>
                  </a:lnTo>
                  <a:lnTo>
                    <a:pt x="6943" y="177700"/>
                  </a:lnTo>
                  <a:lnTo>
                    <a:pt x="6992" y="177601"/>
                  </a:lnTo>
                  <a:lnTo>
                    <a:pt x="7091" y="177551"/>
                  </a:lnTo>
                  <a:lnTo>
                    <a:pt x="11257" y="177551"/>
                  </a:lnTo>
                  <a:close/>
                  <a:moveTo>
                    <a:pt x="11356" y="187520"/>
                  </a:moveTo>
                  <a:lnTo>
                    <a:pt x="11406" y="187619"/>
                  </a:lnTo>
                  <a:lnTo>
                    <a:pt x="11406" y="194265"/>
                  </a:lnTo>
                  <a:lnTo>
                    <a:pt x="11356" y="194364"/>
                  </a:lnTo>
                  <a:lnTo>
                    <a:pt x="11257" y="194414"/>
                  </a:lnTo>
                  <a:lnTo>
                    <a:pt x="7091" y="194414"/>
                  </a:lnTo>
                  <a:lnTo>
                    <a:pt x="6992" y="194364"/>
                  </a:lnTo>
                  <a:lnTo>
                    <a:pt x="6943" y="194265"/>
                  </a:lnTo>
                  <a:lnTo>
                    <a:pt x="6943" y="187619"/>
                  </a:lnTo>
                  <a:lnTo>
                    <a:pt x="6992" y="187520"/>
                  </a:lnTo>
                  <a:lnTo>
                    <a:pt x="7091" y="187470"/>
                  </a:lnTo>
                  <a:lnTo>
                    <a:pt x="11257" y="187470"/>
                  </a:lnTo>
                  <a:close/>
                  <a:moveTo>
                    <a:pt x="11356" y="197439"/>
                  </a:moveTo>
                  <a:lnTo>
                    <a:pt x="11406" y="197538"/>
                  </a:lnTo>
                  <a:lnTo>
                    <a:pt x="11406" y="204184"/>
                  </a:lnTo>
                  <a:lnTo>
                    <a:pt x="11356" y="204283"/>
                  </a:lnTo>
                  <a:lnTo>
                    <a:pt x="11257" y="204333"/>
                  </a:lnTo>
                  <a:lnTo>
                    <a:pt x="7091" y="204333"/>
                  </a:lnTo>
                  <a:lnTo>
                    <a:pt x="6992" y="204283"/>
                  </a:lnTo>
                  <a:lnTo>
                    <a:pt x="6943" y="204184"/>
                  </a:lnTo>
                  <a:lnTo>
                    <a:pt x="6943" y="197538"/>
                  </a:lnTo>
                  <a:lnTo>
                    <a:pt x="6992" y="197439"/>
                  </a:lnTo>
                  <a:lnTo>
                    <a:pt x="7091" y="197389"/>
                  </a:lnTo>
                  <a:lnTo>
                    <a:pt x="11257" y="197389"/>
                  </a:lnTo>
                  <a:close/>
                  <a:moveTo>
                    <a:pt x="11356" y="207358"/>
                  </a:moveTo>
                  <a:lnTo>
                    <a:pt x="11406" y="207457"/>
                  </a:lnTo>
                  <a:lnTo>
                    <a:pt x="11406" y="214103"/>
                  </a:lnTo>
                  <a:lnTo>
                    <a:pt x="11356" y="214202"/>
                  </a:lnTo>
                  <a:lnTo>
                    <a:pt x="11257" y="214252"/>
                  </a:lnTo>
                  <a:lnTo>
                    <a:pt x="7091" y="214252"/>
                  </a:lnTo>
                  <a:lnTo>
                    <a:pt x="6992" y="214202"/>
                  </a:lnTo>
                  <a:lnTo>
                    <a:pt x="6943" y="214103"/>
                  </a:lnTo>
                  <a:lnTo>
                    <a:pt x="6943" y="207457"/>
                  </a:lnTo>
                  <a:lnTo>
                    <a:pt x="6992" y="207358"/>
                  </a:lnTo>
                  <a:lnTo>
                    <a:pt x="7091" y="207308"/>
                  </a:lnTo>
                  <a:lnTo>
                    <a:pt x="11257" y="207308"/>
                  </a:lnTo>
                  <a:close/>
                  <a:moveTo>
                    <a:pt x="11356" y="217277"/>
                  </a:moveTo>
                  <a:lnTo>
                    <a:pt x="11406" y="217376"/>
                  </a:lnTo>
                  <a:lnTo>
                    <a:pt x="11406" y="224022"/>
                  </a:lnTo>
                  <a:lnTo>
                    <a:pt x="11356" y="224121"/>
                  </a:lnTo>
                  <a:lnTo>
                    <a:pt x="11257" y="224171"/>
                  </a:lnTo>
                  <a:lnTo>
                    <a:pt x="7091" y="224171"/>
                  </a:lnTo>
                  <a:lnTo>
                    <a:pt x="6992" y="224121"/>
                  </a:lnTo>
                  <a:lnTo>
                    <a:pt x="6943" y="224022"/>
                  </a:lnTo>
                  <a:lnTo>
                    <a:pt x="6943" y="217376"/>
                  </a:lnTo>
                  <a:lnTo>
                    <a:pt x="6992" y="217277"/>
                  </a:lnTo>
                  <a:lnTo>
                    <a:pt x="7091" y="217227"/>
                  </a:lnTo>
                  <a:lnTo>
                    <a:pt x="11257" y="217227"/>
                  </a:lnTo>
                  <a:close/>
                  <a:moveTo>
                    <a:pt x="11356" y="227196"/>
                  </a:moveTo>
                  <a:lnTo>
                    <a:pt x="11406" y="227295"/>
                  </a:lnTo>
                  <a:lnTo>
                    <a:pt x="11406" y="233941"/>
                  </a:lnTo>
                  <a:lnTo>
                    <a:pt x="11356" y="234040"/>
                  </a:lnTo>
                  <a:lnTo>
                    <a:pt x="11257" y="234090"/>
                  </a:lnTo>
                  <a:lnTo>
                    <a:pt x="7091" y="234090"/>
                  </a:lnTo>
                  <a:lnTo>
                    <a:pt x="6992" y="234040"/>
                  </a:lnTo>
                  <a:lnTo>
                    <a:pt x="6943" y="233941"/>
                  </a:lnTo>
                  <a:lnTo>
                    <a:pt x="6943" y="227295"/>
                  </a:lnTo>
                  <a:lnTo>
                    <a:pt x="6992" y="227196"/>
                  </a:lnTo>
                  <a:lnTo>
                    <a:pt x="7091" y="227147"/>
                  </a:lnTo>
                  <a:lnTo>
                    <a:pt x="11257" y="227147"/>
                  </a:lnTo>
                  <a:close/>
                  <a:moveTo>
                    <a:pt x="11356" y="237115"/>
                  </a:moveTo>
                  <a:lnTo>
                    <a:pt x="11406" y="237214"/>
                  </a:lnTo>
                  <a:lnTo>
                    <a:pt x="11406" y="243860"/>
                  </a:lnTo>
                  <a:lnTo>
                    <a:pt x="11356" y="243959"/>
                  </a:lnTo>
                  <a:lnTo>
                    <a:pt x="11257" y="244009"/>
                  </a:lnTo>
                  <a:lnTo>
                    <a:pt x="7091" y="244009"/>
                  </a:lnTo>
                  <a:lnTo>
                    <a:pt x="6992" y="243959"/>
                  </a:lnTo>
                  <a:lnTo>
                    <a:pt x="6943" y="243860"/>
                  </a:lnTo>
                  <a:lnTo>
                    <a:pt x="6943" y="237214"/>
                  </a:lnTo>
                  <a:lnTo>
                    <a:pt x="6992" y="237115"/>
                  </a:lnTo>
                  <a:lnTo>
                    <a:pt x="7091" y="237066"/>
                  </a:lnTo>
                  <a:lnTo>
                    <a:pt x="11257" y="237066"/>
                  </a:lnTo>
                  <a:close/>
                  <a:moveTo>
                    <a:pt x="11356" y="247034"/>
                  </a:moveTo>
                  <a:lnTo>
                    <a:pt x="11406" y="247133"/>
                  </a:lnTo>
                  <a:lnTo>
                    <a:pt x="11406" y="253779"/>
                  </a:lnTo>
                  <a:lnTo>
                    <a:pt x="11356" y="253878"/>
                  </a:lnTo>
                  <a:lnTo>
                    <a:pt x="11257" y="253928"/>
                  </a:lnTo>
                  <a:lnTo>
                    <a:pt x="7091" y="253928"/>
                  </a:lnTo>
                  <a:lnTo>
                    <a:pt x="6992" y="253878"/>
                  </a:lnTo>
                  <a:lnTo>
                    <a:pt x="6943" y="253779"/>
                  </a:lnTo>
                  <a:lnTo>
                    <a:pt x="6943" y="247133"/>
                  </a:lnTo>
                  <a:lnTo>
                    <a:pt x="6992" y="247034"/>
                  </a:lnTo>
                  <a:lnTo>
                    <a:pt x="7091" y="246985"/>
                  </a:lnTo>
                  <a:lnTo>
                    <a:pt x="11257" y="246985"/>
                  </a:lnTo>
                  <a:close/>
                  <a:moveTo>
                    <a:pt x="11356" y="256953"/>
                  </a:moveTo>
                  <a:lnTo>
                    <a:pt x="11406" y="257053"/>
                  </a:lnTo>
                  <a:lnTo>
                    <a:pt x="11406" y="263698"/>
                  </a:lnTo>
                  <a:lnTo>
                    <a:pt x="11356" y="263798"/>
                  </a:lnTo>
                  <a:lnTo>
                    <a:pt x="11257" y="263847"/>
                  </a:lnTo>
                  <a:lnTo>
                    <a:pt x="7091" y="263847"/>
                  </a:lnTo>
                  <a:lnTo>
                    <a:pt x="6992" y="263798"/>
                  </a:lnTo>
                  <a:lnTo>
                    <a:pt x="6943" y="263698"/>
                  </a:lnTo>
                  <a:lnTo>
                    <a:pt x="6943" y="257053"/>
                  </a:lnTo>
                  <a:lnTo>
                    <a:pt x="6992" y="256953"/>
                  </a:lnTo>
                  <a:lnTo>
                    <a:pt x="7091" y="256904"/>
                  </a:lnTo>
                  <a:lnTo>
                    <a:pt x="11257" y="256904"/>
                  </a:lnTo>
                  <a:close/>
                  <a:moveTo>
                    <a:pt x="11356" y="266872"/>
                  </a:moveTo>
                  <a:lnTo>
                    <a:pt x="11406" y="266972"/>
                  </a:lnTo>
                  <a:lnTo>
                    <a:pt x="11406" y="273617"/>
                  </a:lnTo>
                  <a:lnTo>
                    <a:pt x="11356" y="273717"/>
                  </a:lnTo>
                  <a:lnTo>
                    <a:pt x="11257" y="273766"/>
                  </a:lnTo>
                  <a:lnTo>
                    <a:pt x="7091" y="273766"/>
                  </a:lnTo>
                  <a:lnTo>
                    <a:pt x="6992" y="273717"/>
                  </a:lnTo>
                  <a:lnTo>
                    <a:pt x="6943" y="273617"/>
                  </a:lnTo>
                  <a:lnTo>
                    <a:pt x="6943" y="266972"/>
                  </a:lnTo>
                  <a:lnTo>
                    <a:pt x="6992" y="266872"/>
                  </a:lnTo>
                  <a:lnTo>
                    <a:pt x="7091" y="266823"/>
                  </a:lnTo>
                  <a:lnTo>
                    <a:pt x="11257" y="266823"/>
                  </a:lnTo>
                  <a:close/>
                  <a:moveTo>
                    <a:pt x="11356" y="276792"/>
                  </a:moveTo>
                  <a:lnTo>
                    <a:pt x="11406" y="276891"/>
                  </a:lnTo>
                  <a:lnTo>
                    <a:pt x="11406" y="283536"/>
                  </a:lnTo>
                  <a:lnTo>
                    <a:pt x="11356" y="283636"/>
                  </a:lnTo>
                  <a:lnTo>
                    <a:pt x="11257" y="283685"/>
                  </a:lnTo>
                  <a:lnTo>
                    <a:pt x="7091" y="283685"/>
                  </a:lnTo>
                  <a:lnTo>
                    <a:pt x="6992" y="283636"/>
                  </a:lnTo>
                  <a:lnTo>
                    <a:pt x="6943" y="283536"/>
                  </a:lnTo>
                  <a:lnTo>
                    <a:pt x="6943" y="276891"/>
                  </a:lnTo>
                  <a:lnTo>
                    <a:pt x="6992" y="276792"/>
                  </a:lnTo>
                  <a:lnTo>
                    <a:pt x="7091" y="276742"/>
                  </a:lnTo>
                  <a:lnTo>
                    <a:pt x="11257" y="276742"/>
                  </a:lnTo>
                  <a:close/>
                  <a:moveTo>
                    <a:pt x="11356" y="286711"/>
                  </a:moveTo>
                  <a:lnTo>
                    <a:pt x="11406" y="286810"/>
                  </a:lnTo>
                  <a:lnTo>
                    <a:pt x="11406" y="293456"/>
                  </a:lnTo>
                  <a:lnTo>
                    <a:pt x="11356" y="293555"/>
                  </a:lnTo>
                  <a:lnTo>
                    <a:pt x="11257" y="293604"/>
                  </a:lnTo>
                  <a:lnTo>
                    <a:pt x="7091" y="293604"/>
                  </a:lnTo>
                  <a:lnTo>
                    <a:pt x="6992" y="293555"/>
                  </a:lnTo>
                  <a:lnTo>
                    <a:pt x="6943" y="293456"/>
                  </a:lnTo>
                  <a:lnTo>
                    <a:pt x="6943" y="286810"/>
                  </a:lnTo>
                  <a:lnTo>
                    <a:pt x="6992" y="286711"/>
                  </a:lnTo>
                  <a:lnTo>
                    <a:pt x="7091" y="286661"/>
                  </a:lnTo>
                  <a:lnTo>
                    <a:pt x="11257" y="286661"/>
                  </a:lnTo>
                  <a:close/>
                  <a:moveTo>
                    <a:pt x="11356" y="296630"/>
                  </a:moveTo>
                  <a:lnTo>
                    <a:pt x="11406" y="296729"/>
                  </a:lnTo>
                  <a:lnTo>
                    <a:pt x="11406" y="303375"/>
                  </a:lnTo>
                  <a:lnTo>
                    <a:pt x="11356" y="303474"/>
                  </a:lnTo>
                  <a:lnTo>
                    <a:pt x="11257" y="303523"/>
                  </a:lnTo>
                  <a:lnTo>
                    <a:pt x="7091" y="303523"/>
                  </a:lnTo>
                  <a:lnTo>
                    <a:pt x="6992" y="303474"/>
                  </a:lnTo>
                  <a:lnTo>
                    <a:pt x="6943" y="303375"/>
                  </a:lnTo>
                  <a:lnTo>
                    <a:pt x="6943" y="296729"/>
                  </a:lnTo>
                  <a:lnTo>
                    <a:pt x="6992" y="296630"/>
                  </a:lnTo>
                  <a:lnTo>
                    <a:pt x="7091" y="296580"/>
                  </a:lnTo>
                  <a:lnTo>
                    <a:pt x="11257" y="296580"/>
                  </a:lnTo>
                  <a:close/>
                  <a:moveTo>
                    <a:pt x="11356" y="306549"/>
                  </a:moveTo>
                  <a:lnTo>
                    <a:pt x="11406" y="306648"/>
                  </a:lnTo>
                  <a:lnTo>
                    <a:pt x="11406" y="313294"/>
                  </a:lnTo>
                  <a:lnTo>
                    <a:pt x="11356" y="313393"/>
                  </a:lnTo>
                  <a:lnTo>
                    <a:pt x="11257" y="313442"/>
                  </a:lnTo>
                  <a:lnTo>
                    <a:pt x="7091" y="313442"/>
                  </a:lnTo>
                  <a:lnTo>
                    <a:pt x="6992" y="313393"/>
                  </a:lnTo>
                  <a:lnTo>
                    <a:pt x="6943" y="313294"/>
                  </a:lnTo>
                  <a:lnTo>
                    <a:pt x="6943" y="306648"/>
                  </a:lnTo>
                  <a:lnTo>
                    <a:pt x="6992" y="306549"/>
                  </a:lnTo>
                  <a:lnTo>
                    <a:pt x="7091" y="306499"/>
                  </a:lnTo>
                  <a:lnTo>
                    <a:pt x="11257" y="306499"/>
                  </a:lnTo>
                  <a:close/>
                  <a:moveTo>
                    <a:pt x="11356" y="316468"/>
                  </a:moveTo>
                  <a:lnTo>
                    <a:pt x="11406" y="316567"/>
                  </a:lnTo>
                  <a:lnTo>
                    <a:pt x="11406" y="323213"/>
                  </a:lnTo>
                  <a:lnTo>
                    <a:pt x="11356" y="323312"/>
                  </a:lnTo>
                  <a:lnTo>
                    <a:pt x="11257" y="323362"/>
                  </a:lnTo>
                  <a:lnTo>
                    <a:pt x="7091" y="323362"/>
                  </a:lnTo>
                  <a:lnTo>
                    <a:pt x="6992" y="323312"/>
                  </a:lnTo>
                  <a:lnTo>
                    <a:pt x="6943" y="323213"/>
                  </a:lnTo>
                  <a:lnTo>
                    <a:pt x="6943" y="316567"/>
                  </a:lnTo>
                  <a:lnTo>
                    <a:pt x="6992" y="316468"/>
                  </a:lnTo>
                  <a:lnTo>
                    <a:pt x="7091" y="316418"/>
                  </a:lnTo>
                  <a:lnTo>
                    <a:pt x="11257" y="316418"/>
                  </a:lnTo>
                  <a:close/>
                  <a:moveTo>
                    <a:pt x="11356" y="326387"/>
                  </a:moveTo>
                  <a:lnTo>
                    <a:pt x="11406" y="326486"/>
                  </a:lnTo>
                  <a:lnTo>
                    <a:pt x="11406" y="333132"/>
                  </a:lnTo>
                  <a:lnTo>
                    <a:pt x="11356" y="333231"/>
                  </a:lnTo>
                  <a:lnTo>
                    <a:pt x="11257" y="333281"/>
                  </a:lnTo>
                  <a:lnTo>
                    <a:pt x="7091" y="333281"/>
                  </a:lnTo>
                  <a:lnTo>
                    <a:pt x="6992" y="333231"/>
                  </a:lnTo>
                  <a:lnTo>
                    <a:pt x="6943" y="333132"/>
                  </a:lnTo>
                  <a:lnTo>
                    <a:pt x="6943" y="326486"/>
                  </a:lnTo>
                  <a:lnTo>
                    <a:pt x="6992" y="326387"/>
                  </a:lnTo>
                  <a:lnTo>
                    <a:pt x="7091" y="326337"/>
                  </a:lnTo>
                  <a:lnTo>
                    <a:pt x="11257" y="326337"/>
                  </a:lnTo>
                  <a:close/>
                  <a:moveTo>
                    <a:pt x="11356" y="336306"/>
                  </a:moveTo>
                  <a:lnTo>
                    <a:pt x="11406" y="336405"/>
                  </a:lnTo>
                  <a:lnTo>
                    <a:pt x="11406" y="343051"/>
                  </a:lnTo>
                  <a:lnTo>
                    <a:pt x="11356" y="343150"/>
                  </a:lnTo>
                  <a:lnTo>
                    <a:pt x="11257" y="343200"/>
                  </a:lnTo>
                  <a:lnTo>
                    <a:pt x="7091" y="343200"/>
                  </a:lnTo>
                  <a:lnTo>
                    <a:pt x="6992" y="343150"/>
                  </a:lnTo>
                  <a:lnTo>
                    <a:pt x="6943" y="343051"/>
                  </a:lnTo>
                  <a:lnTo>
                    <a:pt x="6943" y="336405"/>
                  </a:lnTo>
                  <a:lnTo>
                    <a:pt x="6992" y="336306"/>
                  </a:lnTo>
                  <a:lnTo>
                    <a:pt x="7091" y="336256"/>
                  </a:lnTo>
                  <a:lnTo>
                    <a:pt x="11257" y="336256"/>
                  </a:lnTo>
                  <a:close/>
                  <a:moveTo>
                    <a:pt x="11356" y="346225"/>
                  </a:moveTo>
                  <a:lnTo>
                    <a:pt x="11406" y="346324"/>
                  </a:lnTo>
                  <a:lnTo>
                    <a:pt x="11406" y="352970"/>
                  </a:lnTo>
                  <a:lnTo>
                    <a:pt x="11356" y="353069"/>
                  </a:lnTo>
                  <a:lnTo>
                    <a:pt x="11257" y="353119"/>
                  </a:lnTo>
                  <a:lnTo>
                    <a:pt x="7091" y="353119"/>
                  </a:lnTo>
                  <a:lnTo>
                    <a:pt x="6992" y="353069"/>
                  </a:lnTo>
                  <a:lnTo>
                    <a:pt x="6943" y="352970"/>
                  </a:lnTo>
                  <a:lnTo>
                    <a:pt x="6943" y="346324"/>
                  </a:lnTo>
                  <a:lnTo>
                    <a:pt x="6992" y="346225"/>
                  </a:lnTo>
                  <a:lnTo>
                    <a:pt x="7091" y="346175"/>
                  </a:lnTo>
                  <a:lnTo>
                    <a:pt x="11257" y="346175"/>
                  </a:lnTo>
                  <a:close/>
                  <a:moveTo>
                    <a:pt x="11356" y="356144"/>
                  </a:moveTo>
                  <a:lnTo>
                    <a:pt x="11406" y="356243"/>
                  </a:lnTo>
                  <a:lnTo>
                    <a:pt x="11406" y="362889"/>
                  </a:lnTo>
                  <a:lnTo>
                    <a:pt x="11356" y="362988"/>
                  </a:lnTo>
                  <a:lnTo>
                    <a:pt x="11257" y="363038"/>
                  </a:lnTo>
                  <a:lnTo>
                    <a:pt x="7091" y="363038"/>
                  </a:lnTo>
                  <a:lnTo>
                    <a:pt x="6992" y="362988"/>
                  </a:lnTo>
                  <a:lnTo>
                    <a:pt x="6943" y="362889"/>
                  </a:lnTo>
                  <a:lnTo>
                    <a:pt x="6943" y="356243"/>
                  </a:lnTo>
                  <a:lnTo>
                    <a:pt x="6992" y="356144"/>
                  </a:lnTo>
                  <a:lnTo>
                    <a:pt x="7091" y="356095"/>
                  </a:lnTo>
                  <a:lnTo>
                    <a:pt x="11257" y="356095"/>
                  </a:lnTo>
                  <a:close/>
                  <a:moveTo>
                    <a:pt x="11356" y="366063"/>
                  </a:moveTo>
                  <a:lnTo>
                    <a:pt x="11406" y="366162"/>
                  </a:lnTo>
                  <a:lnTo>
                    <a:pt x="11406" y="372808"/>
                  </a:lnTo>
                  <a:lnTo>
                    <a:pt x="11356" y="372907"/>
                  </a:lnTo>
                  <a:lnTo>
                    <a:pt x="11257" y="372957"/>
                  </a:lnTo>
                  <a:lnTo>
                    <a:pt x="7091" y="372957"/>
                  </a:lnTo>
                  <a:lnTo>
                    <a:pt x="6992" y="372907"/>
                  </a:lnTo>
                  <a:lnTo>
                    <a:pt x="6943" y="372808"/>
                  </a:lnTo>
                  <a:lnTo>
                    <a:pt x="6943" y="366162"/>
                  </a:lnTo>
                  <a:lnTo>
                    <a:pt x="6992" y="366063"/>
                  </a:lnTo>
                  <a:lnTo>
                    <a:pt x="7091" y="366014"/>
                  </a:lnTo>
                  <a:lnTo>
                    <a:pt x="11257" y="366014"/>
                  </a:lnTo>
                  <a:close/>
                  <a:moveTo>
                    <a:pt x="11356" y="375982"/>
                  </a:moveTo>
                  <a:lnTo>
                    <a:pt x="11406" y="376081"/>
                  </a:lnTo>
                  <a:lnTo>
                    <a:pt x="11406" y="382727"/>
                  </a:lnTo>
                  <a:lnTo>
                    <a:pt x="11356" y="382826"/>
                  </a:lnTo>
                  <a:lnTo>
                    <a:pt x="11257" y="382876"/>
                  </a:lnTo>
                  <a:lnTo>
                    <a:pt x="7091" y="382876"/>
                  </a:lnTo>
                  <a:lnTo>
                    <a:pt x="6992" y="382826"/>
                  </a:lnTo>
                  <a:lnTo>
                    <a:pt x="6943" y="382727"/>
                  </a:lnTo>
                  <a:lnTo>
                    <a:pt x="6943" y="376081"/>
                  </a:lnTo>
                  <a:lnTo>
                    <a:pt x="6992" y="375982"/>
                  </a:lnTo>
                  <a:lnTo>
                    <a:pt x="7091" y="375933"/>
                  </a:lnTo>
                  <a:lnTo>
                    <a:pt x="11257" y="375933"/>
                  </a:lnTo>
                  <a:close/>
                  <a:moveTo>
                    <a:pt x="11356" y="385901"/>
                  </a:moveTo>
                  <a:lnTo>
                    <a:pt x="11406" y="386001"/>
                  </a:lnTo>
                  <a:lnTo>
                    <a:pt x="11406" y="392646"/>
                  </a:lnTo>
                  <a:lnTo>
                    <a:pt x="11356" y="392745"/>
                  </a:lnTo>
                  <a:lnTo>
                    <a:pt x="11257" y="392795"/>
                  </a:lnTo>
                  <a:lnTo>
                    <a:pt x="7091" y="392795"/>
                  </a:lnTo>
                  <a:lnTo>
                    <a:pt x="6992" y="392745"/>
                  </a:lnTo>
                  <a:lnTo>
                    <a:pt x="6943" y="392646"/>
                  </a:lnTo>
                  <a:lnTo>
                    <a:pt x="6943" y="386001"/>
                  </a:lnTo>
                  <a:lnTo>
                    <a:pt x="6992" y="385901"/>
                  </a:lnTo>
                  <a:lnTo>
                    <a:pt x="7091" y="385852"/>
                  </a:lnTo>
                  <a:lnTo>
                    <a:pt x="11257" y="385852"/>
                  </a:lnTo>
                  <a:close/>
                  <a:moveTo>
                    <a:pt x="11356" y="395820"/>
                  </a:moveTo>
                  <a:lnTo>
                    <a:pt x="11406" y="395920"/>
                  </a:lnTo>
                  <a:lnTo>
                    <a:pt x="11406" y="402565"/>
                  </a:lnTo>
                  <a:lnTo>
                    <a:pt x="11356" y="402665"/>
                  </a:lnTo>
                  <a:lnTo>
                    <a:pt x="11257" y="402714"/>
                  </a:lnTo>
                  <a:lnTo>
                    <a:pt x="7091" y="402714"/>
                  </a:lnTo>
                  <a:lnTo>
                    <a:pt x="6992" y="402665"/>
                  </a:lnTo>
                  <a:lnTo>
                    <a:pt x="6943" y="402565"/>
                  </a:lnTo>
                  <a:lnTo>
                    <a:pt x="6943" y="395920"/>
                  </a:lnTo>
                  <a:lnTo>
                    <a:pt x="6992" y="395820"/>
                  </a:lnTo>
                  <a:lnTo>
                    <a:pt x="7091" y="395771"/>
                  </a:lnTo>
                  <a:lnTo>
                    <a:pt x="11257" y="395771"/>
                  </a:lnTo>
                  <a:close/>
                  <a:moveTo>
                    <a:pt x="11356" y="405739"/>
                  </a:moveTo>
                  <a:lnTo>
                    <a:pt x="11406" y="405839"/>
                  </a:lnTo>
                  <a:lnTo>
                    <a:pt x="11406" y="412484"/>
                  </a:lnTo>
                  <a:lnTo>
                    <a:pt x="11356" y="412584"/>
                  </a:lnTo>
                  <a:lnTo>
                    <a:pt x="11257" y="412633"/>
                  </a:lnTo>
                  <a:lnTo>
                    <a:pt x="7091" y="412633"/>
                  </a:lnTo>
                  <a:lnTo>
                    <a:pt x="6992" y="412584"/>
                  </a:lnTo>
                  <a:lnTo>
                    <a:pt x="6943" y="412484"/>
                  </a:lnTo>
                  <a:lnTo>
                    <a:pt x="6943" y="405839"/>
                  </a:lnTo>
                  <a:lnTo>
                    <a:pt x="6992" y="405739"/>
                  </a:lnTo>
                  <a:lnTo>
                    <a:pt x="7091" y="405690"/>
                  </a:lnTo>
                  <a:lnTo>
                    <a:pt x="11257" y="405690"/>
                  </a:lnTo>
                  <a:close/>
                  <a:moveTo>
                    <a:pt x="11356" y="415659"/>
                  </a:moveTo>
                  <a:lnTo>
                    <a:pt x="11406" y="415758"/>
                  </a:lnTo>
                  <a:lnTo>
                    <a:pt x="11406" y="422404"/>
                  </a:lnTo>
                  <a:lnTo>
                    <a:pt x="11356" y="422503"/>
                  </a:lnTo>
                  <a:lnTo>
                    <a:pt x="11257" y="422552"/>
                  </a:lnTo>
                  <a:lnTo>
                    <a:pt x="7091" y="422552"/>
                  </a:lnTo>
                  <a:lnTo>
                    <a:pt x="6992" y="422503"/>
                  </a:lnTo>
                  <a:lnTo>
                    <a:pt x="6943" y="422404"/>
                  </a:lnTo>
                  <a:lnTo>
                    <a:pt x="6943" y="415758"/>
                  </a:lnTo>
                  <a:lnTo>
                    <a:pt x="6992" y="415659"/>
                  </a:lnTo>
                  <a:lnTo>
                    <a:pt x="7091" y="415609"/>
                  </a:lnTo>
                  <a:lnTo>
                    <a:pt x="11257" y="415609"/>
                  </a:lnTo>
                  <a:close/>
                  <a:moveTo>
                    <a:pt x="11356" y="425578"/>
                  </a:moveTo>
                  <a:lnTo>
                    <a:pt x="11406" y="425677"/>
                  </a:lnTo>
                  <a:lnTo>
                    <a:pt x="11406" y="432323"/>
                  </a:lnTo>
                  <a:lnTo>
                    <a:pt x="11356" y="432422"/>
                  </a:lnTo>
                  <a:lnTo>
                    <a:pt x="11257" y="432471"/>
                  </a:lnTo>
                  <a:lnTo>
                    <a:pt x="7091" y="432471"/>
                  </a:lnTo>
                  <a:lnTo>
                    <a:pt x="6992" y="432422"/>
                  </a:lnTo>
                  <a:lnTo>
                    <a:pt x="6943" y="432323"/>
                  </a:lnTo>
                  <a:lnTo>
                    <a:pt x="6943" y="425677"/>
                  </a:lnTo>
                  <a:lnTo>
                    <a:pt x="6992" y="425578"/>
                  </a:lnTo>
                  <a:lnTo>
                    <a:pt x="7091" y="425528"/>
                  </a:lnTo>
                  <a:lnTo>
                    <a:pt x="11257" y="425528"/>
                  </a:lnTo>
                  <a:close/>
                  <a:moveTo>
                    <a:pt x="11356" y="435497"/>
                  </a:moveTo>
                  <a:lnTo>
                    <a:pt x="11406" y="435596"/>
                  </a:lnTo>
                  <a:lnTo>
                    <a:pt x="11406" y="442242"/>
                  </a:lnTo>
                  <a:lnTo>
                    <a:pt x="11356" y="442341"/>
                  </a:lnTo>
                  <a:lnTo>
                    <a:pt x="11257" y="442390"/>
                  </a:lnTo>
                  <a:lnTo>
                    <a:pt x="7091" y="442390"/>
                  </a:lnTo>
                  <a:lnTo>
                    <a:pt x="6992" y="442341"/>
                  </a:lnTo>
                  <a:lnTo>
                    <a:pt x="6943" y="442242"/>
                  </a:lnTo>
                  <a:lnTo>
                    <a:pt x="6943" y="435596"/>
                  </a:lnTo>
                  <a:lnTo>
                    <a:pt x="6992" y="435497"/>
                  </a:lnTo>
                  <a:lnTo>
                    <a:pt x="7091" y="435447"/>
                  </a:lnTo>
                  <a:lnTo>
                    <a:pt x="11257" y="435447"/>
                  </a:lnTo>
                  <a:close/>
                  <a:moveTo>
                    <a:pt x="11356" y="445416"/>
                  </a:moveTo>
                  <a:lnTo>
                    <a:pt x="11406" y="445515"/>
                  </a:lnTo>
                  <a:lnTo>
                    <a:pt x="11406" y="452161"/>
                  </a:lnTo>
                  <a:lnTo>
                    <a:pt x="11356" y="452260"/>
                  </a:lnTo>
                  <a:lnTo>
                    <a:pt x="11257" y="452310"/>
                  </a:lnTo>
                  <a:lnTo>
                    <a:pt x="7091" y="452310"/>
                  </a:lnTo>
                  <a:lnTo>
                    <a:pt x="6992" y="452260"/>
                  </a:lnTo>
                  <a:lnTo>
                    <a:pt x="6943" y="452161"/>
                  </a:lnTo>
                  <a:lnTo>
                    <a:pt x="6943" y="445515"/>
                  </a:lnTo>
                  <a:lnTo>
                    <a:pt x="6992" y="445416"/>
                  </a:lnTo>
                  <a:lnTo>
                    <a:pt x="7091" y="445366"/>
                  </a:lnTo>
                  <a:lnTo>
                    <a:pt x="11257" y="445366"/>
                  </a:lnTo>
                  <a:close/>
                  <a:moveTo>
                    <a:pt x="11356" y="455335"/>
                  </a:moveTo>
                  <a:lnTo>
                    <a:pt x="11406" y="455434"/>
                  </a:lnTo>
                  <a:lnTo>
                    <a:pt x="11406" y="462080"/>
                  </a:lnTo>
                  <a:lnTo>
                    <a:pt x="11356" y="462179"/>
                  </a:lnTo>
                  <a:lnTo>
                    <a:pt x="11257" y="462229"/>
                  </a:lnTo>
                  <a:lnTo>
                    <a:pt x="7091" y="462229"/>
                  </a:lnTo>
                  <a:lnTo>
                    <a:pt x="6992" y="462179"/>
                  </a:lnTo>
                  <a:lnTo>
                    <a:pt x="6943" y="462080"/>
                  </a:lnTo>
                  <a:lnTo>
                    <a:pt x="6943" y="455434"/>
                  </a:lnTo>
                  <a:lnTo>
                    <a:pt x="6992" y="455335"/>
                  </a:lnTo>
                  <a:lnTo>
                    <a:pt x="7091" y="455285"/>
                  </a:lnTo>
                  <a:lnTo>
                    <a:pt x="11257" y="455285"/>
                  </a:lnTo>
                  <a:close/>
                  <a:moveTo>
                    <a:pt x="11356" y="465254"/>
                  </a:moveTo>
                  <a:lnTo>
                    <a:pt x="11406" y="465353"/>
                  </a:lnTo>
                  <a:lnTo>
                    <a:pt x="11406" y="471999"/>
                  </a:lnTo>
                  <a:lnTo>
                    <a:pt x="11356" y="472098"/>
                  </a:lnTo>
                  <a:lnTo>
                    <a:pt x="11257" y="472148"/>
                  </a:lnTo>
                  <a:lnTo>
                    <a:pt x="7091" y="472148"/>
                  </a:lnTo>
                  <a:lnTo>
                    <a:pt x="6992" y="472098"/>
                  </a:lnTo>
                  <a:lnTo>
                    <a:pt x="6943" y="471999"/>
                  </a:lnTo>
                  <a:lnTo>
                    <a:pt x="6943" y="465353"/>
                  </a:lnTo>
                  <a:lnTo>
                    <a:pt x="6992" y="465254"/>
                  </a:lnTo>
                  <a:lnTo>
                    <a:pt x="7091" y="465204"/>
                  </a:lnTo>
                  <a:lnTo>
                    <a:pt x="11257" y="465204"/>
                  </a:lnTo>
                  <a:close/>
                  <a:moveTo>
                    <a:pt x="11356" y="475173"/>
                  </a:moveTo>
                  <a:lnTo>
                    <a:pt x="11406" y="475272"/>
                  </a:lnTo>
                  <a:lnTo>
                    <a:pt x="11406" y="481918"/>
                  </a:lnTo>
                  <a:lnTo>
                    <a:pt x="11356" y="482017"/>
                  </a:lnTo>
                  <a:lnTo>
                    <a:pt x="11257" y="482067"/>
                  </a:lnTo>
                  <a:lnTo>
                    <a:pt x="7091" y="482067"/>
                  </a:lnTo>
                  <a:lnTo>
                    <a:pt x="6992" y="482017"/>
                  </a:lnTo>
                  <a:lnTo>
                    <a:pt x="6943" y="481918"/>
                  </a:lnTo>
                  <a:lnTo>
                    <a:pt x="6943" y="475272"/>
                  </a:lnTo>
                  <a:lnTo>
                    <a:pt x="6992" y="475173"/>
                  </a:lnTo>
                  <a:lnTo>
                    <a:pt x="7091" y="475123"/>
                  </a:lnTo>
                  <a:lnTo>
                    <a:pt x="11257" y="475123"/>
                  </a:lnTo>
                  <a:close/>
                  <a:moveTo>
                    <a:pt x="11356" y="485092"/>
                  </a:moveTo>
                  <a:lnTo>
                    <a:pt x="11406" y="485191"/>
                  </a:lnTo>
                  <a:lnTo>
                    <a:pt x="11406" y="491837"/>
                  </a:lnTo>
                  <a:lnTo>
                    <a:pt x="11356" y="491936"/>
                  </a:lnTo>
                  <a:lnTo>
                    <a:pt x="11257" y="491986"/>
                  </a:lnTo>
                  <a:lnTo>
                    <a:pt x="7091" y="491986"/>
                  </a:lnTo>
                  <a:lnTo>
                    <a:pt x="6992" y="491936"/>
                  </a:lnTo>
                  <a:lnTo>
                    <a:pt x="6943" y="491837"/>
                  </a:lnTo>
                  <a:lnTo>
                    <a:pt x="6943" y="485191"/>
                  </a:lnTo>
                  <a:lnTo>
                    <a:pt x="6992" y="485092"/>
                  </a:lnTo>
                  <a:lnTo>
                    <a:pt x="7091" y="485042"/>
                  </a:lnTo>
                  <a:lnTo>
                    <a:pt x="11257" y="485042"/>
                  </a:lnTo>
                  <a:close/>
                  <a:moveTo>
                    <a:pt x="11356" y="495011"/>
                  </a:moveTo>
                  <a:lnTo>
                    <a:pt x="11406" y="495110"/>
                  </a:lnTo>
                  <a:lnTo>
                    <a:pt x="11406" y="501756"/>
                  </a:lnTo>
                  <a:lnTo>
                    <a:pt x="11356" y="501855"/>
                  </a:lnTo>
                  <a:lnTo>
                    <a:pt x="11257" y="501905"/>
                  </a:lnTo>
                  <a:lnTo>
                    <a:pt x="7091" y="501905"/>
                  </a:lnTo>
                  <a:lnTo>
                    <a:pt x="6992" y="501855"/>
                  </a:lnTo>
                  <a:lnTo>
                    <a:pt x="6943" y="501756"/>
                  </a:lnTo>
                  <a:lnTo>
                    <a:pt x="6943" y="495110"/>
                  </a:lnTo>
                  <a:lnTo>
                    <a:pt x="6992" y="495011"/>
                  </a:lnTo>
                  <a:lnTo>
                    <a:pt x="7091" y="494962"/>
                  </a:lnTo>
                  <a:lnTo>
                    <a:pt x="11257" y="494962"/>
                  </a:lnTo>
                  <a:close/>
                  <a:moveTo>
                    <a:pt x="11356" y="504930"/>
                  </a:moveTo>
                  <a:lnTo>
                    <a:pt x="11406" y="505029"/>
                  </a:lnTo>
                  <a:lnTo>
                    <a:pt x="11406" y="511675"/>
                  </a:lnTo>
                  <a:lnTo>
                    <a:pt x="11356" y="511774"/>
                  </a:lnTo>
                  <a:lnTo>
                    <a:pt x="11257" y="511824"/>
                  </a:lnTo>
                  <a:lnTo>
                    <a:pt x="7091" y="511824"/>
                  </a:lnTo>
                  <a:lnTo>
                    <a:pt x="6992" y="511774"/>
                  </a:lnTo>
                  <a:lnTo>
                    <a:pt x="6943" y="511675"/>
                  </a:lnTo>
                  <a:lnTo>
                    <a:pt x="6943" y="505029"/>
                  </a:lnTo>
                  <a:lnTo>
                    <a:pt x="6992" y="504930"/>
                  </a:lnTo>
                  <a:lnTo>
                    <a:pt x="7091" y="504881"/>
                  </a:lnTo>
                  <a:lnTo>
                    <a:pt x="11257" y="504881"/>
                  </a:lnTo>
                  <a:close/>
                  <a:moveTo>
                    <a:pt x="11356" y="514849"/>
                  </a:moveTo>
                  <a:lnTo>
                    <a:pt x="11406" y="514948"/>
                  </a:lnTo>
                  <a:lnTo>
                    <a:pt x="11406" y="521594"/>
                  </a:lnTo>
                  <a:lnTo>
                    <a:pt x="11356" y="521693"/>
                  </a:lnTo>
                  <a:lnTo>
                    <a:pt x="11257" y="521743"/>
                  </a:lnTo>
                  <a:lnTo>
                    <a:pt x="7091" y="521743"/>
                  </a:lnTo>
                  <a:lnTo>
                    <a:pt x="6992" y="521693"/>
                  </a:lnTo>
                  <a:lnTo>
                    <a:pt x="6943" y="521594"/>
                  </a:lnTo>
                  <a:lnTo>
                    <a:pt x="6943" y="514948"/>
                  </a:lnTo>
                  <a:lnTo>
                    <a:pt x="6992" y="514849"/>
                  </a:lnTo>
                  <a:lnTo>
                    <a:pt x="7091" y="514800"/>
                  </a:lnTo>
                  <a:lnTo>
                    <a:pt x="11257" y="514800"/>
                  </a:lnTo>
                  <a:close/>
                  <a:moveTo>
                    <a:pt x="11356" y="524768"/>
                  </a:moveTo>
                  <a:lnTo>
                    <a:pt x="11406" y="524868"/>
                  </a:lnTo>
                  <a:lnTo>
                    <a:pt x="11406" y="531513"/>
                  </a:lnTo>
                  <a:lnTo>
                    <a:pt x="11356" y="531613"/>
                  </a:lnTo>
                  <a:lnTo>
                    <a:pt x="11257" y="531662"/>
                  </a:lnTo>
                  <a:lnTo>
                    <a:pt x="7091" y="531662"/>
                  </a:lnTo>
                  <a:lnTo>
                    <a:pt x="6992" y="531613"/>
                  </a:lnTo>
                  <a:lnTo>
                    <a:pt x="6943" y="531513"/>
                  </a:lnTo>
                  <a:lnTo>
                    <a:pt x="6943" y="524868"/>
                  </a:lnTo>
                  <a:lnTo>
                    <a:pt x="6992" y="524768"/>
                  </a:lnTo>
                  <a:lnTo>
                    <a:pt x="7091" y="524719"/>
                  </a:lnTo>
                  <a:lnTo>
                    <a:pt x="11257" y="524719"/>
                  </a:lnTo>
                  <a:close/>
                  <a:moveTo>
                    <a:pt x="11356" y="534687"/>
                  </a:moveTo>
                  <a:lnTo>
                    <a:pt x="11406" y="534787"/>
                  </a:lnTo>
                  <a:lnTo>
                    <a:pt x="11406" y="541432"/>
                  </a:lnTo>
                  <a:lnTo>
                    <a:pt x="11356" y="541532"/>
                  </a:lnTo>
                  <a:lnTo>
                    <a:pt x="11257" y="541581"/>
                  </a:lnTo>
                  <a:lnTo>
                    <a:pt x="7091" y="541581"/>
                  </a:lnTo>
                  <a:lnTo>
                    <a:pt x="6992" y="541532"/>
                  </a:lnTo>
                  <a:lnTo>
                    <a:pt x="6943" y="541432"/>
                  </a:lnTo>
                  <a:lnTo>
                    <a:pt x="6943" y="534787"/>
                  </a:lnTo>
                  <a:lnTo>
                    <a:pt x="6992" y="534687"/>
                  </a:lnTo>
                  <a:lnTo>
                    <a:pt x="7091" y="534638"/>
                  </a:lnTo>
                  <a:lnTo>
                    <a:pt x="11257" y="534638"/>
                  </a:lnTo>
                  <a:close/>
                  <a:moveTo>
                    <a:pt x="11356" y="544607"/>
                  </a:moveTo>
                  <a:lnTo>
                    <a:pt x="11406" y="544706"/>
                  </a:lnTo>
                  <a:lnTo>
                    <a:pt x="11406" y="551351"/>
                  </a:lnTo>
                  <a:lnTo>
                    <a:pt x="11356" y="551451"/>
                  </a:lnTo>
                  <a:lnTo>
                    <a:pt x="11257" y="551500"/>
                  </a:lnTo>
                  <a:lnTo>
                    <a:pt x="7091" y="551500"/>
                  </a:lnTo>
                  <a:lnTo>
                    <a:pt x="6992" y="551451"/>
                  </a:lnTo>
                  <a:lnTo>
                    <a:pt x="6943" y="551351"/>
                  </a:lnTo>
                  <a:lnTo>
                    <a:pt x="6943" y="544706"/>
                  </a:lnTo>
                  <a:lnTo>
                    <a:pt x="6992" y="544607"/>
                  </a:lnTo>
                  <a:lnTo>
                    <a:pt x="7091" y="544557"/>
                  </a:lnTo>
                  <a:lnTo>
                    <a:pt x="11257" y="544557"/>
                  </a:lnTo>
                  <a:close/>
                  <a:moveTo>
                    <a:pt x="11356" y="554526"/>
                  </a:moveTo>
                  <a:lnTo>
                    <a:pt x="11406" y="554625"/>
                  </a:lnTo>
                  <a:lnTo>
                    <a:pt x="11406" y="561271"/>
                  </a:lnTo>
                  <a:lnTo>
                    <a:pt x="11356" y="561370"/>
                  </a:lnTo>
                  <a:lnTo>
                    <a:pt x="11257" y="561419"/>
                  </a:lnTo>
                  <a:lnTo>
                    <a:pt x="7091" y="561419"/>
                  </a:lnTo>
                  <a:lnTo>
                    <a:pt x="6992" y="561370"/>
                  </a:lnTo>
                  <a:lnTo>
                    <a:pt x="6943" y="561271"/>
                  </a:lnTo>
                  <a:lnTo>
                    <a:pt x="6943" y="554625"/>
                  </a:lnTo>
                  <a:lnTo>
                    <a:pt x="6992" y="554526"/>
                  </a:lnTo>
                  <a:lnTo>
                    <a:pt x="7091" y="554476"/>
                  </a:lnTo>
                  <a:lnTo>
                    <a:pt x="11257" y="554476"/>
                  </a:lnTo>
                  <a:close/>
                  <a:moveTo>
                    <a:pt x="11356" y="564445"/>
                  </a:moveTo>
                  <a:lnTo>
                    <a:pt x="11406" y="564544"/>
                  </a:lnTo>
                  <a:lnTo>
                    <a:pt x="11406" y="571190"/>
                  </a:lnTo>
                  <a:lnTo>
                    <a:pt x="11356" y="571289"/>
                  </a:lnTo>
                  <a:lnTo>
                    <a:pt x="11257" y="571338"/>
                  </a:lnTo>
                  <a:lnTo>
                    <a:pt x="7091" y="571338"/>
                  </a:lnTo>
                  <a:lnTo>
                    <a:pt x="6992" y="571289"/>
                  </a:lnTo>
                  <a:lnTo>
                    <a:pt x="6943" y="571190"/>
                  </a:lnTo>
                  <a:lnTo>
                    <a:pt x="6943" y="564544"/>
                  </a:lnTo>
                  <a:lnTo>
                    <a:pt x="6992" y="564445"/>
                  </a:lnTo>
                  <a:lnTo>
                    <a:pt x="7091" y="564395"/>
                  </a:lnTo>
                  <a:lnTo>
                    <a:pt x="11257" y="564395"/>
                  </a:lnTo>
                  <a:close/>
                  <a:moveTo>
                    <a:pt x="11356" y="574364"/>
                  </a:moveTo>
                  <a:lnTo>
                    <a:pt x="11406" y="574463"/>
                  </a:lnTo>
                  <a:lnTo>
                    <a:pt x="11406" y="581109"/>
                  </a:lnTo>
                  <a:lnTo>
                    <a:pt x="11356" y="581208"/>
                  </a:lnTo>
                  <a:lnTo>
                    <a:pt x="11257" y="581257"/>
                  </a:lnTo>
                  <a:lnTo>
                    <a:pt x="7091" y="581257"/>
                  </a:lnTo>
                  <a:lnTo>
                    <a:pt x="6992" y="581208"/>
                  </a:lnTo>
                  <a:lnTo>
                    <a:pt x="6943" y="581109"/>
                  </a:lnTo>
                  <a:lnTo>
                    <a:pt x="6943" y="574463"/>
                  </a:lnTo>
                  <a:lnTo>
                    <a:pt x="6992" y="574364"/>
                  </a:lnTo>
                  <a:lnTo>
                    <a:pt x="7091" y="574314"/>
                  </a:lnTo>
                  <a:lnTo>
                    <a:pt x="11257" y="574314"/>
                  </a:lnTo>
                  <a:close/>
                  <a:moveTo>
                    <a:pt x="11356" y="584283"/>
                  </a:moveTo>
                  <a:lnTo>
                    <a:pt x="11406" y="584382"/>
                  </a:lnTo>
                  <a:lnTo>
                    <a:pt x="11406" y="591028"/>
                  </a:lnTo>
                  <a:lnTo>
                    <a:pt x="11356" y="591127"/>
                  </a:lnTo>
                  <a:lnTo>
                    <a:pt x="11257" y="591177"/>
                  </a:lnTo>
                  <a:lnTo>
                    <a:pt x="7091" y="591177"/>
                  </a:lnTo>
                  <a:lnTo>
                    <a:pt x="6992" y="591127"/>
                  </a:lnTo>
                  <a:lnTo>
                    <a:pt x="6943" y="591028"/>
                  </a:lnTo>
                  <a:lnTo>
                    <a:pt x="6943" y="584382"/>
                  </a:lnTo>
                  <a:lnTo>
                    <a:pt x="6992" y="584283"/>
                  </a:lnTo>
                  <a:lnTo>
                    <a:pt x="7091" y="584233"/>
                  </a:lnTo>
                  <a:lnTo>
                    <a:pt x="11257" y="584233"/>
                  </a:lnTo>
                  <a:close/>
                  <a:moveTo>
                    <a:pt x="11356" y="594202"/>
                  </a:moveTo>
                  <a:lnTo>
                    <a:pt x="11406" y="594301"/>
                  </a:lnTo>
                  <a:lnTo>
                    <a:pt x="11406" y="600947"/>
                  </a:lnTo>
                  <a:lnTo>
                    <a:pt x="11356" y="601046"/>
                  </a:lnTo>
                  <a:lnTo>
                    <a:pt x="11257" y="601096"/>
                  </a:lnTo>
                  <a:lnTo>
                    <a:pt x="7091" y="601096"/>
                  </a:lnTo>
                  <a:lnTo>
                    <a:pt x="6992" y="601046"/>
                  </a:lnTo>
                  <a:lnTo>
                    <a:pt x="6943" y="600947"/>
                  </a:lnTo>
                  <a:lnTo>
                    <a:pt x="6943" y="594301"/>
                  </a:lnTo>
                  <a:lnTo>
                    <a:pt x="6992" y="594202"/>
                  </a:lnTo>
                  <a:lnTo>
                    <a:pt x="7091" y="594152"/>
                  </a:lnTo>
                  <a:lnTo>
                    <a:pt x="11257" y="594152"/>
                  </a:lnTo>
                  <a:close/>
                  <a:moveTo>
                    <a:pt x="11356" y="604121"/>
                  </a:moveTo>
                  <a:lnTo>
                    <a:pt x="11406" y="604220"/>
                  </a:lnTo>
                  <a:lnTo>
                    <a:pt x="11406" y="610866"/>
                  </a:lnTo>
                  <a:lnTo>
                    <a:pt x="11356" y="610965"/>
                  </a:lnTo>
                  <a:lnTo>
                    <a:pt x="11257" y="611015"/>
                  </a:lnTo>
                  <a:lnTo>
                    <a:pt x="7091" y="611015"/>
                  </a:lnTo>
                  <a:lnTo>
                    <a:pt x="6992" y="610965"/>
                  </a:lnTo>
                  <a:lnTo>
                    <a:pt x="6943" y="610866"/>
                  </a:lnTo>
                  <a:lnTo>
                    <a:pt x="6943" y="604220"/>
                  </a:lnTo>
                  <a:lnTo>
                    <a:pt x="6992" y="604121"/>
                  </a:lnTo>
                  <a:lnTo>
                    <a:pt x="7091" y="604071"/>
                  </a:lnTo>
                  <a:lnTo>
                    <a:pt x="11257" y="604071"/>
                  </a:lnTo>
                  <a:close/>
                  <a:moveTo>
                    <a:pt x="11356" y="614040"/>
                  </a:moveTo>
                  <a:lnTo>
                    <a:pt x="11406" y="614139"/>
                  </a:lnTo>
                  <a:lnTo>
                    <a:pt x="11406" y="620785"/>
                  </a:lnTo>
                  <a:lnTo>
                    <a:pt x="11356" y="620884"/>
                  </a:lnTo>
                  <a:lnTo>
                    <a:pt x="11257" y="620934"/>
                  </a:lnTo>
                  <a:lnTo>
                    <a:pt x="7091" y="620934"/>
                  </a:lnTo>
                  <a:lnTo>
                    <a:pt x="6992" y="620884"/>
                  </a:lnTo>
                  <a:lnTo>
                    <a:pt x="6943" y="620785"/>
                  </a:lnTo>
                  <a:lnTo>
                    <a:pt x="6943" y="614139"/>
                  </a:lnTo>
                  <a:lnTo>
                    <a:pt x="6992" y="614040"/>
                  </a:lnTo>
                  <a:lnTo>
                    <a:pt x="7091" y="613990"/>
                  </a:lnTo>
                  <a:lnTo>
                    <a:pt x="11257" y="613990"/>
                  </a:lnTo>
                  <a:close/>
                  <a:moveTo>
                    <a:pt x="11356" y="623959"/>
                  </a:moveTo>
                  <a:lnTo>
                    <a:pt x="11406" y="624058"/>
                  </a:lnTo>
                  <a:lnTo>
                    <a:pt x="11406" y="628373"/>
                  </a:lnTo>
                  <a:lnTo>
                    <a:pt x="11356" y="628472"/>
                  </a:lnTo>
                  <a:lnTo>
                    <a:pt x="11257" y="628522"/>
                  </a:lnTo>
                  <a:lnTo>
                    <a:pt x="7091" y="628522"/>
                  </a:lnTo>
                  <a:lnTo>
                    <a:pt x="6992" y="628472"/>
                  </a:lnTo>
                  <a:lnTo>
                    <a:pt x="6943" y="628373"/>
                  </a:lnTo>
                  <a:lnTo>
                    <a:pt x="6943" y="624058"/>
                  </a:lnTo>
                  <a:lnTo>
                    <a:pt x="6992" y="623959"/>
                  </a:lnTo>
                  <a:lnTo>
                    <a:pt x="7091" y="623910"/>
                  </a:lnTo>
                  <a:lnTo>
                    <a:pt x="11257" y="623910"/>
                  </a:lnTo>
                  <a:close/>
                  <a:moveTo>
                    <a:pt x="6893" y="168351"/>
                  </a:moveTo>
                  <a:lnTo>
                    <a:pt x="6943" y="168450"/>
                  </a:lnTo>
                  <a:lnTo>
                    <a:pt x="6943" y="206837"/>
                  </a:lnTo>
                  <a:lnTo>
                    <a:pt x="6893" y="206936"/>
                  </a:lnTo>
                  <a:lnTo>
                    <a:pt x="6794" y="206986"/>
                  </a:lnTo>
                  <a:lnTo>
                    <a:pt x="149" y="206986"/>
                  </a:lnTo>
                  <a:lnTo>
                    <a:pt x="25" y="206936"/>
                  </a:lnTo>
                  <a:lnTo>
                    <a:pt x="0" y="206837"/>
                  </a:lnTo>
                  <a:lnTo>
                    <a:pt x="0" y="168450"/>
                  </a:lnTo>
                  <a:lnTo>
                    <a:pt x="25" y="168351"/>
                  </a:lnTo>
                  <a:lnTo>
                    <a:pt x="149" y="168302"/>
                  </a:lnTo>
                  <a:lnTo>
                    <a:pt x="6794" y="168302"/>
                  </a:lnTo>
                  <a:close/>
                  <a:moveTo>
                    <a:pt x="6893" y="49"/>
                  </a:moveTo>
                  <a:lnTo>
                    <a:pt x="6943" y="149"/>
                  </a:lnTo>
                  <a:lnTo>
                    <a:pt x="6943" y="168153"/>
                  </a:lnTo>
                  <a:lnTo>
                    <a:pt x="6893" y="168252"/>
                  </a:lnTo>
                  <a:lnTo>
                    <a:pt x="6794" y="168302"/>
                  </a:lnTo>
                  <a:lnTo>
                    <a:pt x="149" y="168302"/>
                  </a:lnTo>
                  <a:lnTo>
                    <a:pt x="25" y="168252"/>
                  </a:lnTo>
                  <a:lnTo>
                    <a:pt x="0" y="168153"/>
                  </a:lnTo>
                  <a:lnTo>
                    <a:pt x="0" y="149"/>
                  </a:lnTo>
                  <a:lnTo>
                    <a:pt x="25" y="49"/>
                  </a:lnTo>
                  <a:lnTo>
                    <a:pt x="149" y="0"/>
                  </a:lnTo>
                  <a:lnTo>
                    <a:pt x="6794" y="0"/>
                  </a:lnTo>
                  <a:close/>
                  <a:moveTo>
                    <a:pt x="6893" y="207036"/>
                  </a:moveTo>
                  <a:lnTo>
                    <a:pt x="6943" y="207135"/>
                  </a:lnTo>
                  <a:lnTo>
                    <a:pt x="6943" y="628373"/>
                  </a:lnTo>
                  <a:lnTo>
                    <a:pt x="6893" y="628472"/>
                  </a:lnTo>
                  <a:lnTo>
                    <a:pt x="6794" y="628522"/>
                  </a:lnTo>
                  <a:lnTo>
                    <a:pt x="1388" y="628522"/>
                  </a:lnTo>
                  <a:lnTo>
                    <a:pt x="1289" y="628472"/>
                  </a:lnTo>
                  <a:lnTo>
                    <a:pt x="1240" y="628373"/>
                  </a:lnTo>
                  <a:lnTo>
                    <a:pt x="1240" y="207135"/>
                  </a:lnTo>
                  <a:lnTo>
                    <a:pt x="1289" y="207036"/>
                  </a:lnTo>
                  <a:lnTo>
                    <a:pt x="1388" y="206986"/>
                  </a:lnTo>
                  <a:lnTo>
                    <a:pt x="6794" y="20698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9" name="墙_V15_Concealed_Door_Leaf"/>
            <p:cNvSpPr/>
            <p:nvPr/>
          </p:nvSpPr>
          <p:spPr>
            <a:xfrm>
              <a:off x="1318817" y="3711688"/>
              <a:ext cx="10166" cy="248969"/>
            </a:xfrm>
            <a:custGeom>
              <a:avLst/>
              <a:gdLst/>
              <a:ahLst/>
              <a:cxnLst/>
              <a:rect l="l" t="t" r="r" b="b"/>
              <a:pathLst>
                <a:path w="10166" h="248969">
                  <a:moveTo>
                    <a:pt x="10116" y="50"/>
                  </a:moveTo>
                  <a:lnTo>
                    <a:pt x="10166" y="149"/>
                  </a:lnTo>
                  <a:lnTo>
                    <a:pt x="10166" y="2331"/>
                  </a:lnTo>
                  <a:lnTo>
                    <a:pt x="10116" y="2430"/>
                  </a:lnTo>
                  <a:lnTo>
                    <a:pt x="10017" y="2480"/>
                  </a:lnTo>
                  <a:lnTo>
                    <a:pt x="5851" y="2480"/>
                  </a:lnTo>
                  <a:lnTo>
                    <a:pt x="5752" y="2430"/>
                  </a:lnTo>
                  <a:lnTo>
                    <a:pt x="5703" y="2331"/>
                  </a:lnTo>
                  <a:lnTo>
                    <a:pt x="5703" y="149"/>
                  </a:lnTo>
                  <a:lnTo>
                    <a:pt x="5752" y="50"/>
                  </a:lnTo>
                  <a:lnTo>
                    <a:pt x="5851" y="0"/>
                  </a:lnTo>
                  <a:lnTo>
                    <a:pt x="10017" y="0"/>
                  </a:lnTo>
                  <a:close/>
                  <a:moveTo>
                    <a:pt x="10116" y="5505"/>
                  </a:moveTo>
                  <a:lnTo>
                    <a:pt x="10166" y="5604"/>
                  </a:lnTo>
                  <a:lnTo>
                    <a:pt x="10166" y="12250"/>
                  </a:lnTo>
                  <a:lnTo>
                    <a:pt x="10116" y="12349"/>
                  </a:lnTo>
                  <a:lnTo>
                    <a:pt x="10017" y="12399"/>
                  </a:lnTo>
                  <a:lnTo>
                    <a:pt x="5851" y="12399"/>
                  </a:lnTo>
                  <a:lnTo>
                    <a:pt x="5752" y="12349"/>
                  </a:lnTo>
                  <a:lnTo>
                    <a:pt x="5703" y="12250"/>
                  </a:lnTo>
                  <a:lnTo>
                    <a:pt x="5703" y="5604"/>
                  </a:lnTo>
                  <a:lnTo>
                    <a:pt x="5752" y="5505"/>
                  </a:lnTo>
                  <a:lnTo>
                    <a:pt x="5851" y="5456"/>
                  </a:lnTo>
                  <a:lnTo>
                    <a:pt x="10017" y="5456"/>
                  </a:lnTo>
                  <a:close/>
                  <a:moveTo>
                    <a:pt x="10116" y="15424"/>
                  </a:moveTo>
                  <a:lnTo>
                    <a:pt x="10166" y="15523"/>
                  </a:lnTo>
                  <a:lnTo>
                    <a:pt x="10166" y="22169"/>
                  </a:lnTo>
                  <a:lnTo>
                    <a:pt x="10116" y="22268"/>
                  </a:lnTo>
                  <a:lnTo>
                    <a:pt x="10017" y="22318"/>
                  </a:lnTo>
                  <a:lnTo>
                    <a:pt x="5851" y="22318"/>
                  </a:lnTo>
                  <a:lnTo>
                    <a:pt x="5752" y="22268"/>
                  </a:lnTo>
                  <a:lnTo>
                    <a:pt x="5703" y="22169"/>
                  </a:lnTo>
                  <a:lnTo>
                    <a:pt x="5703" y="15523"/>
                  </a:lnTo>
                  <a:lnTo>
                    <a:pt x="5752" y="15424"/>
                  </a:lnTo>
                  <a:lnTo>
                    <a:pt x="5851" y="15375"/>
                  </a:lnTo>
                  <a:lnTo>
                    <a:pt x="10017" y="15375"/>
                  </a:lnTo>
                  <a:close/>
                  <a:moveTo>
                    <a:pt x="10116" y="25343"/>
                  </a:moveTo>
                  <a:lnTo>
                    <a:pt x="10166" y="25443"/>
                  </a:lnTo>
                  <a:lnTo>
                    <a:pt x="10166" y="32088"/>
                  </a:lnTo>
                  <a:lnTo>
                    <a:pt x="10116" y="32187"/>
                  </a:lnTo>
                  <a:lnTo>
                    <a:pt x="10017" y="32237"/>
                  </a:lnTo>
                  <a:lnTo>
                    <a:pt x="5851" y="32237"/>
                  </a:lnTo>
                  <a:lnTo>
                    <a:pt x="5752" y="32187"/>
                  </a:lnTo>
                  <a:lnTo>
                    <a:pt x="5703" y="32088"/>
                  </a:lnTo>
                  <a:lnTo>
                    <a:pt x="5703" y="25443"/>
                  </a:lnTo>
                  <a:lnTo>
                    <a:pt x="5752" y="25343"/>
                  </a:lnTo>
                  <a:lnTo>
                    <a:pt x="5851" y="25294"/>
                  </a:lnTo>
                  <a:lnTo>
                    <a:pt x="10017" y="25294"/>
                  </a:lnTo>
                  <a:close/>
                  <a:moveTo>
                    <a:pt x="10116" y="35262"/>
                  </a:moveTo>
                  <a:lnTo>
                    <a:pt x="10166" y="35362"/>
                  </a:lnTo>
                  <a:lnTo>
                    <a:pt x="10166" y="42007"/>
                  </a:lnTo>
                  <a:lnTo>
                    <a:pt x="10116" y="42107"/>
                  </a:lnTo>
                  <a:lnTo>
                    <a:pt x="10017" y="42156"/>
                  </a:lnTo>
                  <a:lnTo>
                    <a:pt x="5851" y="42156"/>
                  </a:lnTo>
                  <a:lnTo>
                    <a:pt x="5752" y="42107"/>
                  </a:lnTo>
                  <a:lnTo>
                    <a:pt x="5703" y="42007"/>
                  </a:lnTo>
                  <a:lnTo>
                    <a:pt x="5703" y="35362"/>
                  </a:lnTo>
                  <a:lnTo>
                    <a:pt x="5752" y="35262"/>
                  </a:lnTo>
                  <a:lnTo>
                    <a:pt x="5851" y="35213"/>
                  </a:lnTo>
                  <a:lnTo>
                    <a:pt x="10017" y="35213"/>
                  </a:lnTo>
                  <a:close/>
                  <a:moveTo>
                    <a:pt x="10116" y="45181"/>
                  </a:moveTo>
                  <a:lnTo>
                    <a:pt x="10166" y="45281"/>
                  </a:lnTo>
                  <a:lnTo>
                    <a:pt x="10166" y="51926"/>
                  </a:lnTo>
                  <a:lnTo>
                    <a:pt x="10116" y="52026"/>
                  </a:lnTo>
                  <a:lnTo>
                    <a:pt x="10017" y="52075"/>
                  </a:lnTo>
                  <a:lnTo>
                    <a:pt x="5851" y="52075"/>
                  </a:lnTo>
                  <a:lnTo>
                    <a:pt x="5752" y="52026"/>
                  </a:lnTo>
                  <a:lnTo>
                    <a:pt x="5703" y="51926"/>
                  </a:lnTo>
                  <a:lnTo>
                    <a:pt x="5703" y="45281"/>
                  </a:lnTo>
                  <a:lnTo>
                    <a:pt x="5752" y="45181"/>
                  </a:lnTo>
                  <a:lnTo>
                    <a:pt x="5851" y="45132"/>
                  </a:lnTo>
                  <a:lnTo>
                    <a:pt x="10017" y="45132"/>
                  </a:lnTo>
                  <a:close/>
                  <a:moveTo>
                    <a:pt x="10116" y="55101"/>
                  </a:moveTo>
                  <a:lnTo>
                    <a:pt x="10166" y="55200"/>
                  </a:lnTo>
                  <a:lnTo>
                    <a:pt x="10166" y="61846"/>
                  </a:lnTo>
                  <a:lnTo>
                    <a:pt x="10116" y="61945"/>
                  </a:lnTo>
                  <a:lnTo>
                    <a:pt x="10017" y="61994"/>
                  </a:lnTo>
                  <a:lnTo>
                    <a:pt x="5851" y="61994"/>
                  </a:lnTo>
                  <a:lnTo>
                    <a:pt x="5752" y="61945"/>
                  </a:lnTo>
                  <a:lnTo>
                    <a:pt x="5703" y="61846"/>
                  </a:lnTo>
                  <a:lnTo>
                    <a:pt x="5703" y="55200"/>
                  </a:lnTo>
                  <a:lnTo>
                    <a:pt x="5752" y="55101"/>
                  </a:lnTo>
                  <a:lnTo>
                    <a:pt x="5851" y="55051"/>
                  </a:lnTo>
                  <a:lnTo>
                    <a:pt x="10017" y="55051"/>
                  </a:lnTo>
                  <a:close/>
                  <a:moveTo>
                    <a:pt x="10116" y="65020"/>
                  </a:moveTo>
                  <a:lnTo>
                    <a:pt x="10166" y="65119"/>
                  </a:lnTo>
                  <a:lnTo>
                    <a:pt x="10166" y="71765"/>
                  </a:lnTo>
                  <a:lnTo>
                    <a:pt x="10116" y="71864"/>
                  </a:lnTo>
                  <a:lnTo>
                    <a:pt x="10017" y="71913"/>
                  </a:lnTo>
                  <a:lnTo>
                    <a:pt x="5851" y="71913"/>
                  </a:lnTo>
                  <a:lnTo>
                    <a:pt x="5752" y="71864"/>
                  </a:lnTo>
                  <a:lnTo>
                    <a:pt x="5703" y="71765"/>
                  </a:lnTo>
                  <a:lnTo>
                    <a:pt x="5703" y="65119"/>
                  </a:lnTo>
                  <a:lnTo>
                    <a:pt x="5752" y="65020"/>
                  </a:lnTo>
                  <a:lnTo>
                    <a:pt x="5851" y="64970"/>
                  </a:lnTo>
                  <a:lnTo>
                    <a:pt x="10017" y="64970"/>
                  </a:lnTo>
                  <a:close/>
                  <a:moveTo>
                    <a:pt x="10116" y="74939"/>
                  </a:moveTo>
                  <a:lnTo>
                    <a:pt x="10166" y="75038"/>
                  </a:lnTo>
                  <a:lnTo>
                    <a:pt x="10166" y="81684"/>
                  </a:lnTo>
                  <a:lnTo>
                    <a:pt x="10116" y="81783"/>
                  </a:lnTo>
                  <a:lnTo>
                    <a:pt x="10017" y="81832"/>
                  </a:lnTo>
                  <a:lnTo>
                    <a:pt x="5851" y="81832"/>
                  </a:lnTo>
                  <a:lnTo>
                    <a:pt x="5752" y="81783"/>
                  </a:lnTo>
                  <a:lnTo>
                    <a:pt x="5703" y="81684"/>
                  </a:lnTo>
                  <a:lnTo>
                    <a:pt x="5703" y="75038"/>
                  </a:lnTo>
                  <a:lnTo>
                    <a:pt x="5752" y="74939"/>
                  </a:lnTo>
                  <a:lnTo>
                    <a:pt x="5851" y="74889"/>
                  </a:lnTo>
                  <a:lnTo>
                    <a:pt x="10017" y="74889"/>
                  </a:lnTo>
                  <a:close/>
                  <a:moveTo>
                    <a:pt x="10116" y="84858"/>
                  </a:moveTo>
                  <a:lnTo>
                    <a:pt x="10166" y="84957"/>
                  </a:lnTo>
                  <a:lnTo>
                    <a:pt x="10166" y="91603"/>
                  </a:lnTo>
                  <a:lnTo>
                    <a:pt x="10116" y="91702"/>
                  </a:lnTo>
                  <a:lnTo>
                    <a:pt x="10017" y="91752"/>
                  </a:lnTo>
                  <a:lnTo>
                    <a:pt x="5851" y="91752"/>
                  </a:lnTo>
                  <a:lnTo>
                    <a:pt x="5752" y="91702"/>
                  </a:lnTo>
                  <a:lnTo>
                    <a:pt x="5703" y="91603"/>
                  </a:lnTo>
                  <a:lnTo>
                    <a:pt x="5703" y="84957"/>
                  </a:lnTo>
                  <a:lnTo>
                    <a:pt x="5752" y="84858"/>
                  </a:lnTo>
                  <a:lnTo>
                    <a:pt x="5851" y="84808"/>
                  </a:lnTo>
                  <a:lnTo>
                    <a:pt x="10017" y="84808"/>
                  </a:lnTo>
                  <a:close/>
                  <a:moveTo>
                    <a:pt x="10116" y="94777"/>
                  </a:moveTo>
                  <a:lnTo>
                    <a:pt x="10166" y="94876"/>
                  </a:lnTo>
                  <a:lnTo>
                    <a:pt x="10166" y="101522"/>
                  </a:lnTo>
                  <a:lnTo>
                    <a:pt x="10116" y="101621"/>
                  </a:lnTo>
                  <a:lnTo>
                    <a:pt x="10017" y="101671"/>
                  </a:lnTo>
                  <a:lnTo>
                    <a:pt x="5851" y="101671"/>
                  </a:lnTo>
                  <a:lnTo>
                    <a:pt x="5752" y="101621"/>
                  </a:lnTo>
                  <a:lnTo>
                    <a:pt x="5703" y="101522"/>
                  </a:lnTo>
                  <a:lnTo>
                    <a:pt x="5703" y="94876"/>
                  </a:lnTo>
                  <a:lnTo>
                    <a:pt x="5752" y="94777"/>
                  </a:lnTo>
                  <a:lnTo>
                    <a:pt x="5851" y="94727"/>
                  </a:lnTo>
                  <a:lnTo>
                    <a:pt x="10017" y="94727"/>
                  </a:lnTo>
                  <a:close/>
                  <a:moveTo>
                    <a:pt x="10116" y="104696"/>
                  </a:moveTo>
                  <a:lnTo>
                    <a:pt x="10166" y="104795"/>
                  </a:lnTo>
                  <a:lnTo>
                    <a:pt x="10166" y="111441"/>
                  </a:lnTo>
                  <a:lnTo>
                    <a:pt x="10116" y="111540"/>
                  </a:lnTo>
                  <a:lnTo>
                    <a:pt x="10017" y="111590"/>
                  </a:lnTo>
                  <a:lnTo>
                    <a:pt x="5851" y="111590"/>
                  </a:lnTo>
                  <a:lnTo>
                    <a:pt x="5752" y="111540"/>
                  </a:lnTo>
                  <a:lnTo>
                    <a:pt x="5703" y="111441"/>
                  </a:lnTo>
                  <a:lnTo>
                    <a:pt x="5703" y="104795"/>
                  </a:lnTo>
                  <a:lnTo>
                    <a:pt x="5752" y="104696"/>
                  </a:lnTo>
                  <a:lnTo>
                    <a:pt x="5851" y="104646"/>
                  </a:lnTo>
                  <a:lnTo>
                    <a:pt x="10017" y="104646"/>
                  </a:lnTo>
                  <a:close/>
                  <a:moveTo>
                    <a:pt x="10116" y="114615"/>
                  </a:moveTo>
                  <a:lnTo>
                    <a:pt x="10166" y="114714"/>
                  </a:lnTo>
                  <a:lnTo>
                    <a:pt x="10166" y="121360"/>
                  </a:lnTo>
                  <a:lnTo>
                    <a:pt x="10116" y="121459"/>
                  </a:lnTo>
                  <a:lnTo>
                    <a:pt x="10017" y="121509"/>
                  </a:lnTo>
                  <a:lnTo>
                    <a:pt x="5851" y="121509"/>
                  </a:lnTo>
                  <a:lnTo>
                    <a:pt x="5752" y="121459"/>
                  </a:lnTo>
                  <a:lnTo>
                    <a:pt x="5703" y="121360"/>
                  </a:lnTo>
                  <a:lnTo>
                    <a:pt x="5703" y="114714"/>
                  </a:lnTo>
                  <a:lnTo>
                    <a:pt x="5752" y="114615"/>
                  </a:lnTo>
                  <a:lnTo>
                    <a:pt x="5851" y="114565"/>
                  </a:lnTo>
                  <a:lnTo>
                    <a:pt x="10017" y="114565"/>
                  </a:lnTo>
                  <a:close/>
                  <a:moveTo>
                    <a:pt x="10116" y="124534"/>
                  </a:moveTo>
                  <a:lnTo>
                    <a:pt x="10166" y="124633"/>
                  </a:lnTo>
                  <a:lnTo>
                    <a:pt x="10166" y="131279"/>
                  </a:lnTo>
                  <a:lnTo>
                    <a:pt x="10116" y="131378"/>
                  </a:lnTo>
                  <a:lnTo>
                    <a:pt x="10017" y="131428"/>
                  </a:lnTo>
                  <a:lnTo>
                    <a:pt x="5851" y="131428"/>
                  </a:lnTo>
                  <a:lnTo>
                    <a:pt x="5752" y="131378"/>
                  </a:lnTo>
                  <a:lnTo>
                    <a:pt x="5703" y="131279"/>
                  </a:lnTo>
                  <a:lnTo>
                    <a:pt x="5703" y="124633"/>
                  </a:lnTo>
                  <a:lnTo>
                    <a:pt x="5752" y="124534"/>
                  </a:lnTo>
                  <a:lnTo>
                    <a:pt x="5851" y="124484"/>
                  </a:lnTo>
                  <a:lnTo>
                    <a:pt x="10017" y="124484"/>
                  </a:lnTo>
                  <a:close/>
                  <a:moveTo>
                    <a:pt x="10116" y="134453"/>
                  </a:moveTo>
                  <a:lnTo>
                    <a:pt x="10166" y="134552"/>
                  </a:lnTo>
                  <a:lnTo>
                    <a:pt x="10166" y="141198"/>
                  </a:lnTo>
                  <a:lnTo>
                    <a:pt x="10116" y="141297"/>
                  </a:lnTo>
                  <a:lnTo>
                    <a:pt x="10017" y="141347"/>
                  </a:lnTo>
                  <a:lnTo>
                    <a:pt x="5851" y="141347"/>
                  </a:lnTo>
                  <a:lnTo>
                    <a:pt x="5752" y="141297"/>
                  </a:lnTo>
                  <a:lnTo>
                    <a:pt x="5703" y="141198"/>
                  </a:lnTo>
                  <a:lnTo>
                    <a:pt x="5703" y="134552"/>
                  </a:lnTo>
                  <a:lnTo>
                    <a:pt x="5752" y="134453"/>
                  </a:lnTo>
                  <a:lnTo>
                    <a:pt x="5851" y="134404"/>
                  </a:lnTo>
                  <a:lnTo>
                    <a:pt x="10017" y="134404"/>
                  </a:lnTo>
                  <a:close/>
                  <a:moveTo>
                    <a:pt x="10116" y="144372"/>
                  </a:moveTo>
                  <a:lnTo>
                    <a:pt x="10166" y="144471"/>
                  </a:lnTo>
                  <a:lnTo>
                    <a:pt x="10166" y="151117"/>
                  </a:lnTo>
                  <a:lnTo>
                    <a:pt x="10116" y="151216"/>
                  </a:lnTo>
                  <a:lnTo>
                    <a:pt x="10017" y="151266"/>
                  </a:lnTo>
                  <a:lnTo>
                    <a:pt x="5851" y="151266"/>
                  </a:lnTo>
                  <a:lnTo>
                    <a:pt x="5752" y="151216"/>
                  </a:lnTo>
                  <a:lnTo>
                    <a:pt x="5703" y="151117"/>
                  </a:lnTo>
                  <a:lnTo>
                    <a:pt x="5703" y="144471"/>
                  </a:lnTo>
                  <a:lnTo>
                    <a:pt x="5752" y="144372"/>
                  </a:lnTo>
                  <a:lnTo>
                    <a:pt x="5851" y="144323"/>
                  </a:lnTo>
                  <a:lnTo>
                    <a:pt x="10017" y="144323"/>
                  </a:lnTo>
                  <a:close/>
                  <a:moveTo>
                    <a:pt x="10116" y="154291"/>
                  </a:moveTo>
                  <a:lnTo>
                    <a:pt x="10166" y="154390"/>
                  </a:lnTo>
                  <a:lnTo>
                    <a:pt x="10166" y="161036"/>
                  </a:lnTo>
                  <a:lnTo>
                    <a:pt x="10116" y="161135"/>
                  </a:lnTo>
                  <a:lnTo>
                    <a:pt x="10017" y="161185"/>
                  </a:lnTo>
                  <a:lnTo>
                    <a:pt x="5851" y="161185"/>
                  </a:lnTo>
                  <a:lnTo>
                    <a:pt x="5752" y="161135"/>
                  </a:lnTo>
                  <a:lnTo>
                    <a:pt x="5703" y="161036"/>
                  </a:lnTo>
                  <a:lnTo>
                    <a:pt x="5703" y="154390"/>
                  </a:lnTo>
                  <a:lnTo>
                    <a:pt x="5752" y="154291"/>
                  </a:lnTo>
                  <a:lnTo>
                    <a:pt x="5851" y="154242"/>
                  </a:lnTo>
                  <a:lnTo>
                    <a:pt x="10017" y="154242"/>
                  </a:lnTo>
                  <a:close/>
                  <a:moveTo>
                    <a:pt x="10116" y="164210"/>
                  </a:moveTo>
                  <a:lnTo>
                    <a:pt x="10166" y="164310"/>
                  </a:lnTo>
                  <a:lnTo>
                    <a:pt x="10166" y="170955"/>
                  </a:lnTo>
                  <a:lnTo>
                    <a:pt x="10116" y="171055"/>
                  </a:lnTo>
                  <a:lnTo>
                    <a:pt x="10017" y="171104"/>
                  </a:lnTo>
                  <a:lnTo>
                    <a:pt x="5851" y="171104"/>
                  </a:lnTo>
                  <a:lnTo>
                    <a:pt x="5752" y="171055"/>
                  </a:lnTo>
                  <a:lnTo>
                    <a:pt x="5703" y="170955"/>
                  </a:lnTo>
                  <a:lnTo>
                    <a:pt x="5703" y="164310"/>
                  </a:lnTo>
                  <a:lnTo>
                    <a:pt x="5752" y="164210"/>
                  </a:lnTo>
                  <a:lnTo>
                    <a:pt x="5851" y="164161"/>
                  </a:lnTo>
                  <a:lnTo>
                    <a:pt x="10017" y="164161"/>
                  </a:lnTo>
                  <a:close/>
                  <a:moveTo>
                    <a:pt x="10116" y="174129"/>
                  </a:moveTo>
                  <a:lnTo>
                    <a:pt x="10166" y="174229"/>
                  </a:lnTo>
                  <a:lnTo>
                    <a:pt x="10166" y="180874"/>
                  </a:lnTo>
                  <a:lnTo>
                    <a:pt x="10116" y="180974"/>
                  </a:lnTo>
                  <a:lnTo>
                    <a:pt x="10017" y="181023"/>
                  </a:lnTo>
                  <a:lnTo>
                    <a:pt x="5851" y="181023"/>
                  </a:lnTo>
                  <a:lnTo>
                    <a:pt x="5752" y="180974"/>
                  </a:lnTo>
                  <a:lnTo>
                    <a:pt x="5703" y="180874"/>
                  </a:lnTo>
                  <a:lnTo>
                    <a:pt x="5703" y="174229"/>
                  </a:lnTo>
                  <a:lnTo>
                    <a:pt x="5752" y="174129"/>
                  </a:lnTo>
                  <a:lnTo>
                    <a:pt x="5851" y="174080"/>
                  </a:lnTo>
                  <a:lnTo>
                    <a:pt x="10017" y="174080"/>
                  </a:lnTo>
                  <a:close/>
                  <a:moveTo>
                    <a:pt x="10116" y="184049"/>
                  </a:moveTo>
                  <a:lnTo>
                    <a:pt x="10166" y="184148"/>
                  </a:lnTo>
                  <a:lnTo>
                    <a:pt x="10166" y="190793"/>
                  </a:lnTo>
                  <a:lnTo>
                    <a:pt x="10116" y="190893"/>
                  </a:lnTo>
                  <a:lnTo>
                    <a:pt x="10017" y="190942"/>
                  </a:lnTo>
                  <a:lnTo>
                    <a:pt x="5851" y="190942"/>
                  </a:lnTo>
                  <a:lnTo>
                    <a:pt x="5752" y="190893"/>
                  </a:lnTo>
                  <a:lnTo>
                    <a:pt x="5703" y="190793"/>
                  </a:lnTo>
                  <a:lnTo>
                    <a:pt x="5703" y="184148"/>
                  </a:lnTo>
                  <a:lnTo>
                    <a:pt x="5752" y="184049"/>
                  </a:lnTo>
                  <a:lnTo>
                    <a:pt x="5851" y="183999"/>
                  </a:lnTo>
                  <a:lnTo>
                    <a:pt x="10017" y="183999"/>
                  </a:lnTo>
                  <a:close/>
                  <a:moveTo>
                    <a:pt x="10116" y="193968"/>
                  </a:moveTo>
                  <a:lnTo>
                    <a:pt x="10166" y="194067"/>
                  </a:lnTo>
                  <a:lnTo>
                    <a:pt x="10166" y="200713"/>
                  </a:lnTo>
                  <a:lnTo>
                    <a:pt x="10116" y="200812"/>
                  </a:lnTo>
                  <a:lnTo>
                    <a:pt x="10017" y="200861"/>
                  </a:lnTo>
                  <a:lnTo>
                    <a:pt x="5851" y="200861"/>
                  </a:lnTo>
                  <a:lnTo>
                    <a:pt x="5752" y="200812"/>
                  </a:lnTo>
                  <a:lnTo>
                    <a:pt x="5703" y="200713"/>
                  </a:lnTo>
                  <a:lnTo>
                    <a:pt x="5703" y="194067"/>
                  </a:lnTo>
                  <a:lnTo>
                    <a:pt x="5752" y="193968"/>
                  </a:lnTo>
                  <a:lnTo>
                    <a:pt x="5851" y="193918"/>
                  </a:lnTo>
                  <a:lnTo>
                    <a:pt x="10017" y="193918"/>
                  </a:lnTo>
                  <a:close/>
                  <a:moveTo>
                    <a:pt x="10116" y="203887"/>
                  </a:moveTo>
                  <a:lnTo>
                    <a:pt x="10166" y="203986"/>
                  </a:lnTo>
                  <a:lnTo>
                    <a:pt x="10166" y="210632"/>
                  </a:lnTo>
                  <a:lnTo>
                    <a:pt x="10116" y="210731"/>
                  </a:lnTo>
                  <a:lnTo>
                    <a:pt x="10017" y="210780"/>
                  </a:lnTo>
                  <a:lnTo>
                    <a:pt x="5851" y="210780"/>
                  </a:lnTo>
                  <a:lnTo>
                    <a:pt x="5752" y="210731"/>
                  </a:lnTo>
                  <a:lnTo>
                    <a:pt x="5703" y="210632"/>
                  </a:lnTo>
                  <a:lnTo>
                    <a:pt x="5703" y="203986"/>
                  </a:lnTo>
                  <a:lnTo>
                    <a:pt x="5752" y="203887"/>
                  </a:lnTo>
                  <a:lnTo>
                    <a:pt x="5851" y="203837"/>
                  </a:lnTo>
                  <a:lnTo>
                    <a:pt x="10017" y="203837"/>
                  </a:lnTo>
                  <a:close/>
                  <a:moveTo>
                    <a:pt x="10116" y="213806"/>
                  </a:moveTo>
                  <a:lnTo>
                    <a:pt x="10166" y="213905"/>
                  </a:lnTo>
                  <a:lnTo>
                    <a:pt x="10166" y="220551"/>
                  </a:lnTo>
                  <a:lnTo>
                    <a:pt x="10116" y="220650"/>
                  </a:lnTo>
                  <a:lnTo>
                    <a:pt x="10017" y="220699"/>
                  </a:lnTo>
                  <a:lnTo>
                    <a:pt x="5851" y="220699"/>
                  </a:lnTo>
                  <a:lnTo>
                    <a:pt x="5752" y="220650"/>
                  </a:lnTo>
                  <a:lnTo>
                    <a:pt x="5703" y="220551"/>
                  </a:lnTo>
                  <a:lnTo>
                    <a:pt x="5703" y="213905"/>
                  </a:lnTo>
                  <a:lnTo>
                    <a:pt x="5752" y="213806"/>
                  </a:lnTo>
                  <a:lnTo>
                    <a:pt x="5851" y="213756"/>
                  </a:lnTo>
                  <a:lnTo>
                    <a:pt x="10017" y="213756"/>
                  </a:lnTo>
                  <a:close/>
                  <a:moveTo>
                    <a:pt x="10116" y="223725"/>
                  </a:moveTo>
                  <a:lnTo>
                    <a:pt x="10166" y="223824"/>
                  </a:lnTo>
                  <a:lnTo>
                    <a:pt x="10166" y="230470"/>
                  </a:lnTo>
                  <a:lnTo>
                    <a:pt x="10116" y="230569"/>
                  </a:lnTo>
                  <a:lnTo>
                    <a:pt x="10017" y="230619"/>
                  </a:lnTo>
                  <a:lnTo>
                    <a:pt x="5851" y="230619"/>
                  </a:lnTo>
                  <a:lnTo>
                    <a:pt x="5752" y="230569"/>
                  </a:lnTo>
                  <a:lnTo>
                    <a:pt x="5703" y="230470"/>
                  </a:lnTo>
                  <a:lnTo>
                    <a:pt x="5703" y="223824"/>
                  </a:lnTo>
                  <a:lnTo>
                    <a:pt x="5752" y="223725"/>
                  </a:lnTo>
                  <a:lnTo>
                    <a:pt x="5851" y="223675"/>
                  </a:lnTo>
                  <a:lnTo>
                    <a:pt x="10017" y="223675"/>
                  </a:lnTo>
                  <a:close/>
                  <a:moveTo>
                    <a:pt x="10116" y="233644"/>
                  </a:moveTo>
                  <a:lnTo>
                    <a:pt x="10166" y="233743"/>
                  </a:lnTo>
                  <a:lnTo>
                    <a:pt x="10166" y="240389"/>
                  </a:lnTo>
                  <a:lnTo>
                    <a:pt x="10116" y="240488"/>
                  </a:lnTo>
                  <a:lnTo>
                    <a:pt x="10017" y="240538"/>
                  </a:lnTo>
                  <a:lnTo>
                    <a:pt x="5851" y="240538"/>
                  </a:lnTo>
                  <a:lnTo>
                    <a:pt x="5752" y="240488"/>
                  </a:lnTo>
                  <a:lnTo>
                    <a:pt x="5703" y="240389"/>
                  </a:lnTo>
                  <a:lnTo>
                    <a:pt x="5703" y="233743"/>
                  </a:lnTo>
                  <a:lnTo>
                    <a:pt x="5752" y="233644"/>
                  </a:lnTo>
                  <a:lnTo>
                    <a:pt x="5851" y="233594"/>
                  </a:lnTo>
                  <a:lnTo>
                    <a:pt x="10017" y="233594"/>
                  </a:lnTo>
                  <a:close/>
                  <a:moveTo>
                    <a:pt x="10116" y="243563"/>
                  </a:moveTo>
                  <a:lnTo>
                    <a:pt x="10166" y="243662"/>
                  </a:lnTo>
                  <a:lnTo>
                    <a:pt x="10166" y="248820"/>
                  </a:lnTo>
                  <a:lnTo>
                    <a:pt x="10116" y="248919"/>
                  </a:lnTo>
                  <a:lnTo>
                    <a:pt x="10017" y="248969"/>
                  </a:lnTo>
                  <a:lnTo>
                    <a:pt x="5851" y="248969"/>
                  </a:lnTo>
                  <a:lnTo>
                    <a:pt x="5752" y="248919"/>
                  </a:lnTo>
                  <a:lnTo>
                    <a:pt x="5703" y="248820"/>
                  </a:lnTo>
                  <a:lnTo>
                    <a:pt x="5703" y="243662"/>
                  </a:lnTo>
                  <a:lnTo>
                    <a:pt x="5752" y="243563"/>
                  </a:lnTo>
                  <a:lnTo>
                    <a:pt x="5851" y="243513"/>
                  </a:lnTo>
                  <a:lnTo>
                    <a:pt x="10017" y="243513"/>
                  </a:lnTo>
                  <a:close/>
                  <a:moveTo>
                    <a:pt x="5653" y="50"/>
                  </a:moveTo>
                  <a:lnTo>
                    <a:pt x="5703" y="149"/>
                  </a:lnTo>
                  <a:lnTo>
                    <a:pt x="5703" y="248820"/>
                  </a:lnTo>
                  <a:lnTo>
                    <a:pt x="5653" y="248919"/>
                  </a:lnTo>
                  <a:lnTo>
                    <a:pt x="5554" y="248969"/>
                  </a:lnTo>
                  <a:lnTo>
                    <a:pt x="148" y="248969"/>
                  </a:lnTo>
                  <a:lnTo>
                    <a:pt x="49" y="248919"/>
                  </a:lnTo>
                  <a:lnTo>
                    <a:pt x="0" y="248820"/>
                  </a:lnTo>
                  <a:lnTo>
                    <a:pt x="0" y="149"/>
                  </a:lnTo>
                  <a:lnTo>
                    <a:pt x="49" y="50"/>
                  </a:lnTo>
                  <a:lnTo>
                    <a:pt x="148" y="0"/>
                  </a:lnTo>
                  <a:lnTo>
                    <a:pt x="555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0" name="墙_V17_Storage_North_Casing"/>
            <p:cNvSpPr/>
            <p:nvPr/>
          </p:nvSpPr>
          <p:spPr>
            <a:xfrm>
              <a:off x="2240297" y="4676368"/>
              <a:ext cx="4960" cy="11159"/>
            </a:xfrm>
            <a:custGeom>
              <a:avLst/>
              <a:gdLst/>
              <a:ahLst/>
              <a:cxnLst/>
              <a:rect l="l" t="t" r="r" b="b"/>
              <a:pathLst>
                <a:path w="4960" h="11159">
                  <a:moveTo>
                    <a:pt x="4960" y="0"/>
                  </a:moveTo>
                  <a:lnTo>
                    <a:pt x="0" y="0"/>
                  </a:lnTo>
                  <a:lnTo>
                    <a:pt x="0" y="11159"/>
                  </a:lnTo>
                  <a:lnTo>
                    <a:pt x="4960" y="11159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23" name="房间名（沿用施工图）"/>
          <p:cNvGrpSpPr/>
          <p:nvPr/>
        </p:nvGrpSpPr>
        <p:grpSpPr>
          <a:xfrm>
            <a:off x="658780" y="1171576"/>
            <a:ext cx="1914044" cy="4397638"/>
            <a:chOff x="658780" y="1171576"/>
            <a:chExt cx="1914044" cy="4397638"/>
          </a:xfrm>
        </p:grpSpPr>
        <p:sp>
          <p:nvSpPr>
            <p:cNvPr id="424" name="TextBox 423"/>
            <p:cNvSpPr txBox="1"/>
            <p:nvPr/>
          </p:nvSpPr>
          <p:spPr>
            <a:xfrm>
              <a:off x="1704467" y="464322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起居室</a:t>
              </a:r>
            </a:p>
          </p:txBody>
        </p:sp>
        <p:sp>
          <p:nvSpPr>
            <p:cNvPr id="425" name="TextBox 424"/>
            <p:cNvSpPr txBox="1"/>
            <p:nvPr/>
          </p:nvSpPr>
          <p:spPr>
            <a:xfrm>
              <a:off x="1952573" y="2508311"/>
              <a:ext cx="54125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厨房（吧台区）</a:t>
              </a:r>
            </a:p>
          </p:txBody>
        </p:sp>
        <p:sp>
          <p:nvSpPr>
            <p:cNvPr id="426" name="TextBox 425"/>
            <p:cNvSpPr txBox="1"/>
            <p:nvPr/>
          </p:nvSpPr>
          <p:spPr>
            <a:xfrm>
              <a:off x="1377294" y="547717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前院</a:t>
              </a:r>
            </a:p>
          </p:txBody>
        </p:sp>
        <p:sp>
          <p:nvSpPr>
            <p:cNvPr id="427" name="TextBox 426"/>
            <p:cNvSpPr txBox="1"/>
            <p:nvPr/>
          </p:nvSpPr>
          <p:spPr>
            <a:xfrm>
              <a:off x="1792213" y="3624550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餐厅</a:t>
              </a:r>
            </a:p>
          </p:txBody>
        </p:sp>
        <p:sp>
          <p:nvSpPr>
            <p:cNvPr id="428" name="TextBox 427"/>
            <p:cNvSpPr txBox="1"/>
            <p:nvPr/>
          </p:nvSpPr>
          <p:spPr>
            <a:xfrm>
              <a:off x="2320821" y="4239600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29" name="TextBox 428"/>
            <p:cNvSpPr txBox="1"/>
            <p:nvPr/>
          </p:nvSpPr>
          <p:spPr>
            <a:xfrm>
              <a:off x="964969" y="201019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后花园</a:t>
              </a:r>
            </a:p>
          </p:txBody>
        </p:sp>
        <p:sp>
          <p:nvSpPr>
            <p:cNvPr id="430" name="TextBox 429"/>
            <p:cNvSpPr txBox="1"/>
            <p:nvPr/>
          </p:nvSpPr>
          <p:spPr>
            <a:xfrm>
              <a:off x="2320821" y="472944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  <p:sp>
          <p:nvSpPr>
            <p:cNvPr id="431" name="TextBox 430"/>
            <p:cNvSpPr txBox="1"/>
            <p:nvPr/>
          </p:nvSpPr>
          <p:spPr>
            <a:xfrm>
              <a:off x="1098651" y="3219235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432" name="TextBox 431"/>
            <p:cNvSpPr txBox="1"/>
            <p:nvPr/>
          </p:nvSpPr>
          <p:spPr>
            <a:xfrm>
              <a:off x="2378657" y="3368357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433" name="TextBox 432"/>
            <p:cNvSpPr txBox="1"/>
            <p:nvPr/>
          </p:nvSpPr>
          <p:spPr>
            <a:xfrm>
              <a:off x="2120615" y="1821014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</a:t>
              </a:r>
            </a:p>
          </p:txBody>
        </p:sp>
        <p:sp>
          <p:nvSpPr>
            <p:cNvPr id="434" name="TextBox 433"/>
            <p:cNvSpPr txBox="1"/>
            <p:nvPr/>
          </p:nvSpPr>
          <p:spPr>
            <a:xfrm>
              <a:off x="2087745" y="1171576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洗衣房</a:t>
              </a:r>
            </a:p>
          </p:txBody>
        </p:sp>
        <p:sp>
          <p:nvSpPr>
            <p:cNvPr id="435" name="TextBox 434"/>
            <p:cNvSpPr txBox="1"/>
            <p:nvPr/>
          </p:nvSpPr>
          <p:spPr>
            <a:xfrm>
              <a:off x="791437" y="4040748"/>
              <a:ext cx="179689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客厅</a:t>
              </a:r>
            </a:p>
          </p:txBody>
        </p:sp>
        <p:sp>
          <p:nvSpPr>
            <p:cNvPr id="436" name="TextBox 435"/>
            <p:cNvSpPr txBox="1"/>
            <p:nvPr/>
          </p:nvSpPr>
          <p:spPr>
            <a:xfrm>
              <a:off x="658780" y="4720908"/>
              <a:ext cx="252003" cy="9203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储物间</a:t>
              </a:r>
            </a:p>
          </p:txBody>
        </p:sp>
      </p:grpSp>
      <p:grpSp>
        <p:nvGrpSpPr>
          <p:cNvPr id="437" name="用水设备 台盆 G19.001"/>
          <p:cNvGrpSpPr/>
          <p:nvPr/>
        </p:nvGrpSpPr>
        <p:grpSpPr>
          <a:xfrm>
            <a:off x="1098170" y="3272965"/>
            <a:ext cx="350613" cy="179637"/>
            <a:chOff x="1098170" y="3272965"/>
            <a:chExt cx="350613" cy="179637"/>
          </a:xfrm>
        </p:grpSpPr>
        <p:sp>
          <p:nvSpPr>
            <p:cNvPr id="438" name="Rectangle 437"/>
            <p:cNvSpPr/>
            <p:nvPr/>
          </p:nvSpPr>
          <p:spPr>
            <a:xfrm>
              <a:off x="1098170" y="3321174"/>
              <a:ext cx="131428" cy="131428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9" name="TextBox 438"/>
            <p:cNvSpPr txBox="1"/>
            <p:nvPr/>
          </p:nvSpPr>
          <p:spPr>
            <a:xfrm>
              <a:off x="1098170" y="327296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</a:t>
              </a:r>
            </a:p>
          </p:txBody>
        </p:sp>
      </p:grpSp>
      <p:grpSp>
        <p:nvGrpSpPr>
          <p:cNvPr id="440" name="W 坐便器"/>
          <p:cNvGrpSpPr/>
          <p:nvPr/>
        </p:nvGrpSpPr>
        <p:grpSpPr>
          <a:xfrm>
            <a:off x="1172211" y="3146519"/>
            <a:ext cx="77134" cy="77134"/>
            <a:chOff x="1083682" y="3348321"/>
            <a:chExt cx="77134" cy="77134"/>
          </a:xfrm>
        </p:grpSpPr>
        <p:sp>
          <p:nvSpPr>
            <p:cNvPr id="441" name="Oval 440"/>
            <p:cNvSpPr/>
            <p:nvPr/>
          </p:nvSpPr>
          <p:spPr>
            <a:xfrm>
              <a:off x="1083682" y="3348321"/>
              <a:ext cx="77134" cy="7713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2" name="Oval 441"/>
            <p:cNvSpPr/>
            <p:nvPr/>
          </p:nvSpPr>
          <p:spPr>
            <a:xfrm>
              <a:off x="1095076" y="3359715"/>
              <a:ext cx="54346" cy="5434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3" name="TextBox 442"/>
            <p:cNvSpPr txBox="1"/>
            <p:nvPr/>
          </p:nvSpPr>
          <p:spPr>
            <a:xfrm>
              <a:off x="1083682" y="3348321"/>
              <a:ext cx="77134" cy="7713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444" name="J 台盆"/>
          <p:cNvGrpSpPr/>
          <p:nvPr/>
        </p:nvGrpSpPr>
        <p:grpSpPr>
          <a:xfrm>
            <a:off x="1172211" y="3353580"/>
            <a:ext cx="66616" cy="66616"/>
            <a:chOff x="1172211" y="3353580"/>
            <a:chExt cx="66616" cy="66616"/>
          </a:xfrm>
        </p:grpSpPr>
        <p:sp>
          <p:nvSpPr>
            <p:cNvPr id="445" name="Oval 444"/>
            <p:cNvSpPr/>
            <p:nvPr/>
          </p:nvSpPr>
          <p:spPr>
            <a:xfrm>
              <a:off x="1172211" y="335358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6" name="TextBox 445"/>
            <p:cNvSpPr txBox="1"/>
            <p:nvPr/>
          </p:nvSpPr>
          <p:spPr>
            <a:xfrm>
              <a:off x="1172211" y="335358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47" name="用水设备 坐便器 G20.001"/>
          <p:cNvGrpSpPr/>
          <p:nvPr/>
        </p:nvGrpSpPr>
        <p:grpSpPr>
          <a:xfrm>
            <a:off x="1119248" y="3055985"/>
            <a:ext cx="350613" cy="199475"/>
            <a:chOff x="1119248" y="3055985"/>
            <a:chExt cx="350613" cy="199475"/>
          </a:xfrm>
        </p:grpSpPr>
        <p:sp>
          <p:nvSpPr>
            <p:cNvPr id="448" name="Rectangle 447"/>
            <p:cNvSpPr/>
            <p:nvPr/>
          </p:nvSpPr>
          <p:spPr>
            <a:xfrm>
              <a:off x="1119248" y="3104194"/>
              <a:ext cx="89272" cy="15126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9" name="TextBox 448"/>
            <p:cNvSpPr txBox="1"/>
            <p:nvPr/>
          </p:nvSpPr>
          <p:spPr>
            <a:xfrm>
              <a:off x="1119248" y="3055985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坐便器</a:t>
              </a:r>
            </a:p>
          </p:txBody>
        </p:sp>
      </p:grpSp>
      <p:grpSp>
        <p:nvGrpSpPr>
          <p:cNvPr id="450" name="J 坐便器"/>
          <p:cNvGrpSpPr/>
          <p:nvPr/>
        </p:nvGrpSpPr>
        <p:grpSpPr>
          <a:xfrm>
            <a:off x="1088941" y="3146519"/>
            <a:ext cx="66616" cy="66616"/>
            <a:chOff x="1088941" y="3146519"/>
            <a:chExt cx="66616" cy="66616"/>
          </a:xfrm>
        </p:grpSpPr>
        <p:sp>
          <p:nvSpPr>
            <p:cNvPr id="451" name="Oval 450"/>
            <p:cNvSpPr/>
            <p:nvPr/>
          </p:nvSpPr>
          <p:spPr>
            <a:xfrm>
              <a:off x="108894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2" name="TextBox 451"/>
            <p:cNvSpPr txBox="1"/>
            <p:nvPr/>
          </p:nvSpPr>
          <p:spPr>
            <a:xfrm>
              <a:off x="108894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53" name="P 台盆"/>
          <p:cNvGrpSpPr/>
          <p:nvPr/>
        </p:nvGrpSpPr>
        <p:grpSpPr>
          <a:xfrm>
            <a:off x="1083682" y="3348321"/>
            <a:ext cx="66616" cy="66616"/>
            <a:chOff x="1172211" y="3146519"/>
            <a:chExt cx="66616" cy="66616"/>
          </a:xfrm>
        </p:grpSpPr>
        <p:sp>
          <p:nvSpPr>
            <p:cNvPr id="454" name="Oval 453"/>
            <p:cNvSpPr/>
            <p:nvPr/>
          </p:nvSpPr>
          <p:spPr>
            <a:xfrm>
              <a:off x="1172211" y="3146519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5" name="TextBox 454"/>
            <p:cNvSpPr txBox="1"/>
            <p:nvPr/>
          </p:nvSpPr>
          <p:spPr>
            <a:xfrm>
              <a:off x="1172211" y="3146519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56" name="用水设备 厨房水槽 WREN_29_Idro_Sink"/>
          <p:cNvGrpSpPr/>
          <p:nvPr/>
        </p:nvGrpSpPr>
        <p:grpSpPr>
          <a:xfrm>
            <a:off x="2170918" y="2283289"/>
            <a:ext cx="350613" cy="147400"/>
            <a:chOff x="2170918" y="2283289"/>
            <a:chExt cx="350613" cy="147400"/>
          </a:xfrm>
        </p:grpSpPr>
        <p:sp>
          <p:nvSpPr>
            <p:cNvPr id="457" name="Rectangle 456"/>
            <p:cNvSpPr/>
            <p:nvPr/>
          </p:nvSpPr>
          <p:spPr>
            <a:xfrm>
              <a:off x="2170918" y="2331498"/>
              <a:ext cx="123989" cy="991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8" name="TextBox 457"/>
            <p:cNvSpPr txBox="1"/>
            <p:nvPr/>
          </p:nvSpPr>
          <p:spPr>
            <a:xfrm>
              <a:off x="2170918" y="2283289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厨房水槽</a:t>
              </a:r>
            </a:p>
          </p:txBody>
        </p:sp>
      </p:grpSp>
      <p:grpSp>
        <p:nvGrpSpPr>
          <p:cNvPr id="459" name="J 厨房水槽"/>
          <p:cNvGrpSpPr/>
          <p:nvPr/>
        </p:nvGrpSpPr>
        <p:grpSpPr>
          <a:xfrm>
            <a:off x="2157969" y="2347785"/>
            <a:ext cx="66616" cy="66616"/>
            <a:chOff x="2157969" y="2347785"/>
            <a:chExt cx="66616" cy="66616"/>
          </a:xfrm>
        </p:grpSpPr>
        <p:sp>
          <p:nvSpPr>
            <p:cNvPr id="460" name="Oval 459"/>
            <p:cNvSpPr/>
            <p:nvPr/>
          </p:nvSpPr>
          <p:spPr>
            <a:xfrm>
              <a:off x="215796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1" name="TextBox 460"/>
            <p:cNvSpPr txBox="1"/>
            <p:nvPr/>
          </p:nvSpPr>
          <p:spPr>
            <a:xfrm>
              <a:off x="215796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62" name="P 厨房水槽"/>
          <p:cNvGrpSpPr/>
          <p:nvPr/>
        </p:nvGrpSpPr>
        <p:grpSpPr>
          <a:xfrm>
            <a:off x="2241239" y="2347785"/>
            <a:ext cx="66616" cy="66616"/>
            <a:chOff x="2241239" y="2347785"/>
            <a:chExt cx="66616" cy="66616"/>
          </a:xfrm>
        </p:grpSpPr>
        <p:sp>
          <p:nvSpPr>
            <p:cNvPr id="463" name="Oval 462"/>
            <p:cNvSpPr/>
            <p:nvPr/>
          </p:nvSpPr>
          <p:spPr>
            <a:xfrm>
              <a:off x="2241239" y="2347785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4" name="TextBox 463"/>
            <p:cNvSpPr txBox="1"/>
            <p:nvPr/>
          </p:nvSpPr>
          <p:spPr>
            <a:xfrm>
              <a:off x="2241239" y="2347785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65" name="用水设备 洗碗机 WREN_27_Bosch_SMV2HTX02G"/>
          <p:cNvGrpSpPr/>
          <p:nvPr/>
        </p:nvGrpSpPr>
        <p:grpSpPr>
          <a:xfrm>
            <a:off x="2390130" y="2036552"/>
            <a:ext cx="350613" cy="196500"/>
            <a:chOff x="2390130" y="2036552"/>
            <a:chExt cx="350613" cy="196500"/>
          </a:xfrm>
        </p:grpSpPr>
        <p:sp>
          <p:nvSpPr>
            <p:cNvPr id="466" name="Rectangle 465"/>
            <p:cNvSpPr/>
            <p:nvPr/>
          </p:nvSpPr>
          <p:spPr>
            <a:xfrm>
              <a:off x="2390130" y="2084761"/>
              <a:ext cx="151514" cy="14829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7" name="TextBox 466"/>
            <p:cNvSpPr txBox="1"/>
            <p:nvPr/>
          </p:nvSpPr>
          <p:spPr>
            <a:xfrm>
              <a:off x="2390130" y="2036552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洗碗机</a:t>
              </a:r>
            </a:p>
          </p:txBody>
        </p:sp>
      </p:grpSp>
      <p:grpSp>
        <p:nvGrpSpPr>
          <p:cNvPr id="468" name="J 洗碗机"/>
          <p:cNvGrpSpPr/>
          <p:nvPr/>
        </p:nvGrpSpPr>
        <p:grpSpPr>
          <a:xfrm>
            <a:off x="2390944" y="2125598"/>
            <a:ext cx="66616" cy="66616"/>
            <a:chOff x="2390944" y="2125598"/>
            <a:chExt cx="66616" cy="66616"/>
          </a:xfrm>
        </p:grpSpPr>
        <p:sp>
          <p:nvSpPr>
            <p:cNvPr id="469" name="Oval 468"/>
            <p:cNvSpPr/>
            <p:nvPr/>
          </p:nvSpPr>
          <p:spPr>
            <a:xfrm>
              <a:off x="239094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0" name="TextBox 469"/>
            <p:cNvSpPr txBox="1"/>
            <p:nvPr/>
          </p:nvSpPr>
          <p:spPr>
            <a:xfrm>
              <a:off x="239094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71" name="P 洗碗机"/>
          <p:cNvGrpSpPr/>
          <p:nvPr/>
        </p:nvGrpSpPr>
        <p:grpSpPr>
          <a:xfrm>
            <a:off x="2474214" y="2125598"/>
            <a:ext cx="66616" cy="66616"/>
            <a:chOff x="2474214" y="2125598"/>
            <a:chExt cx="66616" cy="66616"/>
          </a:xfrm>
        </p:grpSpPr>
        <p:sp>
          <p:nvSpPr>
            <p:cNvPr id="472" name="Oval 471"/>
            <p:cNvSpPr/>
            <p:nvPr/>
          </p:nvSpPr>
          <p:spPr>
            <a:xfrm>
              <a:off x="2474214" y="2125598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3" name="TextBox 472"/>
            <p:cNvSpPr txBox="1"/>
            <p:nvPr/>
          </p:nvSpPr>
          <p:spPr>
            <a:xfrm>
              <a:off x="2474214" y="2125598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74" name="用水设备 洗衣柜（双机位+上盆） G04.001"/>
          <p:cNvGrpSpPr/>
          <p:nvPr/>
        </p:nvGrpSpPr>
        <p:grpSpPr>
          <a:xfrm>
            <a:off x="2354669" y="1011168"/>
            <a:ext cx="350613" cy="358180"/>
            <a:chOff x="2354669" y="1011168"/>
            <a:chExt cx="350613" cy="358180"/>
          </a:xfrm>
        </p:grpSpPr>
        <p:sp>
          <p:nvSpPr>
            <p:cNvPr id="475" name="Rectangle 474"/>
            <p:cNvSpPr/>
            <p:nvPr/>
          </p:nvSpPr>
          <p:spPr>
            <a:xfrm>
              <a:off x="2354669" y="1059377"/>
              <a:ext cx="181023" cy="309971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6" name="TextBox 475"/>
            <p:cNvSpPr txBox="1"/>
            <p:nvPr/>
          </p:nvSpPr>
          <p:spPr>
            <a:xfrm>
              <a:off x="2354669" y="1011168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洗衣柜（双机位+上盆）</a:t>
              </a:r>
            </a:p>
          </p:txBody>
        </p:sp>
      </p:grpSp>
      <p:grpSp>
        <p:nvGrpSpPr>
          <p:cNvPr id="477" name="J 洗衣柜（双机位+上盆）"/>
          <p:cNvGrpSpPr/>
          <p:nvPr/>
        </p:nvGrpSpPr>
        <p:grpSpPr>
          <a:xfrm>
            <a:off x="2370237" y="1181054"/>
            <a:ext cx="66616" cy="66616"/>
            <a:chOff x="2370237" y="1181054"/>
            <a:chExt cx="66616" cy="66616"/>
          </a:xfrm>
        </p:grpSpPr>
        <p:sp>
          <p:nvSpPr>
            <p:cNvPr id="478" name="Oval 477"/>
            <p:cNvSpPr/>
            <p:nvPr/>
          </p:nvSpPr>
          <p:spPr>
            <a:xfrm>
              <a:off x="237023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9" name="TextBox 478"/>
            <p:cNvSpPr txBox="1"/>
            <p:nvPr/>
          </p:nvSpPr>
          <p:spPr>
            <a:xfrm>
              <a:off x="237023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0" name="P 洗衣柜（双机位+上盆）"/>
          <p:cNvGrpSpPr/>
          <p:nvPr/>
        </p:nvGrpSpPr>
        <p:grpSpPr>
          <a:xfrm>
            <a:off x="2453507" y="1181054"/>
            <a:ext cx="66616" cy="66616"/>
            <a:chOff x="2453507" y="1181054"/>
            <a:chExt cx="66616" cy="66616"/>
          </a:xfrm>
        </p:grpSpPr>
        <p:sp>
          <p:nvSpPr>
            <p:cNvPr id="481" name="Oval 480"/>
            <p:cNvSpPr/>
            <p:nvPr/>
          </p:nvSpPr>
          <p:spPr>
            <a:xfrm>
              <a:off x="2453507" y="1181054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2" name="TextBox 481"/>
            <p:cNvSpPr txBox="1"/>
            <p:nvPr/>
          </p:nvSpPr>
          <p:spPr>
            <a:xfrm>
              <a:off x="2453507" y="1181054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83" name="用水设备 户外立柱盆 RearWall_PedestalBasin"/>
          <p:cNvGrpSpPr/>
          <p:nvPr/>
        </p:nvGrpSpPr>
        <p:grpSpPr>
          <a:xfrm>
            <a:off x="2306314" y="861390"/>
            <a:ext cx="350613" cy="151368"/>
            <a:chOff x="2306314" y="861390"/>
            <a:chExt cx="350613" cy="151368"/>
          </a:xfrm>
        </p:grpSpPr>
        <p:sp>
          <p:nvSpPr>
            <p:cNvPr id="484" name="Rectangle 483"/>
            <p:cNvSpPr/>
            <p:nvPr/>
          </p:nvSpPr>
          <p:spPr>
            <a:xfrm>
              <a:off x="2306314" y="909599"/>
              <a:ext cx="123988" cy="103159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5" name="TextBox 484"/>
            <p:cNvSpPr txBox="1"/>
            <p:nvPr/>
          </p:nvSpPr>
          <p:spPr>
            <a:xfrm>
              <a:off x="2306314" y="861390"/>
              <a:ext cx="350613" cy="4382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户外立柱盆</a:t>
              </a:r>
            </a:p>
          </p:txBody>
        </p:sp>
      </p:grpSp>
      <p:grpSp>
        <p:nvGrpSpPr>
          <p:cNvPr id="486" name="J 户外立柱盆"/>
          <p:cNvGrpSpPr/>
          <p:nvPr/>
        </p:nvGrpSpPr>
        <p:grpSpPr>
          <a:xfrm>
            <a:off x="2293365" y="927870"/>
            <a:ext cx="66616" cy="66616"/>
            <a:chOff x="2293365" y="927870"/>
            <a:chExt cx="66616" cy="66616"/>
          </a:xfrm>
        </p:grpSpPr>
        <p:sp>
          <p:nvSpPr>
            <p:cNvPr id="487" name="Oval 486"/>
            <p:cNvSpPr/>
            <p:nvPr/>
          </p:nvSpPr>
          <p:spPr>
            <a:xfrm>
              <a:off x="229336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8" name="TextBox 487"/>
            <p:cNvSpPr txBox="1"/>
            <p:nvPr/>
          </p:nvSpPr>
          <p:spPr>
            <a:xfrm>
              <a:off x="229336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489" name="P 户外立柱盆"/>
          <p:cNvGrpSpPr/>
          <p:nvPr/>
        </p:nvGrpSpPr>
        <p:grpSpPr>
          <a:xfrm>
            <a:off x="2376635" y="927870"/>
            <a:ext cx="66616" cy="66616"/>
            <a:chOff x="2376635" y="927870"/>
            <a:chExt cx="66616" cy="66616"/>
          </a:xfrm>
        </p:grpSpPr>
        <p:sp>
          <p:nvSpPr>
            <p:cNvPr id="490" name="Oval 489"/>
            <p:cNvSpPr/>
            <p:nvPr/>
          </p:nvSpPr>
          <p:spPr>
            <a:xfrm>
              <a:off x="2376635" y="927870"/>
              <a:ext cx="66616" cy="66616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1" name="TextBox 490"/>
            <p:cNvSpPr txBox="1"/>
            <p:nvPr/>
          </p:nvSpPr>
          <p:spPr>
            <a:xfrm>
              <a:off x="2376635" y="927870"/>
              <a:ext cx="66616" cy="6661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492" name="图例（模型）"/>
          <p:cNvGrpSpPr/>
          <p:nvPr/>
        </p:nvGrpSpPr>
        <p:grpSpPr>
          <a:xfrm>
            <a:off x="6037142" y="914400"/>
            <a:ext cx="2980944" cy="1133856"/>
            <a:chOff x="6037142" y="914400"/>
            <a:chExt cx="2980944" cy="1133856"/>
          </a:xfrm>
        </p:grpSpPr>
        <p:sp>
          <p:nvSpPr>
            <p:cNvPr id="493" name="TextBox 492"/>
            <p:cNvSpPr txBox="1"/>
            <p:nvPr/>
          </p:nvSpPr>
          <p:spPr>
            <a:xfrm>
              <a:off x="6037142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494" name="图例"/>
            <p:cNvGrpSpPr/>
            <p:nvPr/>
          </p:nvGrpSpPr>
          <p:grpSpPr>
            <a:xfrm>
              <a:off x="6109660" y="1334390"/>
              <a:ext cx="110996" cy="110996"/>
              <a:chOff x="6109660" y="1334390"/>
              <a:chExt cx="110996" cy="110996"/>
            </a:xfrm>
          </p:grpSpPr>
          <p:sp>
            <p:nvSpPr>
              <p:cNvPr id="495" name="Oval 494"/>
              <p:cNvSpPr/>
              <p:nvPr/>
            </p:nvSpPr>
            <p:spPr>
              <a:xfrm>
                <a:off x="6109660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6" name="TextBox 495"/>
              <p:cNvSpPr txBox="1"/>
              <p:nvPr/>
            </p:nvSpPr>
            <p:spPr>
              <a:xfrm>
                <a:off x="6109660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497" name="TextBox 496"/>
            <p:cNvSpPr txBox="1"/>
            <p:nvPr/>
          </p:nvSpPr>
          <p:spPr>
            <a:xfrm>
              <a:off x="6366326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6</a:t>
              </a:r>
            </a:p>
          </p:txBody>
        </p:sp>
        <p:grpSp>
          <p:nvGrpSpPr>
            <p:cNvPr id="498" name="图例"/>
            <p:cNvGrpSpPr/>
            <p:nvPr/>
          </p:nvGrpSpPr>
          <p:grpSpPr>
            <a:xfrm>
              <a:off x="6109660" y="1608710"/>
              <a:ext cx="110996" cy="110996"/>
              <a:chOff x="6109660" y="1608710"/>
              <a:chExt cx="110996" cy="110996"/>
            </a:xfrm>
          </p:grpSpPr>
          <p:sp>
            <p:nvSpPr>
              <p:cNvPr id="499" name="Oval 498"/>
              <p:cNvSpPr/>
              <p:nvPr/>
            </p:nvSpPr>
            <p:spPr>
              <a:xfrm>
                <a:off x="6109660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0" name="TextBox 499"/>
              <p:cNvSpPr txBox="1"/>
              <p:nvPr/>
            </p:nvSpPr>
            <p:spPr>
              <a:xfrm>
                <a:off x="6109660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501" name="TextBox 500"/>
            <p:cNvSpPr txBox="1"/>
            <p:nvPr/>
          </p:nvSpPr>
          <p:spPr>
            <a:xfrm>
              <a:off x="6366326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5</a:t>
              </a:r>
            </a:p>
          </p:txBody>
        </p:sp>
        <p:grpSp>
          <p:nvGrpSpPr>
            <p:cNvPr id="502" name="图例"/>
            <p:cNvGrpSpPr/>
            <p:nvPr/>
          </p:nvGrpSpPr>
          <p:grpSpPr>
            <a:xfrm>
              <a:off x="6100896" y="1874266"/>
              <a:ext cx="128524" cy="128524"/>
              <a:chOff x="6100896" y="1874266"/>
              <a:chExt cx="128524" cy="128524"/>
            </a:xfrm>
          </p:grpSpPr>
          <p:sp>
            <p:nvSpPr>
              <p:cNvPr id="503" name="Oval 502"/>
              <p:cNvSpPr/>
              <p:nvPr/>
            </p:nvSpPr>
            <p:spPr>
              <a:xfrm>
                <a:off x="6100896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4" name="Oval 503"/>
              <p:cNvSpPr/>
              <p:nvPr/>
            </p:nvSpPr>
            <p:spPr>
              <a:xfrm>
                <a:off x="6119882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5" name="TextBox 504"/>
              <p:cNvSpPr txBox="1"/>
              <p:nvPr/>
            </p:nvSpPr>
            <p:spPr>
              <a:xfrm>
                <a:off x="6100896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506" name="TextBox 505"/>
            <p:cNvSpPr txBox="1"/>
            <p:nvPr/>
          </p:nvSpPr>
          <p:spPr>
            <a:xfrm>
              <a:off x="6366326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1</a:t>
              </a:r>
            </a:p>
          </p:txBody>
        </p:sp>
      </p:grpSp>
      <p:sp>
        <p:nvSpPr>
          <p:cNvPr id="507" name="TextBox 506"/>
          <p:cNvSpPr txBox="1"/>
          <p:nvPr/>
        </p:nvSpPr>
        <p:spPr>
          <a:xfrm>
            <a:off x="6037142" y="2304288"/>
            <a:ext cx="5834513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二层照明平面图：Blender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V35_Partition_Study_Bath"/>
            <p:cNvSpPr/>
            <p:nvPr/>
          </p:nvSpPr>
          <p:spPr>
            <a:xfrm>
              <a:off x="2673154" y="1425027"/>
              <a:ext cx="1225478" cy="44642"/>
            </a:xfrm>
            <a:custGeom>
              <a:avLst/>
              <a:gdLst/>
              <a:ahLst/>
              <a:cxnLst/>
              <a:rect l="l" t="t" r="r" b="b"/>
              <a:pathLst>
                <a:path w="1225478" h="44642">
                  <a:moveTo>
                    <a:pt x="1225478" y="0"/>
                  </a:moveTo>
                  <a:lnTo>
                    <a:pt x="1225478" y="44642"/>
                  </a:lnTo>
                  <a:lnTo>
                    <a:pt x="409845" y="44642"/>
                  </a:lnTo>
                  <a:lnTo>
                    <a:pt x="409845" y="0"/>
                  </a:lnTo>
                  <a:close/>
                  <a:moveTo>
                    <a:pt x="142026" y="0"/>
                  </a:moveTo>
                  <a:lnTo>
                    <a:pt x="142026" y="44642"/>
                  </a:lnTo>
                  <a:lnTo>
                    <a:pt x="0" y="44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V35_DoorLeaf_Bath245"/>
            <p:cNvSpPr/>
            <p:nvPr/>
          </p:nvSpPr>
          <p:spPr>
            <a:xfrm>
              <a:off x="3066768" y="1473727"/>
              <a:ext cx="16231" cy="259733"/>
            </a:xfrm>
            <a:custGeom>
              <a:avLst/>
              <a:gdLst/>
              <a:ahLst/>
              <a:cxnLst/>
              <a:rect l="l" t="t" r="r" b="b"/>
              <a:pathLst>
                <a:path w="16231" h="259733">
                  <a:moveTo>
                    <a:pt x="16231" y="0"/>
                  </a:moveTo>
                  <a:lnTo>
                    <a:pt x="16231" y="259733"/>
                  </a:lnTo>
                  <a:lnTo>
                    <a:pt x="0" y="259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05184" cy="12311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lang="zh-CN" altLang="en-US" sz="8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电梯</a:t>
              </a:r>
              <a:endParaRPr sz="800" b="0" dirty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113654" y="118215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3070677" y="1786947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书房</a:t>
              </a:r>
            </a:p>
          </p:txBody>
        </p:sp>
      </p:grpSp>
      <p:grpSp>
        <p:nvGrpSpPr>
          <p:cNvPr id="218" name="主灯 F06"/>
          <p:cNvGrpSpPr/>
          <p:nvPr/>
        </p:nvGrpSpPr>
        <p:grpSpPr>
          <a:xfrm>
            <a:off x="3627582" y="2952915"/>
            <a:ext cx="343817" cy="135442"/>
            <a:chOff x="3627582" y="2952915"/>
            <a:chExt cx="343817" cy="135442"/>
          </a:xfrm>
        </p:grpSpPr>
        <p:sp>
          <p:nvSpPr>
            <p:cNvPr id="219" name="Oval 218"/>
            <p:cNvSpPr/>
            <p:nvPr/>
          </p:nvSpPr>
          <p:spPr>
            <a:xfrm>
              <a:off x="3627582" y="2984171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Connector 220"/>
            <p:cNvCxnSpPr/>
            <p:nvPr/>
          </p:nvCxnSpPr>
          <p:spPr>
            <a:xfrm flipV="1">
              <a:off x="3643210" y="2999799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2" name="TextBox 221"/>
            <p:cNvSpPr txBox="1"/>
            <p:nvPr/>
          </p:nvSpPr>
          <p:spPr>
            <a:xfrm>
              <a:off x="3742186" y="2952915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F06</a:t>
              </a:r>
            </a:p>
          </p:txBody>
        </p:sp>
      </p:grpSp>
      <p:grpSp>
        <p:nvGrpSpPr>
          <p:cNvPr id="223" name="主灯 F11"/>
          <p:cNvGrpSpPr/>
          <p:nvPr/>
        </p:nvGrpSpPr>
        <p:grpSpPr>
          <a:xfrm>
            <a:off x="2749543" y="3624568"/>
            <a:ext cx="343817" cy="135442"/>
            <a:chOff x="2399938" y="3624568"/>
            <a:chExt cx="343817" cy="135442"/>
          </a:xfrm>
        </p:grpSpPr>
        <p:sp>
          <p:nvSpPr>
            <p:cNvPr id="224" name="Oval 223"/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5" name="Connector 224"/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Connector 225"/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TextBox 226"/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grpSp>
        <p:nvGrpSpPr>
          <p:cNvPr id="228" name="主灯 F19"/>
          <p:cNvGrpSpPr/>
          <p:nvPr/>
        </p:nvGrpSpPr>
        <p:grpSpPr>
          <a:xfrm>
            <a:off x="1197391" y="4435629"/>
            <a:ext cx="343817" cy="135442"/>
            <a:chOff x="904445" y="4549867"/>
            <a:chExt cx="343817" cy="135442"/>
          </a:xfrm>
        </p:grpSpPr>
        <p:sp>
          <p:nvSpPr>
            <p:cNvPr id="229" name="Oval 228"/>
            <p:cNvSpPr/>
            <p:nvPr/>
          </p:nvSpPr>
          <p:spPr>
            <a:xfrm>
              <a:off x="904445" y="4581123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0" name="Connector 229"/>
            <p:cNvCxnSpPr/>
            <p:nvPr/>
          </p:nvCxnSpPr>
          <p:spPr>
            <a:xfrm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Connector 230"/>
            <p:cNvCxnSpPr/>
            <p:nvPr/>
          </p:nvCxnSpPr>
          <p:spPr>
            <a:xfrm flipV="1">
              <a:off x="920073" y="4596751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2" name="TextBox 231"/>
            <p:cNvSpPr txBox="1"/>
            <p:nvPr/>
          </p:nvSpPr>
          <p:spPr>
            <a:xfrm>
              <a:off x="1019049" y="4549867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F19</a:t>
              </a:r>
            </a:p>
          </p:txBody>
        </p:sp>
      </p:grpSp>
      <p:grpSp>
        <p:nvGrpSpPr>
          <p:cNvPr id="233" name="主灯 F20"/>
          <p:cNvGrpSpPr/>
          <p:nvPr/>
        </p:nvGrpSpPr>
        <p:grpSpPr>
          <a:xfrm>
            <a:off x="3177108" y="4874533"/>
            <a:ext cx="343817" cy="135442"/>
            <a:chOff x="3177108" y="4874533"/>
            <a:chExt cx="343817" cy="135442"/>
          </a:xfrm>
        </p:grpSpPr>
        <p:sp>
          <p:nvSpPr>
            <p:cNvPr id="234" name="Oval 233"/>
            <p:cNvSpPr/>
            <p:nvPr/>
          </p:nvSpPr>
          <p:spPr>
            <a:xfrm>
              <a:off x="3177108" y="4905789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Connector 235"/>
            <p:cNvCxnSpPr/>
            <p:nvPr/>
          </p:nvCxnSpPr>
          <p:spPr>
            <a:xfrm flipV="1">
              <a:off x="3192736" y="4921417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7" name="TextBox 236"/>
            <p:cNvSpPr txBox="1"/>
            <p:nvPr/>
          </p:nvSpPr>
          <p:spPr>
            <a:xfrm>
              <a:off x="3291712" y="4874533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F20</a:t>
              </a:r>
            </a:p>
          </p:txBody>
        </p:sp>
      </p:grpSp>
      <p:grpSp>
        <p:nvGrpSpPr>
          <p:cNvPr id="238" name="主灯 F22"/>
          <p:cNvGrpSpPr/>
          <p:nvPr/>
        </p:nvGrpSpPr>
        <p:grpSpPr>
          <a:xfrm>
            <a:off x="2481105" y="2892040"/>
            <a:ext cx="343817" cy="135442"/>
            <a:chOff x="2481105" y="2892040"/>
            <a:chExt cx="343817" cy="135442"/>
          </a:xfrm>
        </p:grpSpPr>
        <p:sp>
          <p:nvSpPr>
            <p:cNvPr id="239" name="Oval 238"/>
            <p:cNvSpPr/>
            <p:nvPr/>
          </p:nvSpPr>
          <p:spPr>
            <a:xfrm>
              <a:off x="2481105" y="2923296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0" name="Connector 239"/>
            <p:cNvCxnSpPr/>
            <p:nvPr/>
          </p:nvCxnSpPr>
          <p:spPr>
            <a:xfrm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Connector 240"/>
            <p:cNvCxnSpPr/>
            <p:nvPr/>
          </p:nvCxnSpPr>
          <p:spPr>
            <a:xfrm flipV="1">
              <a:off x="2496733" y="2938924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2" name="TextBox 241"/>
            <p:cNvSpPr txBox="1"/>
            <p:nvPr/>
          </p:nvSpPr>
          <p:spPr>
            <a:xfrm>
              <a:off x="2595709" y="2892040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F22</a:t>
              </a:r>
            </a:p>
          </p:txBody>
        </p:sp>
      </p:grpSp>
      <p:grpSp>
        <p:nvGrpSpPr>
          <p:cNvPr id="243" name="主灯 F23"/>
          <p:cNvGrpSpPr/>
          <p:nvPr/>
        </p:nvGrpSpPr>
        <p:grpSpPr>
          <a:xfrm>
            <a:off x="3149575" y="1776624"/>
            <a:ext cx="343817" cy="135442"/>
            <a:chOff x="3219720" y="1465944"/>
            <a:chExt cx="343817" cy="135442"/>
          </a:xfrm>
        </p:grpSpPr>
        <p:sp>
          <p:nvSpPr>
            <p:cNvPr id="244" name="Oval 243"/>
            <p:cNvSpPr/>
            <p:nvPr/>
          </p:nvSpPr>
          <p:spPr>
            <a:xfrm>
              <a:off x="3219720" y="1497200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5" name="Connector 244"/>
            <p:cNvCxnSpPr/>
            <p:nvPr/>
          </p:nvCxnSpPr>
          <p:spPr>
            <a:xfrm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Connector 245"/>
            <p:cNvCxnSpPr/>
            <p:nvPr/>
          </p:nvCxnSpPr>
          <p:spPr>
            <a:xfrm flipV="1">
              <a:off x="3235348" y="1512828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Box 246"/>
            <p:cNvSpPr txBox="1"/>
            <p:nvPr/>
          </p:nvSpPr>
          <p:spPr>
            <a:xfrm>
              <a:off x="3334324" y="1465944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F23</a:t>
              </a:r>
            </a:p>
          </p:txBody>
        </p:sp>
      </p:grpSp>
      <p:grpSp>
        <p:nvGrpSpPr>
          <p:cNvPr id="248" name="射灯 GU10_FF_卫生间_1"/>
          <p:cNvGrpSpPr/>
          <p:nvPr/>
        </p:nvGrpSpPr>
        <p:grpSpPr>
          <a:xfrm>
            <a:off x="1370777" y="2815376"/>
            <a:ext cx="70846" cy="70846"/>
            <a:chOff x="1370777" y="2815376"/>
            <a:chExt cx="70846" cy="70846"/>
          </a:xfrm>
        </p:grpSpPr>
        <p:sp>
          <p:nvSpPr>
            <p:cNvPr id="249" name="Oval 248"/>
            <p:cNvSpPr/>
            <p:nvPr/>
          </p:nvSpPr>
          <p:spPr>
            <a:xfrm>
              <a:off x="1370777" y="281537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0" name="Connector 249"/>
            <p:cNvCxnSpPr/>
            <p:nvPr/>
          </p:nvCxnSpPr>
          <p:spPr>
            <a:xfrm>
              <a:off x="1370777" y="285079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Connector 250"/>
            <p:cNvCxnSpPr/>
            <p:nvPr/>
          </p:nvCxnSpPr>
          <p:spPr>
            <a:xfrm>
              <a:off x="1406200" y="281537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2" name="射灯 GU10_FF_卧室4_1"/>
          <p:cNvGrpSpPr/>
          <p:nvPr/>
        </p:nvGrpSpPr>
        <p:grpSpPr>
          <a:xfrm>
            <a:off x="3228756" y="1196435"/>
            <a:ext cx="70846" cy="70846"/>
            <a:chOff x="3631671" y="1935936"/>
            <a:chExt cx="70846" cy="70846"/>
          </a:xfrm>
        </p:grpSpPr>
        <p:sp>
          <p:nvSpPr>
            <p:cNvPr id="253" name="Oval 252"/>
            <p:cNvSpPr/>
            <p:nvPr/>
          </p:nvSpPr>
          <p:spPr>
            <a:xfrm>
              <a:off x="3631671" y="1935936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4" name="Connector 253"/>
            <p:cNvCxnSpPr/>
            <p:nvPr/>
          </p:nvCxnSpPr>
          <p:spPr>
            <a:xfrm>
              <a:off x="3631671" y="1971359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Connector 254"/>
            <p:cNvCxnSpPr/>
            <p:nvPr/>
          </p:nvCxnSpPr>
          <p:spPr>
            <a:xfrm>
              <a:off x="3667094" y="1935936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0" name="射灯 GU10_FF_走廊_2"/>
          <p:cNvGrpSpPr/>
          <p:nvPr/>
        </p:nvGrpSpPr>
        <p:grpSpPr>
          <a:xfrm>
            <a:off x="2238172" y="5372006"/>
            <a:ext cx="70846" cy="70846"/>
            <a:chOff x="2174326" y="5407429"/>
            <a:chExt cx="70846" cy="70846"/>
          </a:xfrm>
        </p:grpSpPr>
        <p:sp>
          <p:nvSpPr>
            <p:cNvPr id="261" name="Oval 260"/>
            <p:cNvSpPr/>
            <p:nvPr/>
          </p:nvSpPr>
          <p:spPr>
            <a:xfrm>
              <a:off x="2174326" y="540742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2" name="Connector 261"/>
            <p:cNvCxnSpPr/>
            <p:nvPr/>
          </p:nvCxnSpPr>
          <p:spPr>
            <a:xfrm>
              <a:off x="2174326" y="544285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Connector 262"/>
            <p:cNvCxnSpPr/>
            <p:nvPr/>
          </p:nvCxnSpPr>
          <p:spPr>
            <a:xfrm>
              <a:off x="2209749" y="540742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4" name="射灯 GU10_FF_衣帽间_1"/>
          <p:cNvGrpSpPr/>
          <p:nvPr/>
        </p:nvGrpSpPr>
        <p:grpSpPr>
          <a:xfrm>
            <a:off x="2034429" y="4269880"/>
            <a:ext cx="70846" cy="70846"/>
            <a:chOff x="2353298" y="4264199"/>
            <a:chExt cx="70846" cy="70846"/>
          </a:xfrm>
        </p:grpSpPr>
        <p:sp>
          <p:nvSpPr>
            <p:cNvPr id="265" name="Oval 264"/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6" name="Connector 265"/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Connector 266"/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射灯 GU10_FF_卧室2_1"/>
          <p:cNvGrpSpPr/>
          <p:nvPr/>
        </p:nvGrpSpPr>
        <p:grpSpPr>
          <a:xfrm>
            <a:off x="2852357" y="4173911"/>
            <a:ext cx="70846" cy="70846"/>
            <a:chOff x="2887780" y="4264199"/>
            <a:chExt cx="70846" cy="70846"/>
          </a:xfrm>
        </p:grpSpPr>
        <p:sp>
          <p:nvSpPr>
            <p:cNvPr id="269" name="Oval 268"/>
            <p:cNvSpPr/>
            <p:nvPr/>
          </p:nvSpPr>
          <p:spPr>
            <a:xfrm>
              <a:off x="2887780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0" name="Connector 269"/>
            <p:cNvCxnSpPr/>
            <p:nvPr/>
          </p:nvCxnSpPr>
          <p:spPr>
            <a:xfrm>
              <a:off x="2887780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Connector 270"/>
            <p:cNvCxnSpPr/>
            <p:nvPr/>
          </p:nvCxnSpPr>
          <p:spPr>
            <a:xfrm>
              <a:off x="2923203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2" name="射灯 GU10_FF_卧室2_2"/>
          <p:cNvGrpSpPr/>
          <p:nvPr/>
        </p:nvGrpSpPr>
        <p:grpSpPr>
          <a:xfrm>
            <a:off x="3489252" y="4153116"/>
            <a:ext cx="70846" cy="70846"/>
            <a:chOff x="3570796" y="4264604"/>
            <a:chExt cx="70846" cy="70846"/>
          </a:xfrm>
        </p:grpSpPr>
        <p:sp>
          <p:nvSpPr>
            <p:cNvPr id="273" name="Oval 272"/>
            <p:cNvSpPr/>
            <p:nvPr/>
          </p:nvSpPr>
          <p:spPr>
            <a:xfrm>
              <a:off x="3570796" y="426460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4" name="Connector 273"/>
            <p:cNvCxnSpPr/>
            <p:nvPr/>
          </p:nvCxnSpPr>
          <p:spPr>
            <a:xfrm>
              <a:off x="3570796" y="430002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Connector 274"/>
            <p:cNvCxnSpPr/>
            <p:nvPr/>
          </p:nvCxnSpPr>
          <p:spPr>
            <a:xfrm>
              <a:off x="3606219" y="426460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6" name="主灯位待选 主灯待选_主卧"/>
          <p:cNvGrpSpPr/>
          <p:nvPr/>
        </p:nvGrpSpPr>
        <p:grpSpPr>
          <a:xfrm>
            <a:off x="720473" y="3369559"/>
            <a:ext cx="343817" cy="135442"/>
            <a:chOff x="694629" y="3387156"/>
            <a:chExt cx="343817" cy="135442"/>
          </a:xfrm>
        </p:grpSpPr>
        <p:sp>
          <p:nvSpPr>
            <p:cNvPr id="277" name="Oval 276"/>
            <p:cNvSpPr/>
            <p:nvPr/>
          </p:nvSpPr>
          <p:spPr>
            <a:xfrm>
              <a:off x="694629" y="3418412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8" name="Connector 277"/>
            <p:cNvCxnSpPr/>
            <p:nvPr/>
          </p:nvCxnSpPr>
          <p:spPr>
            <a:xfrm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or 278"/>
            <p:cNvCxnSpPr/>
            <p:nvPr/>
          </p:nvCxnSpPr>
          <p:spPr>
            <a:xfrm flipV="1">
              <a:off x="710257" y="3434040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0" name="TextBox 279"/>
            <p:cNvSpPr txBox="1"/>
            <p:nvPr/>
          </p:nvSpPr>
          <p:spPr>
            <a:xfrm>
              <a:off x="809233" y="3387156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待选</a:t>
              </a:r>
            </a:p>
          </p:txBody>
        </p:sp>
      </p:grpSp>
      <p:grpSp>
        <p:nvGrpSpPr>
          <p:cNvPr id="281" name="射灯 GU10_FF_主卫_1"/>
          <p:cNvGrpSpPr/>
          <p:nvPr/>
        </p:nvGrpSpPr>
        <p:grpSpPr>
          <a:xfrm>
            <a:off x="2238853" y="4861584"/>
            <a:ext cx="70846" cy="70846"/>
            <a:chOff x="2238853" y="4861584"/>
            <a:chExt cx="70846" cy="70846"/>
          </a:xfrm>
        </p:grpSpPr>
        <p:sp>
          <p:nvSpPr>
            <p:cNvPr id="282" name="Oval 281"/>
            <p:cNvSpPr/>
            <p:nvPr/>
          </p:nvSpPr>
          <p:spPr>
            <a:xfrm>
              <a:off x="2238853" y="4861584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3" name="Connector 282"/>
            <p:cNvCxnSpPr/>
            <p:nvPr/>
          </p:nvCxnSpPr>
          <p:spPr>
            <a:xfrm>
              <a:off x="2238853" y="4897007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Connector 283"/>
            <p:cNvCxnSpPr/>
            <p:nvPr/>
          </p:nvCxnSpPr>
          <p:spPr>
            <a:xfrm>
              <a:off x="2274276" y="4861584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3" name="图例（模型）"/>
          <p:cNvGrpSpPr/>
          <p:nvPr/>
        </p:nvGrpSpPr>
        <p:grpSpPr>
          <a:xfrm>
            <a:off x="9174174" y="914400"/>
            <a:ext cx="2980944" cy="1419350"/>
            <a:chOff x="9174174" y="914400"/>
            <a:chExt cx="2980944" cy="1419350"/>
          </a:xfrm>
        </p:grpSpPr>
        <p:sp>
          <p:nvSpPr>
            <p:cNvPr id="334" name="TextBox 333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35" name="图例"/>
            <p:cNvGrpSpPr/>
            <p:nvPr/>
          </p:nvGrpSpPr>
          <p:grpSpPr>
            <a:xfrm>
              <a:off x="9229166" y="1316864"/>
              <a:ext cx="146048" cy="146048"/>
              <a:chOff x="9229166" y="1316864"/>
              <a:chExt cx="146048" cy="146048"/>
            </a:xfrm>
          </p:grpSpPr>
          <p:sp>
            <p:nvSpPr>
              <p:cNvPr id="336" name="Oval 335"/>
              <p:cNvSpPr/>
              <p:nvPr/>
            </p:nvSpPr>
            <p:spPr>
              <a:xfrm>
                <a:off x="9229166" y="131686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37" name="Connector 336"/>
              <p:cNvCxnSpPr/>
              <p:nvPr/>
            </p:nvCxnSpPr>
            <p:spPr>
              <a:xfrm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8" name="Connector 337"/>
              <p:cNvCxnSpPr/>
              <p:nvPr/>
            </p:nvCxnSpPr>
            <p:spPr>
              <a:xfrm flipV="1">
                <a:off x="9251074" y="133877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9" name="TextBox 338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主灯（吸顶 / 吊灯）× 7</a:t>
              </a:r>
            </a:p>
          </p:txBody>
        </p:sp>
        <p:grpSp>
          <p:nvGrpSpPr>
            <p:cNvPr id="340" name="图例"/>
            <p:cNvGrpSpPr/>
            <p:nvPr/>
          </p:nvGrpSpPr>
          <p:grpSpPr>
            <a:xfrm>
              <a:off x="9229166" y="1591184"/>
              <a:ext cx="146048" cy="146048"/>
              <a:chOff x="9229166" y="1591184"/>
              <a:chExt cx="146048" cy="146048"/>
            </a:xfrm>
          </p:grpSpPr>
          <p:sp>
            <p:nvSpPr>
              <p:cNvPr id="341" name="Oval 340"/>
              <p:cNvSpPr/>
              <p:nvPr/>
            </p:nvSpPr>
            <p:spPr>
              <a:xfrm>
                <a:off x="9229166" y="1591184"/>
                <a:ext cx="146048" cy="146048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  <a:prstDash val="dash"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2" name="Connector 341"/>
              <p:cNvCxnSpPr/>
              <p:nvPr/>
            </p:nvCxnSpPr>
            <p:spPr>
              <a:xfrm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3" name="Connector 342"/>
              <p:cNvCxnSpPr/>
              <p:nvPr/>
            </p:nvCxnSpPr>
            <p:spPr>
              <a:xfrm flipV="1">
                <a:off x="9251074" y="1613092"/>
                <a:ext cx="102232" cy="10223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4" name="TextBox 343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主灯位（产品待选）× 1</a:t>
              </a:r>
            </a:p>
          </p:txBody>
        </p:sp>
        <p:grpSp>
          <p:nvGrpSpPr>
            <p:cNvPr id="345" name="图例"/>
            <p:cNvGrpSpPr/>
            <p:nvPr/>
          </p:nvGrpSpPr>
          <p:grpSpPr>
            <a:xfrm>
              <a:off x="9252534" y="1888872"/>
              <a:ext cx="99312" cy="99312"/>
              <a:chOff x="9252534" y="1888872"/>
              <a:chExt cx="99312" cy="99312"/>
            </a:xfrm>
          </p:grpSpPr>
          <p:sp>
            <p:nvSpPr>
              <p:cNvPr id="346" name="Oval 345"/>
              <p:cNvSpPr/>
              <p:nvPr/>
            </p:nvSpPr>
            <p:spPr>
              <a:xfrm>
                <a:off x="9252534" y="1888872"/>
                <a:ext cx="99312" cy="99312"/>
              </a:xfrm>
              <a:prstGeom prst="ellipse">
                <a:avLst/>
              </a:prstGeom>
              <a:noFill/>
              <a:ln w="1143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47" name="Connector 346"/>
              <p:cNvCxnSpPr/>
              <p:nvPr/>
            </p:nvCxnSpPr>
            <p:spPr>
              <a:xfrm>
                <a:off x="9252534" y="1938528"/>
                <a:ext cx="99312" cy="0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" name="Connector 347"/>
              <p:cNvCxnSpPr/>
              <p:nvPr/>
            </p:nvCxnSpPr>
            <p:spPr>
              <a:xfrm>
                <a:off x="9302190" y="1888872"/>
                <a:ext cx="0" cy="99312"/>
              </a:xfrm>
              <a:prstGeom prst="line">
                <a:avLst/>
              </a:prstGeom>
              <a:ln w="1143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9" name="TextBox 348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筒灯 / 射灯 × 8</a:t>
              </a:r>
            </a:p>
          </p:txBody>
        </p:sp>
        <p:grpSp>
          <p:nvGrpSpPr>
            <p:cNvPr id="350" name="图例"/>
            <p:cNvGrpSpPr/>
            <p:nvPr/>
          </p:nvGrpSpPr>
          <p:grpSpPr>
            <a:xfrm>
              <a:off x="9242627" y="2230056"/>
              <a:ext cx="135825" cy="103694"/>
              <a:chOff x="9242627" y="2230056"/>
              <a:chExt cx="135825" cy="103694"/>
            </a:xfrm>
          </p:grpSpPr>
          <p:sp>
            <p:nvSpPr>
              <p:cNvPr id="351" name="Oval 350"/>
              <p:cNvSpPr/>
              <p:nvPr/>
            </p:nvSpPr>
            <p:spPr>
              <a:xfrm>
                <a:off x="9242627" y="2230056"/>
                <a:ext cx="64262" cy="64262"/>
              </a:xfrm>
              <a:prstGeom prst="ellipse">
                <a:avLst/>
              </a:pr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52" name="Connector 351"/>
              <p:cNvCxnSpPr/>
              <p:nvPr/>
            </p:nvCxnSpPr>
            <p:spPr>
              <a:xfrm>
                <a:off x="9274758" y="2262187"/>
                <a:ext cx="71563" cy="71563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3" name="Connector 352"/>
              <p:cNvCxnSpPr/>
              <p:nvPr/>
            </p:nvCxnSpPr>
            <p:spPr>
              <a:xfrm>
                <a:off x="9346321" y="2333750"/>
                <a:ext cx="32131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4" name="TextBox 353"/>
            <p:cNvSpPr txBox="1"/>
            <p:nvPr/>
          </p:nvSpPr>
          <p:spPr>
            <a:xfrm>
              <a:off x="9503358" y="212140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墙面开关 × 12</a:t>
              </a:r>
            </a:p>
          </p:txBody>
        </p:sp>
      </p:grpSp>
      <p:sp>
        <p:nvSpPr>
          <p:cNvPr id="355" name="TextBox 354"/>
          <p:cNvSpPr txBox="1"/>
          <p:nvPr/>
        </p:nvSpPr>
        <p:spPr>
          <a:xfrm>
            <a:off x="9174174" y="257860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grpSp>
        <p:nvGrpSpPr>
          <p:cNvPr id="360" name="射灯 GU10_FF_衣帽间_1">
            <a:extLst>
              <a:ext uri="{FF2B5EF4-FFF2-40B4-BE49-F238E27FC236}">
                <a16:creationId xmlns:a16="http://schemas.microsoft.com/office/drawing/2014/main" id="{09A32A37-E2A8-5787-E2D7-7D7207206342}"/>
              </a:ext>
            </a:extLst>
          </p:cNvPr>
          <p:cNvGrpSpPr/>
          <p:nvPr/>
        </p:nvGrpSpPr>
        <p:grpSpPr>
          <a:xfrm>
            <a:off x="2326700" y="4268595"/>
            <a:ext cx="70846" cy="70846"/>
            <a:chOff x="2353298" y="4264199"/>
            <a:chExt cx="70846" cy="70846"/>
          </a:xfrm>
        </p:grpSpPr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258176A2-32B7-01A6-5A64-36BCB6EDDF4C}"/>
                </a:ext>
              </a:extLst>
            </p:cNvPr>
            <p:cNvSpPr/>
            <p:nvPr/>
          </p:nvSpPr>
          <p:spPr>
            <a:xfrm>
              <a:off x="2353298" y="4264199"/>
              <a:ext cx="70846" cy="7084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2" name="Connector 265">
              <a:extLst>
                <a:ext uri="{FF2B5EF4-FFF2-40B4-BE49-F238E27FC236}">
                  <a16:creationId xmlns:a16="http://schemas.microsoft.com/office/drawing/2014/main" id="{831DF861-951A-44BB-E075-1732AC71B797}"/>
                </a:ext>
              </a:extLst>
            </p:cNvPr>
            <p:cNvCxnSpPr/>
            <p:nvPr/>
          </p:nvCxnSpPr>
          <p:spPr>
            <a:xfrm>
              <a:off x="2353298" y="4299622"/>
              <a:ext cx="70846" cy="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Connector 266">
              <a:extLst>
                <a:ext uri="{FF2B5EF4-FFF2-40B4-BE49-F238E27FC236}">
                  <a16:creationId xmlns:a16="http://schemas.microsoft.com/office/drawing/2014/main" id="{D3DBB538-4D29-E8A8-B71D-51C29AF48F65}"/>
                </a:ext>
              </a:extLst>
            </p:cNvPr>
            <p:cNvCxnSpPr/>
            <p:nvPr/>
          </p:nvCxnSpPr>
          <p:spPr>
            <a:xfrm>
              <a:off x="2388721" y="4264199"/>
              <a:ext cx="0" cy="70846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4" name="主灯 F11">
            <a:extLst>
              <a:ext uri="{FF2B5EF4-FFF2-40B4-BE49-F238E27FC236}">
                <a16:creationId xmlns:a16="http://schemas.microsoft.com/office/drawing/2014/main" id="{301DD63D-8B4A-1096-4978-6E815DE5F907}"/>
              </a:ext>
            </a:extLst>
          </p:cNvPr>
          <p:cNvGrpSpPr/>
          <p:nvPr/>
        </p:nvGrpSpPr>
        <p:grpSpPr>
          <a:xfrm>
            <a:off x="1802099" y="3636705"/>
            <a:ext cx="343817" cy="135442"/>
            <a:chOff x="2399938" y="3624568"/>
            <a:chExt cx="343817" cy="135442"/>
          </a:xfrm>
        </p:grpSpPr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601A6F61-E4F2-776A-0448-E53DECBAD64C}"/>
                </a:ext>
              </a:extLst>
            </p:cNvPr>
            <p:cNvSpPr/>
            <p:nvPr/>
          </p:nvSpPr>
          <p:spPr>
            <a:xfrm>
              <a:off x="2399938" y="3655824"/>
              <a:ext cx="104186" cy="104186"/>
            </a:xfrm>
            <a:prstGeom prst="ellipse">
              <a:avLst/>
            </a:prstGeom>
            <a:noFill/>
            <a:ln w="1143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66" name="Connector 224">
              <a:extLst>
                <a:ext uri="{FF2B5EF4-FFF2-40B4-BE49-F238E27FC236}">
                  <a16:creationId xmlns:a16="http://schemas.microsoft.com/office/drawing/2014/main" id="{F8F225ED-0F81-04F8-F98C-322C2A832DE6}"/>
                </a:ext>
              </a:extLst>
            </p:cNvPr>
            <p:cNvCxnSpPr/>
            <p:nvPr/>
          </p:nvCxnSpPr>
          <p:spPr>
            <a:xfrm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Connector 225">
              <a:extLst>
                <a:ext uri="{FF2B5EF4-FFF2-40B4-BE49-F238E27FC236}">
                  <a16:creationId xmlns:a16="http://schemas.microsoft.com/office/drawing/2014/main" id="{D3759E1A-DA41-8F28-9457-C164C51A187D}"/>
                </a:ext>
              </a:extLst>
            </p:cNvPr>
            <p:cNvCxnSpPr/>
            <p:nvPr/>
          </p:nvCxnSpPr>
          <p:spPr>
            <a:xfrm flipV="1">
              <a:off x="2415566" y="3671452"/>
              <a:ext cx="72930" cy="72930"/>
            </a:xfrm>
            <a:prstGeom prst="line">
              <a:avLst/>
            </a:prstGeom>
            <a:ln w="1143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8" name="TextBox 367">
              <a:extLst>
                <a:ext uri="{FF2B5EF4-FFF2-40B4-BE49-F238E27FC236}">
                  <a16:creationId xmlns:a16="http://schemas.microsoft.com/office/drawing/2014/main" id="{B662ECEA-468B-665E-265E-D889109034C1}"/>
                </a:ext>
              </a:extLst>
            </p:cNvPr>
            <p:cNvSpPr txBox="1"/>
            <p:nvPr/>
          </p:nvSpPr>
          <p:spPr>
            <a:xfrm>
              <a:off x="2514542" y="3624568"/>
              <a:ext cx="229213" cy="6251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F11</a:t>
              </a:r>
            </a:p>
          </p:txBody>
        </p:sp>
      </p:grpSp>
      <p:pic>
        <p:nvPicPr>
          <p:cNvPr id="257" name="Picture 256">
            <a:extLst>
              <a:ext uri="{FF2B5EF4-FFF2-40B4-BE49-F238E27FC236}">
                <a16:creationId xmlns:a16="http://schemas.microsoft.com/office/drawing/2014/main" id="{7367B3FF-1C00-611D-2E6A-D2EF6B9C8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2404" y="1054557"/>
            <a:ext cx="621149" cy="663905"/>
          </a:xfrm>
          <a:prstGeom prst="rect">
            <a:avLst/>
          </a:prstGeom>
        </p:spPr>
      </p:pic>
      <p:sp>
        <p:nvSpPr>
          <p:cNvPr id="259" name="Oval 258">
            <a:extLst>
              <a:ext uri="{FF2B5EF4-FFF2-40B4-BE49-F238E27FC236}">
                <a16:creationId xmlns:a16="http://schemas.microsoft.com/office/drawing/2014/main" id="{984E53FD-FE62-DC71-13AF-DA151E4E53D4}"/>
              </a:ext>
            </a:extLst>
          </p:cNvPr>
          <p:cNvSpPr/>
          <p:nvPr/>
        </p:nvSpPr>
        <p:spPr>
          <a:xfrm>
            <a:off x="5308600" y="1188870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06" name="Picture 305">
            <a:extLst>
              <a:ext uri="{FF2B5EF4-FFF2-40B4-BE49-F238E27FC236}">
                <a16:creationId xmlns:a16="http://schemas.microsoft.com/office/drawing/2014/main" id="{3F0C9287-AD11-007F-ECD4-A5BF994DF2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283" y="1776624"/>
            <a:ext cx="838317" cy="523948"/>
          </a:xfrm>
          <a:prstGeom prst="rect">
            <a:avLst/>
          </a:prstGeom>
        </p:spPr>
      </p:pic>
      <p:sp>
        <p:nvSpPr>
          <p:cNvPr id="308" name="Oval 307">
            <a:extLst>
              <a:ext uri="{FF2B5EF4-FFF2-40B4-BE49-F238E27FC236}">
                <a16:creationId xmlns:a16="http://schemas.microsoft.com/office/drawing/2014/main" id="{D2EE5732-9B04-861A-2FBD-A69C341422A4}"/>
              </a:ext>
            </a:extLst>
          </p:cNvPr>
          <p:cNvSpPr/>
          <p:nvPr/>
        </p:nvSpPr>
        <p:spPr>
          <a:xfrm>
            <a:off x="5308600" y="2017177"/>
            <a:ext cx="158750" cy="132637"/>
          </a:xfrm>
          <a:prstGeom prst="ellipse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0" name="Picture 369">
            <a:extLst>
              <a:ext uri="{FF2B5EF4-FFF2-40B4-BE49-F238E27FC236}">
                <a16:creationId xmlns:a16="http://schemas.microsoft.com/office/drawing/2014/main" id="{7A7518F3-226D-90A7-0544-6C3FDED020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7394" y="2357584"/>
            <a:ext cx="809738" cy="876422"/>
          </a:xfrm>
          <a:prstGeom prst="rect">
            <a:avLst/>
          </a:prstGeom>
        </p:spPr>
      </p:pic>
      <p:sp>
        <p:nvSpPr>
          <p:cNvPr id="372" name="Oval 371">
            <a:extLst>
              <a:ext uri="{FF2B5EF4-FFF2-40B4-BE49-F238E27FC236}">
                <a16:creationId xmlns:a16="http://schemas.microsoft.com/office/drawing/2014/main" id="{C39BD39E-F325-1188-3E85-B1E1C823D9B9}"/>
              </a:ext>
            </a:extLst>
          </p:cNvPr>
          <p:cNvSpPr/>
          <p:nvPr/>
        </p:nvSpPr>
        <p:spPr>
          <a:xfrm>
            <a:off x="5351059" y="2747447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6" name="Oval 375">
            <a:extLst>
              <a:ext uri="{FF2B5EF4-FFF2-40B4-BE49-F238E27FC236}">
                <a16:creationId xmlns:a16="http://schemas.microsoft.com/office/drawing/2014/main" id="{FF13082F-1BD8-E169-107A-F869457D3D6E}"/>
              </a:ext>
            </a:extLst>
          </p:cNvPr>
          <p:cNvSpPr/>
          <p:nvPr/>
        </p:nvSpPr>
        <p:spPr>
          <a:xfrm>
            <a:off x="3073080" y="2322576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8" name="Oval 377">
            <a:extLst>
              <a:ext uri="{FF2B5EF4-FFF2-40B4-BE49-F238E27FC236}">
                <a16:creationId xmlns:a16="http://schemas.microsoft.com/office/drawing/2014/main" id="{052FC9CE-1751-FFDD-8D97-C20C6936FA5E}"/>
              </a:ext>
            </a:extLst>
          </p:cNvPr>
          <p:cNvSpPr/>
          <p:nvPr/>
        </p:nvSpPr>
        <p:spPr>
          <a:xfrm>
            <a:off x="2705397" y="144100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80" name="Picture 379">
            <a:extLst>
              <a:ext uri="{FF2B5EF4-FFF2-40B4-BE49-F238E27FC236}">
                <a16:creationId xmlns:a16="http://schemas.microsoft.com/office/drawing/2014/main" id="{6CF04B68-59A1-85F7-614B-75E868B941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2535" y="3271014"/>
            <a:ext cx="914528" cy="895475"/>
          </a:xfrm>
          <a:prstGeom prst="rect">
            <a:avLst/>
          </a:prstGeom>
        </p:spPr>
      </p:pic>
      <p:sp>
        <p:nvSpPr>
          <p:cNvPr id="382" name="Oval 381">
            <a:extLst>
              <a:ext uri="{FF2B5EF4-FFF2-40B4-BE49-F238E27FC236}">
                <a16:creationId xmlns:a16="http://schemas.microsoft.com/office/drawing/2014/main" id="{449D720A-DDC5-4841-B09D-9C8143F8AB05}"/>
              </a:ext>
            </a:extLst>
          </p:cNvPr>
          <p:cNvSpPr/>
          <p:nvPr/>
        </p:nvSpPr>
        <p:spPr>
          <a:xfrm>
            <a:off x="5378125" y="3669791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4" name="Oval 383">
            <a:extLst>
              <a:ext uri="{FF2B5EF4-FFF2-40B4-BE49-F238E27FC236}">
                <a16:creationId xmlns:a16="http://schemas.microsoft.com/office/drawing/2014/main" id="{FE54F74B-4B71-306A-007A-1782696430DC}"/>
              </a:ext>
            </a:extLst>
          </p:cNvPr>
          <p:cNvSpPr/>
          <p:nvPr/>
        </p:nvSpPr>
        <p:spPr>
          <a:xfrm>
            <a:off x="2887780" y="1441004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6" name="Oval 385">
            <a:extLst>
              <a:ext uri="{FF2B5EF4-FFF2-40B4-BE49-F238E27FC236}">
                <a16:creationId xmlns:a16="http://schemas.microsoft.com/office/drawing/2014/main" id="{2C351C09-C611-70AE-A4BD-337AC281EC3E}"/>
              </a:ext>
            </a:extLst>
          </p:cNvPr>
          <p:cNvSpPr/>
          <p:nvPr/>
        </p:nvSpPr>
        <p:spPr>
          <a:xfrm>
            <a:off x="3184965" y="3257513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8" name="Oval 387">
            <a:extLst>
              <a:ext uri="{FF2B5EF4-FFF2-40B4-BE49-F238E27FC236}">
                <a16:creationId xmlns:a16="http://schemas.microsoft.com/office/drawing/2014/main" id="{5B1E75AB-16E1-ABFE-C46C-A1B4A2F28F22}"/>
              </a:ext>
            </a:extLst>
          </p:cNvPr>
          <p:cNvSpPr/>
          <p:nvPr/>
        </p:nvSpPr>
        <p:spPr>
          <a:xfrm>
            <a:off x="3151771" y="3925722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0" name="Oval 389">
            <a:extLst>
              <a:ext uri="{FF2B5EF4-FFF2-40B4-BE49-F238E27FC236}">
                <a16:creationId xmlns:a16="http://schemas.microsoft.com/office/drawing/2014/main" id="{723927B0-8580-9D71-2AD1-22690AC13822}"/>
              </a:ext>
            </a:extLst>
          </p:cNvPr>
          <p:cNvSpPr/>
          <p:nvPr/>
        </p:nvSpPr>
        <p:spPr>
          <a:xfrm>
            <a:off x="3773726" y="5341110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2" name="Oval 391">
            <a:extLst>
              <a:ext uri="{FF2B5EF4-FFF2-40B4-BE49-F238E27FC236}">
                <a16:creationId xmlns:a16="http://schemas.microsoft.com/office/drawing/2014/main" id="{E2305C76-E915-4AE6-1F84-A6F0B0B99A3C}"/>
              </a:ext>
            </a:extLst>
          </p:cNvPr>
          <p:cNvSpPr/>
          <p:nvPr/>
        </p:nvSpPr>
        <p:spPr>
          <a:xfrm>
            <a:off x="2643990" y="4062020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0D922B22-0751-5C7F-CF86-25B7297C7D13}"/>
              </a:ext>
            </a:extLst>
          </p:cNvPr>
          <p:cNvSpPr/>
          <p:nvPr/>
        </p:nvSpPr>
        <p:spPr>
          <a:xfrm>
            <a:off x="2603813" y="543459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6" name="Oval 395">
            <a:extLst>
              <a:ext uri="{FF2B5EF4-FFF2-40B4-BE49-F238E27FC236}">
                <a16:creationId xmlns:a16="http://schemas.microsoft.com/office/drawing/2014/main" id="{A0BB7FFF-536B-C2BB-6050-724EA186DBBA}"/>
              </a:ext>
            </a:extLst>
          </p:cNvPr>
          <p:cNvSpPr/>
          <p:nvPr/>
        </p:nvSpPr>
        <p:spPr>
          <a:xfrm>
            <a:off x="2391940" y="5109948"/>
            <a:ext cx="158750" cy="132637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8" name="Oval 397">
            <a:extLst>
              <a:ext uri="{FF2B5EF4-FFF2-40B4-BE49-F238E27FC236}">
                <a16:creationId xmlns:a16="http://schemas.microsoft.com/office/drawing/2014/main" id="{0EFEF2B3-8EE5-56B9-A9D6-E2E9548621A0}"/>
              </a:ext>
            </a:extLst>
          </p:cNvPr>
          <p:cNvSpPr/>
          <p:nvPr/>
        </p:nvSpPr>
        <p:spPr>
          <a:xfrm>
            <a:off x="2199602" y="336089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0" name="Oval 399">
            <a:extLst>
              <a:ext uri="{FF2B5EF4-FFF2-40B4-BE49-F238E27FC236}">
                <a16:creationId xmlns:a16="http://schemas.microsoft.com/office/drawing/2014/main" id="{5882C80D-E227-8212-143B-4D1AA6DF64A9}"/>
              </a:ext>
            </a:extLst>
          </p:cNvPr>
          <p:cNvSpPr/>
          <p:nvPr/>
        </p:nvSpPr>
        <p:spPr>
          <a:xfrm>
            <a:off x="1903814" y="349635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2" name="Oval 401">
            <a:extLst>
              <a:ext uri="{FF2B5EF4-FFF2-40B4-BE49-F238E27FC236}">
                <a16:creationId xmlns:a16="http://schemas.microsoft.com/office/drawing/2014/main" id="{D75E2924-2E60-3C55-CFB1-15937A5B292B}"/>
              </a:ext>
            </a:extLst>
          </p:cNvPr>
          <p:cNvSpPr/>
          <p:nvPr/>
        </p:nvSpPr>
        <p:spPr>
          <a:xfrm>
            <a:off x="3164468" y="2720414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4" name="Oval 403">
            <a:extLst>
              <a:ext uri="{FF2B5EF4-FFF2-40B4-BE49-F238E27FC236}">
                <a16:creationId xmlns:a16="http://schemas.microsoft.com/office/drawing/2014/main" id="{E988259A-4C64-8093-793B-F08D460116B9}"/>
              </a:ext>
            </a:extLst>
          </p:cNvPr>
          <p:cNvSpPr/>
          <p:nvPr/>
        </p:nvSpPr>
        <p:spPr>
          <a:xfrm>
            <a:off x="1461833" y="3914715"/>
            <a:ext cx="158750" cy="132637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6" name="Oval 405">
            <a:extLst>
              <a:ext uri="{FF2B5EF4-FFF2-40B4-BE49-F238E27FC236}">
                <a16:creationId xmlns:a16="http://schemas.microsoft.com/office/drawing/2014/main" id="{B8E0F764-9155-4DC6-CE71-E73A6E708B06}"/>
              </a:ext>
            </a:extLst>
          </p:cNvPr>
          <p:cNvSpPr/>
          <p:nvPr/>
        </p:nvSpPr>
        <p:spPr>
          <a:xfrm>
            <a:off x="881795" y="3043397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9" name="Oval 408">
            <a:extLst>
              <a:ext uri="{FF2B5EF4-FFF2-40B4-BE49-F238E27FC236}">
                <a16:creationId xmlns:a16="http://schemas.microsoft.com/office/drawing/2014/main" id="{6D9FF61F-9469-B54D-DA66-B3D1669CF6A1}"/>
              </a:ext>
            </a:extLst>
          </p:cNvPr>
          <p:cNvSpPr/>
          <p:nvPr/>
        </p:nvSpPr>
        <p:spPr>
          <a:xfrm>
            <a:off x="1738340" y="4623863"/>
            <a:ext cx="158750" cy="132637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二层插座平面图：Blender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5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V35_Partition_Study_Bath"/>
            <p:cNvSpPr/>
            <p:nvPr/>
          </p:nvSpPr>
          <p:spPr>
            <a:xfrm>
              <a:off x="2673154" y="1425027"/>
              <a:ext cx="1225478" cy="44642"/>
            </a:xfrm>
            <a:custGeom>
              <a:avLst/>
              <a:gdLst/>
              <a:ahLst/>
              <a:cxnLst/>
              <a:rect l="l" t="t" r="r" b="b"/>
              <a:pathLst>
                <a:path w="1225478" h="44642">
                  <a:moveTo>
                    <a:pt x="1225478" y="0"/>
                  </a:moveTo>
                  <a:lnTo>
                    <a:pt x="1225478" y="44642"/>
                  </a:lnTo>
                  <a:lnTo>
                    <a:pt x="409845" y="44642"/>
                  </a:lnTo>
                  <a:lnTo>
                    <a:pt x="409845" y="0"/>
                  </a:lnTo>
                  <a:close/>
                  <a:moveTo>
                    <a:pt x="142026" y="0"/>
                  </a:moveTo>
                  <a:lnTo>
                    <a:pt x="142026" y="44642"/>
                  </a:lnTo>
                  <a:lnTo>
                    <a:pt x="0" y="44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V35_DoorLeaf_Bath245"/>
            <p:cNvSpPr/>
            <p:nvPr/>
          </p:nvSpPr>
          <p:spPr>
            <a:xfrm>
              <a:off x="3066768" y="1473727"/>
              <a:ext cx="16231" cy="259733"/>
            </a:xfrm>
            <a:custGeom>
              <a:avLst/>
              <a:gdLst/>
              <a:ahLst/>
              <a:cxnLst/>
              <a:rect l="l" t="t" r="r" b="b"/>
              <a:pathLst>
                <a:path w="16231" h="259733">
                  <a:moveTo>
                    <a:pt x="16231" y="0"/>
                  </a:moveTo>
                  <a:lnTo>
                    <a:pt x="16231" y="259733"/>
                  </a:lnTo>
                  <a:lnTo>
                    <a:pt x="0" y="259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113654" y="118215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3070677" y="1786947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书房</a:t>
              </a:r>
            </a:p>
          </p:txBody>
        </p:sp>
      </p:grpSp>
      <p:grpSp>
        <p:nvGrpSpPr>
          <p:cNvPr id="218" name="插座 FF-socket-01"/>
          <p:cNvGrpSpPr/>
          <p:nvPr/>
        </p:nvGrpSpPr>
        <p:grpSpPr>
          <a:xfrm>
            <a:off x="3875464" y="3740149"/>
            <a:ext cx="37507" cy="93767"/>
            <a:chOff x="3846841" y="3655758"/>
            <a:chExt cx="37507" cy="93767"/>
          </a:xfrm>
        </p:grpSpPr>
        <p:sp>
          <p:nvSpPr>
            <p:cNvPr id="219" name="Freeform 218"/>
            <p:cNvSpPr/>
            <p:nvPr/>
          </p:nvSpPr>
          <p:spPr>
            <a:xfrm>
              <a:off x="3846841" y="3665135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0" name="Connector 219"/>
            <p:cNvCxnSpPr/>
            <p:nvPr/>
          </p:nvCxnSpPr>
          <p:spPr>
            <a:xfrm flipV="1">
              <a:off x="3884348" y="3655758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1" name="插座 FF-socket-02"/>
          <p:cNvGrpSpPr/>
          <p:nvPr/>
        </p:nvGrpSpPr>
        <p:grpSpPr>
          <a:xfrm>
            <a:off x="3846841" y="4621762"/>
            <a:ext cx="37507" cy="93767"/>
            <a:chOff x="3846841" y="4539661"/>
            <a:chExt cx="37507" cy="93767"/>
          </a:xfrm>
        </p:grpSpPr>
        <p:sp>
          <p:nvSpPr>
            <p:cNvPr id="222" name="Freeform 221"/>
            <p:cNvSpPr/>
            <p:nvPr/>
          </p:nvSpPr>
          <p:spPr>
            <a:xfrm>
              <a:off x="3846841" y="4549038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3" name="Connector 222"/>
            <p:cNvCxnSpPr/>
            <p:nvPr/>
          </p:nvCxnSpPr>
          <p:spPr>
            <a:xfrm flipV="1">
              <a:off x="3884348" y="4539661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4" name="插座 FF-socket-03"/>
          <p:cNvGrpSpPr/>
          <p:nvPr/>
        </p:nvGrpSpPr>
        <p:grpSpPr>
          <a:xfrm>
            <a:off x="3865594" y="5366107"/>
            <a:ext cx="37507" cy="93767"/>
            <a:chOff x="3846841" y="5328600"/>
            <a:chExt cx="37507" cy="93767"/>
          </a:xfrm>
        </p:grpSpPr>
        <p:sp>
          <p:nvSpPr>
            <p:cNvPr id="225" name="Freeform 224"/>
            <p:cNvSpPr/>
            <p:nvPr/>
          </p:nvSpPr>
          <p:spPr>
            <a:xfrm>
              <a:off x="3846841" y="533797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6" name="Connector 225"/>
            <p:cNvCxnSpPr/>
            <p:nvPr/>
          </p:nvCxnSpPr>
          <p:spPr>
            <a:xfrm flipV="1">
              <a:off x="3884348" y="532860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7" name="插座 FF-socket-04"/>
          <p:cNvGrpSpPr/>
          <p:nvPr/>
        </p:nvGrpSpPr>
        <p:grpSpPr>
          <a:xfrm>
            <a:off x="2642384" y="4861511"/>
            <a:ext cx="37507" cy="93767"/>
            <a:chOff x="2604993" y="4882996"/>
            <a:chExt cx="37507" cy="93767"/>
          </a:xfrm>
        </p:grpSpPr>
        <p:sp>
          <p:nvSpPr>
            <p:cNvPr id="228" name="Freeform 227"/>
            <p:cNvSpPr/>
            <p:nvPr/>
          </p:nvSpPr>
          <p:spPr>
            <a:xfrm>
              <a:off x="2604993" y="489237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29" name="Connector 228"/>
            <p:cNvCxnSpPr/>
            <p:nvPr/>
          </p:nvCxnSpPr>
          <p:spPr>
            <a:xfrm flipV="1">
              <a:off x="2642500" y="488299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3" name="插座 FF-socket-06"/>
          <p:cNvGrpSpPr/>
          <p:nvPr/>
        </p:nvGrpSpPr>
        <p:grpSpPr>
          <a:xfrm>
            <a:off x="1817715" y="4210419"/>
            <a:ext cx="37507" cy="93767"/>
            <a:chOff x="1866378" y="4247056"/>
            <a:chExt cx="37507" cy="93767"/>
          </a:xfrm>
        </p:grpSpPr>
        <p:sp>
          <p:nvSpPr>
            <p:cNvPr id="234" name="Freeform 233"/>
            <p:cNvSpPr/>
            <p:nvPr/>
          </p:nvSpPr>
          <p:spPr>
            <a:xfrm>
              <a:off x="1866378" y="425643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5" name="Connector 234"/>
            <p:cNvCxnSpPr/>
            <p:nvPr/>
          </p:nvCxnSpPr>
          <p:spPr>
            <a:xfrm flipV="1">
              <a:off x="1903885" y="424705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6" name="插座 FF-socket-07"/>
          <p:cNvGrpSpPr/>
          <p:nvPr/>
        </p:nvGrpSpPr>
        <p:grpSpPr>
          <a:xfrm>
            <a:off x="2349983" y="3912372"/>
            <a:ext cx="60868" cy="81203"/>
            <a:chOff x="2349983" y="3912372"/>
            <a:chExt cx="60868" cy="81203"/>
          </a:xfrm>
        </p:grpSpPr>
        <p:sp>
          <p:nvSpPr>
            <p:cNvPr id="237" name="Freeform 236"/>
            <p:cNvSpPr/>
            <p:nvPr/>
          </p:nvSpPr>
          <p:spPr>
            <a:xfrm>
              <a:off x="2349983" y="3920492"/>
              <a:ext cx="56180" cy="69908"/>
            </a:xfrm>
            <a:custGeom>
              <a:avLst/>
              <a:gdLst/>
              <a:ahLst/>
              <a:cxnLst/>
              <a:rect l="l" t="t" r="r" b="b"/>
              <a:pathLst>
                <a:path w="56180" h="69908">
                  <a:moveTo>
                    <a:pt x="56180" y="64963"/>
                  </a:moveTo>
                  <a:lnTo>
                    <a:pt x="49483" y="67998"/>
                  </a:lnTo>
                  <a:lnTo>
                    <a:pt x="42323" y="69668"/>
                  </a:lnTo>
                  <a:lnTo>
                    <a:pt x="34974" y="69908"/>
                  </a:lnTo>
                  <a:lnTo>
                    <a:pt x="27719" y="68711"/>
                  </a:lnTo>
                  <a:lnTo>
                    <a:pt x="20838" y="66121"/>
                  </a:lnTo>
                  <a:lnTo>
                    <a:pt x="14594" y="62238"/>
                  </a:lnTo>
                  <a:lnTo>
                    <a:pt x="9228" y="57212"/>
                  </a:lnTo>
                  <a:lnTo>
                    <a:pt x="4945" y="51235"/>
                  </a:lnTo>
                  <a:lnTo>
                    <a:pt x="1910" y="44538"/>
                  </a:lnTo>
                  <a:lnTo>
                    <a:pt x="240" y="37378"/>
                  </a:lnTo>
                  <a:lnTo>
                    <a:pt x="0" y="30029"/>
                  </a:lnTo>
                  <a:lnTo>
                    <a:pt x="1197" y="22774"/>
                  </a:lnTo>
                  <a:lnTo>
                    <a:pt x="3787" y="15893"/>
                  </a:lnTo>
                  <a:lnTo>
                    <a:pt x="7670" y="9649"/>
                  </a:lnTo>
                  <a:lnTo>
                    <a:pt x="12696" y="4283"/>
                  </a:lnTo>
                  <a:lnTo>
                    <a:pt x="18673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38" name="Connector 237"/>
            <p:cNvCxnSpPr/>
            <p:nvPr/>
          </p:nvCxnSpPr>
          <p:spPr>
            <a:xfrm flipH="1" flipV="1">
              <a:off x="2363968" y="3912372"/>
              <a:ext cx="46883" cy="81203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9" name="插座 FF-socket-08"/>
          <p:cNvGrpSpPr/>
          <p:nvPr/>
        </p:nvGrpSpPr>
        <p:grpSpPr>
          <a:xfrm>
            <a:off x="2475491" y="5604159"/>
            <a:ext cx="70654" cy="70654"/>
            <a:chOff x="2402694" y="5604159"/>
            <a:chExt cx="70654" cy="70654"/>
          </a:xfrm>
        </p:grpSpPr>
        <p:sp>
          <p:nvSpPr>
            <p:cNvPr id="240" name="Freeform 239"/>
            <p:cNvSpPr/>
            <p:nvPr/>
          </p:nvSpPr>
          <p:spPr>
            <a:xfrm>
              <a:off x="2402694" y="5610785"/>
              <a:ext cx="64028" cy="64028"/>
            </a:xfrm>
            <a:custGeom>
              <a:avLst/>
              <a:gdLst/>
              <a:ahLst/>
              <a:cxnLst/>
              <a:rect l="l" t="t" r="r" b="b"/>
              <a:pathLst>
                <a:path w="64028" h="64028">
                  <a:moveTo>
                    <a:pt x="64028" y="53042"/>
                  </a:moveTo>
                  <a:lnTo>
                    <a:pt x="58345" y="57707"/>
                  </a:lnTo>
                  <a:lnTo>
                    <a:pt x="51860" y="61173"/>
                  </a:lnTo>
                  <a:lnTo>
                    <a:pt x="44824" y="63307"/>
                  </a:lnTo>
                  <a:lnTo>
                    <a:pt x="37507" y="64028"/>
                  </a:lnTo>
                  <a:lnTo>
                    <a:pt x="30190" y="63307"/>
                  </a:lnTo>
                  <a:lnTo>
                    <a:pt x="23154" y="61173"/>
                  </a:lnTo>
                  <a:lnTo>
                    <a:pt x="16669" y="57707"/>
                  </a:lnTo>
                  <a:lnTo>
                    <a:pt x="10986" y="53042"/>
                  </a:lnTo>
                  <a:lnTo>
                    <a:pt x="6321" y="47359"/>
                  </a:lnTo>
                  <a:lnTo>
                    <a:pt x="2855" y="40874"/>
                  </a:lnTo>
                  <a:lnTo>
                    <a:pt x="721" y="33838"/>
                  </a:lnTo>
                  <a:lnTo>
                    <a:pt x="0" y="26521"/>
                  </a:lnTo>
                  <a:lnTo>
                    <a:pt x="721" y="19204"/>
                  </a:lnTo>
                  <a:lnTo>
                    <a:pt x="2855" y="12168"/>
                  </a:lnTo>
                  <a:lnTo>
                    <a:pt x="6321" y="5683"/>
                  </a:lnTo>
                  <a:lnTo>
                    <a:pt x="10986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1" name="Connector 240"/>
            <p:cNvCxnSpPr/>
            <p:nvPr/>
          </p:nvCxnSpPr>
          <p:spPr>
            <a:xfrm flipH="1" flipV="1">
              <a:off x="2407054" y="5604159"/>
              <a:ext cx="66294" cy="66294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插座 FF-socket-09"/>
          <p:cNvGrpSpPr/>
          <p:nvPr/>
        </p:nvGrpSpPr>
        <p:grpSpPr>
          <a:xfrm>
            <a:off x="1914303" y="4420447"/>
            <a:ext cx="37507" cy="93767"/>
            <a:chOff x="1817678" y="4261666"/>
            <a:chExt cx="37507" cy="93767"/>
          </a:xfrm>
        </p:grpSpPr>
        <p:sp>
          <p:nvSpPr>
            <p:cNvPr id="243" name="Freeform 242"/>
            <p:cNvSpPr/>
            <p:nvPr/>
          </p:nvSpPr>
          <p:spPr>
            <a:xfrm>
              <a:off x="1817678" y="427104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4" name="Connector 243"/>
            <p:cNvCxnSpPr/>
            <p:nvPr/>
          </p:nvCxnSpPr>
          <p:spPr>
            <a:xfrm flipV="1">
              <a:off x="1855185" y="426166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5" name="插座 FF-socket-10"/>
          <p:cNvGrpSpPr/>
          <p:nvPr/>
        </p:nvGrpSpPr>
        <p:grpSpPr>
          <a:xfrm>
            <a:off x="1817678" y="5060750"/>
            <a:ext cx="37507" cy="93767"/>
            <a:chOff x="1817678" y="5060750"/>
            <a:chExt cx="37507" cy="93767"/>
          </a:xfrm>
        </p:grpSpPr>
        <p:sp>
          <p:nvSpPr>
            <p:cNvPr id="246" name="Freeform 245"/>
            <p:cNvSpPr/>
            <p:nvPr/>
          </p:nvSpPr>
          <p:spPr>
            <a:xfrm>
              <a:off x="1817678" y="5070127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47" name="Connector 246"/>
            <p:cNvCxnSpPr/>
            <p:nvPr/>
          </p:nvCxnSpPr>
          <p:spPr>
            <a:xfrm flipV="1">
              <a:off x="1855185" y="5060750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4" name="插座 FF-socket-13"/>
          <p:cNvGrpSpPr/>
          <p:nvPr/>
        </p:nvGrpSpPr>
        <p:grpSpPr>
          <a:xfrm>
            <a:off x="701807" y="2489644"/>
            <a:ext cx="37507" cy="93767"/>
            <a:chOff x="401322" y="2616826"/>
            <a:chExt cx="37507" cy="93767"/>
          </a:xfrm>
        </p:grpSpPr>
        <p:sp>
          <p:nvSpPr>
            <p:cNvPr id="255" name="Freeform 254"/>
            <p:cNvSpPr/>
            <p:nvPr/>
          </p:nvSpPr>
          <p:spPr>
            <a:xfrm>
              <a:off x="401322" y="2626203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56" name="Connector 255"/>
            <p:cNvCxnSpPr/>
            <p:nvPr/>
          </p:nvCxnSpPr>
          <p:spPr>
            <a:xfrm flipV="1">
              <a:off x="438829" y="2616826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6" name="插座 FF-socket-17"/>
          <p:cNvGrpSpPr/>
          <p:nvPr/>
        </p:nvGrpSpPr>
        <p:grpSpPr>
          <a:xfrm>
            <a:off x="3104168" y="2744663"/>
            <a:ext cx="37507" cy="93767"/>
            <a:chOff x="3104168" y="2744663"/>
            <a:chExt cx="37507" cy="93767"/>
          </a:xfrm>
        </p:grpSpPr>
        <p:sp>
          <p:nvSpPr>
            <p:cNvPr id="267" name="Freeform 266"/>
            <p:cNvSpPr/>
            <p:nvPr/>
          </p:nvSpPr>
          <p:spPr>
            <a:xfrm>
              <a:off x="3104168" y="2754040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68" name="Connector 267"/>
            <p:cNvCxnSpPr/>
            <p:nvPr/>
          </p:nvCxnSpPr>
          <p:spPr>
            <a:xfrm flipV="1">
              <a:off x="3141675" y="2744663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9" name="插座 FF-socket-18"/>
          <p:cNvGrpSpPr/>
          <p:nvPr/>
        </p:nvGrpSpPr>
        <p:grpSpPr>
          <a:xfrm>
            <a:off x="3104168" y="3155772"/>
            <a:ext cx="37507" cy="93767"/>
            <a:chOff x="3104168" y="3155772"/>
            <a:chExt cx="37507" cy="93767"/>
          </a:xfrm>
        </p:grpSpPr>
        <p:sp>
          <p:nvSpPr>
            <p:cNvPr id="270" name="Freeform 269"/>
            <p:cNvSpPr/>
            <p:nvPr/>
          </p:nvSpPr>
          <p:spPr>
            <a:xfrm>
              <a:off x="3104168" y="31651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71" name="Connector 270"/>
            <p:cNvCxnSpPr/>
            <p:nvPr/>
          </p:nvCxnSpPr>
          <p:spPr>
            <a:xfrm flipV="1">
              <a:off x="3141675" y="31557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8" name="插座 FF-socket-21"/>
          <p:cNvGrpSpPr/>
          <p:nvPr/>
        </p:nvGrpSpPr>
        <p:grpSpPr>
          <a:xfrm>
            <a:off x="2089614" y="3385058"/>
            <a:ext cx="49570" cy="90579"/>
            <a:chOff x="2068916" y="3430348"/>
            <a:chExt cx="49570" cy="90579"/>
          </a:xfrm>
        </p:grpSpPr>
        <p:sp>
          <p:nvSpPr>
            <p:cNvPr id="279" name="Freeform 278"/>
            <p:cNvSpPr/>
            <p:nvPr/>
          </p:nvSpPr>
          <p:spPr>
            <a:xfrm>
              <a:off x="2068916" y="3439410"/>
              <a:ext cx="47140" cy="73654"/>
            </a:xfrm>
            <a:custGeom>
              <a:avLst/>
              <a:gdLst/>
              <a:ahLst/>
              <a:cxnLst/>
              <a:rect l="l" t="t" r="r" b="b"/>
              <a:pathLst>
                <a:path w="47140" h="73654">
                  <a:moveTo>
                    <a:pt x="47140" y="72455"/>
                  </a:moveTo>
                  <a:lnTo>
                    <a:pt x="39886" y="73654"/>
                  </a:lnTo>
                  <a:lnTo>
                    <a:pt x="32537" y="73415"/>
                  </a:lnTo>
                  <a:lnTo>
                    <a:pt x="25376" y="71746"/>
                  </a:lnTo>
                  <a:lnTo>
                    <a:pt x="18678" y="68713"/>
                  </a:lnTo>
                  <a:lnTo>
                    <a:pt x="12701" y="64431"/>
                  </a:lnTo>
                  <a:lnTo>
                    <a:pt x="7674" y="59065"/>
                  </a:lnTo>
                  <a:lnTo>
                    <a:pt x="3790" y="52822"/>
                  </a:lnTo>
                  <a:lnTo>
                    <a:pt x="1199" y="45941"/>
                  </a:lnTo>
                  <a:lnTo>
                    <a:pt x="0" y="38687"/>
                  </a:lnTo>
                  <a:lnTo>
                    <a:pt x="240" y="31338"/>
                  </a:lnTo>
                  <a:lnTo>
                    <a:pt x="1908" y="24177"/>
                  </a:lnTo>
                  <a:lnTo>
                    <a:pt x="4942" y="17479"/>
                  </a:lnTo>
                  <a:lnTo>
                    <a:pt x="9224" y="11502"/>
                  </a:lnTo>
                  <a:lnTo>
                    <a:pt x="14589" y="6475"/>
                  </a:lnTo>
                  <a:lnTo>
                    <a:pt x="20833" y="2591"/>
                  </a:lnTo>
                  <a:lnTo>
                    <a:pt x="27714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80" name="Connector 279"/>
            <p:cNvCxnSpPr/>
            <p:nvPr/>
          </p:nvCxnSpPr>
          <p:spPr>
            <a:xfrm flipH="1" flipV="1">
              <a:off x="2094200" y="3430348"/>
              <a:ext cx="24286" cy="90579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0" name="插座 FF-socket-25"/>
          <p:cNvGrpSpPr/>
          <p:nvPr/>
        </p:nvGrpSpPr>
        <p:grpSpPr>
          <a:xfrm>
            <a:off x="2727073" y="2165641"/>
            <a:ext cx="37507" cy="93767"/>
            <a:chOff x="2627314" y="2139972"/>
            <a:chExt cx="37507" cy="93767"/>
          </a:xfrm>
        </p:grpSpPr>
        <p:sp>
          <p:nvSpPr>
            <p:cNvPr id="291" name="Freeform 290"/>
            <p:cNvSpPr/>
            <p:nvPr/>
          </p:nvSpPr>
          <p:spPr>
            <a:xfrm>
              <a:off x="2627314" y="2149349"/>
              <a:ext cx="37507" cy="75014"/>
            </a:xfrm>
            <a:custGeom>
              <a:avLst/>
              <a:gdLst/>
              <a:ahLst/>
              <a:cxnLst/>
              <a:rect l="l" t="t" r="r" b="b"/>
              <a:pathLst>
                <a:path w="37507" h="75014">
                  <a:moveTo>
                    <a:pt x="37507" y="75014"/>
                  </a:moveTo>
                  <a:lnTo>
                    <a:pt x="30189" y="74293"/>
                  </a:lnTo>
                  <a:lnTo>
                    <a:pt x="23153" y="72158"/>
                  </a:lnTo>
                  <a:lnTo>
                    <a:pt x="16669" y="68692"/>
                  </a:lnTo>
                  <a:lnTo>
                    <a:pt x="10985" y="64028"/>
                  </a:lnTo>
                  <a:lnTo>
                    <a:pt x="6321" y="58344"/>
                  </a:lnTo>
                  <a:lnTo>
                    <a:pt x="2855" y="51860"/>
                  </a:lnTo>
                  <a:lnTo>
                    <a:pt x="720" y="44824"/>
                  </a:lnTo>
                  <a:lnTo>
                    <a:pt x="0" y="37507"/>
                  </a:lnTo>
                  <a:lnTo>
                    <a:pt x="720" y="30189"/>
                  </a:lnTo>
                  <a:lnTo>
                    <a:pt x="2855" y="23153"/>
                  </a:lnTo>
                  <a:lnTo>
                    <a:pt x="6321" y="16669"/>
                  </a:lnTo>
                  <a:lnTo>
                    <a:pt x="10985" y="10985"/>
                  </a:lnTo>
                  <a:lnTo>
                    <a:pt x="16669" y="6321"/>
                  </a:lnTo>
                  <a:lnTo>
                    <a:pt x="23153" y="2855"/>
                  </a:lnTo>
                  <a:lnTo>
                    <a:pt x="30189" y="720"/>
                  </a:lnTo>
                  <a:lnTo>
                    <a:pt x="37507" y="0"/>
                  </a:lnTo>
                  <a:close/>
                </a:path>
              </a:pathLst>
            </a:custGeom>
            <a:solidFill>
              <a:srgbClr val="D01414"/>
            </a:solidFill>
            <a:ln w="6350">
              <a:solidFill>
                <a:srgbClr val="D0141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292" name="Connector 291"/>
            <p:cNvCxnSpPr/>
            <p:nvPr/>
          </p:nvCxnSpPr>
          <p:spPr>
            <a:xfrm flipV="1">
              <a:off x="2664821" y="2139972"/>
              <a:ext cx="0" cy="93767"/>
            </a:xfrm>
            <a:prstGeom prst="line">
              <a:avLst/>
            </a:prstGeom>
            <a:ln w="12700">
              <a:solidFill>
                <a:srgbClr val="D0141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6" name="图例（模型）"/>
          <p:cNvGrpSpPr/>
          <p:nvPr/>
        </p:nvGrpSpPr>
        <p:grpSpPr>
          <a:xfrm>
            <a:off x="9174174" y="914400"/>
            <a:ext cx="2980944" cy="585216"/>
            <a:chOff x="9174174" y="914400"/>
            <a:chExt cx="2980944" cy="585216"/>
          </a:xfrm>
        </p:grpSpPr>
        <p:sp>
          <p:nvSpPr>
            <p:cNvPr id="297" name="TextBox 296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298" name="图例"/>
            <p:cNvGrpSpPr/>
            <p:nvPr/>
          </p:nvGrpSpPr>
          <p:grpSpPr>
            <a:xfrm>
              <a:off x="9236468" y="1340995"/>
              <a:ext cx="131443" cy="52577"/>
              <a:chOff x="9236468" y="1340995"/>
              <a:chExt cx="131443" cy="52577"/>
            </a:xfrm>
          </p:grpSpPr>
          <p:sp>
            <p:nvSpPr>
              <p:cNvPr id="299" name="Freeform 298"/>
              <p:cNvSpPr/>
              <p:nvPr/>
            </p:nvSpPr>
            <p:spPr>
              <a:xfrm>
                <a:off x="9249613" y="1340995"/>
                <a:ext cx="105154" cy="52577"/>
              </a:xfrm>
              <a:custGeom>
                <a:avLst/>
                <a:gdLst/>
                <a:ahLst/>
                <a:cxnLst/>
                <a:rect l="l" t="t" r="r" b="b"/>
                <a:pathLst>
                  <a:path w="105154" h="52577">
                    <a:moveTo>
                      <a:pt x="0" y="52577"/>
                    </a:moveTo>
                    <a:lnTo>
                      <a:pt x="1010" y="42319"/>
                    </a:lnTo>
                    <a:lnTo>
                      <a:pt x="4002" y="32456"/>
                    </a:lnTo>
                    <a:lnTo>
                      <a:pt x="8860" y="23366"/>
                    </a:lnTo>
                    <a:lnTo>
                      <a:pt x="15399" y="15399"/>
                    </a:lnTo>
                    <a:lnTo>
                      <a:pt x="23366" y="8860"/>
                    </a:lnTo>
                    <a:lnTo>
                      <a:pt x="32456" y="4002"/>
                    </a:lnTo>
                    <a:lnTo>
                      <a:pt x="42319" y="1010"/>
                    </a:lnTo>
                    <a:lnTo>
                      <a:pt x="52577" y="0"/>
                    </a:lnTo>
                    <a:lnTo>
                      <a:pt x="62834" y="1010"/>
                    </a:lnTo>
                    <a:lnTo>
                      <a:pt x="72697" y="4002"/>
                    </a:lnTo>
                    <a:lnTo>
                      <a:pt x="81787" y="8860"/>
                    </a:lnTo>
                    <a:lnTo>
                      <a:pt x="89754" y="15399"/>
                    </a:lnTo>
                    <a:lnTo>
                      <a:pt x="96293" y="23366"/>
                    </a:lnTo>
                    <a:lnTo>
                      <a:pt x="101151" y="32456"/>
                    </a:lnTo>
                    <a:lnTo>
                      <a:pt x="104143" y="42319"/>
                    </a:lnTo>
                    <a:lnTo>
                      <a:pt x="105154" y="52577"/>
                    </a:lnTo>
                    <a:close/>
                  </a:path>
                </a:pathLst>
              </a:custGeom>
              <a:solidFill>
                <a:srgbClr val="D01414"/>
              </a:solidFill>
              <a:ln w="6350">
                <a:solidFill>
                  <a:srgbClr val="D0141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300" name="Connector 299"/>
              <p:cNvCxnSpPr/>
              <p:nvPr/>
            </p:nvCxnSpPr>
            <p:spPr>
              <a:xfrm>
                <a:off x="9236468" y="1393572"/>
                <a:ext cx="131443" cy="0"/>
              </a:xfrm>
              <a:prstGeom prst="line">
                <a:avLst/>
              </a:prstGeom>
              <a:ln w="12700">
                <a:solidFill>
                  <a:srgbClr val="D01414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1" name="TextBox 300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单相带接地插座（暗装）× 29</a:t>
              </a:r>
            </a:p>
          </p:txBody>
        </p:sp>
      </p:grpSp>
      <p:sp>
        <p:nvSpPr>
          <p:cNvPr id="302" name="TextBox 301"/>
          <p:cNvSpPr txBox="1"/>
          <p:nvPr/>
        </p:nvSpPr>
        <p:spPr>
          <a:xfrm>
            <a:off x="9174174" y="175564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  <p:pic>
        <p:nvPicPr>
          <p:cNvPr id="313" name="Picture 312">
            <a:extLst>
              <a:ext uri="{FF2B5EF4-FFF2-40B4-BE49-F238E27FC236}">
                <a16:creationId xmlns:a16="http://schemas.microsoft.com/office/drawing/2014/main" id="{B8581B97-CE2D-2FA1-014A-7C892F2330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0163" y="1441235"/>
            <a:ext cx="2014330" cy="1383645"/>
          </a:xfrm>
          <a:prstGeom prst="rect">
            <a:avLst/>
          </a:prstGeom>
        </p:spPr>
      </p:pic>
      <p:sp>
        <p:nvSpPr>
          <p:cNvPr id="315" name="Oval 314">
            <a:extLst>
              <a:ext uri="{FF2B5EF4-FFF2-40B4-BE49-F238E27FC236}">
                <a16:creationId xmlns:a16="http://schemas.microsoft.com/office/drawing/2014/main" id="{95999AB3-3619-6B01-13CF-C5C7567D02F1}"/>
              </a:ext>
            </a:extLst>
          </p:cNvPr>
          <p:cNvSpPr/>
          <p:nvPr/>
        </p:nvSpPr>
        <p:spPr>
          <a:xfrm>
            <a:off x="7167372" y="188707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17" name="Picture 316">
            <a:extLst>
              <a:ext uri="{FF2B5EF4-FFF2-40B4-BE49-F238E27FC236}">
                <a16:creationId xmlns:a16="http://schemas.microsoft.com/office/drawing/2014/main" id="{DA7DA644-583D-5D4A-9979-607DA2763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580" y="2744663"/>
            <a:ext cx="1683165" cy="1665753"/>
          </a:xfrm>
          <a:prstGeom prst="rect">
            <a:avLst/>
          </a:prstGeom>
        </p:spPr>
      </p:pic>
      <p:sp>
        <p:nvSpPr>
          <p:cNvPr id="319" name="Oval 318">
            <a:extLst>
              <a:ext uri="{FF2B5EF4-FFF2-40B4-BE49-F238E27FC236}">
                <a16:creationId xmlns:a16="http://schemas.microsoft.com/office/drawing/2014/main" id="{A41A0651-C2D6-5815-23CC-4F918C3EB3DA}"/>
              </a:ext>
            </a:extLst>
          </p:cNvPr>
          <p:cNvSpPr/>
          <p:nvPr/>
        </p:nvSpPr>
        <p:spPr>
          <a:xfrm>
            <a:off x="6984493" y="3273891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3" name="Oval 322">
            <a:extLst>
              <a:ext uri="{FF2B5EF4-FFF2-40B4-BE49-F238E27FC236}">
                <a16:creationId xmlns:a16="http://schemas.microsoft.com/office/drawing/2014/main" id="{F2217882-7132-A134-2424-2254C5D41A75}"/>
              </a:ext>
            </a:extLst>
          </p:cNvPr>
          <p:cNvSpPr/>
          <p:nvPr/>
        </p:nvSpPr>
        <p:spPr>
          <a:xfrm>
            <a:off x="2279264" y="3910837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5" name="Oval 324">
            <a:extLst>
              <a:ext uri="{FF2B5EF4-FFF2-40B4-BE49-F238E27FC236}">
                <a16:creationId xmlns:a16="http://schemas.microsoft.com/office/drawing/2014/main" id="{D0A9E95A-84B5-BBC2-8FCF-5A3429E85632}"/>
              </a:ext>
            </a:extLst>
          </p:cNvPr>
          <p:cNvSpPr/>
          <p:nvPr/>
        </p:nvSpPr>
        <p:spPr>
          <a:xfrm>
            <a:off x="3742892" y="368862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7" name="Oval 326">
            <a:extLst>
              <a:ext uri="{FF2B5EF4-FFF2-40B4-BE49-F238E27FC236}">
                <a16:creationId xmlns:a16="http://schemas.microsoft.com/office/drawing/2014/main" id="{55639ACE-20C7-26AD-96E7-B210E11D8F44}"/>
              </a:ext>
            </a:extLst>
          </p:cNvPr>
          <p:cNvSpPr/>
          <p:nvPr/>
        </p:nvSpPr>
        <p:spPr>
          <a:xfrm>
            <a:off x="3736590" y="4577647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9" name="Oval 328">
            <a:extLst>
              <a:ext uri="{FF2B5EF4-FFF2-40B4-BE49-F238E27FC236}">
                <a16:creationId xmlns:a16="http://schemas.microsoft.com/office/drawing/2014/main" id="{A80DDC58-E460-46BE-2166-3E36905863CF}"/>
              </a:ext>
            </a:extLst>
          </p:cNvPr>
          <p:cNvSpPr/>
          <p:nvPr/>
        </p:nvSpPr>
        <p:spPr>
          <a:xfrm>
            <a:off x="3722253" y="533307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1" name="Oval 330">
            <a:extLst>
              <a:ext uri="{FF2B5EF4-FFF2-40B4-BE49-F238E27FC236}">
                <a16:creationId xmlns:a16="http://schemas.microsoft.com/office/drawing/2014/main" id="{5F9F42F5-703D-EE2D-CE10-8AB1E854FCA7}"/>
              </a:ext>
            </a:extLst>
          </p:cNvPr>
          <p:cNvSpPr/>
          <p:nvPr/>
        </p:nvSpPr>
        <p:spPr>
          <a:xfrm>
            <a:off x="2863706" y="553463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3" name="Oval 332">
            <a:extLst>
              <a:ext uri="{FF2B5EF4-FFF2-40B4-BE49-F238E27FC236}">
                <a16:creationId xmlns:a16="http://schemas.microsoft.com/office/drawing/2014/main" id="{2EC55F1B-F261-6EFF-F4DE-A947B3EC923A}"/>
              </a:ext>
            </a:extLst>
          </p:cNvPr>
          <p:cNvSpPr/>
          <p:nvPr/>
        </p:nvSpPr>
        <p:spPr>
          <a:xfrm>
            <a:off x="2413679" y="552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5" name="Oval 334">
            <a:extLst>
              <a:ext uri="{FF2B5EF4-FFF2-40B4-BE49-F238E27FC236}">
                <a16:creationId xmlns:a16="http://schemas.microsoft.com/office/drawing/2014/main" id="{CF4F7C3D-8718-57D8-3FF6-5BA346CB18E0}"/>
              </a:ext>
            </a:extLst>
          </p:cNvPr>
          <p:cNvSpPr/>
          <p:nvPr/>
        </p:nvSpPr>
        <p:spPr>
          <a:xfrm>
            <a:off x="2726374" y="392782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0B6FFE5D-6938-0623-CCF1-7BCDE3D1003D}"/>
              </a:ext>
            </a:extLst>
          </p:cNvPr>
          <p:cNvSpPr/>
          <p:nvPr/>
        </p:nvSpPr>
        <p:spPr>
          <a:xfrm>
            <a:off x="2631651" y="482318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1" name="Oval 340">
            <a:extLst>
              <a:ext uri="{FF2B5EF4-FFF2-40B4-BE49-F238E27FC236}">
                <a16:creationId xmlns:a16="http://schemas.microsoft.com/office/drawing/2014/main" id="{10347544-92AD-FF13-5308-BC5EBDC74D82}"/>
              </a:ext>
            </a:extLst>
          </p:cNvPr>
          <p:cNvSpPr/>
          <p:nvPr/>
        </p:nvSpPr>
        <p:spPr>
          <a:xfrm>
            <a:off x="1908292" y="4372575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3" name="Oval 342">
            <a:extLst>
              <a:ext uri="{FF2B5EF4-FFF2-40B4-BE49-F238E27FC236}">
                <a16:creationId xmlns:a16="http://schemas.microsoft.com/office/drawing/2014/main" id="{2080F293-EBBE-2977-17A4-7D038981B0F8}"/>
              </a:ext>
            </a:extLst>
          </p:cNvPr>
          <p:cNvSpPr/>
          <p:nvPr/>
        </p:nvSpPr>
        <p:spPr>
          <a:xfrm>
            <a:off x="2990208" y="269589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9" name="Oval 348">
            <a:extLst>
              <a:ext uri="{FF2B5EF4-FFF2-40B4-BE49-F238E27FC236}">
                <a16:creationId xmlns:a16="http://schemas.microsoft.com/office/drawing/2014/main" id="{47719901-12D9-C64C-364A-EC456D2789CE}"/>
              </a:ext>
            </a:extLst>
          </p:cNvPr>
          <p:cNvSpPr/>
          <p:nvPr/>
        </p:nvSpPr>
        <p:spPr>
          <a:xfrm>
            <a:off x="2981023" y="310734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7" name="Oval 356">
            <a:extLst>
              <a:ext uri="{FF2B5EF4-FFF2-40B4-BE49-F238E27FC236}">
                <a16:creationId xmlns:a16="http://schemas.microsoft.com/office/drawing/2014/main" id="{35809268-AB4B-20E9-0E53-3372776E0A39}"/>
              </a:ext>
            </a:extLst>
          </p:cNvPr>
          <p:cNvSpPr/>
          <p:nvPr/>
        </p:nvSpPr>
        <p:spPr>
          <a:xfrm>
            <a:off x="2055612" y="3317263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1" name="Oval 360">
            <a:extLst>
              <a:ext uri="{FF2B5EF4-FFF2-40B4-BE49-F238E27FC236}">
                <a16:creationId xmlns:a16="http://schemas.microsoft.com/office/drawing/2014/main" id="{2E4E0395-BA87-3DA4-442E-6533CCAC07FF}"/>
              </a:ext>
            </a:extLst>
          </p:cNvPr>
          <p:cNvSpPr/>
          <p:nvPr/>
        </p:nvSpPr>
        <p:spPr>
          <a:xfrm>
            <a:off x="1908812" y="24896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CF5FEED8-C9CF-C88D-FD3A-F01502472576}"/>
              </a:ext>
            </a:extLst>
          </p:cNvPr>
          <p:cNvSpPr/>
          <p:nvPr/>
        </p:nvSpPr>
        <p:spPr>
          <a:xfrm>
            <a:off x="3141675" y="1416403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635A8031-6A46-79A1-6601-E3E3B4D3DCAA}"/>
              </a:ext>
            </a:extLst>
          </p:cNvPr>
          <p:cNvSpPr/>
          <p:nvPr/>
        </p:nvSpPr>
        <p:spPr>
          <a:xfrm>
            <a:off x="2907222" y="2336601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3E0B581B-C455-82CC-1744-AC2045FF4873}"/>
              </a:ext>
            </a:extLst>
          </p:cNvPr>
          <p:cNvSpPr/>
          <p:nvPr/>
        </p:nvSpPr>
        <p:spPr>
          <a:xfrm>
            <a:off x="3627633" y="1459276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Oval 368">
            <a:extLst>
              <a:ext uri="{FF2B5EF4-FFF2-40B4-BE49-F238E27FC236}">
                <a16:creationId xmlns:a16="http://schemas.microsoft.com/office/drawing/2014/main" id="{64883C1F-24E8-3C29-4402-3CA13DD5DF09}"/>
              </a:ext>
            </a:extLst>
          </p:cNvPr>
          <p:cNvSpPr/>
          <p:nvPr/>
        </p:nvSpPr>
        <p:spPr>
          <a:xfrm>
            <a:off x="3627633" y="230069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1" name="Oval 370">
            <a:extLst>
              <a:ext uri="{FF2B5EF4-FFF2-40B4-BE49-F238E27FC236}">
                <a16:creationId xmlns:a16="http://schemas.microsoft.com/office/drawing/2014/main" id="{0B9B4284-2F35-A564-2130-A1F342D2905B}"/>
              </a:ext>
            </a:extLst>
          </p:cNvPr>
          <p:cNvSpPr/>
          <p:nvPr/>
        </p:nvSpPr>
        <p:spPr>
          <a:xfrm>
            <a:off x="2646800" y="2150652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3" name="Oval 372">
            <a:extLst>
              <a:ext uri="{FF2B5EF4-FFF2-40B4-BE49-F238E27FC236}">
                <a16:creationId xmlns:a16="http://schemas.microsoft.com/office/drawing/2014/main" id="{C7B639EE-DCE8-4A93-BD90-180029AAD0A1}"/>
              </a:ext>
            </a:extLst>
          </p:cNvPr>
          <p:cNvSpPr/>
          <p:nvPr/>
        </p:nvSpPr>
        <p:spPr>
          <a:xfrm>
            <a:off x="1705299" y="416524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5" name="Oval 374">
            <a:extLst>
              <a:ext uri="{FF2B5EF4-FFF2-40B4-BE49-F238E27FC236}">
                <a16:creationId xmlns:a16="http://schemas.microsoft.com/office/drawing/2014/main" id="{B1CD865F-8324-4DF0-F7B5-6BFD10A44068}"/>
              </a:ext>
            </a:extLst>
          </p:cNvPr>
          <p:cNvSpPr/>
          <p:nvPr/>
        </p:nvSpPr>
        <p:spPr>
          <a:xfrm>
            <a:off x="1692747" y="503339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7" name="Oval 376">
            <a:extLst>
              <a:ext uri="{FF2B5EF4-FFF2-40B4-BE49-F238E27FC236}">
                <a16:creationId xmlns:a16="http://schemas.microsoft.com/office/drawing/2014/main" id="{7443629A-D889-C65A-21A9-67B3D7297297}"/>
              </a:ext>
            </a:extLst>
          </p:cNvPr>
          <p:cNvSpPr/>
          <p:nvPr/>
        </p:nvSpPr>
        <p:spPr>
          <a:xfrm>
            <a:off x="916514" y="5283608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1" name="Oval 380">
            <a:extLst>
              <a:ext uri="{FF2B5EF4-FFF2-40B4-BE49-F238E27FC236}">
                <a16:creationId xmlns:a16="http://schemas.microsoft.com/office/drawing/2014/main" id="{F7961AB3-5946-7801-13F4-1E0975D7E634}"/>
              </a:ext>
            </a:extLst>
          </p:cNvPr>
          <p:cNvSpPr/>
          <p:nvPr/>
        </p:nvSpPr>
        <p:spPr>
          <a:xfrm>
            <a:off x="364411" y="427124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28CCD19E-C45D-413A-C3E4-16510B6917B1}"/>
              </a:ext>
            </a:extLst>
          </p:cNvPr>
          <p:cNvSpPr/>
          <p:nvPr/>
        </p:nvSpPr>
        <p:spPr>
          <a:xfrm>
            <a:off x="618444" y="2473984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9" name="Oval 388">
            <a:extLst>
              <a:ext uri="{FF2B5EF4-FFF2-40B4-BE49-F238E27FC236}">
                <a16:creationId xmlns:a16="http://schemas.microsoft.com/office/drawing/2014/main" id="{EBAC4889-91A9-130E-5A68-843E88E3C21F}"/>
              </a:ext>
            </a:extLst>
          </p:cNvPr>
          <p:cNvSpPr/>
          <p:nvPr/>
        </p:nvSpPr>
        <p:spPr>
          <a:xfrm>
            <a:off x="2272347" y="2439560"/>
            <a:ext cx="224569" cy="212342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/>
              <a:t>高</a:t>
            </a:r>
            <a:endParaRPr lang="en-GB" sz="900" dirty="0"/>
          </a:p>
        </p:txBody>
      </p:sp>
      <p:sp>
        <p:nvSpPr>
          <p:cNvPr id="391" name="Oval 390">
            <a:extLst>
              <a:ext uri="{FF2B5EF4-FFF2-40B4-BE49-F238E27FC236}">
                <a16:creationId xmlns:a16="http://schemas.microsoft.com/office/drawing/2014/main" id="{48090FCC-2EF3-28F3-A627-6D18DCF86463}"/>
              </a:ext>
            </a:extLst>
          </p:cNvPr>
          <p:cNvSpPr/>
          <p:nvPr/>
        </p:nvSpPr>
        <p:spPr>
          <a:xfrm>
            <a:off x="1045303" y="3125832"/>
            <a:ext cx="180848" cy="169829"/>
          </a:xfrm>
          <a:prstGeom prst="ellipse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3" name="Oval 392">
            <a:extLst>
              <a:ext uri="{FF2B5EF4-FFF2-40B4-BE49-F238E27FC236}">
                <a16:creationId xmlns:a16="http://schemas.microsoft.com/office/drawing/2014/main" id="{1748A0EC-159A-F13F-B720-DCC9DAF0999C}"/>
              </a:ext>
            </a:extLst>
          </p:cNvPr>
          <p:cNvSpPr/>
          <p:nvPr/>
        </p:nvSpPr>
        <p:spPr>
          <a:xfrm>
            <a:off x="2494391" y="2467030"/>
            <a:ext cx="180848" cy="157402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201168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二层给排水点位图：Blender 模型 vs 施工图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D01414"/>
                </a:solidFill>
                <a:latin typeface="Microsoft YaHei"/>
                <a:ea typeface="Microsoft YaHei"/>
                <a:cs typeface="Microsoft YaHei"/>
              </a:rPr>
              <a:t>左：Blender 模型（可编辑） · 1:75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24247" y="566928"/>
            <a:ext cx="4084167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右：施工图原图（图片，仅供对照）</a:t>
            </a:r>
          </a:p>
        </p:txBody>
      </p:sp>
      <p:pic>
        <p:nvPicPr>
          <p:cNvPr id="5" name="施工图原图（已锁定）" descr="image.png"/>
          <p:cNvPicPr>
            <a:picLocks noGrp="1" noRot="1" noChangeAspect="1" noMove="1" noResize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247" y="868680"/>
            <a:ext cx="4084167" cy="5240653"/>
          </a:xfrm>
          <a:prstGeom prst="rect">
            <a:avLst/>
          </a:prstGeom>
        </p:spPr>
      </p:pic>
      <p:grpSp>
        <p:nvGrpSpPr>
          <p:cNvPr id="6" name="墙体（Blender 1.2 m 剖切，已锁定）"/>
          <p:cNvGrpSpPr>
            <a:grpSpLocks noGrp="1" noRot="1" noMove="1" noResize="1"/>
          </p:cNvGrpSpPr>
          <p:nvPr/>
        </p:nvGrpSpPr>
        <p:grpSpPr>
          <a:xfrm>
            <a:off x="356311" y="926340"/>
            <a:ext cx="3635855" cy="4796943"/>
            <a:chOff x="356311" y="926340"/>
            <a:chExt cx="3635855" cy="4796943"/>
          </a:xfrm>
        </p:grpSpPr>
        <p:sp>
          <p:nvSpPr>
            <p:cNvPr id="7" name="墙_GF_Wall_Shell"/>
            <p:cNvSpPr/>
            <p:nvPr/>
          </p:nvSpPr>
          <p:spPr>
            <a:xfrm>
              <a:off x="2603764" y="4099465"/>
              <a:ext cx="49507" cy="415573"/>
            </a:xfrm>
            <a:custGeom>
              <a:avLst/>
              <a:gdLst/>
              <a:ahLst/>
              <a:cxnLst/>
              <a:rect l="l" t="t" r="r" b="b"/>
              <a:pathLst>
                <a:path w="49507" h="415573">
                  <a:moveTo>
                    <a:pt x="49507" y="76297"/>
                  </a:moveTo>
                  <a:lnTo>
                    <a:pt x="49507" y="0"/>
                  </a:lnTo>
                  <a:lnTo>
                    <a:pt x="0" y="0"/>
                  </a:lnTo>
                  <a:lnTo>
                    <a:pt x="0" y="76297"/>
                  </a:lnTo>
                  <a:close/>
                  <a:moveTo>
                    <a:pt x="49507" y="415573"/>
                  </a:moveTo>
                  <a:lnTo>
                    <a:pt x="49507" y="353886"/>
                  </a:lnTo>
                  <a:lnTo>
                    <a:pt x="0" y="353886"/>
                  </a:lnTo>
                  <a:lnTo>
                    <a:pt x="0" y="41557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墙_FF_Wall_Shell"/>
            <p:cNvSpPr/>
            <p:nvPr/>
          </p:nvSpPr>
          <p:spPr>
            <a:xfrm>
              <a:off x="356311" y="926340"/>
              <a:ext cx="3635855" cy="4796943"/>
            </a:xfrm>
            <a:custGeom>
              <a:avLst/>
              <a:gdLst/>
              <a:ahLst/>
              <a:cxnLst/>
              <a:rect l="l" t="t" r="r" b="b"/>
              <a:pathLst>
                <a:path w="3635855" h="4796943">
                  <a:moveTo>
                    <a:pt x="1498370" y="4271390"/>
                  </a:moveTo>
                  <a:lnTo>
                    <a:pt x="1498370" y="4222690"/>
                  </a:lnTo>
                  <a:lnTo>
                    <a:pt x="1509529" y="4222690"/>
                  </a:lnTo>
                  <a:lnTo>
                    <a:pt x="1509529" y="3735690"/>
                  </a:lnTo>
                  <a:lnTo>
                    <a:pt x="1509529" y="2997075"/>
                  </a:lnTo>
                  <a:lnTo>
                    <a:pt x="1032932" y="2997075"/>
                  </a:lnTo>
                  <a:lnTo>
                    <a:pt x="1032932" y="2972644"/>
                  </a:lnTo>
                  <a:lnTo>
                    <a:pt x="1533876" y="2972644"/>
                  </a:lnTo>
                  <a:lnTo>
                    <a:pt x="1533876" y="2972725"/>
                  </a:lnTo>
                  <a:lnTo>
                    <a:pt x="2272409" y="2972725"/>
                  </a:lnTo>
                  <a:lnTo>
                    <a:pt x="2820222" y="2972725"/>
                  </a:lnTo>
                  <a:lnTo>
                    <a:pt x="2915217" y="2972725"/>
                  </a:lnTo>
                  <a:lnTo>
                    <a:pt x="2915217" y="3021425"/>
                  </a:lnTo>
                  <a:lnTo>
                    <a:pt x="2820222" y="3021425"/>
                  </a:lnTo>
                  <a:lnTo>
                    <a:pt x="2296757" y="3021425"/>
                  </a:lnTo>
                  <a:lnTo>
                    <a:pt x="2296757" y="3183880"/>
                  </a:lnTo>
                  <a:lnTo>
                    <a:pt x="2248062" y="3183880"/>
                  </a:lnTo>
                  <a:lnTo>
                    <a:pt x="2248062" y="3021425"/>
                  </a:lnTo>
                  <a:lnTo>
                    <a:pt x="1558224" y="3021425"/>
                  </a:lnTo>
                  <a:lnTo>
                    <a:pt x="1558224" y="3711340"/>
                  </a:lnTo>
                  <a:lnTo>
                    <a:pt x="2248062" y="3711340"/>
                  </a:lnTo>
                  <a:lnTo>
                    <a:pt x="2248062" y="3588251"/>
                  </a:lnTo>
                  <a:lnTo>
                    <a:pt x="2296757" y="3588251"/>
                  </a:lnTo>
                  <a:lnTo>
                    <a:pt x="2296757" y="3735690"/>
                  </a:lnTo>
                  <a:lnTo>
                    <a:pt x="2296757" y="4247040"/>
                  </a:lnTo>
                  <a:lnTo>
                    <a:pt x="2248062" y="4247040"/>
                  </a:lnTo>
                  <a:lnTo>
                    <a:pt x="2248062" y="3760040"/>
                  </a:lnTo>
                  <a:lnTo>
                    <a:pt x="1558224" y="3760040"/>
                  </a:lnTo>
                  <a:lnTo>
                    <a:pt x="1558224" y="4222690"/>
                  </a:lnTo>
                  <a:lnTo>
                    <a:pt x="1947739" y="4222690"/>
                  </a:lnTo>
                  <a:lnTo>
                    <a:pt x="1947739" y="4271390"/>
                  </a:lnTo>
                  <a:lnTo>
                    <a:pt x="1558224" y="4271390"/>
                  </a:lnTo>
                  <a:lnTo>
                    <a:pt x="1558224" y="4502714"/>
                  </a:lnTo>
                  <a:lnTo>
                    <a:pt x="1558224" y="4703601"/>
                  </a:lnTo>
                  <a:lnTo>
                    <a:pt x="1893607" y="4703601"/>
                  </a:lnTo>
                  <a:lnTo>
                    <a:pt x="1893607" y="4750272"/>
                  </a:lnTo>
                  <a:lnTo>
                    <a:pt x="1893607" y="4796943"/>
                  </a:lnTo>
                  <a:lnTo>
                    <a:pt x="1533876" y="4796943"/>
                  </a:lnTo>
                  <a:lnTo>
                    <a:pt x="1533876" y="4750272"/>
                  </a:lnTo>
                  <a:lnTo>
                    <a:pt x="1522717" y="4750272"/>
                  </a:lnTo>
                  <a:lnTo>
                    <a:pt x="1487211" y="4750272"/>
                  </a:lnTo>
                  <a:lnTo>
                    <a:pt x="1487211" y="4549385"/>
                  </a:lnTo>
                  <a:lnTo>
                    <a:pt x="256458" y="4549385"/>
                  </a:lnTo>
                  <a:lnTo>
                    <a:pt x="46666" y="4549385"/>
                  </a:lnTo>
                  <a:lnTo>
                    <a:pt x="46666" y="4502714"/>
                  </a:lnTo>
                  <a:lnTo>
                    <a:pt x="0" y="4502714"/>
                  </a:lnTo>
                  <a:lnTo>
                    <a:pt x="0" y="1523902"/>
                  </a:lnTo>
                  <a:lnTo>
                    <a:pt x="46666" y="1523902"/>
                  </a:lnTo>
                  <a:lnTo>
                    <a:pt x="46666" y="1477231"/>
                  </a:lnTo>
                  <a:lnTo>
                    <a:pt x="700673" y="1477231"/>
                  </a:lnTo>
                  <a:lnTo>
                    <a:pt x="764341" y="1477231"/>
                  </a:lnTo>
                  <a:lnTo>
                    <a:pt x="1533876" y="1477231"/>
                  </a:lnTo>
                  <a:lnTo>
                    <a:pt x="1638772" y="1477231"/>
                  </a:lnTo>
                  <a:lnTo>
                    <a:pt x="1638772" y="1523902"/>
                  </a:lnTo>
                  <a:lnTo>
                    <a:pt x="1638772" y="1570573"/>
                  </a:lnTo>
                  <a:lnTo>
                    <a:pt x="1558224" y="1570573"/>
                  </a:lnTo>
                  <a:lnTo>
                    <a:pt x="1558224" y="2215400"/>
                  </a:lnTo>
                  <a:lnTo>
                    <a:pt x="1558224" y="2546600"/>
                  </a:lnTo>
                  <a:lnTo>
                    <a:pt x="1985234" y="2546600"/>
                  </a:lnTo>
                  <a:lnTo>
                    <a:pt x="1985234" y="2595300"/>
                  </a:lnTo>
                  <a:lnTo>
                    <a:pt x="1533876" y="2595300"/>
                  </a:lnTo>
                  <a:lnTo>
                    <a:pt x="1533876" y="2570950"/>
                  </a:lnTo>
                  <a:lnTo>
                    <a:pt x="1509529" y="2570950"/>
                  </a:lnTo>
                  <a:lnTo>
                    <a:pt x="1509529" y="2239994"/>
                  </a:lnTo>
                  <a:lnTo>
                    <a:pt x="1057847" y="2239994"/>
                  </a:lnTo>
                  <a:lnTo>
                    <a:pt x="1057847" y="2570950"/>
                  </a:lnTo>
                  <a:lnTo>
                    <a:pt x="1008016" y="2570950"/>
                  </a:lnTo>
                  <a:lnTo>
                    <a:pt x="1008016" y="2239994"/>
                  </a:lnTo>
                  <a:lnTo>
                    <a:pt x="692395" y="2239994"/>
                  </a:lnTo>
                  <a:lnTo>
                    <a:pt x="692395" y="2190847"/>
                  </a:lnTo>
                  <a:lnTo>
                    <a:pt x="667480" y="2190847"/>
                  </a:lnTo>
                  <a:lnTo>
                    <a:pt x="667480" y="2141701"/>
                  </a:lnTo>
                  <a:lnTo>
                    <a:pt x="717310" y="2141701"/>
                  </a:lnTo>
                  <a:lnTo>
                    <a:pt x="717310" y="2190847"/>
                  </a:lnTo>
                  <a:lnTo>
                    <a:pt x="1032932" y="2190847"/>
                  </a:lnTo>
                  <a:lnTo>
                    <a:pt x="1509529" y="2190847"/>
                  </a:lnTo>
                  <a:lnTo>
                    <a:pt x="1509529" y="1570573"/>
                  </a:lnTo>
                  <a:lnTo>
                    <a:pt x="764341" y="1570573"/>
                  </a:lnTo>
                  <a:lnTo>
                    <a:pt x="717310" y="1570573"/>
                  </a:lnTo>
                  <a:lnTo>
                    <a:pt x="717310" y="1854940"/>
                  </a:lnTo>
                  <a:lnTo>
                    <a:pt x="667480" y="1854940"/>
                  </a:lnTo>
                  <a:lnTo>
                    <a:pt x="667480" y="1570573"/>
                  </a:lnTo>
                  <a:lnTo>
                    <a:pt x="93331" y="1570573"/>
                  </a:lnTo>
                  <a:lnTo>
                    <a:pt x="93331" y="4456043"/>
                  </a:lnTo>
                  <a:lnTo>
                    <a:pt x="256458" y="4456043"/>
                  </a:lnTo>
                  <a:lnTo>
                    <a:pt x="1509529" y="4456043"/>
                  </a:lnTo>
                  <a:lnTo>
                    <a:pt x="1509529" y="4271390"/>
                  </a:lnTo>
                  <a:close/>
                  <a:moveTo>
                    <a:pt x="2296757" y="4583881"/>
                  </a:moveTo>
                  <a:lnTo>
                    <a:pt x="2296757" y="4673164"/>
                  </a:lnTo>
                  <a:lnTo>
                    <a:pt x="2464428" y="4673164"/>
                  </a:lnTo>
                  <a:lnTo>
                    <a:pt x="2464428" y="4697514"/>
                  </a:lnTo>
                  <a:lnTo>
                    <a:pt x="2488978" y="4697514"/>
                  </a:lnTo>
                  <a:lnTo>
                    <a:pt x="2488978" y="4703601"/>
                  </a:lnTo>
                  <a:lnTo>
                    <a:pt x="2610674" y="4703601"/>
                  </a:lnTo>
                  <a:lnTo>
                    <a:pt x="2610674" y="4750272"/>
                  </a:lnTo>
                  <a:lnTo>
                    <a:pt x="2610674" y="4796943"/>
                  </a:lnTo>
                  <a:lnTo>
                    <a:pt x="2464428" y="4796943"/>
                  </a:lnTo>
                  <a:lnTo>
                    <a:pt x="2306090" y="4796943"/>
                  </a:lnTo>
                  <a:lnTo>
                    <a:pt x="2306090" y="4750272"/>
                  </a:lnTo>
                  <a:lnTo>
                    <a:pt x="2306090" y="4721864"/>
                  </a:lnTo>
                  <a:lnTo>
                    <a:pt x="2272409" y="4721864"/>
                  </a:lnTo>
                  <a:lnTo>
                    <a:pt x="2272409" y="4697514"/>
                  </a:lnTo>
                  <a:lnTo>
                    <a:pt x="2248062" y="4697514"/>
                  </a:lnTo>
                  <a:lnTo>
                    <a:pt x="2248062" y="4583881"/>
                  </a:lnTo>
                  <a:close/>
                  <a:moveTo>
                    <a:pt x="3535828" y="582370"/>
                  </a:moveTo>
                  <a:lnTo>
                    <a:pt x="3535828" y="533670"/>
                  </a:lnTo>
                  <a:lnTo>
                    <a:pt x="3538466" y="533670"/>
                  </a:lnTo>
                  <a:lnTo>
                    <a:pt x="3538466" y="93342"/>
                  </a:lnTo>
                  <a:lnTo>
                    <a:pt x="3221505" y="93342"/>
                  </a:lnTo>
                  <a:lnTo>
                    <a:pt x="2319075" y="93342"/>
                  </a:lnTo>
                  <a:lnTo>
                    <a:pt x="2319075" y="682611"/>
                  </a:lnTo>
                  <a:lnTo>
                    <a:pt x="2272409" y="682611"/>
                  </a:lnTo>
                  <a:lnTo>
                    <a:pt x="2225663" y="682611"/>
                  </a:lnTo>
                  <a:lnTo>
                    <a:pt x="2225663" y="46671"/>
                  </a:lnTo>
                  <a:lnTo>
                    <a:pt x="2272409" y="46671"/>
                  </a:lnTo>
                  <a:lnTo>
                    <a:pt x="2272409" y="0"/>
                  </a:lnTo>
                  <a:lnTo>
                    <a:pt x="3221505" y="0"/>
                  </a:lnTo>
                  <a:lnTo>
                    <a:pt x="3587161" y="0"/>
                  </a:lnTo>
                  <a:lnTo>
                    <a:pt x="3587161" y="46671"/>
                  </a:lnTo>
                  <a:lnTo>
                    <a:pt x="3635855" y="46671"/>
                  </a:lnTo>
                  <a:lnTo>
                    <a:pt x="3635855" y="558020"/>
                  </a:lnTo>
                  <a:lnTo>
                    <a:pt x="3635855" y="1174886"/>
                  </a:lnTo>
                  <a:lnTo>
                    <a:pt x="3635855" y="1523902"/>
                  </a:lnTo>
                  <a:lnTo>
                    <a:pt x="3635855" y="2497901"/>
                  </a:lnTo>
                  <a:lnTo>
                    <a:pt x="3635855" y="2997075"/>
                  </a:lnTo>
                  <a:lnTo>
                    <a:pt x="3635855" y="4750272"/>
                  </a:lnTo>
                  <a:lnTo>
                    <a:pt x="3587161" y="4750272"/>
                  </a:lnTo>
                  <a:lnTo>
                    <a:pt x="3587161" y="4796943"/>
                  </a:lnTo>
                  <a:lnTo>
                    <a:pt x="3027093" y="4796943"/>
                  </a:lnTo>
                  <a:lnTo>
                    <a:pt x="3027093" y="4750272"/>
                  </a:lnTo>
                  <a:lnTo>
                    <a:pt x="3027093" y="4703601"/>
                  </a:lnTo>
                  <a:lnTo>
                    <a:pt x="3538466" y="4703601"/>
                  </a:lnTo>
                  <a:lnTo>
                    <a:pt x="3538466" y="3021425"/>
                  </a:lnTo>
                  <a:lnTo>
                    <a:pt x="3331433" y="3021425"/>
                  </a:lnTo>
                  <a:lnTo>
                    <a:pt x="3332042" y="3001174"/>
                  </a:lnTo>
                  <a:lnTo>
                    <a:pt x="3333178" y="2972725"/>
                  </a:lnTo>
                  <a:lnTo>
                    <a:pt x="3538466" y="2972725"/>
                  </a:lnTo>
                  <a:lnTo>
                    <a:pt x="3538466" y="2497901"/>
                  </a:lnTo>
                  <a:lnTo>
                    <a:pt x="3538466" y="1548252"/>
                  </a:lnTo>
                  <a:lnTo>
                    <a:pt x="3166197" y="1548252"/>
                  </a:lnTo>
                  <a:lnTo>
                    <a:pt x="3166197" y="1499552"/>
                  </a:lnTo>
                  <a:lnTo>
                    <a:pt x="3166197" y="1499065"/>
                  </a:lnTo>
                  <a:lnTo>
                    <a:pt x="3217245" y="1499065"/>
                  </a:lnTo>
                  <a:lnTo>
                    <a:pt x="3217245" y="1499552"/>
                  </a:lnTo>
                  <a:lnTo>
                    <a:pt x="3538466" y="1499552"/>
                  </a:lnTo>
                  <a:lnTo>
                    <a:pt x="3538466" y="1491435"/>
                  </a:lnTo>
                  <a:lnTo>
                    <a:pt x="3538466" y="1174886"/>
                  </a:lnTo>
                  <a:lnTo>
                    <a:pt x="3538466" y="582370"/>
                  </a:lnTo>
                  <a:close/>
                  <a:moveTo>
                    <a:pt x="2795875" y="2558775"/>
                  </a:moveTo>
                  <a:lnTo>
                    <a:pt x="2795875" y="2530367"/>
                  </a:lnTo>
                  <a:lnTo>
                    <a:pt x="2456231" y="2530367"/>
                  </a:lnTo>
                  <a:lnTo>
                    <a:pt x="2456231" y="2570950"/>
                  </a:lnTo>
                  <a:lnTo>
                    <a:pt x="2431640" y="2570950"/>
                  </a:lnTo>
                  <a:lnTo>
                    <a:pt x="2431640" y="2595300"/>
                  </a:lnTo>
                  <a:lnTo>
                    <a:pt x="2362291" y="2595300"/>
                  </a:lnTo>
                  <a:lnTo>
                    <a:pt x="2361074" y="2546600"/>
                  </a:lnTo>
                  <a:lnTo>
                    <a:pt x="2407050" y="2546600"/>
                  </a:lnTo>
                  <a:lnTo>
                    <a:pt x="2407050" y="2506017"/>
                  </a:lnTo>
                  <a:lnTo>
                    <a:pt x="2431640" y="2506017"/>
                  </a:lnTo>
                  <a:lnTo>
                    <a:pt x="2431640" y="2481667"/>
                  </a:lnTo>
                  <a:lnTo>
                    <a:pt x="2795875" y="2481667"/>
                  </a:lnTo>
                  <a:lnTo>
                    <a:pt x="2795875" y="1548252"/>
                  </a:lnTo>
                  <a:lnTo>
                    <a:pt x="2272409" y="1548252"/>
                  </a:lnTo>
                  <a:lnTo>
                    <a:pt x="2272409" y="1570573"/>
                  </a:lnTo>
                  <a:lnTo>
                    <a:pt x="2052229" y="1570573"/>
                  </a:lnTo>
                  <a:lnTo>
                    <a:pt x="2052229" y="1523902"/>
                  </a:lnTo>
                  <a:lnTo>
                    <a:pt x="2052229" y="1477231"/>
                  </a:lnTo>
                  <a:lnTo>
                    <a:pt x="2225663" y="1477231"/>
                  </a:lnTo>
                  <a:lnTo>
                    <a:pt x="2225663" y="1441112"/>
                  </a:lnTo>
                  <a:lnTo>
                    <a:pt x="2272409" y="1441112"/>
                  </a:lnTo>
                  <a:lnTo>
                    <a:pt x="2319075" y="1441112"/>
                  </a:lnTo>
                  <a:lnTo>
                    <a:pt x="2319075" y="1499552"/>
                  </a:lnTo>
                  <a:lnTo>
                    <a:pt x="2828338" y="1499552"/>
                  </a:lnTo>
                  <a:lnTo>
                    <a:pt x="2828338" y="1523902"/>
                  </a:lnTo>
                  <a:lnTo>
                    <a:pt x="2844570" y="1523902"/>
                  </a:lnTo>
                  <a:lnTo>
                    <a:pt x="2844570" y="2506017"/>
                  </a:lnTo>
                  <a:lnTo>
                    <a:pt x="2844570" y="2558775"/>
                  </a:lnTo>
                  <a:close/>
                  <a:moveTo>
                    <a:pt x="2272409" y="1090878"/>
                  </a:moveTo>
                  <a:lnTo>
                    <a:pt x="2225663" y="1090878"/>
                  </a:lnTo>
                  <a:lnTo>
                    <a:pt x="2225663" y="1174886"/>
                  </a:lnTo>
                  <a:lnTo>
                    <a:pt x="2225663" y="1247936"/>
                  </a:lnTo>
                  <a:lnTo>
                    <a:pt x="2272409" y="1247936"/>
                  </a:lnTo>
                  <a:lnTo>
                    <a:pt x="2319075" y="1247936"/>
                  </a:lnTo>
                  <a:lnTo>
                    <a:pt x="2319075" y="1174886"/>
                  </a:lnTo>
                  <a:lnTo>
                    <a:pt x="2319075" y="109087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墙_Wall_FF_MasterBath_DoorInfill"/>
            <p:cNvSpPr/>
            <p:nvPr/>
          </p:nvSpPr>
          <p:spPr>
            <a:xfrm>
              <a:off x="2303888" y="5148949"/>
              <a:ext cx="348977" cy="361191"/>
            </a:xfrm>
            <a:custGeom>
              <a:avLst/>
              <a:gdLst/>
              <a:ahLst/>
              <a:cxnLst/>
              <a:rect l="l" t="t" r="r" b="b"/>
              <a:pathLst>
                <a:path w="348977" h="361191">
                  <a:moveTo>
                    <a:pt x="0" y="48699"/>
                  </a:moveTo>
                  <a:lnTo>
                    <a:pt x="0" y="0"/>
                  </a:lnTo>
                  <a:lnTo>
                    <a:pt x="23535" y="0"/>
                  </a:lnTo>
                  <a:lnTo>
                    <a:pt x="23535" y="48699"/>
                  </a:lnTo>
                  <a:close/>
                  <a:moveTo>
                    <a:pt x="348977" y="333594"/>
                  </a:moveTo>
                  <a:lnTo>
                    <a:pt x="348977" y="361191"/>
                  </a:lnTo>
                  <a:lnTo>
                    <a:pt x="300282" y="361191"/>
                  </a:lnTo>
                  <a:lnTo>
                    <a:pt x="300282" y="33359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墙_Wall_FF_Corridor_NorthEnd_Infill"/>
            <p:cNvSpPr/>
            <p:nvPr/>
          </p:nvSpPr>
          <p:spPr>
            <a:xfrm>
              <a:off x="1865637" y="3497615"/>
              <a:ext cx="48695" cy="23944"/>
            </a:xfrm>
            <a:custGeom>
              <a:avLst/>
              <a:gdLst/>
              <a:ahLst/>
              <a:cxnLst/>
              <a:rect l="l" t="t" r="r" b="b"/>
              <a:pathLst>
                <a:path w="48695" h="23944">
                  <a:moveTo>
                    <a:pt x="48695" y="0"/>
                  </a:moveTo>
                  <a:lnTo>
                    <a:pt x="48695" y="23944"/>
                  </a:lnTo>
                  <a:lnTo>
                    <a:pt x="0" y="239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墙_Wall_FF_Study_North_FlushInfill"/>
            <p:cNvSpPr/>
            <p:nvPr/>
          </p:nvSpPr>
          <p:spPr>
            <a:xfrm>
              <a:off x="2628517" y="2474511"/>
              <a:ext cx="523466" cy="22321"/>
            </a:xfrm>
            <a:custGeom>
              <a:avLst/>
              <a:gdLst/>
              <a:ahLst/>
              <a:cxnLst/>
              <a:rect l="l" t="t" r="r" b="b"/>
              <a:pathLst>
                <a:path w="523466" h="22321">
                  <a:moveTo>
                    <a:pt x="523466" y="0"/>
                  </a:moveTo>
                  <a:lnTo>
                    <a:pt x="523466" y="22321"/>
                  </a:lnTo>
                  <a:lnTo>
                    <a:pt x="0" y="223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墙_Wall_FF_NarrowWindow_LowerInfill"/>
            <p:cNvSpPr/>
            <p:nvPr/>
          </p:nvSpPr>
          <p:spPr>
            <a:xfrm>
              <a:off x="2581852" y="2174195"/>
              <a:ext cx="93331" cy="193176"/>
            </a:xfrm>
            <a:custGeom>
              <a:avLst/>
              <a:gdLst/>
              <a:ahLst/>
              <a:cxnLst/>
              <a:rect l="l" t="t" r="r" b="b"/>
              <a:pathLst>
                <a:path w="93331" h="193176">
                  <a:moveTo>
                    <a:pt x="93331" y="0"/>
                  </a:moveTo>
                  <a:lnTo>
                    <a:pt x="93331" y="193176"/>
                  </a:lnTo>
                  <a:lnTo>
                    <a:pt x="0" y="1931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墙_V35_Partition_Study_Bath"/>
            <p:cNvSpPr/>
            <p:nvPr/>
          </p:nvSpPr>
          <p:spPr>
            <a:xfrm>
              <a:off x="2673154" y="1425027"/>
              <a:ext cx="1225478" cy="44642"/>
            </a:xfrm>
            <a:custGeom>
              <a:avLst/>
              <a:gdLst/>
              <a:ahLst/>
              <a:cxnLst/>
              <a:rect l="l" t="t" r="r" b="b"/>
              <a:pathLst>
                <a:path w="1225478" h="44642">
                  <a:moveTo>
                    <a:pt x="1225478" y="0"/>
                  </a:moveTo>
                  <a:lnTo>
                    <a:pt x="1225478" y="44642"/>
                  </a:lnTo>
                  <a:lnTo>
                    <a:pt x="409845" y="44642"/>
                  </a:lnTo>
                  <a:lnTo>
                    <a:pt x="409845" y="0"/>
                  </a:lnTo>
                  <a:close/>
                  <a:moveTo>
                    <a:pt x="142026" y="0"/>
                  </a:moveTo>
                  <a:lnTo>
                    <a:pt x="142026" y="44642"/>
                  </a:lnTo>
                  <a:lnTo>
                    <a:pt x="0" y="446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墙_V35_DoorLeaf_Bath245"/>
            <p:cNvSpPr/>
            <p:nvPr/>
          </p:nvSpPr>
          <p:spPr>
            <a:xfrm>
              <a:off x="3066768" y="1473727"/>
              <a:ext cx="16231" cy="259733"/>
            </a:xfrm>
            <a:custGeom>
              <a:avLst/>
              <a:gdLst/>
              <a:ahLst/>
              <a:cxnLst/>
              <a:rect l="l" t="t" r="r" b="b"/>
              <a:pathLst>
                <a:path w="16231" h="259733">
                  <a:moveTo>
                    <a:pt x="16231" y="0"/>
                  </a:moveTo>
                  <a:lnTo>
                    <a:pt x="16231" y="259733"/>
                  </a:lnTo>
                  <a:lnTo>
                    <a:pt x="0" y="259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墙_Landing_Guard"/>
            <p:cNvSpPr/>
            <p:nvPr/>
          </p:nvSpPr>
          <p:spPr>
            <a:xfrm>
              <a:off x="3522508" y="3016257"/>
              <a:ext cx="21263" cy="197437"/>
            </a:xfrm>
            <a:custGeom>
              <a:avLst/>
              <a:gdLst/>
              <a:ahLst/>
              <a:cxnLst/>
              <a:rect l="l" t="t" r="r" b="b"/>
              <a:pathLst>
                <a:path w="21263" h="197437">
                  <a:moveTo>
                    <a:pt x="18138" y="28895"/>
                  </a:moveTo>
                  <a:lnTo>
                    <a:pt x="14689" y="7508"/>
                  </a:lnTo>
                  <a:lnTo>
                    <a:pt x="10631" y="0"/>
                  </a:lnTo>
                  <a:lnTo>
                    <a:pt x="6573" y="7508"/>
                  </a:lnTo>
                  <a:lnTo>
                    <a:pt x="3124" y="28895"/>
                  </a:lnTo>
                  <a:lnTo>
                    <a:pt x="811" y="60915"/>
                  </a:lnTo>
                  <a:lnTo>
                    <a:pt x="0" y="98698"/>
                  </a:lnTo>
                  <a:lnTo>
                    <a:pt x="811" y="136481"/>
                  </a:lnTo>
                  <a:lnTo>
                    <a:pt x="3124" y="168502"/>
                  </a:lnTo>
                  <a:lnTo>
                    <a:pt x="6573" y="189889"/>
                  </a:lnTo>
                  <a:lnTo>
                    <a:pt x="10631" y="197437"/>
                  </a:lnTo>
                  <a:lnTo>
                    <a:pt x="14689" y="189889"/>
                  </a:lnTo>
                  <a:lnTo>
                    <a:pt x="18138" y="168502"/>
                  </a:lnTo>
                  <a:lnTo>
                    <a:pt x="20451" y="136481"/>
                  </a:lnTo>
                  <a:lnTo>
                    <a:pt x="21263" y="98698"/>
                  </a:lnTo>
                  <a:lnTo>
                    <a:pt x="20451" y="6091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墙_Landing_Baluster.009"/>
            <p:cNvSpPr/>
            <p:nvPr/>
          </p:nvSpPr>
          <p:spPr>
            <a:xfrm>
              <a:off x="3528879" y="3506422"/>
              <a:ext cx="8521" cy="8116"/>
            </a:xfrm>
            <a:custGeom>
              <a:avLst/>
              <a:gdLst/>
              <a:ahLst/>
              <a:cxnLst/>
              <a:rect l="l" t="t" r="r" b="b"/>
              <a:pathLst>
                <a:path w="8521" h="8116">
                  <a:moveTo>
                    <a:pt x="7263" y="6939"/>
                  </a:moveTo>
                  <a:lnTo>
                    <a:pt x="5883" y="7832"/>
                  </a:lnTo>
                  <a:lnTo>
                    <a:pt x="4260" y="8116"/>
                  </a:lnTo>
                  <a:lnTo>
                    <a:pt x="2637" y="7832"/>
                  </a:lnTo>
                  <a:lnTo>
                    <a:pt x="1257" y="6939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墙_Landing_Baluster.010"/>
            <p:cNvSpPr/>
            <p:nvPr/>
          </p:nvSpPr>
          <p:spPr>
            <a:xfrm>
              <a:off x="3528879" y="347091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1"/>
                  </a:lnTo>
                  <a:lnTo>
                    <a:pt x="0" y="405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9"/>
                  </a:lnTo>
                  <a:lnTo>
                    <a:pt x="8196" y="560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墙_Landing_Baluster.011"/>
            <p:cNvSpPr/>
            <p:nvPr/>
          </p:nvSpPr>
          <p:spPr>
            <a:xfrm>
              <a:off x="3528879" y="3435401"/>
              <a:ext cx="8521" cy="8117"/>
            </a:xfrm>
            <a:custGeom>
              <a:avLst/>
              <a:gdLst/>
              <a:ahLst/>
              <a:cxnLst/>
              <a:rect l="l" t="t" r="r" b="b"/>
              <a:pathLst>
                <a:path w="8521" h="8117">
                  <a:moveTo>
                    <a:pt x="7263" y="6940"/>
                  </a:moveTo>
                  <a:lnTo>
                    <a:pt x="5883" y="7792"/>
                  </a:lnTo>
                  <a:lnTo>
                    <a:pt x="4260" y="8117"/>
                  </a:lnTo>
                  <a:lnTo>
                    <a:pt x="2637" y="7792"/>
                  </a:lnTo>
                  <a:lnTo>
                    <a:pt x="1257" y="6940"/>
                  </a:lnTo>
                  <a:lnTo>
                    <a:pt x="324" y="5600"/>
                  </a:lnTo>
                  <a:lnTo>
                    <a:pt x="0" y="4058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58"/>
                  </a:lnTo>
                  <a:lnTo>
                    <a:pt x="8196" y="560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墙_Landing_Baluster.012"/>
            <p:cNvSpPr/>
            <p:nvPr/>
          </p:nvSpPr>
          <p:spPr>
            <a:xfrm>
              <a:off x="3528879" y="339980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325"/>
                  </a:lnTo>
                  <a:lnTo>
                    <a:pt x="4260" y="0"/>
                  </a:lnTo>
                  <a:lnTo>
                    <a:pt x="5883" y="325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墙_Landing_Baluster.013"/>
            <p:cNvSpPr/>
            <p:nvPr/>
          </p:nvSpPr>
          <p:spPr>
            <a:xfrm>
              <a:off x="3528879" y="336397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6981"/>
                  </a:moveTo>
                  <a:lnTo>
                    <a:pt x="5883" y="7874"/>
                  </a:lnTo>
                  <a:lnTo>
                    <a:pt x="4260" y="8198"/>
                  </a:lnTo>
                  <a:lnTo>
                    <a:pt x="2637" y="7874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7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7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墙_Landing_Baluster.014"/>
            <p:cNvSpPr/>
            <p:nvPr/>
          </p:nvSpPr>
          <p:spPr>
            <a:xfrm>
              <a:off x="3528879" y="3328139"/>
              <a:ext cx="8521" cy="8158"/>
            </a:xfrm>
            <a:custGeom>
              <a:avLst/>
              <a:gdLst/>
              <a:ahLst/>
              <a:cxnLst/>
              <a:rect l="l" t="t" r="r" b="b"/>
              <a:pathLst>
                <a:path w="8521" h="8158">
                  <a:moveTo>
                    <a:pt x="7263" y="6981"/>
                  </a:moveTo>
                  <a:lnTo>
                    <a:pt x="5883" y="7873"/>
                  </a:lnTo>
                  <a:lnTo>
                    <a:pt x="4260" y="8158"/>
                  </a:lnTo>
                  <a:lnTo>
                    <a:pt x="2637" y="7873"/>
                  </a:lnTo>
                  <a:lnTo>
                    <a:pt x="1257" y="6981"/>
                  </a:lnTo>
                  <a:lnTo>
                    <a:pt x="324" y="564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177"/>
                  </a:lnTo>
                  <a:lnTo>
                    <a:pt x="2637" y="284"/>
                  </a:lnTo>
                  <a:lnTo>
                    <a:pt x="4260" y="0"/>
                  </a:lnTo>
                  <a:lnTo>
                    <a:pt x="5883" y="284"/>
                  </a:lnTo>
                  <a:lnTo>
                    <a:pt x="7263" y="117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4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墙_Landing_Baluster.015"/>
            <p:cNvSpPr/>
            <p:nvPr/>
          </p:nvSpPr>
          <p:spPr>
            <a:xfrm>
              <a:off x="3528879" y="3292264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913"/>
                  </a:lnTo>
                  <a:lnTo>
                    <a:pt x="4260" y="8198"/>
                  </a:lnTo>
                  <a:lnTo>
                    <a:pt x="2637" y="791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墙_Landing_Baluster.016"/>
            <p:cNvSpPr/>
            <p:nvPr/>
          </p:nvSpPr>
          <p:spPr>
            <a:xfrm>
              <a:off x="3528879" y="3256429"/>
              <a:ext cx="8521" cy="8198"/>
            </a:xfrm>
            <a:custGeom>
              <a:avLst/>
              <a:gdLst/>
              <a:ahLst/>
              <a:cxnLst/>
              <a:rect l="l" t="t" r="r" b="b"/>
              <a:pathLst>
                <a:path w="8521" h="8198">
                  <a:moveTo>
                    <a:pt x="7263" y="7021"/>
                  </a:moveTo>
                  <a:lnTo>
                    <a:pt x="5883" y="7873"/>
                  </a:lnTo>
                  <a:lnTo>
                    <a:pt x="4260" y="8198"/>
                  </a:lnTo>
                  <a:lnTo>
                    <a:pt x="2637" y="7873"/>
                  </a:lnTo>
                  <a:lnTo>
                    <a:pt x="1257" y="7021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5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5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墙_Landing_Baluster.017"/>
            <p:cNvSpPr/>
            <p:nvPr/>
          </p:nvSpPr>
          <p:spPr>
            <a:xfrm>
              <a:off x="3528879" y="3220594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墙_Landing_Baluster.018"/>
            <p:cNvSpPr/>
            <p:nvPr/>
          </p:nvSpPr>
          <p:spPr>
            <a:xfrm>
              <a:off x="3528879" y="3184759"/>
              <a:ext cx="8521" cy="8197"/>
            </a:xfrm>
            <a:custGeom>
              <a:avLst/>
              <a:gdLst/>
              <a:ahLst/>
              <a:cxnLst/>
              <a:rect l="l" t="t" r="r" b="b"/>
              <a:pathLst>
                <a:path w="8521" h="8197">
                  <a:moveTo>
                    <a:pt x="7263" y="6980"/>
                  </a:moveTo>
                  <a:lnTo>
                    <a:pt x="5883" y="7873"/>
                  </a:lnTo>
                  <a:lnTo>
                    <a:pt x="4260" y="8197"/>
                  </a:lnTo>
                  <a:lnTo>
                    <a:pt x="2637" y="7873"/>
                  </a:lnTo>
                  <a:lnTo>
                    <a:pt x="1257" y="6980"/>
                  </a:lnTo>
                  <a:lnTo>
                    <a:pt x="324" y="5681"/>
                  </a:lnTo>
                  <a:lnTo>
                    <a:pt x="0" y="4099"/>
                  </a:lnTo>
                  <a:lnTo>
                    <a:pt x="324" y="2516"/>
                  </a:lnTo>
                  <a:lnTo>
                    <a:pt x="1257" y="1217"/>
                  </a:lnTo>
                  <a:lnTo>
                    <a:pt x="2637" y="324"/>
                  </a:lnTo>
                  <a:lnTo>
                    <a:pt x="4260" y="0"/>
                  </a:lnTo>
                  <a:lnTo>
                    <a:pt x="5883" y="324"/>
                  </a:lnTo>
                  <a:lnTo>
                    <a:pt x="7263" y="1217"/>
                  </a:lnTo>
                  <a:lnTo>
                    <a:pt x="8196" y="2516"/>
                  </a:lnTo>
                  <a:lnTo>
                    <a:pt x="8521" y="4099"/>
                  </a:lnTo>
                  <a:lnTo>
                    <a:pt x="8196" y="568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墙_Lift_Guide_Duo_-1"/>
            <p:cNvSpPr/>
            <p:nvPr/>
          </p:nvSpPr>
          <p:spPr>
            <a:xfrm>
              <a:off x="1418054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墙_Lift_Guide_Duo_1"/>
            <p:cNvSpPr/>
            <p:nvPr/>
          </p:nvSpPr>
          <p:spPr>
            <a:xfrm>
              <a:off x="1817957" y="3333334"/>
              <a:ext cx="24956" cy="56817"/>
            </a:xfrm>
            <a:custGeom>
              <a:avLst/>
              <a:gdLst/>
              <a:ahLst/>
              <a:cxnLst/>
              <a:rect l="l" t="t" r="r" b="b"/>
              <a:pathLst>
                <a:path w="24956" h="56817">
                  <a:moveTo>
                    <a:pt x="0" y="0"/>
                  </a:moveTo>
                  <a:lnTo>
                    <a:pt x="24956" y="0"/>
                  </a:lnTo>
                  <a:lnTo>
                    <a:pt x="24956" y="56817"/>
                  </a:lnTo>
                  <a:lnTo>
                    <a:pt x="0" y="5681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墙_FrameJamb.028"/>
            <p:cNvSpPr/>
            <p:nvPr/>
          </p:nvSpPr>
          <p:spPr>
            <a:xfrm>
              <a:off x="2341545" y="3467868"/>
              <a:ext cx="12336" cy="58845"/>
            </a:xfrm>
            <a:custGeom>
              <a:avLst/>
              <a:gdLst/>
              <a:ahLst/>
              <a:cxnLst/>
              <a:rect l="l" t="t" r="r" b="b"/>
              <a:pathLst>
                <a:path w="12336" h="58845">
                  <a:moveTo>
                    <a:pt x="0" y="0"/>
                  </a:moveTo>
                  <a:lnTo>
                    <a:pt x="12336" y="0"/>
                  </a:lnTo>
                  <a:lnTo>
                    <a:pt x="12336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墙_FrameJamb.029"/>
            <p:cNvSpPr/>
            <p:nvPr/>
          </p:nvSpPr>
          <p:spPr>
            <a:xfrm>
              <a:off x="2714220" y="3467868"/>
              <a:ext cx="12295" cy="58845"/>
            </a:xfrm>
            <a:custGeom>
              <a:avLst/>
              <a:gdLst/>
              <a:ahLst/>
              <a:cxnLst/>
              <a:rect l="l" t="t" r="r" b="b"/>
              <a:pathLst>
                <a:path w="12295" h="58845">
                  <a:moveTo>
                    <a:pt x="0" y="0"/>
                  </a:moveTo>
                  <a:lnTo>
                    <a:pt x="12295" y="0"/>
                  </a:lnTo>
                  <a:lnTo>
                    <a:pt x="12295" y="58845"/>
                  </a:lnTo>
                  <a:lnTo>
                    <a:pt x="0" y="5884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墙_DoorLeaf.009"/>
            <p:cNvSpPr/>
            <p:nvPr/>
          </p:nvSpPr>
          <p:spPr>
            <a:xfrm>
              <a:off x="2657978" y="3144459"/>
              <a:ext cx="63100" cy="353602"/>
            </a:xfrm>
            <a:custGeom>
              <a:avLst/>
              <a:gdLst/>
              <a:ahLst/>
              <a:cxnLst/>
              <a:rect l="l" t="t" r="r" b="b"/>
              <a:pathLst>
                <a:path w="63100" h="353602">
                  <a:moveTo>
                    <a:pt x="63059" y="350883"/>
                  </a:moveTo>
                  <a:lnTo>
                    <a:pt x="63100" y="350234"/>
                  </a:lnTo>
                  <a:lnTo>
                    <a:pt x="14080" y="1380"/>
                  </a:lnTo>
                  <a:lnTo>
                    <a:pt x="13878" y="772"/>
                  </a:lnTo>
                  <a:lnTo>
                    <a:pt x="13431" y="285"/>
                  </a:lnTo>
                  <a:lnTo>
                    <a:pt x="12863" y="41"/>
                  </a:lnTo>
                  <a:lnTo>
                    <a:pt x="12214" y="0"/>
                  </a:lnTo>
                  <a:lnTo>
                    <a:pt x="1379" y="1543"/>
                  </a:lnTo>
                  <a:lnTo>
                    <a:pt x="771" y="1746"/>
                  </a:lnTo>
                  <a:lnTo>
                    <a:pt x="324" y="2151"/>
                  </a:lnTo>
                  <a:lnTo>
                    <a:pt x="40" y="2720"/>
                  </a:lnTo>
                  <a:lnTo>
                    <a:pt x="0" y="3369"/>
                  </a:lnTo>
                  <a:lnTo>
                    <a:pt x="48897" y="352223"/>
                  </a:lnTo>
                  <a:lnTo>
                    <a:pt x="49100" y="352831"/>
                  </a:lnTo>
                  <a:lnTo>
                    <a:pt x="49546" y="353278"/>
                  </a:lnTo>
                  <a:lnTo>
                    <a:pt x="50114" y="353562"/>
                  </a:lnTo>
                  <a:lnTo>
                    <a:pt x="50723" y="353602"/>
                  </a:lnTo>
                  <a:lnTo>
                    <a:pt x="61720" y="352060"/>
                  </a:lnTo>
                  <a:lnTo>
                    <a:pt x="62329" y="351857"/>
                  </a:lnTo>
                  <a:lnTo>
                    <a:pt x="62816" y="351452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1" name="墙_FrameJamb.048"/>
            <p:cNvSpPr/>
            <p:nvPr/>
          </p:nvSpPr>
          <p:spPr>
            <a:xfrm>
              <a:off x="3271528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2" name="墙_FrameJamb.049"/>
            <p:cNvSpPr/>
            <p:nvPr/>
          </p:nvSpPr>
          <p:spPr>
            <a:xfrm>
              <a:off x="3684133" y="3893992"/>
              <a:ext cx="12782" cy="58846"/>
            </a:xfrm>
            <a:custGeom>
              <a:avLst/>
              <a:gdLst/>
              <a:ahLst/>
              <a:cxnLst/>
              <a:rect l="l" t="t" r="r" b="b"/>
              <a:pathLst>
                <a:path w="12782" h="58846">
                  <a:moveTo>
                    <a:pt x="0" y="0"/>
                  </a:moveTo>
                  <a:lnTo>
                    <a:pt x="12782" y="0"/>
                  </a:lnTo>
                  <a:lnTo>
                    <a:pt x="12782" y="58846"/>
                  </a:lnTo>
                  <a:lnTo>
                    <a:pt x="0" y="5884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墙_PassageJamb_FF"/>
            <p:cNvSpPr/>
            <p:nvPr/>
          </p:nvSpPr>
          <p:spPr>
            <a:xfrm>
              <a:off x="1358078" y="3884455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墙_PassageJamb_FF.001"/>
            <p:cNvSpPr/>
            <p:nvPr/>
          </p:nvSpPr>
          <p:spPr>
            <a:xfrm>
              <a:off x="1358078" y="3497290"/>
              <a:ext cx="62289" cy="14610"/>
            </a:xfrm>
            <a:custGeom>
              <a:avLst/>
              <a:gdLst/>
              <a:ahLst/>
              <a:cxnLst/>
              <a:rect l="l" t="t" r="r" b="b"/>
              <a:pathLst>
                <a:path w="62289" h="14610">
                  <a:moveTo>
                    <a:pt x="0" y="0"/>
                  </a:moveTo>
                  <a:lnTo>
                    <a:pt x="62289" y="0"/>
                  </a:lnTo>
                  <a:lnTo>
                    <a:pt x="62289" y="14610"/>
                  </a:lnTo>
                  <a:lnTo>
                    <a:pt x="0" y="1461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墙_PassageLeaf_FF"/>
            <p:cNvSpPr/>
            <p:nvPr/>
          </p:nvSpPr>
          <p:spPr>
            <a:xfrm>
              <a:off x="1010684" y="3504879"/>
              <a:ext cx="379573" cy="65908"/>
            </a:xfrm>
            <a:custGeom>
              <a:avLst/>
              <a:gdLst/>
              <a:ahLst/>
              <a:cxnLst/>
              <a:rect l="l" t="t" r="r" b="b"/>
              <a:pathLst>
                <a:path w="379573" h="65908">
                  <a:moveTo>
                    <a:pt x="379573" y="14042"/>
                  </a:moveTo>
                  <a:lnTo>
                    <a:pt x="2029" y="65908"/>
                  </a:lnTo>
                  <a:lnTo>
                    <a:pt x="0" y="51825"/>
                  </a:lnTo>
                  <a:lnTo>
                    <a:pt x="37754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墙_DoorLeaf.014"/>
            <p:cNvSpPr/>
            <p:nvPr/>
          </p:nvSpPr>
          <p:spPr>
            <a:xfrm>
              <a:off x="3621966" y="3922644"/>
              <a:ext cx="69309" cy="381726"/>
            </a:xfrm>
            <a:custGeom>
              <a:avLst/>
              <a:gdLst/>
              <a:ahLst/>
              <a:cxnLst/>
              <a:rect l="l" t="t" r="r" b="b"/>
              <a:pathLst>
                <a:path w="69309" h="381726">
                  <a:moveTo>
                    <a:pt x="0" y="378966"/>
                  </a:moveTo>
                  <a:lnTo>
                    <a:pt x="0" y="378317"/>
                  </a:lnTo>
                  <a:lnTo>
                    <a:pt x="54579" y="1380"/>
                  </a:lnTo>
                  <a:lnTo>
                    <a:pt x="54781" y="811"/>
                  </a:lnTo>
                  <a:lnTo>
                    <a:pt x="55228" y="324"/>
                  </a:lnTo>
                  <a:lnTo>
                    <a:pt x="55796" y="40"/>
                  </a:lnTo>
                  <a:lnTo>
                    <a:pt x="56405" y="0"/>
                  </a:lnTo>
                  <a:lnTo>
                    <a:pt x="67929" y="1542"/>
                  </a:lnTo>
                  <a:lnTo>
                    <a:pt x="68538" y="1745"/>
                  </a:lnTo>
                  <a:lnTo>
                    <a:pt x="69025" y="2191"/>
                  </a:lnTo>
                  <a:lnTo>
                    <a:pt x="69268" y="2759"/>
                  </a:lnTo>
                  <a:lnTo>
                    <a:pt x="69309" y="3368"/>
                  </a:lnTo>
                  <a:lnTo>
                    <a:pt x="14730" y="380346"/>
                  </a:lnTo>
                  <a:lnTo>
                    <a:pt x="14527" y="380955"/>
                  </a:lnTo>
                  <a:lnTo>
                    <a:pt x="14081" y="381401"/>
                  </a:lnTo>
                  <a:lnTo>
                    <a:pt x="13513" y="381685"/>
                  </a:lnTo>
                  <a:lnTo>
                    <a:pt x="12904" y="381726"/>
                  </a:lnTo>
                  <a:lnTo>
                    <a:pt x="1339" y="380143"/>
                  </a:lnTo>
                  <a:lnTo>
                    <a:pt x="771" y="379940"/>
                  </a:lnTo>
                  <a:lnTo>
                    <a:pt x="284" y="37953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墙_WD_07_10_Study 1 Window_LowerL"/>
            <p:cNvSpPr/>
            <p:nvPr/>
          </p:nvSpPr>
          <p:spPr>
            <a:xfrm>
              <a:off x="2369422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墙_WD_07_10_Study 1 Window_LowerR"/>
            <p:cNvSpPr/>
            <p:nvPr/>
          </p:nvSpPr>
          <p:spPr>
            <a:xfrm>
              <a:off x="2021257" y="2435023"/>
              <a:ext cx="12985" cy="30438"/>
            </a:xfrm>
            <a:custGeom>
              <a:avLst/>
              <a:gdLst/>
              <a:ahLst/>
              <a:cxnLst/>
              <a:rect l="l" t="t" r="r" b="b"/>
              <a:pathLst>
                <a:path w="12985" h="30438">
                  <a:moveTo>
                    <a:pt x="12985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墙_WD_07_10_Study 1 Window_OuterL"/>
            <p:cNvSpPr/>
            <p:nvPr/>
          </p:nvSpPr>
          <p:spPr>
            <a:xfrm>
              <a:off x="2382407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墙_WD_07_10_Study 1 Window_OuterR"/>
            <p:cNvSpPr/>
            <p:nvPr/>
          </p:nvSpPr>
          <p:spPr>
            <a:xfrm>
              <a:off x="1998938" y="2435023"/>
              <a:ext cx="22319" cy="30438"/>
            </a:xfrm>
            <a:custGeom>
              <a:avLst/>
              <a:gdLst/>
              <a:ahLst/>
              <a:cxnLst/>
              <a:rect l="l" t="t" r="r" b="b"/>
              <a:pathLst>
                <a:path w="22319" h="30438">
                  <a:moveTo>
                    <a:pt x="22319" y="30438"/>
                  </a:moveTo>
                  <a:lnTo>
                    <a:pt x="0" y="30438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墙_WD_08_11_Study 2 Window_LowerL"/>
            <p:cNvSpPr/>
            <p:nvPr/>
          </p:nvSpPr>
          <p:spPr>
            <a:xfrm>
              <a:off x="2613503" y="1980693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墙_WD_08_11_Study 2 Window_LowerR"/>
            <p:cNvSpPr/>
            <p:nvPr/>
          </p:nvSpPr>
          <p:spPr>
            <a:xfrm>
              <a:off x="2613503" y="1632489"/>
              <a:ext cx="30434" cy="12987"/>
            </a:xfrm>
            <a:custGeom>
              <a:avLst/>
              <a:gdLst/>
              <a:ahLst/>
              <a:cxnLst/>
              <a:rect l="l" t="t" r="r" b="b"/>
              <a:pathLst>
                <a:path w="30434" h="12987">
                  <a:moveTo>
                    <a:pt x="0" y="12987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1298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墙_WD_08_11_Study 2 Window_OuterL"/>
            <p:cNvSpPr/>
            <p:nvPr/>
          </p:nvSpPr>
          <p:spPr>
            <a:xfrm>
              <a:off x="2613503" y="1993680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4" name="墙_WD_08_11_Study 2 Window_OuterR"/>
            <p:cNvSpPr/>
            <p:nvPr/>
          </p:nvSpPr>
          <p:spPr>
            <a:xfrm>
              <a:off x="2613503" y="1610168"/>
              <a:ext cx="30434" cy="22321"/>
            </a:xfrm>
            <a:custGeom>
              <a:avLst/>
              <a:gdLst/>
              <a:ahLst/>
              <a:cxnLst/>
              <a:rect l="l" t="t" r="r" b="b"/>
              <a:pathLst>
                <a:path w="30434" h="22321">
                  <a:moveTo>
                    <a:pt x="0" y="22321"/>
                  </a:moveTo>
                  <a:lnTo>
                    <a:pt x="0" y="0"/>
                  </a:lnTo>
                  <a:lnTo>
                    <a:pt x="30434" y="0"/>
                  </a:lnTo>
                  <a:lnTo>
                    <a:pt x="30434" y="22321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墙_WD_10_16_Bedroom Window (Clear)_LowerL"/>
            <p:cNvSpPr/>
            <p:nvPr/>
          </p:nvSpPr>
          <p:spPr>
            <a:xfrm>
              <a:off x="2991900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墙_WD_10_16_Bedroom Window (Clear)_LowerR"/>
            <p:cNvSpPr/>
            <p:nvPr/>
          </p:nvSpPr>
          <p:spPr>
            <a:xfrm>
              <a:off x="334006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0" y="0"/>
                  </a:moveTo>
                  <a:lnTo>
                    <a:pt x="12985" y="0"/>
                  </a:lnTo>
                  <a:lnTo>
                    <a:pt x="12985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7" name="墙_WD_10_16_Bedroom Window (Clear)_OuterL"/>
            <p:cNvSpPr/>
            <p:nvPr/>
          </p:nvSpPr>
          <p:spPr>
            <a:xfrm>
              <a:off x="2969582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墙_WD_10_16_Bedroom Window (Clear)_OuterR"/>
            <p:cNvSpPr/>
            <p:nvPr/>
          </p:nvSpPr>
          <p:spPr>
            <a:xfrm>
              <a:off x="3353051" y="5661394"/>
              <a:ext cx="22318" cy="30437"/>
            </a:xfrm>
            <a:custGeom>
              <a:avLst/>
              <a:gdLst/>
              <a:ahLst/>
              <a:cxnLst/>
              <a:rect l="l" t="t" r="r" b="b"/>
              <a:pathLst>
                <a:path w="22318" h="30437">
                  <a:moveTo>
                    <a:pt x="0" y="0"/>
                  </a:moveTo>
                  <a:lnTo>
                    <a:pt x="22318" y="0"/>
                  </a:lnTo>
                  <a:lnTo>
                    <a:pt x="22318" y="30437"/>
                  </a:lnTo>
                  <a:lnTo>
                    <a:pt x="0" y="30437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墙_WD_11_17_Bedroom Window (Frosted)_LowerL"/>
            <p:cNvSpPr/>
            <p:nvPr/>
          </p:nvSpPr>
          <p:spPr>
            <a:xfrm>
              <a:off x="2624216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墙_WD_11_17_Bedroom Window (Frosted)_LowerR"/>
            <p:cNvSpPr/>
            <p:nvPr/>
          </p:nvSpPr>
          <p:spPr>
            <a:xfrm>
              <a:off x="2276051" y="5661394"/>
              <a:ext cx="12985" cy="30437"/>
            </a:xfrm>
            <a:custGeom>
              <a:avLst/>
              <a:gdLst/>
              <a:ahLst/>
              <a:cxnLst/>
              <a:rect l="l" t="t" r="r" b="b"/>
              <a:pathLst>
                <a:path w="12985" h="30437">
                  <a:moveTo>
                    <a:pt x="12985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12985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墙_WD_11_17_Bedroom Window (Frosted)_OuterL"/>
            <p:cNvSpPr/>
            <p:nvPr/>
          </p:nvSpPr>
          <p:spPr>
            <a:xfrm>
              <a:off x="2637201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墙_WD_11_17_Bedroom Window (Frosted)_OuterR"/>
            <p:cNvSpPr/>
            <p:nvPr/>
          </p:nvSpPr>
          <p:spPr>
            <a:xfrm>
              <a:off x="2253732" y="5661394"/>
              <a:ext cx="22319" cy="30437"/>
            </a:xfrm>
            <a:custGeom>
              <a:avLst/>
              <a:gdLst/>
              <a:ahLst/>
              <a:cxnLst/>
              <a:rect l="l" t="t" r="r" b="b"/>
              <a:pathLst>
                <a:path w="22319" h="30437">
                  <a:moveTo>
                    <a:pt x="22319" y="30437"/>
                  </a:moveTo>
                  <a:lnTo>
                    <a:pt x="0" y="30437"/>
                  </a:lnTo>
                  <a:lnTo>
                    <a:pt x="0" y="0"/>
                  </a:lnTo>
                  <a:lnTo>
                    <a:pt x="22319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墙_Bifold slim jamb"/>
            <p:cNvSpPr/>
            <p:nvPr/>
          </p:nvSpPr>
          <p:spPr>
            <a:xfrm>
              <a:off x="2596988" y="4515931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8"/>
                  </a:lnTo>
                  <a:lnTo>
                    <a:pt x="52752" y="11566"/>
                  </a:lnTo>
                  <a:lnTo>
                    <a:pt x="52712" y="11809"/>
                  </a:lnTo>
                  <a:lnTo>
                    <a:pt x="52590" y="12012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2"/>
                  </a:lnTo>
                  <a:lnTo>
                    <a:pt x="40" y="11809"/>
                  </a:lnTo>
                  <a:lnTo>
                    <a:pt x="0" y="11566"/>
                  </a:lnTo>
                  <a:lnTo>
                    <a:pt x="0" y="608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墙_Bifold slim jamb.001"/>
            <p:cNvSpPr/>
            <p:nvPr/>
          </p:nvSpPr>
          <p:spPr>
            <a:xfrm>
              <a:off x="2596988" y="4097923"/>
              <a:ext cx="52752" cy="12175"/>
            </a:xfrm>
            <a:custGeom>
              <a:avLst/>
              <a:gdLst/>
              <a:ahLst/>
              <a:cxnLst/>
              <a:rect l="l" t="t" r="r" b="b"/>
              <a:pathLst>
                <a:path w="52752" h="12175">
                  <a:moveTo>
                    <a:pt x="406" y="40"/>
                  </a:moveTo>
                  <a:lnTo>
                    <a:pt x="608" y="0"/>
                  </a:lnTo>
                  <a:lnTo>
                    <a:pt x="52143" y="0"/>
                  </a:lnTo>
                  <a:lnTo>
                    <a:pt x="52387" y="40"/>
                  </a:lnTo>
                  <a:lnTo>
                    <a:pt x="52590" y="203"/>
                  </a:lnTo>
                  <a:lnTo>
                    <a:pt x="52712" y="365"/>
                  </a:lnTo>
                  <a:lnTo>
                    <a:pt x="52752" y="609"/>
                  </a:lnTo>
                  <a:lnTo>
                    <a:pt x="52752" y="11566"/>
                  </a:lnTo>
                  <a:lnTo>
                    <a:pt x="52712" y="11810"/>
                  </a:lnTo>
                  <a:lnTo>
                    <a:pt x="52590" y="12013"/>
                  </a:lnTo>
                  <a:lnTo>
                    <a:pt x="52387" y="12134"/>
                  </a:lnTo>
                  <a:lnTo>
                    <a:pt x="52143" y="12175"/>
                  </a:lnTo>
                  <a:lnTo>
                    <a:pt x="608" y="12175"/>
                  </a:lnTo>
                  <a:lnTo>
                    <a:pt x="406" y="12134"/>
                  </a:lnTo>
                  <a:lnTo>
                    <a:pt x="203" y="12013"/>
                  </a:lnTo>
                  <a:lnTo>
                    <a:pt x="40" y="11810"/>
                  </a:lnTo>
                  <a:lnTo>
                    <a:pt x="0" y="11566"/>
                  </a:lnTo>
                  <a:lnTo>
                    <a:pt x="0" y="609"/>
                  </a:lnTo>
                  <a:lnTo>
                    <a:pt x="40" y="365"/>
                  </a:lnTo>
                  <a:lnTo>
                    <a:pt x="203" y="203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墙_Rear215 jamb"/>
            <p:cNvSpPr/>
            <p:nvPr/>
          </p:nvSpPr>
          <p:spPr>
            <a:xfrm>
              <a:off x="3184649" y="2421834"/>
              <a:ext cx="12174" cy="56816"/>
            </a:xfrm>
            <a:custGeom>
              <a:avLst/>
              <a:gdLst/>
              <a:ahLst/>
              <a:cxnLst/>
              <a:rect l="l" t="t" r="r" b="b"/>
              <a:pathLst>
                <a:path w="12174" h="56816">
                  <a:moveTo>
                    <a:pt x="1502" y="203"/>
                  </a:moveTo>
                  <a:lnTo>
                    <a:pt x="2435" y="0"/>
                  </a:lnTo>
                  <a:lnTo>
                    <a:pt x="9739" y="0"/>
                  </a:lnTo>
                  <a:lnTo>
                    <a:pt x="10672" y="203"/>
                  </a:lnTo>
                  <a:lnTo>
                    <a:pt x="11443" y="730"/>
                  </a:lnTo>
                  <a:lnTo>
                    <a:pt x="11971" y="1501"/>
                  </a:lnTo>
                  <a:lnTo>
                    <a:pt x="12174" y="2435"/>
                  </a:lnTo>
                  <a:lnTo>
                    <a:pt x="12174" y="54381"/>
                  </a:lnTo>
                  <a:lnTo>
                    <a:pt x="11971" y="55315"/>
                  </a:lnTo>
                  <a:lnTo>
                    <a:pt x="11443" y="56126"/>
                  </a:lnTo>
                  <a:lnTo>
                    <a:pt x="10672" y="56654"/>
                  </a:lnTo>
                  <a:lnTo>
                    <a:pt x="9739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690" y="56126"/>
                  </a:lnTo>
                  <a:lnTo>
                    <a:pt x="162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162" y="1501"/>
                  </a:lnTo>
                  <a:lnTo>
                    <a:pt x="690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墙_Rear215 jamb.001"/>
            <p:cNvSpPr/>
            <p:nvPr/>
          </p:nvSpPr>
          <p:spPr>
            <a:xfrm>
              <a:off x="3509725" y="2421834"/>
              <a:ext cx="12783" cy="56816"/>
            </a:xfrm>
            <a:custGeom>
              <a:avLst/>
              <a:gdLst/>
              <a:ahLst/>
              <a:cxnLst/>
              <a:rect l="l" t="t" r="r" b="b"/>
              <a:pathLst>
                <a:path w="12783" h="56816">
                  <a:moveTo>
                    <a:pt x="1502" y="203"/>
                  </a:moveTo>
                  <a:lnTo>
                    <a:pt x="2435" y="0"/>
                  </a:lnTo>
                  <a:lnTo>
                    <a:pt x="10348" y="0"/>
                  </a:lnTo>
                  <a:lnTo>
                    <a:pt x="11281" y="203"/>
                  </a:lnTo>
                  <a:lnTo>
                    <a:pt x="12052" y="730"/>
                  </a:lnTo>
                  <a:lnTo>
                    <a:pt x="12580" y="1501"/>
                  </a:lnTo>
                  <a:lnTo>
                    <a:pt x="12783" y="2435"/>
                  </a:lnTo>
                  <a:lnTo>
                    <a:pt x="12783" y="54381"/>
                  </a:lnTo>
                  <a:lnTo>
                    <a:pt x="12580" y="55315"/>
                  </a:lnTo>
                  <a:lnTo>
                    <a:pt x="12052" y="56126"/>
                  </a:lnTo>
                  <a:lnTo>
                    <a:pt x="11281" y="56654"/>
                  </a:lnTo>
                  <a:lnTo>
                    <a:pt x="10348" y="56816"/>
                  </a:lnTo>
                  <a:lnTo>
                    <a:pt x="2435" y="56816"/>
                  </a:lnTo>
                  <a:lnTo>
                    <a:pt x="1502" y="56654"/>
                  </a:lnTo>
                  <a:lnTo>
                    <a:pt x="731" y="56126"/>
                  </a:lnTo>
                  <a:lnTo>
                    <a:pt x="203" y="55315"/>
                  </a:lnTo>
                  <a:lnTo>
                    <a:pt x="0" y="54381"/>
                  </a:lnTo>
                  <a:lnTo>
                    <a:pt x="0" y="2435"/>
                  </a:lnTo>
                  <a:lnTo>
                    <a:pt x="203" y="1501"/>
                  </a:lnTo>
                  <a:lnTo>
                    <a:pt x="731" y="73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墙_DoorLeaf_Rear215"/>
            <p:cNvSpPr/>
            <p:nvPr/>
          </p:nvSpPr>
          <p:spPr>
            <a:xfrm>
              <a:off x="3460057" y="2172612"/>
              <a:ext cx="55390" cy="278158"/>
            </a:xfrm>
            <a:custGeom>
              <a:avLst/>
              <a:gdLst/>
              <a:ahLst/>
              <a:cxnLst/>
              <a:rect l="l" t="t" r="r" b="b"/>
              <a:pathLst>
                <a:path w="55390" h="278158">
                  <a:moveTo>
                    <a:pt x="55309" y="274708"/>
                  </a:moveTo>
                  <a:lnTo>
                    <a:pt x="55390" y="273450"/>
                  </a:lnTo>
                  <a:lnTo>
                    <a:pt x="14568" y="2759"/>
                  </a:lnTo>
                  <a:lnTo>
                    <a:pt x="14121" y="1542"/>
                  </a:lnTo>
                  <a:lnTo>
                    <a:pt x="13269" y="609"/>
                  </a:lnTo>
                  <a:lnTo>
                    <a:pt x="12133" y="40"/>
                  </a:lnTo>
                  <a:lnTo>
                    <a:pt x="10875" y="0"/>
                  </a:lnTo>
                  <a:lnTo>
                    <a:pt x="2719" y="1096"/>
                  </a:lnTo>
                  <a:lnTo>
                    <a:pt x="1501" y="1501"/>
                  </a:lnTo>
                  <a:lnTo>
                    <a:pt x="568" y="2354"/>
                  </a:lnTo>
                  <a:lnTo>
                    <a:pt x="41" y="3449"/>
                  </a:lnTo>
                  <a:lnTo>
                    <a:pt x="0" y="4748"/>
                  </a:lnTo>
                  <a:lnTo>
                    <a:pt x="41309" y="275398"/>
                  </a:lnTo>
                  <a:lnTo>
                    <a:pt x="41756" y="276615"/>
                  </a:lnTo>
                  <a:lnTo>
                    <a:pt x="42608" y="277549"/>
                  </a:lnTo>
                  <a:lnTo>
                    <a:pt x="43744" y="278117"/>
                  </a:lnTo>
                  <a:lnTo>
                    <a:pt x="45002" y="278158"/>
                  </a:lnTo>
                  <a:lnTo>
                    <a:pt x="52631" y="277102"/>
                  </a:lnTo>
                  <a:lnTo>
                    <a:pt x="53848" y="276697"/>
                  </a:lnTo>
                  <a:lnTo>
                    <a:pt x="54781" y="275844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8" name="墙_Room199_Jamb"/>
            <p:cNvSpPr/>
            <p:nvPr/>
          </p:nvSpPr>
          <p:spPr>
            <a:xfrm>
              <a:off x="1040793" y="3071166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9" name="墙_Room199_Jamb.001"/>
            <p:cNvSpPr/>
            <p:nvPr/>
          </p:nvSpPr>
          <p:spPr>
            <a:xfrm>
              <a:off x="1040793" y="2799258"/>
              <a:ext cx="56810" cy="12175"/>
            </a:xfrm>
            <a:custGeom>
              <a:avLst/>
              <a:gdLst/>
              <a:ahLst/>
              <a:cxnLst/>
              <a:rect l="l" t="t" r="r" b="b"/>
              <a:pathLst>
                <a:path w="56810" h="12175">
                  <a:moveTo>
                    <a:pt x="0" y="0"/>
                  </a:moveTo>
                  <a:lnTo>
                    <a:pt x="56810" y="0"/>
                  </a:lnTo>
                  <a:lnTo>
                    <a:pt x="56810" y="12175"/>
                  </a:lnTo>
                  <a:lnTo>
                    <a:pt x="0" y="12175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墙_DoorLeaf_Room199"/>
            <p:cNvSpPr/>
            <p:nvPr/>
          </p:nvSpPr>
          <p:spPr>
            <a:xfrm>
              <a:off x="784457" y="2786271"/>
              <a:ext cx="265263" cy="51095"/>
            </a:xfrm>
            <a:custGeom>
              <a:avLst/>
              <a:gdLst/>
              <a:ahLst/>
              <a:cxnLst/>
              <a:rect l="l" t="t" r="r" b="b"/>
              <a:pathLst>
                <a:path w="265263" h="51095">
                  <a:moveTo>
                    <a:pt x="265263" y="14610"/>
                  </a:moveTo>
                  <a:lnTo>
                    <a:pt x="2070" y="51095"/>
                  </a:lnTo>
                  <a:lnTo>
                    <a:pt x="0" y="36485"/>
                  </a:lnTo>
                  <a:lnTo>
                    <a:pt x="263194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墙_WR_Carcass"/>
            <p:cNvSpPr/>
            <p:nvPr/>
          </p:nvSpPr>
          <p:spPr>
            <a:xfrm>
              <a:off x="449439" y="4022357"/>
              <a:ext cx="235357" cy="1217498"/>
            </a:xfrm>
            <a:custGeom>
              <a:avLst/>
              <a:gdLst/>
              <a:ahLst/>
              <a:cxnLst/>
              <a:rect l="l" t="t" r="r" b="b"/>
              <a:pathLst>
                <a:path w="235357" h="1217498">
                  <a:moveTo>
                    <a:pt x="244" y="608992"/>
                  </a:moveTo>
                  <a:lnTo>
                    <a:pt x="0" y="609561"/>
                  </a:lnTo>
                  <a:lnTo>
                    <a:pt x="0" y="1216686"/>
                  </a:lnTo>
                  <a:lnTo>
                    <a:pt x="244" y="1217255"/>
                  </a:lnTo>
                  <a:lnTo>
                    <a:pt x="812" y="1217498"/>
                  </a:lnTo>
                  <a:lnTo>
                    <a:pt x="234545" y="1217498"/>
                  </a:lnTo>
                  <a:lnTo>
                    <a:pt x="235113" y="1217255"/>
                  </a:lnTo>
                  <a:lnTo>
                    <a:pt x="235357" y="1216686"/>
                  </a:lnTo>
                  <a:lnTo>
                    <a:pt x="235357" y="609561"/>
                  </a:lnTo>
                  <a:lnTo>
                    <a:pt x="235113" y="608992"/>
                  </a:lnTo>
                  <a:lnTo>
                    <a:pt x="234545" y="608749"/>
                  </a:lnTo>
                  <a:lnTo>
                    <a:pt x="812" y="608749"/>
                  </a:lnTo>
                  <a:close/>
                  <a:moveTo>
                    <a:pt x="244" y="243"/>
                  </a:moveTo>
                  <a:lnTo>
                    <a:pt x="0" y="811"/>
                  </a:lnTo>
                  <a:lnTo>
                    <a:pt x="0" y="607937"/>
                  </a:lnTo>
                  <a:lnTo>
                    <a:pt x="244" y="608505"/>
                  </a:lnTo>
                  <a:lnTo>
                    <a:pt x="812" y="608749"/>
                  </a:lnTo>
                  <a:lnTo>
                    <a:pt x="234545" y="608749"/>
                  </a:lnTo>
                  <a:lnTo>
                    <a:pt x="235113" y="608505"/>
                  </a:lnTo>
                  <a:lnTo>
                    <a:pt x="235357" y="607937"/>
                  </a:lnTo>
                  <a:lnTo>
                    <a:pt x="235357" y="811"/>
                  </a:lnTo>
                  <a:lnTo>
                    <a:pt x="235113" y="243"/>
                  </a:lnTo>
                  <a:lnTo>
                    <a:pt x="234545" y="0"/>
                  </a:lnTo>
                  <a:lnTo>
                    <a:pt x="812" y="0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墙_WR_Door_L1"/>
            <p:cNvSpPr/>
            <p:nvPr/>
          </p:nvSpPr>
          <p:spPr>
            <a:xfrm>
              <a:off x="684796" y="4479527"/>
              <a:ext cx="8116" cy="759111"/>
            </a:xfrm>
            <a:custGeom>
              <a:avLst/>
              <a:gdLst/>
              <a:ahLst/>
              <a:cxnLst/>
              <a:rect l="l" t="t" r="r" b="b"/>
              <a:pathLst>
                <a:path w="8116" h="759111">
                  <a:moveTo>
                    <a:pt x="7872" y="735410"/>
                  </a:moveTo>
                  <a:lnTo>
                    <a:pt x="7385" y="735572"/>
                  </a:lnTo>
                  <a:lnTo>
                    <a:pt x="7020" y="735816"/>
                  </a:lnTo>
                  <a:lnTo>
                    <a:pt x="6695" y="736181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695" y="737398"/>
                  </a:lnTo>
                  <a:lnTo>
                    <a:pt x="7020" y="737764"/>
                  </a:lnTo>
                  <a:lnTo>
                    <a:pt x="7385" y="738007"/>
                  </a:lnTo>
                  <a:lnTo>
                    <a:pt x="7872" y="738170"/>
                  </a:lnTo>
                  <a:lnTo>
                    <a:pt x="7872" y="738170"/>
                  </a:lnTo>
                  <a:lnTo>
                    <a:pt x="8116" y="738413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2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4"/>
                  </a:lnTo>
                  <a:lnTo>
                    <a:pt x="8116" y="735166"/>
                  </a:lnTo>
                  <a:lnTo>
                    <a:pt x="7872" y="735410"/>
                  </a:lnTo>
                  <a:close/>
                  <a:moveTo>
                    <a:pt x="0" y="608993"/>
                  </a:moveTo>
                  <a:lnTo>
                    <a:pt x="243" y="608750"/>
                  </a:lnTo>
                  <a:lnTo>
                    <a:pt x="7872" y="608750"/>
                  </a:lnTo>
                  <a:lnTo>
                    <a:pt x="8116" y="608993"/>
                  </a:lnTo>
                  <a:lnTo>
                    <a:pt x="8116" y="758867"/>
                  </a:lnTo>
                  <a:lnTo>
                    <a:pt x="7872" y="759111"/>
                  </a:lnTo>
                  <a:lnTo>
                    <a:pt x="243" y="759111"/>
                  </a:lnTo>
                  <a:lnTo>
                    <a:pt x="0" y="758867"/>
                  </a:lnTo>
                  <a:close/>
                  <a:moveTo>
                    <a:pt x="7872" y="126661"/>
                  </a:moveTo>
                  <a:lnTo>
                    <a:pt x="7385" y="126823"/>
                  </a:lnTo>
                  <a:lnTo>
                    <a:pt x="7020" y="127067"/>
                  </a:lnTo>
                  <a:lnTo>
                    <a:pt x="6695" y="127432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695" y="128649"/>
                  </a:lnTo>
                  <a:lnTo>
                    <a:pt x="7020" y="129015"/>
                  </a:lnTo>
                  <a:lnTo>
                    <a:pt x="7385" y="129258"/>
                  </a:lnTo>
                  <a:lnTo>
                    <a:pt x="7872" y="129420"/>
                  </a:lnTo>
                  <a:lnTo>
                    <a:pt x="7872" y="129420"/>
                  </a:lnTo>
                  <a:lnTo>
                    <a:pt x="8116" y="129664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4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9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5"/>
                  </a:lnTo>
                  <a:lnTo>
                    <a:pt x="8116" y="126417"/>
                  </a:lnTo>
                  <a:lnTo>
                    <a:pt x="7872" y="126661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墙_WR_Door_L2"/>
            <p:cNvSpPr/>
            <p:nvPr/>
          </p:nvSpPr>
          <p:spPr>
            <a:xfrm>
              <a:off x="684796" y="4327340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6018"/>
                  </a:moveTo>
                  <a:lnTo>
                    <a:pt x="7385" y="736181"/>
                  </a:lnTo>
                  <a:lnTo>
                    <a:pt x="7020" y="736424"/>
                  </a:lnTo>
                  <a:lnTo>
                    <a:pt x="6695" y="736789"/>
                  </a:lnTo>
                  <a:lnTo>
                    <a:pt x="6574" y="737155"/>
                  </a:lnTo>
                  <a:lnTo>
                    <a:pt x="6574" y="737642"/>
                  </a:lnTo>
                  <a:lnTo>
                    <a:pt x="6695" y="738007"/>
                  </a:lnTo>
                  <a:lnTo>
                    <a:pt x="7020" y="738372"/>
                  </a:lnTo>
                  <a:lnTo>
                    <a:pt x="7385" y="738616"/>
                  </a:lnTo>
                  <a:lnTo>
                    <a:pt x="7872" y="738778"/>
                  </a:lnTo>
                  <a:lnTo>
                    <a:pt x="7872" y="738778"/>
                  </a:lnTo>
                  <a:lnTo>
                    <a:pt x="8116" y="739022"/>
                  </a:lnTo>
                  <a:lnTo>
                    <a:pt x="8116" y="629447"/>
                  </a:lnTo>
                  <a:lnTo>
                    <a:pt x="7872" y="629690"/>
                  </a:lnTo>
                  <a:lnTo>
                    <a:pt x="7872" y="629690"/>
                  </a:lnTo>
                  <a:lnTo>
                    <a:pt x="7385" y="629853"/>
                  </a:lnTo>
                  <a:lnTo>
                    <a:pt x="7020" y="630096"/>
                  </a:lnTo>
                  <a:lnTo>
                    <a:pt x="6695" y="630461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695" y="631679"/>
                  </a:lnTo>
                  <a:lnTo>
                    <a:pt x="7020" y="632044"/>
                  </a:lnTo>
                  <a:lnTo>
                    <a:pt x="7385" y="632288"/>
                  </a:lnTo>
                  <a:lnTo>
                    <a:pt x="7872" y="632450"/>
                  </a:lnTo>
                  <a:lnTo>
                    <a:pt x="7872" y="632450"/>
                  </a:lnTo>
                  <a:lnTo>
                    <a:pt x="8116" y="632693"/>
                  </a:lnTo>
                  <a:lnTo>
                    <a:pt x="8116" y="735775"/>
                  </a:lnTo>
                  <a:lnTo>
                    <a:pt x="7872" y="736018"/>
                  </a:lnTo>
                  <a:close/>
                  <a:moveTo>
                    <a:pt x="0" y="608993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759476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6"/>
                  </a:lnTo>
                  <a:close/>
                  <a:moveTo>
                    <a:pt x="7872" y="127269"/>
                  </a:moveTo>
                  <a:lnTo>
                    <a:pt x="7385" y="127432"/>
                  </a:lnTo>
                  <a:lnTo>
                    <a:pt x="7020" y="127675"/>
                  </a:lnTo>
                  <a:lnTo>
                    <a:pt x="6695" y="128040"/>
                  </a:lnTo>
                  <a:lnTo>
                    <a:pt x="6574" y="128406"/>
                  </a:lnTo>
                  <a:lnTo>
                    <a:pt x="6574" y="128893"/>
                  </a:lnTo>
                  <a:lnTo>
                    <a:pt x="6695" y="129258"/>
                  </a:lnTo>
                  <a:lnTo>
                    <a:pt x="7020" y="129623"/>
                  </a:lnTo>
                  <a:lnTo>
                    <a:pt x="7385" y="129867"/>
                  </a:lnTo>
                  <a:lnTo>
                    <a:pt x="7872" y="130029"/>
                  </a:lnTo>
                  <a:lnTo>
                    <a:pt x="7872" y="130029"/>
                  </a:lnTo>
                  <a:lnTo>
                    <a:pt x="8116" y="130272"/>
                  </a:lnTo>
                  <a:lnTo>
                    <a:pt x="8116" y="20698"/>
                  </a:lnTo>
                  <a:lnTo>
                    <a:pt x="7872" y="20941"/>
                  </a:lnTo>
                  <a:lnTo>
                    <a:pt x="7872" y="20941"/>
                  </a:lnTo>
                  <a:lnTo>
                    <a:pt x="7385" y="21103"/>
                  </a:lnTo>
                  <a:lnTo>
                    <a:pt x="7020" y="21347"/>
                  </a:lnTo>
                  <a:lnTo>
                    <a:pt x="6695" y="21712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695" y="22930"/>
                  </a:lnTo>
                  <a:lnTo>
                    <a:pt x="7020" y="23295"/>
                  </a:lnTo>
                  <a:lnTo>
                    <a:pt x="7385" y="23538"/>
                  </a:lnTo>
                  <a:lnTo>
                    <a:pt x="7872" y="23701"/>
                  </a:lnTo>
                  <a:lnTo>
                    <a:pt x="7872" y="23701"/>
                  </a:lnTo>
                  <a:lnTo>
                    <a:pt x="8116" y="23944"/>
                  </a:lnTo>
                  <a:lnTo>
                    <a:pt x="8116" y="127026"/>
                  </a:lnTo>
                  <a:lnTo>
                    <a:pt x="7872" y="127269"/>
                  </a:lnTo>
                  <a:close/>
                  <a:moveTo>
                    <a:pt x="0" y="244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墙_WR_Door_R1"/>
            <p:cNvSpPr/>
            <p:nvPr/>
          </p:nvSpPr>
          <p:spPr>
            <a:xfrm>
              <a:off x="684796" y="4175153"/>
              <a:ext cx="8116" cy="759719"/>
            </a:xfrm>
            <a:custGeom>
              <a:avLst/>
              <a:gdLst/>
              <a:ahLst/>
              <a:cxnLst/>
              <a:rect l="l" t="t" r="r" b="b"/>
              <a:pathLst>
                <a:path w="8116" h="759719">
                  <a:moveTo>
                    <a:pt x="7872" y="735856"/>
                  </a:moveTo>
                  <a:lnTo>
                    <a:pt x="7426" y="736018"/>
                  </a:lnTo>
                  <a:lnTo>
                    <a:pt x="7020" y="736302"/>
                  </a:lnTo>
                  <a:lnTo>
                    <a:pt x="6736" y="736667"/>
                  </a:lnTo>
                  <a:lnTo>
                    <a:pt x="6574" y="737154"/>
                  </a:lnTo>
                  <a:lnTo>
                    <a:pt x="6574" y="737641"/>
                  </a:lnTo>
                  <a:lnTo>
                    <a:pt x="6736" y="738128"/>
                  </a:lnTo>
                  <a:lnTo>
                    <a:pt x="7020" y="738494"/>
                  </a:lnTo>
                  <a:lnTo>
                    <a:pt x="7426" y="738778"/>
                  </a:lnTo>
                  <a:lnTo>
                    <a:pt x="7872" y="738940"/>
                  </a:lnTo>
                  <a:lnTo>
                    <a:pt x="7872" y="738940"/>
                  </a:lnTo>
                  <a:lnTo>
                    <a:pt x="8116" y="739184"/>
                  </a:lnTo>
                  <a:lnTo>
                    <a:pt x="8116" y="629284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39"/>
                  </a:lnTo>
                  <a:lnTo>
                    <a:pt x="6574" y="630826"/>
                  </a:lnTo>
                  <a:lnTo>
                    <a:pt x="6574" y="631313"/>
                  </a:lnTo>
                  <a:lnTo>
                    <a:pt x="6736" y="631800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5"/>
                  </a:lnTo>
                  <a:lnTo>
                    <a:pt x="8116" y="735612"/>
                  </a:lnTo>
                  <a:lnTo>
                    <a:pt x="7872" y="735856"/>
                  </a:lnTo>
                  <a:close/>
                  <a:moveTo>
                    <a:pt x="0" y="608992"/>
                  </a:moveTo>
                  <a:lnTo>
                    <a:pt x="243" y="608749"/>
                  </a:lnTo>
                  <a:lnTo>
                    <a:pt x="7872" y="608749"/>
                  </a:lnTo>
                  <a:lnTo>
                    <a:pt x="8116" y="608992"/>
                  </a:lnTo>
                  <a:lnTo>
                    <a:pt x="8116" y="759475"/>
                  </a:lnTo>
                  <a:lnTo>
                    <a:pt x="7872" y="759719"/>
                  </a:lnTo>
                  <a:lnTo>
                    <a:pt x="243" y="759719"/>
                  </a:lnTo>
                  <a:lnTo>
                    <a:pt x="0" y="759475"/>
                  </a:lnTo>
                  <a:close/>
                  <a:moveTo>
                    <a:pt x="7872" y="127107"/>
                  </a:moveTo>
                  <a:lnTo>
                    <a:pt x="7426" y="127269"/>
                  </a:lnTo>
                  <a:lnTo>
                    <a:pt x="7020" y="127553"/>
                  </a:lnTo>
                  <a:lnTo>
                    <a:pt x="6736" y="127918"/>
                  </a:lnTo>
                  <a:lnTo>
                    <a:pt x="6574" y="128405"/>
                  </a:lnTo>
                  <a:lnTo>
                    <a:pt x="6574" y="128892"/>
                  </a:lnTo>
                  <a:lnTo>
                    <a:pt x="6736" y="129379"/>
                  </a:lnTo>
                  <a:lnTo>
                    <a:pt x="7020" y="129745"/>
                  </a:lnTo>
                  <a:lnTo>
                    <a:pt x="7426" y="130029"/>
                  </a:lnTo>
                  <a:lnTo>
                    <a:pt x="7872" y="130191"/>
                  </a:lnTo>
                  <a:lnTo>
                    <a:pt x="7872" y="130191"/>
                  </a:lnTo>
                  <a:lnTo>
                    <a:pt x="8116" y="130434"/>
                  </a:lnTo>
                  <a:lnTo>
                    <a:pt x="8116" y="20535"/>
                  </a:lnTo>
                  <a:lnTo>
                    <a:pt x="7872" y="20778"/>
                  </a:lnTo>
                  <a:lnTo>
                    <a:pt x="7872" y="20778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0"/>
                  </a:lnTo>
                  <a:lnTo>
                    <a:pt x="6574" y="22077"/>
                  </a:lnTo>
                  <a:lnTo>
                    <a:pt x="6574" y="22564"/>
                  </a:lnTo>
                  <a:lnTo>
                    <a:pt x="6736" y="23051"/>
                  </a:lnTo>
                  <a:lnTo>
                    <a:pt x="7020" y="23416"/>
                  </a:lnTo>
                  <a:lnTo>
                    <a:pt x="7426" y="23700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6"/>
                  </a:lnTo>
                  <a:lnTo>
                    <a:pt x="8116" y="126863"/>
                  </a:lnTo>
                  <a:lnTo>
                    <a:pt x="7872" y="127107"/>
                  </a:lnTo>
                  <a:close/>
                  <a:moveTo>
                    <a:pt x="0" y="243"/>
                  </a:moveTo>
                  <a:lnTo>
                    <a:pt x="243" y="0"/>
                  </a:lnTo>
                  <a:lnTo>
                    <a:pt x="7872" y="0"/>
                  </a:lnTo>
                  <a:lnTo>
                    <a:pt x="8116" y="243"/>
                  </a:lnTo>
                  <a:lnTo>
                    <a:pt x="8116" y="150726"/>
                  </a:lnTo>
                  <a:lnTo>
                    <a:pt x="7872" y="150970"/>
                  </a:lnTo>
                  <a:lnTo>
                    <a:pt x="243" y="150970"/>
                  </a:lnTo>
                  <a:lnTo>
                    <a:pt x="0" y="150726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墙_WR_Door_R2"/>
            <p:cNvSpPr/>
            <p:nvPr/>
          </p:nvSpPr>
          <p:spPr>
            <a:xfrm>
              <a:off x="684796" y="4023574"/>
              <a:ext cx="8116" cy="759110"/>
            </a:xfrm>
            <a:custGeom>
              <a:avLst/>
              <a:gdLst/>
              <a:ahLst/>
              <a:cxnLst/>
              <a:rect l="l" t="t" r="r" b="b"/>
              <a:pathLst>
                <a:path w="8116" h="759110">
                  <a:moveTo>
                    <a:pt x="7872" y="735247"/>
                  </a:moveTo>
                  <a:lnTo>
                    <a:pt x="7426" y="735410"/>
                  </a:lnTo>
                  <a:lnTo>
                    <a:pt x="7020" y="735694"/>
                  </a:lnTo>
                  <a:lnTo>
                    <a:pt x="6736" y="736059"/>
                  </a:lnTo>
                  <a:lnTo>
                    <a:pt x="6574" y="736546"/>
                  </a:lnTo>
                  <a:lnTo>
                    <a:pt x="6574" y="737033"/>
                  </a:lnTo>
                  <a:lnTo>
                    <a:pt x="6736" y="737520"/>
                  </a:lnTo>
                  <a:lnTo>
                    <a:pt x="7020" y="737885"/>
                  </a:lnTo>
                  <a:lnTo>
                    <a:pt x="7426" y="738169"/>
                  </a:lnTo>
                  <a:lnTo>
                    <a:pt x="7872" y="738332"/>
                  </a:lnTo>
                  <a:lnTo>
                    <a:pt x="7872" y="738332"/>
                  </a:lnTo>
                  <a:lnTo>
                    <a:pt x="8116" y="738575"/>
                  </a:lnTo>
                  <a:lnTo>
                    <a:pt x="8116" y="758867"/>
                  </a:lnTo>
                  <a:lnTo>
                    <a:pt x="7872" y="759110"/>
                  </a:lnTo>
                  <a:lnTo>
                    <a:pt x="243" y="759110"/>
                  </a:lnTo>
                  <a:lnTo>
                    <a:pt x="0" y="758867"/>
                  </a:lnTo>
                  <a:lnTo>
                    <a:pt x="0" y="608993"/>
                  </a:lnTo>
                  <a:lnTo>
                    <a:pt x="243" y="608749"/>
                  </a:lnTo>
                  <a:lnTo>
                    <a:pt x="7872" y="608749"/>
                  </a:lnTo>
                  <a:lnTo>
                    <a:pt x="8116" y="608993"/>
                  </a:lnTo>
                  <a:lnTo>
                    <a:pt x="8116" y="629285"/>
                  </a:lnTo>
                  <a:lnTo>
                    <a:pt x="7872" y="629528"/>
                  </a:lnTo>
                  <a:lnTo>
                    <a:pt x="7872" y="629528"/>
                  </a:lnTo>
                  <a:lnTo>
                    <a:pt x="7426" y="629690"/>
                  </a:lnTo>
                  <a:lnTo>
                    <a:pt x="7020" y="629974"/>
                  </a:lnTo>
                  <a:lnTo>
                    <a:pt x="6736" y="630340"/>
                  </a:lnTo>
                  <a:lnTo>
                    <a:pt x="6574" y="630827"/>
                  </a:lnTo>
                  <a:lnTo>
                    <a:pt x="6574" y="631314"/>
                  </a:lnTo>
                  <a:lnTo>
                    <a:pt x="6736" y="631801"/>
                  </a:lnTo>
                  <a:lnTo>
                    <a:pt x="7020" y="632166"/>
                  </a:lnTo>
                  <a:lnTo>
                    <a:pt x="7426" y="632450"/>
                  </a:lnTo>
                  <a:lnTo>
                    <a:pt x="7872" y="632612"/>
                  </a:lnTo>
                  <a:lnTo>
                    <a:pt x="7872" y="632612"/>
                  </a:lnTo>
                  <a:lnTo>
                    <a:pt x="8116" y="632856"/>
                  </a:lnTo>
                  <a:lnTo>
                    <a:pt x="8116" y="735004"/>
                  </a:lnTo>
                  <a:lnTo>
                    <a:pt x="7872" y="735247"/>
                  </a:lnTo>
                  <a:close/>
                  <a:moveTo>
                    <a:pt x="7872" y="126498"/>
                  </a:moveTo>
                  <a:lnTo>
                    <a:pt x="7426" y="126661"/>
                  </a:lnTo>
                  <a:lnTo>
                    <a:pt x="7020" y="126945"/>
                  </a:lnTo>
                  <a:lnTo>
                    <a:pt x="6736" y="127310"/>
                  </a:lnTo>
                  <a:lnTo>
                    <a:pt x="6574" y="127797"/>
                  </a:lnTo>
                  <a:lnTo>
                    <a:pt x="6574" y="128284"/>
                  </a:lnTo>
                  <a:lnTo>
                    <a:pt x="6736" y="128771"/>
                  </a:lnTo>
                  <a:lnTo>
                    <a:pt x="7020" y="129136"/>
                  </a:lnTo>
                  <a:lnTo>
                    <a:pt x="7426" y="129420"/>
                  </a:lnTo>
                  <a:lnTo>
                    <a:pt x="7872" y="129583"/>
                  </a:lnTo>
                  <a:lnTo>
                    <a:pt x="7872" y="129583"/>
                  </a:lnTo>
                  <a:lnTo>
                    <a:pt x="8116" y="129826"/>
                  </a:lnTo>
                  <a:lnTo>
                    <a:pt x="8116" y="150118"/>
                  </a:lnTo>
                  <a:lnTo>
                    <a:pt x="7872" y="150361"/>
                  </a:lnTo>
                  <a:lnTo>
                    <a:pt x="243" y="150361"/>
                  </a:lnTo>
                  <a:lnTo>
                    <a:pt x="0" y="150118"/>
                  </a:lnTo>
                  <a:lnTo>
                    <a:pt x="0" y="244"/>
                  </a:lnTo>
                  <a:lnTo>
                    <a:pt x="243" y="0"/>
                  </a:lnTo>
                  <a:lnTo>
                    <a:pt x="7872" y="0"/>
                  </a:lnTo>
                  <a:lnTo>
                    <a:pt x="8116" y="244"/>
                  </a:lnTo>
                  <a:lnTo>
                    <a:pt x="8116" y="20535"/>
                  </a:lnTo>
                  <a:lnTo>
                    <a:pt x="7872" y="20779"/>
                  </a:lnTo>
                  <a:lnTo>
                    <a:pt x="7872" y="20779"/>
                  </a:lnTo>
                  <a:lnTo>
                    <a:pt x="7426" y="20941"/>
                  </a:lnTo>
                  <a:lnTo>
                    <a:pt x="7020" y="21225"/>
                  </a:lnTo>
                  <a:lnTo>
                    <a:pt x="6736" y="21591"/>
                  </a:lnTo>
                  <a:lnTo>
                    <a:pt x="6574" y="22078"/>
                  </a:lnTo>
                  <a:lnTo>
                    <a:pt x="6574" y="22565"/>
                  </a:lnTo>
                  <a:lnTo>
                    <a:pt x="6736" y="23052"/>
                  </a:lnTo>
                  <a:lnTo>
                    <a:pt x="7020" y="23417"/>
                  </a:lnTo>
                  <a:lnTo>
                    <a:pt x="7426" y="23701"/>
                  </a:lnTo>
                  <a:lnTo>
                    <a:pt x="7872" y="23863"/>
                  </a:lnTo>
                  <a:lnTo>
                    <a:pt x="7872" y="23863"/>
                  </a:lnTo>
                  <a:lnTo>
                    <a:pt x="8116" y="24107"/>
                  </a:lnTo>
                  <a:lnTo>
                    <a:pt x="8116" y="126255"/>
                  </a:lnTo>
                  <a:lnTo>
                    <a:pt x="7872" y="126498"/>
                  </a:lnTo>
                  <a:close/>
                </a:path>
              </a:pathLst>
            </a:custGeom>
            <a:solidFill>
              <a:srgbClr val="9E9E9E"/>
            </a:solidFill>
            <a:ln w="3810">
              <a:solidFill>
                <a:srgbClr val="59595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205" name="房间名（沿用施工图）"/>
          <p:cNvGrpSpPr/>
          <p:nvPr/>
        </p:nvGrpSpPr>
        <p:grpSpPr>
          <a:xfrm>
            <a:off x="1023096" y="1776807"/>
            <a:ext cx="2852368" cy="3609507"/>
            <a:chOff x="1023096" y="1776807"/>
            <a:chExt cx="2852368" cy="3609507"/>
          </a:xfrm>
        </p:grpSpPr>
        <p:sp>
          <p:nvSpPr>
            <p:cNvPr id="206" name="TextBox 205"/>
            <p:cNvSpPr txBox="1"/>
            <p:nvPr/>
          </p:nvSpPr>
          <p:spPr>
            <a:xfrm>
              <a:off x="1397825" y="2723710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7" name="TextBox 206"/>
            <p:cNvSpPr txBox="1"/>
            <p:nvPr/>
          </p:nvSpPr>
          <p:spPr>
            <a:xfrm>
              <a:off x="1554812" y="3422893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淋浴间</a:t>
              </a:r>
            </a:p>
          </p:txBody>
        </p:sp>
        <p:sp>
          <p:nvSpPr>
            <p:cNvPr id="208" name="TextBox 207"/>
            <p:cNvSpPr txBox="1"/>
            <p:nvPr/>
          </p:nvSpPr>
          <p:spPr>
            <a:xfrm>
              <a:off x="2148144" y="4779155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3427795" y="3101350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楼梯</a:t>
              </a:r>
            </a:p>
          </p:txBody>
        </p:sp>
        <p:sp>
          <p:nvSpPr>
            <p:cNvPr id="210" name="TextBox 209"/>
            <p:cNvSpPr txBox="1"/>
            <p:nvPr/>
          </p:nvSpPr>
          <p:spPr>
            <a:xfrm>
              <a:off x="2407563" y="3053585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3</a:t>
              </a:r>
            </a:p>
          </p:txBody>
        </p:sp>
        <p:sp>
          <p:nvSpPr>
            <p:cNvPr id="211" name="TextBox 210"/>
            <p:cNvSpPr txBox="1"/>
            <p:nvPr/>
          </p:nvSpPr>
          <p:spPr>
            <a:xfrm>
              <a:off x="2471315" y="3595029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走廊</a:t>
              </a:r>
            </a:p>
          </p:txBody>
        </p:sp>
        <p:sp>
          <p:nvSpPr>
            <p:cNvPr id="212" name="TextBox 211"/>
            <p:cNvSpPr txBox="1"/>
            <p:nvPr/>
          </p:nvSpPr>
          <p:spPr>
            <a:xfrm>
              <a:off x="1023096" y="4053428"/>
              <a:ext cx="21358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主卧</a:t>
              </a:r>
            </a:p>
          </p:txBody>
        </p:sp>
        <p:sp>
          <p:nvSpPr>
            <p:cNvPr id="213" name="TextBox 212"/>
            <p:cNvSpPr txBox="1"/>
            <p:nvPr/>
          </p:nvSpPr>
          <p:spPr>
            <a:xfrm>
              <a:off x="3130877" y="4653573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卧室 2</a:t>
              </a:r>
            </a:p>
          </p:txBody>
        </p:sp>
        <p:sp>
          <p:nvSpPr>
            <p:cNvPr id="214" name="TextBox 213"/>
            <p:cNvSpPr txBox="1"/>
            <p:nvPr/>
          </p:nvSpPr>
          <p:spPr>
            <a:xfrm>
              <a:off x="2148143" y="4165248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衣帽间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2160572" y="527691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盥洗室</a:t>
              </a:r>
            </a:p>
          </p:txBody>
        </p:sp>
        <p:sp>
          <p:nvSpPr>
            <p:cNvPr id="216" name="TextBox 215"/>
            <p:cNvSpPr txBox="1"/>
            <p:nvPr/>
          </p:nvSpPr>
          <p:spPr>
            <a:xfrm>
              <a:off x="3113654" y="1182157"/>
              <a:ext cx="299540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卫生间</a:t>
              </a:r>
            </a:p>
          </p:txBody>
        </p:sp>
        <p:sp>
          <p:nvSpPr>
            <p:cNvPr id="217" name="TextBox 216"/>
            <p:cNvSpPr txBox="1"/>
            <p:nvPr/>
          </p:nvSpPr>
          <p:spPr>
            <a:xfrm>
              <a:off x="3070677" y="1786947"/>
              <a:ext cx="385495" cy="109397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8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书房</a:t>
              </a:r>
            </a:p>
          </p:txBody>
        </p:sp>
      </p:grpSp>
      <p:grpSp>
        <p:nvGrpSpPr>
          <p:cNvPr id="218" name="用水设备 台盆柜 F12.001"/>
          <p:cNvGrpSpPr/>
          <p:nvPr/>
        </p:nvGrpSpPr>
        <p:grpSpPr>
          <a:xfrm>
            <a:off x="1943523" y="5160718"/>
            <a:ext cx="416751" cy="463136"/>
            <a:chOff x="1943523" y="5160718"/>
            <a:chExt cx="416751" cy="463136"/>
          </a:xfrm>
        </p:grpSpPr>
        <p:sp>
          <p:nvSpPr>
            <p:cNvPr id="219" name="Rectangle 218"/>
            <p:cNvSpPr/>
            <p:nvPr/>
          </p:nvSpPr>
          <p:spPr>
            <a:xfrm>
              <a:off x="1943523" y="5218021"/>
              <a:ext cx="162333" cy="4058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0" name="TextBox 219"/>
            <p:cNvSpPr txBox="1"/>
            <p:nvPr/>
          </p:nvSpPr>
          <p:spPr>
            <a:xfrm>
              <a:off x="1943523" y="516071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21" name="J 台盆柜"/>
          <p:cNvGrpSpPr/>
          <p:nvPr/>
        </p:nvGrpSpPr>
        <p:grpSpPr>
          <a:xfrm>
            <a:off x="1935609" y="5381346"/>
            <a:ext cx="79182" cy="79182"/>
            <a:chOff x="1935609" y="5381346"/>
            <a:chExt cx="79182" cy="79182"/>
          </a:xfrm>
        </p:grpSpPr>
        <p:sp>
          <p:nvSpPr>
            <p:cNvPr id="222" name="Oval 221"/>
            <p:cNvSpPr/>
            <p:nvPr/>
          </p:nvSpPr>
          <p:spPr>
            <a:xfrm>
              <a:off x="1935609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3" name="TextBox 222"/>
            <p:cNvSpPr txBox="1"/>
            <p:nvPr/>
          </p:nvSpPr>
          <p:spPr>
            <a:xfrm>
              <a:off x="1935609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24" name="P 台盆柜"/>
          <p:cNvGrpSpPr/>
          <p:nvPr/>
        </p:nvGrpSpPr>
        <p:grpSpPr>
          <a:xfrm>
            <a:off x="2034587" y="5381346"/>
            <a:ext cx="79182" cy="79182"/>
            <a:chOff x="2034587" y="5381346"/>
            <a:chExt cx="79182" cy="79182"/>
          </a:xfrm>
        </p:grpSpPr>
        <p:sp>
          <p:nvSpPr>
            <p:cNvPr id="225" name="Oval 224"/>
            <p:cNvSpPr/>
            <p:nvPr/>
          </p:nvSpPr>
          <p:spPr>
            <a:xfrm>
              <a:off x="2034587" y="538134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6" name="TextBox 225"/>
            <p:cNvSpPr txBox="1"/>
            <p:nvPr/>
          </p:nvSpPr>
          <p:spPr>
            <a:xfrm>
              <a:off x="2034587" y="538134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27" name="用水设备 智能马桶 F13.001"/>
          <p:cNvGrpSpPr/>
          <p:nvPr/>
        </p:nvGrpSpPr>
        <p:grpSpPr>
          <a:xfrm>
            <a:off x="2382634" y="4677777"/>
            <a:ext cx="416751" cy="319065"/>
            <a:chOff x="2382634" y="4677777"/>
            <a:chExt cx="416751" cy="319065"/>
          </a:xfrm>
        </p:grpSpPr>
        <p:sp>
          <p:nvSpPr>
            <p:cNvPr id="228" name="Rectangle 227"/>
            <p:cNvSpPr/>
            <p:nvPr/>
          </p:nvSpPr>
          <p:spPr>
            <a:xfrm>
              <a:off x="2382634" y="4735080"/>
              <a:ext cx="172479" cy="26176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9" name="TextBox 228"/>
            <p:cNvSpPr txBox="1"/>
            <p:nvPr/>
          </p:nvSpPr>
          <p:spPr>
            <a:xfrm>
              <a:off x="2382634" y="4677777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30" name="W 智能马桶"/>
          <p:cNvGrpSpPr/>
          <p:nvPr/>
        </p:nvGrpSpPr>
        <p:grpSpPr>
          <a:xfrm>
            <a:off x="2373542" y="4820119"/>
            <a:ext cx="91684" cy="91684"/>
            <a:chOff x="2373542" y="4820119"/>
            <a:chExt cx="91684" cy="91684"/>
          </a:xfrm>
        </p:grpSpPr>
        <p:sp>
          <p:nvSpPr>
            <p:cNvPr id="231" name="Oval 230"/>
            <p:cNvSpPr/>
            <p:nvPr/>
          </p:nvSpPr>
          <p:spPr>
            <a:xfrm>
              <a:off x="2373542" y="4820119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2" name="Oval 231"/>
            <p:cNvSpPr/>
            <p:nvPr/>
          </p:nvSpPr>
          <p:spPr>
            <a:xfrm>
              <a:off x="2387086" y="4833663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3" name="TextBox 232"/>
            <p:cNvSpPr txBox="1"/>
            <p:nvPr/>
          </p:nvSpPr>
          <p:spPr>
            <a:xfrm>
              <a:off x="2373542" y="4820119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34" name="J 智能马桶"/>
          <p:cNvGrpSpPr/>
          <p:nvPr/>
        </p:nvGrpSpPr>
        <p:grpSpPr>
          <a:xfrm>
            <a:off x="2478771" y="4826370"/>
            <a:ext cx="79182" cy="79182"/>
            <a:chOff x="2478771" y="4826370"/>
            <a:chExt cx="79182" cy="79182"/>
          </a:xfrm>
        </p:grpSpPr>
        <p:sp>
          <p:nvSpPr>
            <p:cNvPr id="235" name="Oval 234"/>
            <p:cNvSpPr/>
            <p:nvPr/>
          </p:nvSpPr>
          <p:spPr>
            <a:xfrm>
              <a:off x="2478771" y="4826370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6" name="TextBox 235"/>
            <p:cNvSpPr txBox="1"/>
            <p:nvPr/>
          </p:nvSpPr>
          <p:spPr>
            <a:xfrm>
              <a:off x="2478771" y="4826370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37" name="用水设备 淋浴房 F14_ShowerReserved"/>
          <p:cNvGrpSpPr/>
          <p:nvPr/>
        </p:nvGrpSpPr>
        <p:grpSpPr>
          <a:xfrm>
            <a:off x="1928507" y="4641252"/>
            <a:ext cx="416751" cy="503719"/>
            <a:chOff x="1928507" y="4641252"/>
            <a:chExt cx="416751" cy="503719"/>
          </a:xfrm>
        </p:grpSpPr>
        <p:sp>
          <p:nvSpPr>
            <p:cNvPr id="238" name="Rectangle 237"/>
            <p:cNvSpPr/>
            <p:nvPr/>
          </p:nvSpPr>
          <p:spPr>
            <a:xfrm>
              <a:off x="1928507" y="4698555"/>
              <a:ext cx="324666" cy="446416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9" name="TextBox 238"/>
            <p:cNvSpPr txBox="1"/>
            <p:nvPr/>
          </p:nvSpPr>
          <p:spPr>
            <a:xfrm>
              <a:off x="1928507" y="4641252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40" name="J 淋浴房"/>
          <p:cNvGrpSpPr/>
          <p:nvPr/>
        </p:nvGrpSpPr>
        <p:grpSpPr>
          <a:xfrm>
            <a:off x="2001760" y="4882172"/>
            <a:ext cx="79182" cy="79182"/>
            <a:chOff x="2001760" y="4882172"/>
            <a:chExt cx="79182" cy="79182"/>
          </a:xfrm>
        </p:grpSpPr>
        <p:sp>
          <p:nvSpPr>
            <p:cNvPr id="241" name="Oval 240"/>
            <p:cNvSpPr/>
            <p:nvPr/>
          </p:nvSpPr>
          <p:spPr>
            <a:xfrm>
              <a:off x="2001760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2" name="TextBox 241"/>
            <p:cNvSpPr txBox="1"/>
            <p:nvPr/>
          </p:nvSpPr>
          <p:spPr>
            <a:xfrm>
              <a:off x="2001760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43" name="P 淋浴房"/>
          <p:cNvGrpSpPr/>
          <p:nvPr/>
        </p:nvGrpSpPr>
        <p:grpSpPr>
          <a:xfrm>
            <a:off x="2100738" y="4882172"/>
            <a:ext cx="79182" cy="79182"/>
            <a:chOff x="2100738" y="4882172"/>
            <a:chExt cx="79182" cy="79182"/>
          </a:xfrm>
        </p:grpSpPr>
        <p:sp>
          <p:nvSpPr>
            <p:cNvPr id="244" name="Oval 243"/>
            <p:cNvSpPr/>
            <p:nvPr/>
          </p:nvSpPr>
          <p:spPr>
            <a:xfrm>
              <a:off x="2100738" y="4882172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5" name="TextBox 244"/>
            <p:cNvSpPr txBox="1"/>
            <p:nvPr/>
          </p:nvSpPr>
          <p:spPr>
            <a:xfrm>
              <a:off x="2100738" y="4882172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46" name="用水设备 智能马桶 F16.001"/>
          <p:cNvGrpSpPr/>
          <p:nvPr/>
        </p:nvGrpSpPr>
        <p:grpSpPr>
          <a:xfrm>
            <a:off x="1597347" y="2868169"/>
            <a:ext cx="416751" cy="219636"/>
            <a:chOff x="1597347" y="2868169"/>
            <a:chExt cx="416751" cy="219636"/>
          </a:xfrm>
        </p:grpSpPr>
        <p:sp>
          <p:nvSpPr>
            <p:cNvPr id="247" name="Rectangle 246"/>
            <p:cNvSpPr/>
            <p:nvPr/>
          </p:nvSpPr>
          <p:spPr>
            <a:xfrm>
              <a:off x="1597347" y="2925472"/>
              <a:ext cx="258110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8" name="TextBox 247"/>
            <p:cNvSpPr txBox="1"/>
            <p:nvPr/>
          </p:nvSpPr>
          <p:spPr>
            <a:xfrm>
              <a:off x="1597347" y="2868169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智能马桶</a:t>
              </a:r>
            </a:p>
          </p:txBody>
        </p:sp>
      </p:grpSp>
      <p:grpSp>
        <p:nvGrpSpPr>
          <p:cNvPr id="249" name="W 智能马桶"/>
          <p:cNvGrpSpPr/>
          <p:nvPr/>
        </p:nvGrpSpPr>
        <p:grpSpPr>
          <a:xfrm>
            <a:off x="1631071" y="2960796"/>
            <a:ext cx="91684" cy="91684"/>
            <a:chOff x="1631071" y="2960796"/>
            <a:chExt cx="91684" cy="91684"/>
          </a:xfrm>
        </p:grpSpPr>
        <p:sp>
          <p:nvSpPr>
            <p:cNvPr id="250" name="Oval 249"/>
            <p:cNvSpPr/>
            <p:nvPr/>
          </p:nvSpPr>
          <p:spPr>
            <a:xfrm>
              <a:off x="1631071" y="2960796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1" name="Oval 250"/>
            <p:cNvSpPr/>
            <p:nvPr/>
          </p:nvSpPr>
          <p:spPr>
            <a:xfrm>
              <a:off x="1644615" y="2974340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2" name="TextBox 251"/>
            <p:cNvSpPr txBox="1"/>
            <p:nvPr/>
          </p:nvSpPr>
          <p:spPr>
            <a:xfrm>
              <a:off x="1631071" y="2960796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53" name="J 智能马桶"/>
          <p:cNvGrpSpPr/>
          <p:nvPr/>
        </p:nvGrpSpPr>
        <p:grpSpPr>
          <a:xfrm>
            <a:off x="1736300" y="2967047"/>
            <a:ext cx="79182" cy="79182"/>
            <a:chOff x="1736300" y="2967047"/>
            <a:chExt cx="79182" cy="79182"/>
          </a:xfrm>
        </p:grpSpPr>
        <p:sp>
          <p:nvSpPr>
            <p:cNvPr id="254" name="Oval 253"/>
            <p:cNvSpPr/>
            <p:nvPr/>
          </p:nvSpPr>
          <p:spPr>
            <a:xfrm>
              <a:off x="1736300" y="2967047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5" name="TextBox 254"/>
            <p:cNvSpPr txBox="1"/>
            <p:nvPr/>
          </p:nvSpPr>
          <p:spPr>
            <a:xfrm>
              <a:off x="1736300" y="2967047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56" name="用水设备 台盆柜 F17.001"/>
          <p:cNvGrpSpPr/>
          <p:nvPr/>
        </p:nvGrpSpPr>
        <p:grpSpPr>
          <a:xfrm>
            <a:off x="1086404" y="2448538"/>
            <a:ext cx="416751" cy="219636"/>
            <a:chOff x="1086404" y="2448538"/>
            <a:chExt cx="416751" cy="219636"/>
          </a:xfrm>
        </p:grpSpPr>
        <p:sp>
          <p:nvSpPr>
            <p:cNvPr id="257" name="Rectangle 256"/>
            <p:cNvSpPr/>
            <p:nvPr/>
          </p:nvSpPr>
          <p:spPr>
            <a:xfrm>
              <a:off x="1086404" y="2505841"/>
              <a:ext cx="405833" cy="1623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8" name="TextBox 257"/>
            <p:cNvSpPr txBox="1"/>
            <p:nvPr/>
          </p:nvSpPr>
          <p:spPr>
            <a:xfrm>
              <a:off x="1086404" y="2448538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台盆柜</a:t>
              </a:r>
            </a:p>
          </p:txBody>
        </p:sp>
      </p:grpSp>
      <p:grpSp>
        <p:nvGrpSpPr>
          <p:cNvPr id="259" name="J 台盆柜"/>
          <p:cNvGrpSpPr/>
          <p:nvPr/>
        </p:nvGrpSpPr>
        <p:grpSpPr>
          <a:xfrm>
            <a:off x="1200240" y="2547416"/>
            <a:ext cx="79182" cy="79182"/>
            <a:chOff x="1200240" y="2547416"/>
            <a:chExt cx="79182" cy="79182"/>
          </a:xfrm>
        </p:grpSpPr>
        <p:sp>
          <p:nvSpPr>
            <p:cNvPr id="260" name="Oval 259"/>
            <p:cNvSpPr/>
            <p:nvPr/>
          </p:nvSpPr>
          <p:spPr>
            <a:xfrm>
              <a:off x="1200240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1" name="TextBox 260"/>
            <p:cNvSpPr txBox="1"/>
            <p:nvPr/>
          </p:nvSpPr>
          <p:spPr>
            <a:xfrm>
              <a:off x="1200240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62" name="P 台盆柜"/>
          <p:cNvGrpSpPr/>
          <p:nvPr/>
        </p:nvGrpSpPr>
        <p:grpSpPr>
          <a:xfrm>
            <a:off x="1299218" y="2547416"/>
            <a:ext cx="79182" cy="79182"/>
            <a:chOff x="1299218" y="2547416"/>
            <a:chExt cx="79182" cy="79182"/>
          </a:xfrm>
        </p:grpSpPr>
        <p:sp>
          <p:nvSpPr>
            <p:cNvPr id="263" name="Oval 262"/>
            <p:cNvSpPr/>
            <p:nvPr/>
          </p:nvSpPr>
          <p:spPr>
            <a:xfrm>
              <a:off x="1299218" y="254741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4" name="TextBox 263"/>
            <p:cNvSpPr txBox="1"/>
            <p:nvPr/>
          </p:nvSpPr>
          <p:spPr>
            <a:xfrm>
              <a:off x="1299218" y="254741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65" name="用水设备 淋浴房 F18_COMPACT_Room199_Shower"/>
          <p:cNvGrpSpPr/>
          <p:nvPr/>
        </p:nvGrpSpPr>
        <p:grpSpPr>
          <a:xfrm>
            <a:off x="1529979" y="2445291"/>
            <a:ext cx="416751" cy="422553"/>
            <a:chOff x="1529979" y="2445291"/>
            <a:chExt cx="416751" cy="422553"/>
          </a:xfrm>
        </p:grpSpPr>
        <p:sp>
          <p:nvSpPr>
            <p:cNvPr id="266" name="Rectangle 265"/>
            <p:cNvSpPr/>
            <p:nvPr/>
          </p:nvSpPr>
          <p:spPr>
            <a:xfrm>
              <a:off x="1529979" y="2502594"/>
              <a:ext cx="324666" cy="365250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7" name="TextBox 266"/>
            <p:cNvSpPr txBox="1"/>
            <p:nvPr/>
          </p:nvSpPr>
          <p:spPr>
            <a:xfrm>
              <a:off x="1529979" y="2445291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淋浴房</a:t>
              </a:r>
            </a:p>
          </p:txBody>
        </p:sp>
      </p:grpSp>
      <p:grpSp>
        <p:nvGrpSpPr>
          <p:cNvPr id="268" name="J 淋浴房"/>
          <p:cNvGrpSpPr/>
          <p:nvPr/>
        </p:nvGrpSpPr>
        <p:grpSpPr>
          <a:xfrm>
            <a:off x="1603232" y="2645628"/>
            <a:ext cx="79182" cy="79182"/>
            <a:chOff x="1603232" y="2645628"/>
            <a:chExt cx="79182" cy="79182"/>
          </a:xfrm>
        </p:grpSpPr>
        <p:sp>
          <p:nvSpPr>
            <p:cNvPr id="269" name="Oval 268"/>
            <p:cNvSpPr/>
            <p:nvPr/>
          </p:nvSpPr>
          <p:spPr>
            <a:xfrm>
              <a:off x="1603232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0" name="TextBox 269"/>
            <p:cNvSpPr txBox="1"/>
            <p:nvPr/>
          </p:nvSpPr>
          <p:spPr>
            <a:xfrm>
              <a:off x="1603232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71" name="P 淋浴房"/>
          <p:cNvGrpSpPr/>
          <p:nvPr/>
        </p:nvGrpSpPr>
        <p:grpSpPr>
          <a:xfrm>
            <a:off x="1702210" y="2645628"/>
            <a:ext cx="79182" cy="79182"/>
            <a:chOff x="1702210" y="2645628"/>
            <a:chExt cx="79182" cy="79182"/>
          </a:xfrm>
        </p:grpSpPr>
        <p:sp>
          <p:nvSpPr>
            <p:cNvPr id="272" name="Oval 271"/>
            <p:cNvSpPr/>
            <p:nvPr/>
          </p:nvSpPr>
          <p:spPr>
            <a:xfrm>
              <a:off x="1702210" y="264562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3" name="TextBox 272"/>
            <p:cNvSpPr txBox="1"/>
            <p:nvPr/>
          </p:nvSpPr>
          <p:spPr>
            <a:xfrm>
              <a:off x="1702210" y="264562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74" name="用水设备 马桶 F25_Toilet"/>
          <p:cNvGrpSpPr/>
          <p:nvPr/>
        </p:nvGrpSpPr>
        <p:grpSpPr>
          <a:xfrm>
            <a:off x="3662224" y="1467640"/>
            <a:ext cx="416751" cy="294715"/>
            <a:chOff x="3662224" y="1467640"/>
            <a:chExt cx="416751" cy="294715"/>
          </a:xfrm>
        </p:grpSpPr>
        <p:sp>
          <p:nvSpPr>
            <p:cNvPr id="275" name="Rectangle 274"/>
            <p:cNvSpPr/>
            <p:nvPr/>
          </p:nvSpPr>
          <p:spPr>
            <a:xfrm>
              <a:off x="3662224" y="1524943"/>
              <a:ext cx="146100" cy="237412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6" name="TextBox 275"/>
            <p:cNvSpPr txBox="1"/>
            <p:nvPr/>
          </p:nvSpPr>
          <p:spPr>
            <a:xfrm>
              <a:off x="3662224" y="146764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马桶</a:t>
              </a:r>
            </a:p>
          </p:txBody>
        </p:sp>
      </p:grpSp>
      <p:grpSp>
        <p:nvGrpSpPr>
          <p:cNvPr id="277" name="W 马桶"/>
          <p:cNvGrpSpPr/>
          <p:nvPr/>
        </p:nvGrpSpPr>
        <p:grpSpPr>
          <a:xfrm>
            <a:off x="3639943" y="1597807"/>
            <a:ext cx="91684" cy="91684"/>
            <a:chOff x="3639943" y="1597807"/>
            <a:chExt cx="91684" cy="91684"/>
          </a:xfrm>
        </p:grpSpPr>
        <p:sp>
          <p:nvSpPr>
            <p:cNvPr id="278" name="Oval 277"/>
            <p:cNvSpPr/>
            <p:nvPr/>
          </p:nvSpPr>
          <p:spPr>
            <a:xfrm>
              <a:off x="3639943" y="1597807"/>
              <a:ext cx="91684" cy="91684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9" name="Oval 278"/>
            <p:cNvSpPr/>
            <p:nvPr/>
          </p:nvSpPr>
          <p:spPr>
            <a:xfrm>
              <a:off x="3653487" y="1611351"/>
              <a:ext cx="64596" cy="64596"/>
            </a:xfrm>
            <a:prstGeom prst="ellipse">
              <a:avLst/>
            </a:prstGeom>
            <a:noFill/>
            <a:ln w="7620">
              <a:solidFill>
                <a:srgbClr val="1A1A1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0" name="TextBox 279"/>
            <p:cNvSpPr txBox="1"/>
            <p:nvPr/>
          </p:nvSpPr>
          <p:spPr>
            <a:xfrm>
              <a:off x="3639943" y="1597807"/>
              <a:ext cx="91684" cy="9168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00" b="1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W</a:t>
              </a:r>
            </a:p>
          </p:txBody>
        </p:sp>
      </p:grpSp>
      <p:grpSp>
        <p:nvGrpSpPr>
          <p:cNvPr id="281" name="J 马桶"/>
          <p:cNvGrpSpPr/>
          <p:nvPr/>
        </p:nvGrpSpPr>
        <p:grpSpPr>
          <a:xfrm>
            <a:off x="3745172" y="1604058"/>
            <a:ext cx="79182" cy="79182"/>
            <a:chOff x="3745172" y="1604058"/>
            <a:chExt cx="79182" cy="79182"/>
          </a:xfrm>
        </p:grpSpPr>
        <p:sp>
          <p:nvSpPr>
            <p:cNvPr id="282" name="Oval 281"/>
            <p:cNvSpPr/>
            <p:nvPr/>
          </p:nvSpPr>
          <p:spPr>
            <a:xfrm>
              <a:off x="3745172" y="160405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3" name="TextBox 282"/>
            <p:cNvSpPr txBox="1"/>
            <p:nvPr/>
          </p:nvSpPr>
          <p:spPr>
            <a:xfrm>
              <a:off x="3745172" y="160405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84" name="用水设备 小台盆 F26_RearCompactBasin"/>
          <p:cNvGrpSpPr/>
          <p:nvPr/>
        </p:nvGrpSpPr>
        <p:grpSpPr>
          <a:xfrm>
            <a:off x="3763682" y="1841006"/>
            <a:ext cx="416751" cy="211520"/>
            <a:chOff x="3763682" y="1841006"/>
            <a:chExt cx="416751" cy="211520"/>
          </a:xfrm>
        </p:grpSpPr>
        <p:sp>
          <p:nvSpPr>
            <p:cNvPr id="285" name="Rectangle 284"/>
            <p:cNvSpPr/>
            <p:nvPr/>
          </p:nvSpPr>
          <p:spPr>
            <a:xfrm>
              <a:off x="3763682" y="1898309"/>
              <a:ext cx="121750" cy="154217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6" name="TextBox 285"/>
            <p:cNvSpPr txBox="1"/>
            <p:nvPr/>
          </p:nvSpPr>
          <p:spPr>
            <a:xfrm>
              <a:off x="3763682" y="1841006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小台盆</a:t>
              </a:r>
            </a:p>
          </p:txBody>
        </p:sp>
      </p:grpSp>
      <p:grpSp>
        <p:nvGrpSpPr>
          <p:cNvPr id="287" name="J 小台盆"/>
          <p:cNvGrpSpPr/>
          <p:nvPr/>
        </p:nvGrpSpPr>
        <p:grpSpPr>
          <a:xfrm>
            <a:off x="3735477" y="1935826"/>
            <a:ext cx="79182" cy="79182"/>
            <a:chOff x="3735477" y="1935826"/>
            <a:chExt cx="79182" cy="79182"/>
          </a:xfrm>
        </p:grpSpPr>
        <p:sp>
          <p:nvSpPr>
            <p:cNvPr id="288" name="Oval 287"/>
            <p:cNvSpPr/>
            <p:nvPr/>
          </p:nvSpPr>
          <p:spPr>
            <a:xfrm>
              <a:off x="3735477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9" name="TextBox 288"/>
            <p:cNvSpPr txBox="1"/>
            <p:nvPr/>
          </p:nvSpPr>
          <p:spPr>
            <a:xfrm>
              <a:off x="3735477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0" name="P 小台盆"/>
          <p:cNvGrpSpPr/>
          <p:nvPr/>
        </p:nvGrpSpPr>
        <p:grpSpPr>
          <a:xfrm>
            <a:off x="3834455" y="1935826"/>
            <a:ext cx="79182" cy="79182"/>
            <a:chOff x="3834455" y="1935826"/>
            <a:chExt cx="79182" cy="79182"/>
          </a:xfrm>
        </p:grpSpPr>
        <p:sp>
          <p:nvSpPr>
            <p:cNvPr id="291" name="Oval 290"/>
            <p:cNvSpPr/>
            <p:nvPr/>
          </p:nvSpPr>
          <p:spPr>
            <a:xfrm>
              <a:off x="3834455" y="1935826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2" name="TextBox 291"/>
            <p:cNvSpPr txBox="1"/>
            <p:nvPr/>
          </p:nvSpPr>
          <p:spPr>
            <a:xfrm>
              <a:off x="3834455" y="1935826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293" name="用水设备 淋浴 F28_RearShower"/>
          <p:cNvGrpSpPr/>
          <p:nvPr/>
        </p:nvGrpSpPr>
        <p:grpSpPr>
          <a:xfrm>
            <a:off x="3585116" y="2069490"/>
            <a:ext cx="416751" cy="365736"/>
            <a:chOff x="3585116" y="2069490"/>
            <a:chExt cx="416751" cy="365736"/>
          </a:xfrm>
        </p:grpSpPr>
        <p:sp>
          <p:nvSpPr>
            <p:cNvPr id="294" name="Rectangle 293"/>
            <p:cNvSpPr/>
            <p:nvPr/>
          </p:nvSpPr>
          <p:spPr>
            <a:xfrm>
              <a:off x="3585116" y="2126793"/>
              <a:ext cx="300316" cy="308433"/>
            </a:xfrm>
            <a:prstGeom prst="rect">
              <a:avLst/>
            </a:prstGeom>
            <a:noFill/>
            <a:ln w="7620">
              <a:solidFill>
                <a:srgbClr val="8C8C8C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5" name="TextBox 294"/>
            <p:cNvSpPr txBox="1"/>
            <p:nvPr/>
          </p:nvSpPr>
          <p:spPr>
            <a:xfrm>
              <a:off x="3585116" y="2069490"/>
              <a:ext cx="416751" cy="5209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600" b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rPr>
                <a:t>淋浴</a:t>
              </a:r>
            </a:p>
          </p:txBody>
        </p:sp>
      </p:grpSp>
      <p:grpSp>
        <p:nvGrpSpPr>
          <p:cNvPr id="296" name="J 淋浴"/>
          <p:cNvGrpSpPr/>
          <p:nvPr/>
        </p:nvGrpSpPr>
        <p:grpSpPr>
          <a:xfrm>
            <a:off x="3646194" y="2241418"/>
            <a:ext cx="79182" cy="79182"/>
            <a:chOff x="3646194" y="2241418"/>
            <a:chExt cx="79182" cy="79182"/>
          </a:xfrm>
        </p:grpSpPr>
        <p:sp>
          <p:nvSpPr>
            <p:cNvPr id="297" name="Oval 296"/>
            <p:cNvSpPr/>
            <p:nvPr/>
          </p:nvSpPr>
          <p:spPr>
            <a:xfrm>
              <a:off x="3646194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1F6BD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8" name="TextBox 297"/>
            <p:cNvSpPr txBox="1"/>
            <p:nvPr/>
          </p:nvSpPr>
          <p:spPr>
            <a:xfrm>
              <a:off x="3646194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1F6BD9"/>
                  </a:solidFill>
                  <a:latin typeface="Microsoft YaHei"/>
                  <a:ea typeface="Microsoft YaHei"/>
                  <a:cs typeface="Microsoft YaHei"/>
                </a:rPr>
                <a:t>J</a:t>
              </a:r>
            </a:p>
          </p:txBody>
        </p:sp>
      </p:grpSp>
      <p:grpSp>
        <p:nvGrpSpPr>
          <p:cNvPr id="299" name="P 淋浴"/>
          <p:cNvGrpSpPr/>
          <p:nvPr/>
        </p:nvGrpSpPr>
        <p:grpSpPr>
          <a:xfrm>
            <a:off x="3745172" y="2241418"/>
            <a:ext cx="79182" cy="79182"/>
            <a:chOff x="3745172" y="2241418"/>
            <a:chExt cx="79182" cy="79182"/>
          </a:xfrm>
        </p:grpSpPr>
        <p:sp>
          <p:nvSpPr>
            <p:cNvPr id="300" name="Oval 299"/>
            <p:cNvSpPr/>
            <p:nvPr/>
          </p:nvSpPr>
          <p:spPr>
            <a:xfrm>
              <a:off x="3745172" y="2241418"/>
              <a:ext cx="79182" cy="79182"/>
            </a:xfrm>
            <a:prstGeom prst="ellipse">
              <a:avLst/>
            </a:prstGeom>
            <a:solidFill>
              <a:srgbClr val="FFFFFF"/>
            </a:solidFill>
            <a:ln w="11430">
              <a:solidFill>
                <a:srgbClr val="0D807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1" name="TextBox 300"/>
            <p:cNvSpPr txBox="1"/>
            <p:nvPr/>
          </p:nvSpPr>
          <p:spPr>
            <a:xfrm>
              <a:off x="3745172" y="2241418"/>
              <a:ext cx="79182" cy="7918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650" b="1">
                  <a:solidFill>
                    <a:srgbClr val="0D8073"/>
                  </a:solidFill>
                  <a:latin typeface="Microsoft YaHei"/>
                  <a:ea typeface="Microsoft YaHei"/>
                  <a:cs typeface="Microsoft YaHei"/>
                </a:rPr>
                <a:t>P</a:t>
              </a:r>
            </a:p>
          </p:txBody>
        </p:sp>
      </p:grpSp>
      <p:grpSp>
        <p:nvGrpSpPr>
          <p:cNvPr id="302" name="图例（模型）"/>
          <p:cNvGrpSpPr/>
          <p:nvPr/>
        </p:nvGrpSpPr>
        <p:grpSpPr>
          <a:xfrm>
            <a:off x="9174174" y="914400"/>
            <a:ext cx="2980944" cy="1133856"/>
            <a:chOff x="9174174" y="914400"/>
            <a:chExt cx="2980944" cy="1133856"/>
          </a:xfrm>
        </p:grpSpPr>
        <p:sp>
          <p:nvSpPr>
            <p:cNvPr id="303" name="TextBox 302"/>
            <p:cNvSpPr txBox="1"/>
            <p:nvPr/>
          </p:nvSpPr>
          <p:spPr>
            <a:xfrm>
              <a:off x="9174174" y="914400"/>
              <a:ext cx="2926080" cy="2743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100" b="1">
                  <a:solidFill>
                    <a:srgbClr val="D01414"/>
                  </a:solidFill>
                  <a:latin typeface="Microsoft YaHei"/>
                  <a:ea typeface="Microsoft YaHei"/>
                  <a:cs typeface="Microsoft YaHei"/>
                </a:rPr>
                <a:t>模型点位（09-29 导出，图例数量 09-30 按本页实际点位更新）</a:t>
              </a:r>
            </a:p>
          </p:txBody>
        </p:sp>
        <p:grpSp>
          <p:nvGrpSpPr>
            <p:cNvPr id="304" name="图例"/>
            <p:cNvGrpSpPr/>
            <p:nvPr/>
          </p:nvGrpSpPr>
          <p:grpSpPr>
            <a:xfrm>
              <a:off x="9246692" y="1334390"/>
              <a:ext cx="110996" cy="110996"/>
              <a:chOff x="9246692" y="1334390"/>
              <a:chExt cx="110996" cy="110996"/>
            </a:xfrm>
          </p:grpSpPr>
          <p:sp>
            <p:nvSpPr>
              <p:cNvPr id="305" name="Oval 304"/>
              <p:cNvSpPr/>
              <p:nvPr/>
            </p:nvSpPr>
            <p:spPr>
              <a:xfrm>
                <a:off x="9246692" y="133439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F6BD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6" name="TextBox 305"/>
              <p:cNvSpPr txBox="1"/>
              <p:nvPr/>
            </p:nvSpPr>
            <p:spPr>
              <a:xfrm>
                <a:off x="9246692" y="133439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1F6BD9"/>
                    </a:solidFill>
                    <a:latin typeface="Microsoft YaHei"/>
                    <a:ea typeface="Microsoft YaHei"/>
                    <a:cs typeface="Microsoft YaHei"/>
                  </a:rPr>
                  <a:t>J</a:t>
                </a:r>
              </a:p>
            </p:txBody>
          </p:sp>
        </p:grpSp>
        <p:sp>
          <p:nvSpPr>
            <p:cNvPr id="307" name="TextBox 306"/>
            <p:cNvSpPr txBox="1"/>
            <p:nvPr/>
          </p:nvSpPr>
          <p:spPr>
            <a:xfrm>
              <a:off x="9503358" y="129844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给水点位（J）× 9</a:t>
              </a:r>
            </a:p>
          </p:txBody>
        </p:sp>
        <p:grpSp>
          <p:nvGrpSpPr>
            <p:cNvPr id="308" name="图例"/>
            <p:cNvGrpSpPr/>
            <p:nvPr/>
          </p:nvGrpSpPr>
          <p:grpSpPr>
            <a:xfrm>
              <a:off x="9246692" y="1608710"/>
              <a:ext cx="110996" cy="110996"/>
              <a:chOff x="9246692" y="1608710"/>
              <a:chExt cx="110996" cy="110996"/>
            </a:xfrm>
          </p:grpSpPr>
          <p:sp>
            <p:nvSpPr>
              <p:cNvPr id="309" name="Oval 308"/>
              <p:cNvSpPr/>
              <p:nvPr/>
            </p:nvSpPr>
            <p:spPr>
              <a:xfrm>
                <a:off x="9246692" y="1608710"/>
                <a:ext cx="110996" cy="110996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0D807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0" name="TextBox 309"/>
              <p:cNvSpPr txBox="1"/>
              <p:nvPr/>
            </p:nvSpPr>
            <p:spPr>
              <a:xfrm>
                <a:off x="9246692" y="1608710"/>
                <a:ext cx="110996" cy="110996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50" b="1">
                    <a:solidFill>
                      <a:srgbClr val="0D8073"/>
                    </a:solidFill>
                    <a:latin typeface="Microsoft YaHei"/>
                    <a:ea typeface="Microsoft YaHei"/>
                    <a:cs typeface="Microsoft YaHei"/>
                  </a:rPr>
                  <a:t>P</a:t>
                </a:r>
              </a:p>
            </p:txBody>
          </p:sp>
        </p:grpSp>
        <p:sp>
          <p:nvSpPr>
            <p:cNvPr id="311" name="TextBox 310"/>
            <p:cNvSpPr txBox="1"/>
            <p:nvPr/>
          </p:nvSpPr>
          <p:spPr>
            <a:xfrm>
              <a:off x="9503358" y="157276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排水点位（P）× 6</a:t>
              </a:r>
            </a:p>
          </p:txBody>
        </p:sp>
        <p:grpSp>
          <p:nvGrpSpPr>
            <p:cNvPr id="312" name="图例"/>
            <p:cNvGrpSpPr/>
            <p:nvPr/>
          </p:nvGrpSpPr>
          <p:grpSpPr>
            <a:xfrm>
              <a:off x="9237928" y="1874266"/>
              <a:ext cx="128524" cy="128524"/>
              <a:chOff x="9237928" y="1874266"/>
              <a:chExt cx="128524" cy="128524"/>
            </a:xfrm>
          </p:grpSpPr>
          <p:sp>
            <p:nvSpPr>
              <p:cNvPr id="313" name="Oval 312"/>
              <p:cNvSpPr/>
              <p:nvPr/>
            </p:nvSpPr>
            <p:spPr>
              <a:xfrm>
                <a:off x="9237928" y="1874266"/>
                <a:ext cx="128524" cy="128524"/>
              </a:xfrm>
              <a:prstGeom prst="ellipse">
                <a:avLst/>
              </a:prstGeom>
              <a:solidFill>
                <a:srgbClr val="FFFFFF"/>
              </a:solidFill>
              <a:ln w="1143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4" name="Oval 313"/>
              <p:cNvSpPr/>
              <p:nvPr/>
            </p:nvSpPr>
            <p:spPr>
              <a:xfrm>
                <a:off x="9256914" y="1893252"/>
                <a:ext cx="90552" cy="90552"/>
              </a:xfrm>
              <a:prstGeom prst="ellipse">
                <a:avLst/>
              </a:prstGeom>
              <a:noFill/>
              <a:ln w="7620">
                <a:solidFill>
                  <a:srgbClr val="1A1A1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5" name="TextBox 314"/>
              <p:cNvSpPr txBox="1"/>
              <p:nvPr/>
            </p:nvSpPr>
            <p:spPr>
              <a:xfrm>
                <a:off x="9237928" y="1874266"/>
                <a:ext cx="128524" cy="12852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algn="ctr"/>
                <a:r>
                  <a:rPr sz="600" b="1">
                    <a:solidFill>
                      <a:srgbClr val="1A1A1A"/>
                    </a:solidFill>
                    <a:latin typeface="Microsoft YaHei"/>
                    <a:ea typeface="Microsoft YaHei"/>
                    <a:cs typeface="Microsoft YaHei"/>
                  </a:rPr>
                  <a:t>W</a:t>
                </a:r>
              </a:p>
            </p:txBody>
          </p:sp>
        </p:grpSp>
        <p:sp>
          <p:nvSpPr>
            <p:cNvPr id="316" name="TextBox 315"/>
            <p:cNvSpPr txBox="1"/>
            <p:nvPr/>
          </p:nvSpPr>
          <p:spPr>
            <a:xfrm>
              <a:off x="9503358" y="1847088"/>
              <a:ext cx="2651760" cy="2011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050" b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坐便器排污（W）× 3</a:t>
              </a:r>
            </a:p>
          </p:txBody>
        </p:sp>
      </p:grpSp>
      <p:sp>
        <p:nvSpPr>
          <p:cNvPr id="317" name="TextBox 316"/>
          <p:cNvSpPr txBox="1"/>
          <p:nvPr/>
        </p:nvSpPr>
        <p:spPr>
          <a:xfrm>
            <a:off x="9174174" y="2304288"/>
            <a:ext cx="2697481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6B6B6B"/>
                </a:solidFill>
                <a:latin typeface="Microsoft YaHei"/>
                <a:ea typeface="Microsoft YaHei"/>
                <a:cs typeface="Microsoft YaHei"/>
              </a:rPr>
              <a:t>模型没有单独的水路点，按卫浴 / 厨房设备推出：马桶 = J + W，台盆 / 淋浴 / 水槽 / 洗碗机 / 洗衣柜 = J + P；虚线框为设备外轮廓。
每个点位（符号 + 编号）是一个组件：单击选中即可拖动，Ctrl+C / Ctrl+V 复制，Delete 删除。
墙体和右边的施工图已锁定，不会被误拖；要改墙体，在「选择窗格」里选中后右键「解锁」。
墙体为模型 1.2 m 高水平剖切；房间名沿用施工图。图例里的数量是导出时的数量，改动后不会自动更新。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