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0" r:id="rId3"/>
    <p:sldId id="257" r:id="rId4"/>
    <p:sldId id="258" r:id="rId5"/>
    <p:sldId id="259" r:id="rId6"/>
    <p:sldId id="283" r:id="rId7"/>
    <p:sldId id="260" r:id="rId8"/>
    <p:sldId id="261" r:id="rId9"/>
    <p:sldId id="272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2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29E3-0578-C12B-841E-5E2CFBBF5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106B1-AEAB-CEFC-A224-9BC582533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469B6-C19F-4352-3D27-E2362CFB5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2 页。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E29AC-AC2E-2D79-C2ED-152165676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31738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3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4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6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5B025-6601-02C0-49FD-D1D83D0CB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FED5F-D9B5-4701-CA03-3693FA9D5C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5E55A-56AD-DC43-9994-FFE2F1E10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6 页。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DA99A-D91A-A749-6687-B0789F047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97157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7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8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一层照明平面图：Blender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1:100</a:t>
            </a:r>
          </a:p>
        </p:txBody>
      </p:sp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8703" y="1008790"/>
            <a:ext cx="2244687" cy="4199488"/>
            <a:chOff x="358703" y="1008790"/>
            <a:chExt cx="2244687" cy="4199488"/>
          </a:xfrm>
        </p:grpSpPr>
        <p:sp>
          <p:nvSpPr>
            <p:cNvPr id="4" name="墙_GF_Wall_Shell"/>
            <p:cNvSpPr/>
            <p:nvPr/>
          </p:nvSpPr>
          <p:spPr>
            <a:xfrm>
              <a:off x="358703" y="1008790"/>
              <a:ext cx="2244687" cy="4199488"/>
            </a:xfrm>
            <a:custGeom>
              <a:avLst/>
              <a:gdLst/>
              <a:ahLst/>
              <a:cxnLst/>
              <a:rect l="l" t="t" r="r" b="b"/>
              <a:pathLst>
                <a:path w="2244687" h="4199488">
                  <a:moveTo>
                    <a:pt x="1918764" y="3678985"/>
                  </a:moveTo>
                  <a:lnTo>
                    <a:pt x="1918764" y="3601616"/>
                  </a:lnTo>
                  <a:lnTo>
                    <a:pt x="1918516" y="3601616"/>
                  </a:lnTo>
                  <a:lnTo>
                    <a:pt x="1918516" y="3596607"/>
                  </a:lnTo>
                  <a:lnTo>
                    <a:pt x="1944775" y="3596607"/>
                  </a:lnTo>
                  <a:lnTo>
                    <a:pt x="1944775" y="3560154"/>
                  </a:lnTo>
                  <a:lnTo>
                    <a:pt x="1918516" y="3560154"/>
                  </a:lnTo>
                  <a:lnTo>
                    <a:pt x="1918516" y="3166664"/>
                  </a:lnTo>
                  <a:lnTo>
                    <a:pt x="1918516" y="2968283"/>
                  </a:lnTo>
                  <a:lnTo>
                    <a:pt x="1902895" y="2968283"/>
                  </a:lnTo>
                  <a:lnTo>
                    <a:pt x="1902895" y="2953404"/>
                  </a:lnTo>
                  <a:lnTo>
                    <a:pt x="1732519" y="2953404"/>
                  </a:lnTo>
                  <a:lnTo>
                    <a:pt x="1672685" y="2953404"/>
                  </a:lnTo>
                  <a:lnTo>
                    <a:pt x="1659667" y="2953404"/>
                  </a:lnTo>
                  <a:lnTo>
                    <a:pt x="1659667" y="2983162"/>
                  </a:lnTo>
                  <a:lnTo>
                    <a:pt x="1702590" y="2983162"/>
                  </a:lnTo>
                  <a:lnTo>
                    <a:pt x="1887298" y="2983162"/>
                  </a:lnTo>
                  <a:lnTo>
                    <a:pt x="1887298" y="3166664"/>
                  </a:lnTo>
                  <a:lnTo>
                    <a:pt x="1887298" y="3578306"/>
                  </a:lnTo>
                  <a:lnTo>
                    <a:pt x="1887298" y="3601616"/>
                  </a:lnTo>
                  <a:lnTo>
                    <a:pt x="1887050" y="3601616"/>
                  </a:lnTo>
                  <a:lnTo>
                    <a:pt x="1887050" y="3678985"/>
                  </a:lnTo>
                  <a:close/>
                  <a:moveTo>
                    <a:pt x="2133228" y="3560154"/>
                  </a:moveTo>
                  <a:lnTo>
                    <a:pt x="2133228" y="3596607"/>
                  </a:lnTo>
                  <a:lnTo>
                    <a:pt x="2185176" y="3596607"/>
                  </a:lnTo>
                  <a:lnTo>
                    <a:pt x="2185176" y="3945312"/>
                  </a:lnTo>
                  <a:lnTo>
                    <a:pt x="2194598" y="3945312"/>
                  </a:lnTo>
                  <a:lnTo>
                    <a:pt x="2194598" y="3973829"/>
                  </a:lnTo>
                  <a:lnTo>
                    <a:pt x="2207493" y="3973829"/>
                  </a:lnTo>
                  <a:lnTo>
                    <a:pt x="2207493" y="3945312"/>
                  </a:lnTo>
                  <a:lnTo>
                    <a:pt x="2211212" y="3945312"/>
                  </a:lnTo>
                  <a:lnTo>
                    <a:pt x="2237248" y="3945312"/>
                  </a:lnTo>
                  <a:lnTo>
                    <a:pt x="2237248" y="3578306"/>
                  </a:lnTo>
                  <a:lnTo>
                    <a:pt x="2237248" y="3166664"/>
                  </a:lnTo>
                  <a:lnTo>
                    <a:pt x="2237248" y="2968283"/>
                  </a:lnTo>
                  <a:lnTo>
                    <a:pt x="2237248" y="2799659"/>
                  </a:lnTo>
                  <a:lnTo>
                    <a:pt x="2237248" y="2008613"/>
                  </a:lnTo>
                  <a:lnTo>
                    <a:pt x="2244687" y="2008613"/>
                  </a:lnTo>
                  <a:lnTo>
                    <a:pt x="2244687" y="1730878"/>
                  </a:lnTo>
                  <a:lnTo>
                    <a:pt x="2244687" y="1383711"/>
                  </a:lnTo>
                  <a:lnTo>
                    <a:pt x="2244687" y="1066300"/>
                  </a:lnTo>
                  <a:lnTo>
                    <a:pt x="2244687" y="369486"/>
                  </a:lnTo>
                  <a:lnTo>
                    <a:pt x="2244687" y="28517"/>
                  </a:lnTo>
                  <a:lnTo>
                    <a:pt x="2214931" y="28517"/>
                  </a:lnTo>
                  <a:lnTo>
                    <a:pt x="2214931" y="0"/>
                  </a:lnTo>
                  <a:lnTo>
                    <a:pt x="2087602" y="0"/>
                  </a:lnTo>
                  <a:lnTo>
                    <a:pt x="1931509" y="0"/>
                  </a:lnTo>
                  <a:lnTo>
                    <a:pt x="1739016" y="0"/>
                  </a:lnTo>
                  <a:lnTo>
                    <a:pt x="1739016" y="28517"/>
                  </a:lnTo>
                  <a:lnTo>
                    <a:pt x="1739016" y="57035"/>
                  </a:lnTo>
                  <a:lnTo>
                    <a:pt x="1931509" y="57035"/>
                  </a:lnTo>
                  <a:lnTo>
                    <a:pt x="2087602" y="57035"/>
                  </a:lnTo>
                  <a:lnTo>
                    <a:pt x="2214931" y="57035"/>
                  </a:lnTo>
                  <a:lnTo>
                    <a:pt x="2214931" y="87437"/>
                  </a:lnTo>
                  <a:lnTo>
                    <a:pt x="2185176" y="87437"/>
                  </a:lnTo>
                  <a:lnTo>
                    <a:pt x="2185176" y="354607"/>
                  </a:lnTo>
                  <a:lnTo>
                    <a:pt x="1675289" y="354607"/>
                  </a:lnTo>
                  <a:lnTo>
                    <a:pt x="1675289" y="384364"/>
                  </a:lnTo>
                  <a:lnTo>
                    <a:pt x="2185176" y="384364"/>
                  </a:lnTo>
                  <a:lnTo>
                    <a:pt x="2185176" y="1031584"/>
                  </a:lnTo>
                  <a:lnTo>
                    <a:pt x="2056384" y="1031584"/>
                  </a:lnTo>
                  <a:lnTo>
                    <a:pt x="2056384" y="1101017"/>
                  </a:lnTo>
                  <a:lnTo>
                    <a:pt x="2185176" y="1101017"/>
                  </a:lnTo>
                  <a:lnTo>
                    <a:pt x="2185176" y="1383711"/>
                  </a:lnTo>
                  <a:lnTo>
                    <a:pt x="2185176" y="1730878"/>
                  </a:lnTo>
                  <a:lnTo>
                    <a:pt x="2185176" y="1993734"/>
                  </a:lnTo>
                  <a:lnTo>
                    <a:pt x="1948669" y="1993734"/>
                  </a:lnTo>
                  <a:lnTo>
                    <a:pt x="1948669" y="2023491"/>
                  </a:lnTo>
                  <a:lnTo>
                    <a:pt x="2177737" y="2023491"/>
                  </a:lnTo>
                  <a:lnTo>
                    <a:pt x="2177737" y="2008613"/>
                  </a:lnTo>
                  <a:lnTo>
                    <a:pt x="2185176" y="2008613"/>
                  </a:lnTo>
                  <a:lnTo>
                    <a:pt x="2185176" y="2799659"/>
                  </a:lnTo>
                  <a:lnTo>
                    <a:pt x="2185176" y="2968283"/>
                  </a:lnTo>
                  <a:lnTo>
                    <a:pt x="2185176" y="3166664"/>
                  </a:lnTo>
                  <a:lnTo>
                    <a:pt x="2185176" y="3560154"/>
                  </a:lnTo>
                  <a:close/>
                  <a:moveTo>
                    <a:pt x="1407811" y="0"/>
                  </a:moveTo>
                  <a:lnTo>
                    <a:pt x="1427648" y="0"/>
                  </a:lnTo>
                  <a:lnTo>
                    <a:pt x="1427648" y="28517"/>
                  </a:lnTo>
                  <a:lnTo>
                    <a:pt x="1436327" y="28517"/>
                  </a:lnTo>
                  <a:lnTo>
                    <a:pt x="1436327" y="109135"/>
                  </a:lnTo>
                  <a:lnTo>
                    <a:pt x="1407811" y="109135"/>
                  </a:lnTo>
                  <a:lnTo>
                    <a:pt x="1379295" y="109135"/>
                  </a:lnTo>
                  <a:lnTo>
                    <a:pt x="1379295" y="28517"/>
                  </a:lnTo>
                  <a:lnTo>
                    <a:pt x="1407811" y="28517"/>
                  </a:lnTo>
                  <a:close/>
                  <a:moveTo>
                    <a:pt x="730872" y="2017292"/>
                  </a:moveTo>
                  <a:lnTo>
                    <a:pt x="879650" y="2017292"/>
                  </a:lnTo>
                  <a:lnTo>
                    <a:pt x="944120" y="2017292"/>
                  </a:lnTo>
                  <a:lnTo>
                    <a:pt x="1026444" y="2017292"/>
                  </a:lnTo>
                  <a:lnTo>
                    <a:pt x="1026444" y="2045809"/>
                  </a:lnTo>
                  <a:lnTo>
                    <a:pt x="1026444" y="2074326"/>
                  </a:lnTo>
                  <a:lnTo>
                    <a:pt x="958998" y="2074326"/>
                  </a:lnTo>
                  <a:lnTo>
                    <a:pt x="958998" y="2462410"/>
                  </a:lnTo>
                  <a:lnTo>
                    <a:pt x="958998" y="2693029"/>
                  </a:lnTo>
                  <a:lnTo>
                    <a:pt x="929242" y="2693029"/>
                  </a:lnTo>
                  <a:lnTo>
                    <a:pt x="929242" y="2477289"/>
                  </a:lnTo>
                  <a:lnTo>
                    <a:pt x="651523" y="2477289"/>
                  </a:lnTo>
                  <a:lnTo>
                    <a:pt x="651523" y="2447532"/>
                  </a:lnTo>
                  <a:lnTo>
                    <a:pt x="651523" y="2316104"/>
                  </a:lnTo>
                  <a:lnTo>
                    <a:pt x="681279" y="2316104"/>
                  </a:lnTo>
                  <a:lnTo>
                    <a:pt x="681279" y="2447532"/>
                  </a:lnTo>
                  <a:lnTo>
                    <a:pt x="929242" y="2447532"/>
                  </a:lnTo>
                  <a:lnTo>
                    <a:pt x="929242" y="2074326"/>
                  </a:lnTo>
                  <a:lnTo>
                    <a:pt x="879650" y="2074326"/>
                  </a:lnTo>
                  <a:lnTo>
                    <a:pt x="730872" y="2074326"/>
                  </a:lnTo>
                  <a:lnTo>
                    <a:pt x="681279" y="2074326"/>
                  </a:lnTo>
                  <a:lnTo>
                    <a:pt x="681279" y="2147480"/>
                  </a:lnTo>
                  <a:lnTo>
                    <a:pt x="651523" y="2147480"/>
                  </a:lnTo>
                  <a:lnTo>
                    <a:pt x="651523" y="2086428"/>
                  </a:lnTo>
                  <a:lnTo>
                    <a:pt x="652639" y="2086428"/>
                  </a:lnTo>
                  <a:lnTo>
                    <a:pt x="652639" y="2017292"/>
                  </a:lnTo>
                  <a:close/>
                  <a:moveTo>
                    <a:pt x="130677" y="2074326"/>
                  </a:moveTo>
                  <a:lnTo>
                    <a:pt x="130677" y="2017292"/>
                  </a:lnTo>
                  <a:lnTo>
                    <a:pt x="29136" y="2017292"/>
                  </a:lnTo>
                  <a:lnTo>
                    <a:pt x="0" y="2017292"/>
                  </a:lnTo>
                  <a:lnTo>
                    <a:pt x="0" y="2074326"/>
                  </a:lnTo>
                  <a:lnTo>
                    <a:pt x="620" y="2074326"/>
                  </a:lnTo>
                  <a:lnTo>
                    <a:pt x="620" y="2536803"/>
                  </a:lnTo>
                  <a:lnTo>
                    <a:pt x="620" y="3684936"/>
                  </a:lnTo>
                  <a:lnTo>
                    <a:pt x="620" y="3823803"/>
                  </a:lnTo>
                  <a:lnTo>
                    <a:pt x="29136" y="3823803"/>
                  </a:lnTo>
                  <a:lnTo>
                    <a:pt x="29136" y="3852320"/>
                  </a:lnTo>
                  <a:lnTo>
                    <a:pt x="175434" y="3852320"/>
                  </a:lnTo>
                  <a:lnTo>
                    <a:pt x="175434" y="3823803"/>
                  </a:lnTo>
                  <a:lnTo>
                    <a:pt x="175434" y="3795286"/>
                  </a:lnTo>
                  <a:lnTo>
                    <a:pt x="57651" y="3795286"/>
                  </a:lnTo>
                  <a:lnTo>
                    <a:pt x="57651" y="3713453"/>
                  </a:lnTo>
                  <a:lnTo>
                    <a:pt x="89143" y="3713453"/>
                  </a:lnTo>
                  <a:lnTo>
                    <a:pt x="89143" y="3684936"/>
                  </a:lnTo>
                  <a:lnTo>
                    <a:pt x="89143" y="3656419"/>
                  </a:lnTo>
                  <a:lnTo>
                    <a:pt x="57651" y="3656419"/>
                  </a:lnTo>
                  <a:lnTo>
                    <a:pt x="57651" y="2536803"/>
                  </a:lnTo>
                  <a:lnTo>
                    <a:pt x="57651" y="2074326"/>
                  </a:lnTo>
                  <a:close/>
                  <a:moveTo>
                    <a:pt x="1027188" y="2953404"/>
                  </a:moveTo>
                  <a:lnTo>
                    <a:pt x="1027188" y="2983162"/>
                  </a:lnTo>
                  <a:lnTo>
                    <a:pt x="958998" y="2983162"/>
                  </a:lnTo>
                  <a:lnTo>
                    <a:pt x="958998" y="2968283"/>
                  </a:lnTo>
                  <a:lnTo>
                    <a:pt x="944120" y="2968283"/>
                  </a:lnTo>
                  <a:lnTo>
                    <a:pt x="944120" y="2953404"/>
                  </a:lnTo>
                  <a:close/>
                  <a:moveTo>
                    <a:pt x="672104" y="3656419"/>
                  </a:moveTo>
                  <a:lnTo>
                    <a:pt x="672104" y="3684936"/>
                  </a:lnTo>
                  <a:lnTo>
                    <a:pt x="672104" y="3713453"/>
                  </a:lnTo>
                  <a:lnTo>
                    <a:pt x="680039" y="3713453"/>
                  </a:lnTo>
                  <a:lnTo>
                    <a:pt x="680039" y="3823803"/>
                  </a:lnTo>
                  <a:lnTo>
                    <a:pt x="708555" y="3823803"/>
                  </a:lnTo>
                  <a:close/>
                  <a:moveTo>
                    <a:pt x="708555" y="3656419"/>
                  </a:moveTo>
                  <a:lnTo>
                    <a:pt x="708555" y="3684936"/>
                  </a:lnTo>
                  <a:lnTo>
                    <a:pt x="737071" y="3684936"/>
                  </a:lnTo>
                  <a:lnTo>
                    <a:pt x="737071" y="3795286"/>
                  </a:lnTo>
                  <a:lnTo>
                    <a:pt x="929242" y="3795286"/>
                  </a:lnTo>
                  <a:lnTo>
                    <a:pt x="929242" y="3823803"/>
                  </a:lnTo>
                  <a:lnTo>
                    <a:pt x="944120" y="3823803"/>
                  </a:lnTo>
                  <a:lnTo>
                    <a:pt x="946352" y="3823803"/>
                  </a:lnTo>
                  <a:lnTo>
                    <a:pt x="958998" y="3823803"/>
                  </a:lnTo>
                  <a:lnTo>
                    <a:pt x="972636" y="3823803"/>
                  </a:lnTo>
                  <a:lnTo>
                    <a:pt x="972636" y="3945312"/>
                  </a:lnTo>
                  <a:lnTo>
                    <a:pt x="972636" y="4015985"/>
                  </a:lnTo>
                  <a:lnTo>
                    <a:pt x="1100337" y="4015985"/>
                  </a:lnTo>
                  <a:lnTo>
                    <a:pt x="1100337" y="4040386"/>
                  </a:lnTo>
                  <a:lnTo>
                    <a:pt x="1114223" y="4021565"/>
                  </a:lnTo>
                  <a:lnTo>
                    <a:pt x="1149334" y="4047528"/>
                  </a:lnTo>
                  <a:lnTo>
                    <a:pt x="1132374" y="4070441"/>
                  </a:lnTo>
                  <a:lnTo>
                    <a:pt x="1115438" y="4093379"/>
                  </a:lnTo>
                  <a:lnTo>
                    <a:pt x="1087889" y="4073020"/>
                  </a:lnTo>
                  <a:lnTo>
                    <a:pt x="944120" y="4073020"/>
                  </a:lnTo>
                  <a:lnTo>
                    <a:pt x="944120" y="4044502"/>
                  </a:lnTo>
                  <a:lnTo>
                    <a:pt x="915604" y="4044502"/>
                  </a:lnTo>
                  <a:lnTo>
                    <a:pt x="915604" y="3945312"/>
                  </a:lnTo>
                  <a:lnTo>
                    <a:pt x="915604" y="3852320"/>
                  </a:lnTo>
                  <a:lnTo>
                    <a:pt x="708555" y="3852320"/>
                  </a:lnTo>
                  <a:lnTo>
                    <a:pt x="708555" y="3823803"/>
                  </a:lnTo>
                  <a:close/>
                  <a:moveTo>
                    <a:pt x="1926848" y="3916794"/>
                  </a:moveTo>
                  <a:lnTo>
                    <a:pt x="1913309" y="3916794"/>
                  </a:lnTo>
                  <a:lnTo>
                    <a:pt x="1913309" y="3930433"/>
                  </a:lnTo>
                  <a:lnTo>
                    <a:pt x="1902895" y="3930433"/>
                  </a:lnTo>
                  <a:lnTo>
                    <a:pt x="1902895" y="3941493"/>
                  </a:lnTo>
                  <a:lnTo>
                    <a:pt x="1883405" y="3941468"/>
                  </a:lnTo>
                  <a:lnTo>
                    <a:pt x="1883405" y="4015985"/>
                  </a:lnTo>
                  <a:lnTo>
                    <a:pt x="1691605" y="4015985"/>
                  </a:lnTo>
                  <a:lnTo>
                    <a:pt x="1691605" y="4016828"/>
                  </a:lnTo>
                  <a:lnTo>
                    <a:pt x="1691233" y="4016233"/>
                  </a:lnTo>
                  <a:lnTo>
                    <a:pt x="1651361" y="4046585"/>
                  </a:lnTo>
                  <a:lnTo>
                    <a:pt x="1669834" y="4069003"/>
                  </a:lnTo>
                  <a:lnTo>
                    <a:pt x="1688307" y="4091444"/>
                  </a:lnTo>
                  <a:lnTo>
                    <a:pt x="1721063" y="4066944"/>
                  </a:lnTo>
                  <a:lnTo>
                    <a:pt x="1712930" y="4073020"/>
                  </a:lnTo>
                  <a:lnTo>
                    <a:pt x="1913309" y="4073020"/>
                  </a:lnTo>
                  <a:lnTo>
                    <a:pt x="1913309" y="4044502"/>
                  </a:lnTo>
                  <a:lnTo>
                    <a:pt x="1943238" y="4044502"/>
                  </a:lnTo>
                  <a:lnTo>
                    <a:pt x="1943238" y="3941468"/>
                  </a:lnTo>
                  <a:lnTo>
                    <a:pt x="1926848" y="3941468"/>
                  </a:lnTo>
                  <a:close/>
                  <a:moveTo>
                    <a:pt x="1407811" y="318427"/>
                  </a:moveTo>
                  <a:lnTo>
                    <a:pt x="1379295" y="318427"/>
                  </a:lnTo>
                  <a:lnTo>
                    <a:pt x="1379295" y="369486"/>
                  </a:lnTo>
                  <a:lnTo>
                    <a:pt x="1379295" y="534167"/>
                  </a:lnTo>
                  <a:lnTo>
                    <a:pt x="1407811" y="534167"/>
                  </a:lnTo>
                  <a:lnTo>
                    <a:pt x="1436327" y="534167"/>
                  </a:lnTo>
                  <a:lnTo>
                    <a:pt x="1436327" y="369486"/>
                  </a:lnTo>
                  <a:lnTo>
                    <a:pt x="1436327" y="318427"/>
                  </a:lnTo>
                  <a:close/>
                  <a:moveTo>
                    <a:pt x="1407811" y="901693"/>
                  </a:moveTo>
                  <a:lnTo>
                    <a:pt x="1379295" y="901693"/>
                  </a:lnTo>
                  <a:lnTo>
                    <a:pt x="1379295" y="1066300"/>
                  </a:lnTo>
                  <a:lnTo>
                    <a:pt x="1379295" y="1475462"/>
                  </a:lnTo>
                  <a:lnTo>
                    <a:pt x="1407811" y="1475462"/>
                  </a:lnTo>
                  <a:lnTo>
                    <a:pt x="1436327" y="1475462"/>
                  </a:lnTo>
                  <a:lnTo>
                    <a:pt x="1436327" y="1066300"/>
                  </a:lnTo>
                  <a:lnTo>
                    <a:pt x="1436327" y="901693"/>
                  </a:lnTo>
                  <a:close/>
                  <a:moveTo>
                    <a:pt x="1233270" y="4145032"/>
                  </a:moveTo>
                  <a:lnTo>
                    <a:pt x="1216334" y="4167970"/>
                  </a:lnTo>
                  <a:lnTo>
                    <a:pt x="1254991" y="4196537"/>
                  </a:lnTo>
                  <a:lnTo>
                    <a:pt x="1267414" y="4179352"/>
                  </a:lnTo>
                  <a:lnTo>
                    <a:pt x="1265877" y="4199488"/>
                  </a:lnTo>
                  <a:lnTo>
                    <a:pt x="1275647" y="4199488"/>
                  </a:lnTo>
                  <a:lnTo>
                    <a:pt x="1275647" y="4170971"/>
                  </a:lnTo>
                  <a:lnTo>
                    <a:pt x="1275647" y="4166086"/>
                  </a:lnTo>
                  <a:lnTo>
                    <a:pt x="1285317" y="4148033"/>
                  </a:lnTo>
                  <a:lnTo>
                    <a:pt x="1250231" y="4122094"/>
                  </a:lnTo>
                  <a:close/>
                  <a:moveTo>
                    <a:pt x="1702267" y="2008637"/>
                  </a:moveTo>
                  <a:lnTo>
                    <a:pt x="1705193" y="2008613"/>
                  </a:lnTo>
                  <a:lnTo>
                    <a:pt x="1728328" y="2008613"/>
                  </a:lnTo>
                  <a:lnTo>
                    <a:pt x="1743851" y="2008613"/>
                  </a:lnTo>
                  <a:lnTo>
                    <a:pt x="1759547" y="2008613"/>
                  </a:lnTo>
                  <a:lnTo>
                    <a:pt x="1759497" y="2045809"/>
                  </a:lnTo>
                  <a:lnTo>
                    <a:pt x="1759473" y="2083006"/>
                  </a:lnTo>
                  <a:lnTo>
                    <a:pt x="1705193" y="2083006"/>
                  </a:lnTo>
                  <a:lnTo>
                    <a:pt x="1702243" y="2083006"/>
                  </a:lnTo>
                  <a:lnTo>
                    <a:pt x="1407811" y="2083006"/>
                  </a:lnTo>
                  <a:lnTo>
                    <a:pt x="1407811" y="2074326"/>
                  </a:lnTo>
                  <a:lnTo>
                    <a:pt x="1325487" y="2074326"/>
                  </a:lnTo>
                  <a:lnTo>
                    <a:pt x="1325487" y="2045809"/>
                  </a:lnTo>
                  <a:lnTo>
                    <a:pt x="1325487" y="2017292"/>
                  </a:lnTo>
                  <a:lnTo>
                    <a:pt x="1379295" y="2017292"/>
                  </a:lnTo>
                  <a:lnTo>
                    <a:pt x="1379295" y="1882144"/>
                  </a:lnTo>
                  <a:lnTo>
                    <a:pt x="1407811" y="1882144"/>
                  </a:lnTo>
                  <a:lnTo>
                    <a:pt x="1436327" y="1882144"/>
                  </a:lnTo>
                  <a:lnTo>
                    <a:pt x="1436327" y="2008613"/>
                  </a:lnTo>
                  <a:close/>
                  <a:moveTo>
                    <a:pt x="1542629" y="4199488"/>
                  </a:moveTo>
                  <a:lnTo>
                    <a:pt x="1529090" y="4199488"/>
                  </a:lnTo>
                  <a:lnTo>
                    <a:pt x="1529090" y="4173773"/>
                  </a:lnTo>
                  <a:lnTo>
                    <a:pt x="1515055" y="4148529"/>
                  </a:lnTo>
                  <a:lnTo>
                    <a:pt x="1547811" y="4124029"/>
                  </a:lnTo>
                  <a:lnTo>
                    <a:pt x="1566284" y="4146471"/>
                  </a:lnTo>
                  <a:lnTo>
                    <a:pt x="1584733" y="4168912"/>
                  </a:lnTo>
                  <a:lnTo>
                    <a:pt x="1544885" y="4199240"/>
                  </a:lnTo>
                  <a:lnTo>
                    <a:pt x="1541959" y="419452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墙_Wall_GF_KitchenSmallWindow_Infill"/>
            <p:cNvSpPr/>
            <p:nvPr/>
          </p:nvSpPr>
          <p:spPr>
            <a:xfrm>
              <a:off x="1737874" y="1229192"/>
              <a:ext cx="57032" cy="97951"/>
            </a:xfrm>
            <a:custGeom>
              <a:avLst/>
              <a:gdLst/>
              <a:ahLst/>
              <a:cxnLst/>
              <a:rect l="l" t="t" r="r" b="b"/>
              <a:pathLst>
                <a:path w="57032" h="97951">
                  <a:moveTo>
                    <a:pt x="57032" y="0"/>
                  </a:moveTo>
                  <a:lnTo>
                    <a:pt x="57032" y="97951"/>
                  </a:lnTo>
                  <a:lnTo>
                    <a:pt x="0" y="97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Stair_Tread_06"/>
            <p:cNvSpPr/>
            <p:nvPr/>
          </p:nvSpPr>
          <p:spPr>
            <a:xfrm>
              <a:off x="2303231" y="3467704"/>
              <a:ext cx="240648" cy="54927"/>
            </a:xfrm>
            <a:custGeom>
              <a:avLst/>
              <a:gdLst/>
              <a:ahLst/>
              <a:cxnLst/>
              <a:rect l="l" t="t" r="r" b="b"/>
              <a:pathLst>
                <a:path w="240648" h="54927">
                  <a:moveTo>
                    <a:pt x="0" y="0"/>
                  </a:moveTo>
                  <a:lnTo>
                    <a:pt x="240648" y="0"/>
                  </a:lnTo>
                  <a:lnTo>
                    <a:pt x="240648" y="54927"/>
                  </a:lnTo>
                  <a:lnTo>
                    <a:pt x="0" y="5492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Stair_Riser_06"/>
            <p:cNvSpPr/>
            <p:nvPr/>
          </p:nvSpPr>
          <p:spPr>
            <a:xfrm>
              <a:off x="2303231" y="3515166"/>
              <a:ext cx="240648" cy="7465"/>
            </a:xfrm>
            <a:custGeom>
              <a:avLst/>
              <a:gdLst/>
              <a:ahLst/>
              <a:cxnLst/>
              <a:rect l="l" t="t" r="r" b="b"/>
              <a:pathLst>
                <a:path w="240648" h="7465">
                  <a:moveTo>
                    <a:pt x="0" y="0"/>
                  </a:moveTo>
                  <a:lnTo>
                    <a:pt x="240648" y="0"/>
                  </a:lnTo>
                  <a:lnTo>
                    <a:pt x="240648" y="7465"/>
                  </a:lnTo>
                  <a:lnTo>
                    <a:pt x="0" y="746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Stair_Baluster"/>
            <p:cNvSpPr/>
            <p:nvPr/>
          </p:nvSpPr>
          <p:spPr>
            <a:xfrm>
              <a:off x="2307074" y="3729443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Stair_Baluster.001"/>
            <p:cNvSpPr/>
            <p:nvPr/>
          </p:nvSpPr>
          <p:spPr>
            <a:xfrm>
              <a:off x="2307074" y="3712184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4"/>
                  </a:lnTo>
                  <a:lnTo>
                    <a:pt x="3521" y="5183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墙_Stair_Baluster.002"/>
            <p:cNvSpPr/>
            <p:nvPr/>
          </p:nvSpPr>
          <p:spPr>
            <a:xfrm>
              <a:off x="2303503" y="3694925"/>
              <a:ext cx="10638" cy="5183"/>
            </a:xfrm>
            <a:custGeom>
              <a:avLst/>
              <a:gdLst/>
              <a:ahLst/>
              <a:cxnLst/>
              <a:rect l="l" t="t" r="r" b="b"/>
              <a:pathLst>
                <a:path w="10638" h="5183">
                  <a:moveTo>
                    <a:pt x="9596" y="4414"/>
                  </a:moveTo>
                  <a:lnTo>
                    <a:pt x="8456" y="4984"/>
                  </a:lnTo>
                  <a:lnTo>
                    <a:pt x="7092" y="5183"/>
                  </a:lnTo>
                  <a:lnTo>
                    <a:pt x="5753" y="4984"/>
                  </a:lnTo>
                  <a:lnTo>
                    <a:pt x="4612" y="4414"/>
                  </a:lnTo>
                  <a:lnTo>
                    <a:pt x="199" y="4563"/>
                  </a:lnTo>
                  <a:lnTo>
                    <a:pt x="0" y="3546"/>
                  </a:lnTo>
                  <a:lnTo>
                    <a:pt x="199" y="595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墙_Stair_Baluster.003"/>
            <p:cNvSpPr/>
            <p:nvPr/>
          </p:nvSpPr>
          <p:spPr>
            <a:xfrm>
              <a:off x="2303503" y="3677666"/>
              <a:ext cx="10638" cy="5158"/>
            </a:xfrm>
            <a:custGeom>
              <a:avLst/>
              <a:gdLst/>
              <a:ahLst/>
              <a:cxnLst/>
              <a:rect l="l" t="t" r="r" b="b"/>
              <a:pathLst>
                <a:path w="10638" h="5158">
                  <a:moveTo>
                    <a:pt x="9596" y="4414"/>
                  </a:moveTo>
                  <a:lnTo>
                    <a:pt x="8456" y="4959"/>
                  </a:lnTo>
                  <a:lnTo>
                    <a:pt x="7092" y="5158"/>
                  </a:lnTo>
                  <a:lnTo>
                    <a:pt x="5753" y="4959"/>
                  </a:lnTo>
                  <a:lnTo>
                    <a:pt x="4612" y="4414"/>
                  </a:lnTo>
                  <a:lnTo>
                    <a:pt x="199" y="4562"/>
                  </a:lnTo>
                  <a:lnTo>
                    <a:pt x="0" y="3546"/>
                  </a:lnTo>
                  <a:lnTo>
                    <a:pt x="3844" y="1587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Stair_Baluster.004"/>
            <p:cNvSpPr/>
            <p:nvPr/>
          </p:nvSpPr>
          <p:spPr>
            <a:xfrm>
              <a:off x="2303528" y="3660382"/>
              <a:ext cx="10613" cy="5182"/>
            </a:xfrm>
            <a:custGeom>
              <a:avLst/>
              <a:gdLst/>
              <a:ahLst/>
              <a:cxnLst/>
              <a:rect l="l" t="t" r="r" b="b"/>
              <a:pathLst>
                <a:path w="10613" h="5182">
                  <a:moveTo>
                    <a:pt x="9571" y="4438"/>
                  </a:moveTo>
                  <a:lnTo>
                    <a:pt x="8431" y="4984"/>
                  </a:lnTo>
                  <a:lnTo>
                    <a:pt x="7067" y="5182"/>
                  </a:lnTo>
                  <a:lnTo>
                    <a:pt x="5728" y="4984"/>
                  </a:lnTo>
                  <a:lnTo>
                    <a:pt x="4587" y="4438"/>
                  </a:lnTo>
                  <a:lnTo>
                    <a:pt x="3819" y="3595"/>
                  </a:lnTo>
                  <a:lnTo>
                    <a:pt x="0" y="1636"/>
                  </a:lnTo>
                  <a:lnTo>
                    <a:pt x="174" y="620"/>
                  </a:lnTo>
                  <a:lnTo>
                    <a:pt x="4587" y="768"/>
                  </a:lnTo>
                  <a:lnTo>
                    <a:pt x="5728" y="198"/>
                  </a:lnTo>
                  <a:lnTo>
                    <a:pt x="7067" y="0"/>
                  </a:lnTo>
                  <a:lnTo>
                    <a:pt x="8431" y="198"/>
                  </a:lnTo>
                  <a:lnTo>
                    <a:pt x="9571" y="768"/>
                  </a:lnTo>
                  <a:lnTo>
                    <a:pt x="10340" y="1612"/>
                  </a:lnTo>
                  <a:lnTo>
                    <a:pt x="10613" y="2603"/>
                  </a:lnTo>
                  <a:lnTo>
                    <a:pt x="10340" y="359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Stair_Baluster.005"/>
            <p:cNvSpPr/>
            <p:nvPr/>
          </p:nvSpPr>
          <p:spPr>
            <a:xfrm>
              <a:off x="2303528" y="3643122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71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Stair_Baluster.006"/>
            <p:cNvSpPr/>
            <p:nvPr/>
          </p:nvSpPr>
          <p:spPr>
            <a:xfrm>
              <a:off x="2303528" y="3625863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46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Stair_Baluster.007"/>
            <p:cNvSpPr/>
            <p:nvPr/>
          </p:nvSpPr>
          <p:spPr>
            <a:xfrm>
              <a:off x="2303553" y="3608604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3794" y="3596"/>
                  </a:lnTo>
                  <a:lnTo>
                    <a:pt x="0" y="1637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9"/>
                  </a:lnTo>
                  <a:lnTo>
                    <a:pt x="7042" y="0"/>
                  </a:lnTo>
                  <a:lnTo>
                    <a:pt x="8406" y="199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604"/>
                  </a:lnTo>
                  <a:lnTo>
                    <a:pt x="10315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Stair_Baluster.008"/>
            <p:cNvSpPr/>
            <p:nvPr/>
          </p:nvSpPr>
          <p:spPr>
            <a:xfrm>
              <a:off x="2303553" y="3591345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99" y="4588"/>
                  </a:lnTo>
                  <a:lnTo>
                    <a:pt x="0" y="3546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8"/>
                  </a:lnTo>
                  <a:lnTo>
                    <a:pt x="7042" y="0"/>
                  </a:lnTo>
                  <a:lnTo>
                    <a:pt x="8406" y="198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579"/>
                  </a:lnTo>
                  <a:lnTo>
                    <a:pt x="1031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Stair_Baluster.009"/>
            <p:cNvSpPr/>
            <p:nvPr/>
          </p:nvSpPr>
          <p:spPr>
            <a:xfrm>
              <a:off x="2303553" y="3573218"/>
              <a:ext cx="10588" cy="6050"/>
            </a:xfrm>
            <a:custGeom>
              <a:avLst/>
              <a:gdLst/>
              <a:ahLst/>
              <a:cxnLst/>
              <a:rect l="l" t="t" r="r" b="b"/>
              <a:pathLst>
                <a:path w="10588" h="6050">
                  <a:moveTo>
                    <a:pt x="9546" y="5282"/>
                  </a:moveTo>
                  <a:lnTo>
                    <a:pt x="8406" y="5852"/>
                  </a:lnTo>
                  <a:lnTo>
                    <a:pt x="7042" y="6050"/>
                  </a:lnTo>
                  <a:lnTo>
                    <a:pt x="5703" y="5852"/>
                  </a:lnTo>
                  <a:lnTo>
                    <a:pt x="4562" y="5282"/>
                  </a:lnTo>
                  <a:lnTo>
                    <a:pt x="99" y="5455"/>
                  </a:lnTo>
                  <a:lnTo>
                    <a:pt x="0" y="4414"/>
                  </a:lnTo>
                  <a:lnTo>
                    <a:pt x="99" y="1463"/>
                  </a:lnTo>
                  <a:lnTo>
                    <a:pt x="3868" y="223"/>
                  </a:lnTo>
                  <a:lnTo>
                    <a:pt x="5182" y="0"/>
                  </a:lnTo>
                  <a:lnTo>
                    <a:pt x="6943" y="49"/>
                  </a:lnTo>
                  <a:lnTo>
                    <a:pt x="8555" y="124"/>
                  </a:lnTo>
                  <a:lnTo>
                    <a:pt x="10241" y="223"/>
                  </a:lnTo>
                  <a:lnTo>
                    <a:pt x="10315" y="2455"/>
                  </a:lnTo>
                  <a:lnTo>
                    <a:pt x="10588" y="3447"/>
                  </a:lnTo>
                  <a:lnTo>
                    <a:pt x="10315" y="4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Stair_Baluster.010"/>
            <p:cNvSpPr/>
            <p:nvPr/>
          </p:nvSpPr>
          <p:spPr>
            <a:xfrm>
              <a:off x="2307074" y="3556827"/>
              <a:ext cx="7067" cy="5182"/>
            </a:xfrm>
            <a:custGeom>
              <a:avLst/>
              <a:gdLst/>
              <a:ahLst/>
              <a:cxnLst/>
              <a:rect l="l" t="t" r="r" b="b"/>
              <a:pathLst>
                <a:path w="7067" h="5182">
                  <a:moveTo>
                    <a:pt x="6025" y="4414"/>
                  </a:moveTo>
                  <a:lnTo>
                    <a:pt x="4885" y="4984"/>
                  </a:lnTo>
                  <a:lnTo>
                    <a:pt x="3521" y="5182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0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3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3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Stair_Baluster.011"/>
            <p:cNvSpPr/>
            <p:nvPr/>
          </p:nvSpPr>
          <p:spPr>
            <a:xfrm>
              <a:off x="2307074" y="3539567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17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Stair_Baluster.012"/>
            <p:cNvSpPr/>
            <p:nvPr/>
          </p:nvSpPr>
          <p:spPr>
            <a:xfrm>
              <a:off x="2303602" y="3520448"/>
              <a:ext cx="10638" cy="7018"/>
            </a:xfrm>
            <a:custGeom>
              <a:avLst/>
              <a:gdLst/>
              <a:ahLst/>
              <a:cxnLst/>
              <a:rect l="l" t="t" r="r" b="b"/>
              <a:pathLst>
                <a:path w="10638" h="7018">
                  <a:moveTo>
                    <a:pt x="9497" y="6274"/>
                  </a:moveTo>
                  <a:lnTo>
                    <a:pt x="8357" y="6845"/>
                  </a:lnTo>
                  <a:lnTo>
                    <a:pt x="6993" y="7018"/>
                  </a:lnTo>
                  <a:lnTo>
                    <a:pt x="5654" y="6845"/>
                  </a:lnTo>
                  <a:lnTo>
                    <a:pt x="4513" y="6274"/>
                  </a:lnTo>
                  <a:lnTo>
                    <a:pt x="25" y="6448"/>
                  </a:lnTo>
                  <a:lnTo>
                    <a:pt x="0" y="5381"/>
                  </a:lnTo>
                  <a:lnTo>
                    <a:pt x="25" y="2431"/>
                  </a:lnTo>
                  <a:lnTo>
                    <a:pt x="3249" y="25"/>
                  </a:lnTo>
                  <a:lnTo>
                    <a:pt x="4637" y="0"/>
                  </a:lnTo>
                  <a:lnTo>
                    <a:pt x="6745" y="0"/>
                  </a:lnTo>
                  <a:lnTo>
                    <a:pt x="8654" y="100"/>
                  </a:lnTo>
                  <a:lnTo>
                    <a:pt x="10638" y="298"/>
                  </a:lnTo>
                  <a:lnTo>
                    <a:pt x="10266" y="3447"/>
                  </a:lnTo>
                  <a:lnTo>
                    <a:pt x="10539" y="4439"/>
                  </a:lnTo>
                  <a:lnTo>
                    <a:pt x="10266" y="543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DuoClassic_CurvedShell"/>
            <p:cNvSpPr/>
            <p:nvPr/>
          </p:nvSpPr>
          <p:spPr>
            <a:xfrm>
              <a:off x="1049281" y="3484541"/>
              <a:ext cx="229118" cy="221196"/>
            </a:xfrm>
            <a:custGeom>
              <a:avLst/>
              <a:gdLst/>
              <a:ahLst/>
              <a:cxnLst/>
              <a:rect l="l" t="t" r="r" b="b"/>
              <a:pathLst>
                <a:path w="229118" h="221196">
                  <a:moveTo>
                    <a:pt x="16365" y="110598"/>
                  </a:moveTo>
                  <a:lnTo>
                    <a:pt x="16836" y="103233"/>
                  </a:lnTo>
                  <a:lnTo>
                    <a:pt x="18250" y="95943"/>
                  </a:lnTo>
                  <a:lnTo>
                    <a:pt x="20605" y="88776"/>
                  </a:lnTo>
                  <a:lnTo>
                    <a:pt x="23829" y="81833"/>
                  </a:lnTo>
                  <a:lnTo>
                    <a:pt x="27970" y="75187"/>
                  </a:lnTo>
                  <a:lnTo>
                    <a:pt x="32904" y="68863"/>
                  </a:lnTo>
                  <a:lnTo>
                    <a:pt x="38657" y="62937"/>
                  </a:lnTo>
                  <a:lnTo>
                    <a:pt x="45129" y="57457"/>
                  </a:lnTo>
                  <a:lnTo>
                    <a:pt x="52270" y="52522"/>
                  </a:lnTo>
                  <a:lnTo>
                    <a:pt x="60007" y="48133"/>
                  </a:lnTo>
                  <a:lnTo>
                    <a:pt x="68264" y="44339"/>
                  </a:lnTo>
                  <a:lnTo>
                    <a:pt x="76992" y="41189"/>
                  </a:lnTo>
                  <a:lnTo>
                    <a:pt x="86043" y="38685"/>
                  </a:lnTo>
                  <a:lnTo>
                    <a:pt x="95391" y="36899"/>
                  </a:lnTo>
                  <a:lnTo>
                    <a:pt x="104938" y="35833"/>
                  </a:lnTo>
                  <a:lnTo>
                    <a:pt x="114559" y="35461"/>
                  </a:lnTo>
                  <a:lnTo>
                    <a:pt x="124180" y="35833"/>
                  </a:lnTo>
                  <a:lnTo>
                    <a:pt x="133726" y="36899"/>
                  </a:lnTo>
                  <a:lnTo>
                    <a:pt x="143074" y="38685"/>
                  </a:lnTo>
                  <a:lnTo>
                    <a:pt x="152125" y="41189"/>
                  </a:lnTo>
                  <a:lnTo>
                    <a:pt x="160853" y="44339"/>
                  </a:lnTo>
                  <a:lnTo>
                    <a:pt x="169110" y="48133"/>
                  </a:lnTo>
                  <a:lnTo>
                    <a:pt x="176847" y="52522"/>
                  </a:lnTo>
                  <a:lnTo>
                    <a:pt x="183988" y="57457"/>
                  </a:lnTo>
                  <a:lnTo>
                    <a:pt x="190460" y="62937"/>
                  </a:lnTo>
                  <a:lnTo>
                    <a:pt x="196213" y="68863"/>
                  </a:lnTo>
                  <a:lnTo>
                    <a:pt x="201147" y="75187"/>
                  </a:lnTo>
                  <a:lnTo>
                    <a:pt x="205288" y="81833"/>
                  </a:lnTo>
                  <a:lnTo>
                    <a:pt x="208512" y="88776"/>
                  </a:lnTo>
                  <a:lnTo>
                    <a:pt x="210867" y="95943"/>
                  </a:lnTo>
                  <a:lnTo>
                    <a:pt x="212281" y="103233"/>
                  </a:lnTo>
                  <a:lnTo>
                    <a:pt x="212752" y="110598"/>
                  </a:lnTo>
                  <a:lnTo>
                    <a:pt x="212752" y="189951"/>
                  </a:lnTo>
                  <a:lnTo>
                    <a:pt x="187460" y="189951"/>
                  </a:lnTo>
                  <a:lnTo>
                    <a:pt x="187460" y="221196"/>
                  </a:lnTo>
                  <a:lnTo>
                    <a:pt x="229118" y="221196"/>
                  </a:lnTo>
                  <a:lnTo>
                    <a:pt x="229118" y="110598"/>
                  </a:lnTo>
                  <a:lnTo>
                    <a:pt x="228572" y="99761"/>
                  </a:lnTo>
                  <a:lnTo>
                    <a:pt x="226911" y="89024"/>
                  </a:lnTo>
                  <a:lnTo>
                    <a:pt x="224183" y="78485"/>
                  </a:lnTo>
                  <a:lnTo>
                    <a:pt x="220389" y="68268"/>
                  </a:lnTo>
                  <a:lnTo>
                    <a:pt x="215579" y="58473"/>
                  </a:lnTo>
                  <a:lnTo>
                    <a:pt x="209801" y="49149"/>
                  </a:lnTo>
                  <a:lnTo>
                    <a:pt x="203106" y="40445"/>
                  </a:lnTo>
                  <a:lnTo>
                    <a:pt x="195568" y="32386"/>
                  </a:lnTo>
                  <a:lnTo>
                    <a:pt x="187237" y="25096"/>
                  </a:lnTo>
                  <a:lnTo>
                    <a:pt x="178211" y="18648"/>
                  </a:lnTo>
                  <a:lnTo>
                    <a:pt x="168565" y="13069"/>
                  </a:lnTo>
                  <a:lnTo>
                    <a:pt x="158398" y="8407"/>
                  </a:lnTo>
                  <a:lnTo>
                    <a:pt x="147810" y="4761"/>
                  </a:lnTo>
                  <a:lnTo>
                    <a:pt x="136900" y="2133"/>
                  </a:lnTo>
                  <a:lnTo>
                    <a:pt x="125791" y="521"/>
                  </a:lnTo>
                  <a:lnTo>
                    <a:pt x="114559" y="0"/>
                  </a:lnTo>
                  <a:lnTo>
                    <a:pt x="103326" y="521"/>
                  </a:lnTo>
                  <a:lnTo>
                    <a:pt x="92217" y="2133"/>
                  </a:lnTo>
                  <a:lnTo>
                    <a:pt x="81307" y="4761"/>
                  </a:lnTo>
                  <a:lnTo>
                    <a:pt x="70719" y="8407"/>
                  </a:lnTo>
                  <a:lnTo>
                    <a:pt x="60552" y="13069"/>
                  </a:lnTo>
                  <a:lnTo>
                    <a:pt x="50906" y="18648"/>
                  </a:lnTo>
                  <a:lnTo>
                    <a:pt x="41881" y="25096"/>
                  </a:lnTo>
                  <a:lnTo>
                    <a:pt x="33549" y="32386"/>
                  </a:lnTo>
                  <a:lnTo>
                    <a:pt x="26011" y="40445"/>
                  </a:lnTo>
                  <a:lnTo>
                    <a:pt x="19316" y="49149"/>
                  </a:lnTo>
                  <a:lnTo>
                    <a:pt x="13538" y="58473"/>
                  </a:lnTo>
                  <a:lnTo>
                    <a:pt x="8728" y="68268"/>
                  </a:lnTo>
                  <a:lnTo>
                    <a:pt x="4934" y="78485"/>
                  </a:lnTo>
                  <a:lnTo>
                    <a:pt x="2206" y="89024"/>
                  </a:lnTo>
                  <a:lnTo>
                    <a:pt x="545" y="99761"/>
                  </a:lnTo>
                  <a:lnTo>
                    <a:pt x="0" y="110598"/>
                  </a:lnTo>
                  <a:lnTo>
                    <a:pt x="0" y="221196"/>
                  </a:lnTo>
                  <a:lnTo>
                    <a:pt x="41657" y="221196"/>
                  </a:lnTo>
                  <a:lnTo>
                    <a:pt x="41657" y="189951"/>
                  </a:lnTo>
                  <a:lnTo>
                    <a:pt x="16365" y="189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Lift_Guide_Duo_-1"/>
            <p:cNvSpPr/>
            <p:nvPr/>
          </p:nvSpPr>
          <p:spPr>
            <a:xfrm>
              <a:off x="1030435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ift_Guide_Duo_1"/>
            <p:cNvSpPr/>
            <p:nvPr/>
          </p:nvSpPr>
          <p:spPr>
            <a:xfrm>
              <a:off x="1274803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FrameJamb.006"/>
            <p:cNvSpPr/>
            <p:nvPr/>
          </p:nvSpPr>
          <p:spPr>
            <a:xfrm>
              <a:off x="2242752" y="4942943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FrameJamb.007"/>
            <p:cNvSpPr/>
            <p:nvPr/>
          </p:nvSpPr>
          <p:spPr>
            <a:xfrm>
              <a:off x="2242752" y="4687527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10"/>
            <p:cNvSpPr/>
            <p:nvPr/>
          </p:nvSpPr>
          <p:spPr>
            <a:xfrm>
              <a:off x="1777672" y="1360297"/>
              <a:ext cx="7439" cy="35957"/>
            </a:xfrm>
            <a:custGeom>
              <a:avLst/>
              <a:gdLst/>
              <a:ahLst/>
              <a:cxnLst/>
              <a:rect l="l" t="t" r="r" b="b"/>
              <a:pathLst>
                <a:path w="7439" h="35957">
                  <a:moveTo>
                    <a:pt x="0" y="0"/>
                  </a:moveTo>
                  <a:lnTo>
                    <a:pt x="7439" y="0"/>
                  </a:lnTo>
                  <a:lnTo>
                    <a:pt x="7439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FrameJamb.011"/>
            <p:cNvSpPr/>
            <p:nvPr/>
          </p:nvSpPr>
          <p:spPr>
            <a:xfrm>
              <a:off x="2026181" y="1360297"/>
              <a:ext cx="7811" cy="35957"/>
            </a:xfrm>
            <a:custGeom>
              <a:avLst/>
              <a:gdLst/>
              <a:ahLst/>
              <a:cxnLst/>
              <a:rect l="l" t="t" r="r" b="b"/>
              <a:pathLst>
                <a:path w="7811" h="35957">
                  <a:moveTo>
                    <a:pt x="0" y="0"/>
                  </a:moveTo>
                  <a:lnTo>
                    <a:pt x="7811" y="0"/>
                  </a:lnTo>
                  <a:lnTo>
                    <a:pt x="7811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DoorLeaf.003"/>
            <p:cNvSpPr/>
            <p:nvPr/>
          </p:nvSpPr>
          <p:spPr>
            <a:xfrm>
              <a:off x="1780946" y="1160477"/>
              <a:ext cx="40988" cy="218270"/>
            </a:xfrm>
            <a:custGeom>
              <a:avLst/>
              <a:gdLst/>
              <a:ahLst/>
              <a:cxnLst/>
              <a:rect l="l" t="t" r="r" b="b"/>
              <a:pathLst>
                <a:path w="40988" h="218270">
                  <a:moveTo>
                    <a:pt x="24" y="216608"/>
                  </a:moveTo>
                  <a:lnTo>
                    <a:pt x="0" y="216211"/>
                  </a:lnTo>
                  <a:lnTo>
                    <a:pt x="31962" y="844"/>
                  </a:lnTo>
                  <a:lnTo>
                    <a:pt x="32086" y="496"/>
                  </a:lnTo>
                  <a:lnTo>
                    <a:pt x="32359" y="199"/>
                  </a:lnTo>
                  <a:lnTo>
                    <a:pt x="32706" y="25"/>
                  </a:lnTo>
                  <a:lnTo>
                    <a:pt x="33103" y="0"/>
                  </a:lnTo>
                  <a:lnTo>
                    <a:pt x="40145" y="893"/>
                  </a:lnTo>
                  <a:lnTo>
                    <a:pt x="40517" y="1017"/>
                  </a:lnTo>
                  <a:lnTo>
                    <a:pt x="40790" y="1265"/>
                  </a:lnTo>
                  <a:lnTo>
                    <a:pt x="40963" y="1612"/>
                  </a:lnTo>
                  <a:lnTo>
                    <a:pt x="40988" y="2009"/>
                  </a:lnTo>
                  <a:lnTo>
                    <a:pt x="8604" y="217427"/>
                  </a:lnTo>
                  <a:lnTo>
                    <a:pt x="8480" y="217799"/>
                  </a:lnTo>
                  <a:lnTo>
                    <a:pt x="8207" y="218071"/>
                  </a:lnTo>
                  <a:lnTo>
                    <a:pt x="7860" y="218245"/>
                  </a:lnTo>
                  <a:lnTo>
                    <a:pt x="7463" y="218270"/>
                  </a:lnTo>
                  <a:lnTo>
                    <a:pt x="843" y="217327"/>
                  </a:lnTo>
                  <a:lnTo>
                    <a:pt x="471" y="217203"/>
                  </a:lnTo>
                  <a:lnTo>
                    <a:pt x="198" y="21695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Wall_GF_OldWindow_Infill"/>
            <p:cNvSpPr/>
            <p:nvPr/>
          </p:nvSpPr>
          <p:spPr>
            <a:xfrm>
              <a:off x="447722" y="4665159"/>
              <a:ext cx="235069" cy="57035"/>
            </a:xfrm>
            <a:custGeom>
              <a:avLst/>
              <a:gdLst/>
              <a:ahLst/>
              <a:cxnLst/>
              <a:rect l="l" t="t" r="r" b="b"/>
              <a:pathLst>
                <a:path w="235069" h="57035">
                  <a:moveTo>
                    <a:pt x="235069" y="0"/>
                  </a:moveTo>
                  <a:lnTo>
                    <a:pt x="235069" y="57035"/>
                  </a:lnTo>
                  <a:lnTo>
                    <a:pt x="0" y="57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DDA_Frame"/>
            <p:cNvSpPr/>
            <p:nvPr/>
          </p:nvSpPr>
          <p:spPr>
            <a:xfrm>
              <a:off x="682791" y="4684501"/>
              <a:ext cx="347892" cy="18599"/>
            </a:xfrm>
            <a:custGeom>
              <a:avLst/>
              <a:gdLst/>
              <a:ahLst/>
              <a:cxnLst/>
              <a:rect l="l" t="t" r="r" b="b"/>
              <a:pathLst>
                <a:path w="347892" h="18599">
                  <a:moveTo>
                    <a:pt x="347793" y="99"/>
                  </a:moveTo>
                  <a:lnTo>
                    <a:pt x="347520" y="0"/>
                  </a:lnTo>
                  <a:lnTo>
                    <a:pt x="335370" y="0"/>
                  </a:lnTo>
                  <a:lnTo>
                    <a:pt x="335023" y="75"/>
                  </a:lnTo>
                  <a:lnTo>
                    <a:pt x="334725" y="273"/>
                  </a:lnTo>
                  <a:lnTo>
                    <a:pt x="334527" y="471"/>
                  </a:lnTo>
                  <a:lnTo>
                    <a:pt x="334329" y="769"/>
                  </a:lnTo>
                  <a:lnTo>
                    <a:pt x="334254" y="1116"/>
                  </a:lnTo>
                  <a:lnTo>
                    <a:pt x="334254" y="13267"/>
                  </a:lnTo>
                  <a:lnTo>
                    <a:pt x="334155" y="13540"/>
                  </a:lnTo>
                  <a:lnTo>
                    <a:pt x="333882" y="13639"/>
                  </a:lnTo>
                  <a:lnTo>
                    <a:pt x="332395" y="13639"/>
                  </a:lnTo>
                  <a:lnTo>
                    <a:pt x="332047" y="13713"/>
                  </a:lnTo>
                  <a:lnTo>
                    <a:pt x="331725" y="13887"/>
                  </a:lnTo>
                  <a:lnTo>
                    <a:pt x="331576" y="14011"/>
                  </a:lnTo>
                  <a:lnTo>
                    <a:pt x="331353" y="14284"/>
                  </a:lnTo>
                  <a:lnTo>
                    <a:pt x="331279" y="14631"/>
                  </a:lnTo>
                  <a:lnTo>
                    <a:pt x="331279" y="18227"/>
                  </a:lnTo>
                  <a:lnTo>
                    <a:pt x="331378" y="18499"/>
                  </a:lnTo>
                  <a:lnTo>
                    <a:pt x="331651" y="18599"/>
                  </a:lnTo>
                  <a:lnTo>
                    <a:pt x="347520" y="18599"/>
                  </a:lnTo>
                  <a:lnTo>
                    <a:pt x="347793" y="18499"/>
                  </a:lnTo>
                  <a:lnTo>
                    <a:pt x="347892" y="18227"/>
                  </a:lnTo>
                  <a:lnTo>
                    <a:pt x="347892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522" y="0"/>
                  </a:lnTo>
                  <a:lnTo>
                    <a:pt x="12869" y="75"/>
                  </a:lnTo>
                  <a:lnTo>
                    <a:pt x="13167" y="273"/>
                  </a:lnTo>
                  <a:lnTo>
                    <a:pt x="13365" y="471"/>
                  </a:lnTo>
                  <a:lnTo>
                    <a:pt x="13564" y="769"/>
                  </a:lnTo>
                  <a:lnTo>
                    <a:pt x="13638" y="1116"/>
                  </a:lnTo>
                  <a:lnTo>
                    <a:pt x="13638" y="13267"/>
                  </a:lnTo>
                  <a:lnTo>
                    <a:pt x="13737" y="13540"/>
                  </a:lnTo>
                  <a:lnTo>
                    <a:pt x="14010" y="13639"/>
                  </a:lnTo>
                  <a:lnTo>
                    <a:pt x="15498" y="13639"/>
                  </a:lnTo>
                  <a:lnTo>
                    <a:pt x="15845" y="13713"/>
                  </a:lnTo>
                  <a:lnTo>
                    <a:pt x="16167" y="13887"/>
                  </a:lnTo>
                  <a:lnTo>
                    <a:pt x="16316" y="14011"/>
                  </a:lnTo>
                  <a:lnTo>
                    <a:pt x="16539" y="14284"/>
                  </a:lnTo>
                  <a:lnTo>
                    <a:pt x="16613" y="14631"/>
                  </a:lnTo>
                  <a:lnTo>
                    <a:pt x="16613" y="18227"/>
                  </a:lnTo>
                  <a:lnTo>
                    <a:pt x="16514" y="18499"/>
                  </a:lnTo>
                  <a:lnTo>
                    <a:pt x="16242" y="18599"/>
                  </a:lnTo>
                  <a:lnTo>
                    <a:pt x="372" y="18599"/>
                  </a:lnTo>
                  <a:lnTo>
                    <a:pt x="99" y="18499"/>
                  </a:lnTo>
                  <a:lnTo>
                    <a:pt x="0" y="18227"/>
                  </a:lnTo>
                  <a:lnTo>
                    <a:pt x="0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DDA_Architrave"/>
            <p:cNvSpPr/>
            <p:nvPr/>
          </p:nvSpPr>
          <p:spPr>
            <a:xfrm>
              <a:off x="665433" y="4659704"/>
              <a:ext cx="382608" cy="5455"/>
            </a:xfrm>
            <a:custGeom>
              <a:avLst/>
              <a:gdLst/>
              <a:ahLst/>
              <a:cxnLst/>
              <a:rect l="l" t="t" r="r" b="b"/>
              <a:pathLst>
                <a:path w="382608" h="5455">
                  <a:moveTo>
                    <a:pt x="370706" y="248"/>
                  </a:moveTo>
                  <a:lnTo>
                    <a:pt x="367730" y="0"/>
                  </a:lnTo>
                  <a:lnTo>
                    <a:pt x="365250" y="0"/>
                  </a:lnTo>
                  <a:lnTo>
                    <a:pt x="351116" y="0"/>
                  </a:lnTo>
                  <a:lnTo>
                    <a:pt x="350943" y="74"/>
                  </a:lnTo>
                  <a:lnTo>
                    <a:pt x="350868" y="248"/>
                  </a:lnTo>
                  <a:lnTo>
                    <a:pt x="350868" y="5207"/>
                  </a:lnTo>
                  <a:lnTo>
                    <a:pt x="350943" y="5381"/>
                  </a:lnTo>
                  <a:lnTo>
                    <a:pt x="351116" y="5455"/>
                  </a:lnTo>
                  <a:lnTo>
                    <a:pt x="382360" y="5455"/>
                  </a:lnTo>
                  <a:lnTo>
                    <a:pt x="382533" y="5381"/>
                  </a:lnTo>
                  <a:lnTo>
                    <a:pt x="382608" y="5207"/>
                  </a:lnTo>
                  <a:lnTo>
                    <a:pt x="382608" y="3223"/>
                  </a:lnTo>
                  <a:lnTo>
                    <a:pt x="382558" y="3000"/>
                  </a:lnTo>
                  <a:lnTo>
                    <a:pt x="382459" y="2777"/>
                  </a:lnTo>
                  <a:lnTo>
                    <a:pt x="381765" y="1934"/>
                  </a:lnTo>
                  <a:lnTo>
                    <a:pt x="381591" y="1785"/>
                  </a:lnTo>
                  <a:lnTo>
                    <a:pt x="381368" y="1686"/>
                  </a:lnTo>
                  <a:lnTo>
                    <a:pt x="379632" y="1239"/>
                  </a:lnTo>
                  <a:lnTo>
                    <a:pt x="376409" y="1239"/>
                  </a:lnTo>
                  <a:lnTo>
                    <a:pt x="373929" y="744"/>
                  </a:lnTo>
                  <a:close/>
                  <a:moveTo>
                    <a:pt x="14878" y="0"/>
                  </a:moveTo>
                  <a:lnTo>
                    <a:pt x="17358" y="0"/>
                  </a:lnTo>
                  <a:lnTo>
                    <a:pt x="31492" y="0"/>
                  </a:lnTo>
                  <a:lnTo>
                    <a:pt x="31665" y="74"/>
                  </a:lnTo>
                  <a:lnTo>
                    <a:pt x="31740" y="248"/>
                  </a:lnTo>
                  <a:lnTo>
                    <a:pt x="31740" y="5207"/>
                  </a:lnTo>
                  <a:lnTo>
                    <a:pt x="31665" y="5381"/>
                  </a:lnTo>
                  <a:lnTo>
                    <a:pt x="31492" y="5455"/>
                  </a:lnTo>
                  <a:lnTo>
                    <a:pt x="248" y="5455"/>
                  </a:lnTo>
                  <a:lnTo>
                    <a:pt x="75" y="5381"/>
                  </a:lnTo>
                  <a:lnTo>
                    <a:pt x="0" y="5207"/>
                  </a:lnTo>
                  <a:lnTo>
                    <a:pt x="0" y="3223"/>
                  </a:lnTo>
                  <a:lnTo>
                    <a:pt x="50" y="3000"/>
                  </a:lnTo>
                  <a:lnTo>
                    <a:pt x="149" y="2777"/>
                  </a:lnTo>
                  <a:lnTo>
                    <a:pt x="844" y="1934"/>
                  </a:lnTo>
                  <a:lnTo>
                    <a:pt x="1017" y="1785"/>
                  </a:lnTo>
                  <a:lnTo>
                    <a:pt x="1240" y="1686"/>
                  </a:lnTo>
                  <a:lnTo>
                    <a:pt x="2976" y="1239"/>
                  </a:lnTo>
                  <a:lnTo>
                    <a:pt x="6200" y="1239"/>
                  </a:lnTo>
                  <a:lnTo>
                    <a:pt x="8679" y="744"/>
                  </a:lnTo>
                  <a:lnTo>
                    <a:pt x="11903" y="24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DDA_RevealLining"/>
            <p:cNvSpPr/>
            <p:nvPr/>
          </p:nvSpPr>
          <p:spPr>
            <a:xfrm>
              <a:off x="682791" y="4665159"/>
              <a:ext cx="347892" cy="19342"/>
            </a:xfrm>
            <a:custGeom>
              <a:avLst/>
              <a:gdLst/>
              <a:ahLst/>
              <a:cxnLst/>
              <a:rect l="l" t="t" r="r" b="b"/>
              <a:pathLst>
                <a:path w="347892" h="19342">
                  <a:moveTo>
                    <a:pt x="344917" y="0"/>
                  </a:moveTo>
                  <a:lnTo>
                    <a:pt x="344917" y="19342"/>
                  </a:lnTo>
                  <a:lnTo>
                    <a:pt x="347892" y="19342"/>
                  </a:lnTo>
                  <a:lnTo>
                    <a:pt x="347892" y="0"/>
                  </a:lnTo>
                  <a:close/>
                  <a:moveTo>
                    <a:pt x="2975" y="0"/>
                  </a:moveTo>
                  <a:lnTo>
                    <a:pt x="2975" y="19342"/>
                  </a:lnTo>
                  <a:lnTo>
                    <a:pt x="0" y="19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DDA_Main_LeafFrame"/>
            <p:cNvSpPr/>
            <p:nvPr/>
          </p:nvSpPr>
          <p:spPr>
            <a:xfrm>
              <a:off x="820411" y="4684625"/>
              <a:ext cx="196138" cy="13143"/>
            </a:xfrm>
            <a:custGeom>
              <a:avLst/>
              <a:gdLst/>
              <a:ahLst/>
              <a:cxnLst/>
              <a:rect l="l" t="t" r="r" b="b"/>
              <a:pathLst>
                <a:path w="196138" h="13143">
                  <a:moveTo>
                    <a:pt x="195915" y="223"/>
                  </a:moveTo>
                  <a:lnTo>
                    <a:pt x="195395" y="0"/>
                  </a:lnTo>
                  <a:lnTo>
                    <a:pt x="172086" y="0"/>
                  </a:lnTo>
                  <a:lnTo>
                    <a:pt x="171565" y="223"/>
                  </a:lnTo>
                  <a:lnTo>
                    <a:pt x="171342" y="744"/>
                  </a:lnTo>
                  <a:lnTo>
                    <a:pt x="171342" y="12399"/>
                  </a:lnTo>
                  <a:lnTo>
                    <a:pt x="171565" y="12920"/>
                  </a:lnTo>
                  <a:lnTo>
                    <a:pt x="172086" y="13143"/>
                  </a:lnTo>
                  <a:lnTo>
                    <a:pt x="195395" y="13143"/>
                  </a:lnTo>
                  <a:lnTo>
                    <a:pt x="195915" y="12920"/>
                  </a:lnTo>
                  <a:lnTo>
                    <a:pt x="196138" y="12399"/>
                  </a:lnTo>
                  <a:lnTo>
                    <a:pt x="196138" y="744"/>
                  </a:lnTo>
                  <a:close/>
                  <a:moveTo>
                    <a:pt x="24573" y="223"/>
                  </a:moveTo>
                  <a:lnTo>
                    <a:pt x="24052" y="0"/>
                  </a:lnTo>
                  <a:lnTo>
                    <a:pt x="743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3" y="13143"/>
                  </a:lnTo>
                  <a:lnTo>
                    <a:pt x="24052" y="13143"/>
                  </a:lnTo>
                  <a:lnTo>
                    <a:pt x="24573" y="12920"/>
                  </a:lnTo>
                  <a:lnTo>
                    <a:pt x="24796" y="12399"/>
                  </a:lnTo>
                  <a:lnTo>
                    <a:pt x="24796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DDA_Main_Mould_3o"/>
            <p:cNvSpPr/>
            <p:nvPr/>
          </p:nvSpPr>
          <p:spPr>
            <a:xfrm>
              <a:off x="845207" y="4697768"/>
              <a:ext cx="146546" cy="3224"/>
            </a:xfrm>
            <a:custGeom>
              <a:avLst/>
              <a:gdLst/>
              <a:ahLst/>
              <a:cxnLst/>
              <a:rect l="l" t="t" r="r" b="b"/>
              <a:pathLst>
                <a:path w="146546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1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146546" y="0"/>
                  </a:moveTo>
                  <a:lnTo>
                    <a:pt x="146546" y="496"/>
                  </a:lnTo>
                  <a:lnTo>
                    <a:pt x="145554" y="2232"/>
                  </a:lnTo>
                  <a:lnTo>
                    <a:pt x="144314" y="2976"/>
                  </a:lnTo>
                  <a:lnTo>
                    <a:pt x="142579" y="3224"/>
                  </a:lnTo>
                  <a:lnTo>
                    <a:pt x="142083" y="3224"/>
                  </a:lnTo>
                  <a:lnTo>
                    <a:pt x="14208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DDA_Main_Mould_3i"/>
            <p:cNvSpPr/>
            <p:nvPr/>
          </p:nvSpPr>
          <p:spPr>
            <a:xfrm>
              <a:off x="845207" y="4681402"/>
              <a:ext cx="146546" cy="3223"/>
            </a:xfrm>
            <a:custGeom>
              <a:avLst/>
              <a:gdLst/>
              <a:ahLst/>
              <a:cxnLst/>
              <a:rect l="l" t="t" r="r" b="b"/>
              <a:pathLst>
                <a:path w="146546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1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142083" y="3223"/>
                  </a:moveTo>
                  <a:lnTo>
                    <a:pt x="142083" y="0"/>
                  </a:lnTo>
                  <a:lnTo>
                    <a:pt x="142579" y="0"/>
                  </a:lnTo>
                  <a:lnTo>
                    <a:pt x="144314" y="248"/>
                  </a:lnTo>
                  <a:lnTo>
                    <a:pt x="145554" y="991"/>
                  </a:lnTo>
                  <a:lnTo>
                    <a:pt x="146546" y="2727"/>
                  </a:lnTo>
                  <a:lnTo>
                    <a:pt x="146546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DDA_Main_Panel_3"/>
            <p:cNvSpPr/>
            <p:nvPr/>
          </p:nvSpPr>
          <p:spPr>
            <a:xfrm>
              <a:off x="844215" y="4687477"/>
              <a:ext cx="148530" cy="7439"/>
            </a:xfrm>
            <a:custGeom>
              <a:avLst/>
              <a:gdLst/>
              <a:ahLst/>
              <a:cxnLst/>
              <a:rect l="l" t="t" r="r" b="b"/>
              <a:pathLst>
                <a:path w="148530" h="7439">
                  <a:moveTo>
                    <a:pt x="141860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141860" y="0"/>
                  </a:lnTo>
                  <a:lnTo>
                    <a:pt x="148530" y="1488"/>
                  </a:lnTo>
                  <a:lnTo>
                    <a:pt x="148530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DDA_Side_LeafFrame"/>
            <p:cNvSpPr/>
            <p:nvPr/>
          </p:nvSpPr>
          <p:spPr>
            <a:xfrm>
              <a:off x="696925" y="4684625"/>
              <a:ext cx="122494" cy="13143"/>
            </a:xfrm>
            <a:custGeom>
              <a:avLst/>
              <a:gdLst/>
              <a:ahLst/>
              <a:cxnLst/>
              <a:rect l="l" t="t" r="r" b="b"/>
              <a:pathLst>
                <a:path w="122494" h="13143">
                  <a:moveTo>
                    <a:pt x="122270" y="223"/>
                  </a:moveTo>
                  <a:lnTo>
                    <a:pt x="121750" y="0"/>
                  </a:lnTo>
                  <a:lnTo>
                    <a:pt x="103400" y="0"/>
                  </a:lnTo>
                  <a:lnTo>
                    <a:pt x="102880" y="223"/>
                  </a:lnTo>
                  <a:lnTo>
                    <a:pt x="102657" y="744"/>
                  </a:lnTo>
                  <a:lnTo>
                    <a:pt x="102657" y="12399"/>
                  </a:lnTo>
                  <a:lnTo>
                    <a:pt x="102880" y="12920"/>
                  </a:lnTo>
                  <a:lnTo>
                    <a:pt x="103400" y="13143"/>
                  </a:lnTo>
                  <a:lnTo>
                    <a:pt x="121750" y="13143"/>
                  </a:lnTo>
                  <a:lnTo>
                    <a:pt x="122270" y="12920"/>
                  </a:lnTo>
                  <a:lnTo>
                    <a:pt x="122494" y="12399"/>
                  </a:lnTo>
                  <a:lnTo>
                    <a:pt x="122494" y="744"/>
                  </a:lnTo>
                  <a:close/>
                  <a:moveTo>
                    <a:pt x="19614" y="223"/>
                  </a:moveTo>
                  <a:lnTo>
                    <a:pt x="19093" y="0"/>
                  </a:lnTo>
                  <a:lnTo>
                    <a:pt x="744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4" y="13143"/>
                  </a:lnTo>
                  <a:lnTo>
                    <a:pt x="19093" y="13143"/>
                  </a:lnTo>
                  <a:lnTo>
                    <a:pt x="19614" y="12920"/>
                  </a:lnTo>
                  <a:lnTo>
                    <a:pt x="19837" y="12399"/>
                  </a:lnTo>
                  <a:lnTo>
                    <a:pt x="19837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DDA_Side_Mould_3o"/>
            <p:cNvSpPr/>
            <p:nvPr/>
          </p:nvSpPr>
          <p:spPr>
            <a:xfrm>
              <a:off x="716762" y="4697768"/>
              <a:ext cx="82820" cy="3224"/>
            </a:xfrm>
            <a:custGeom>
              <a:avLst/>
              <a:gdLst/>
              <a:ahLst/>
              <a:cxnLst/>
              <a:rect l="l" t="t" r="r" b="b"/>
              <a:pathLst>
                <a:path w="82820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2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82820" y="0"/>
                  </a:moveTo>
                  <a:lnTo>
                    <a:pt x="82820" y="496"/>
                  </a:lnTo>
                  <a:lnTo>
                    <a:pt x="81828" y="2232"/>
                  </a:lnTo>
                  <a:lnTo>
                    <a:pt x="80588" y="2976"/>
                  </a:lnTo>
                  <a:lnTo>
                    <a:pt x="78852" y="3224"/>
                  </a:lnTo>
                  <a:lnTo>
                    <a:pt x="78356" y="3224"/>
                  </a:lnTo>
                  <a:lnTo>
                    <a:pt x="7835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DDA_Side_Mould_3i"/>
            <p:cNvSpPr/>
            <p:nvPr/>
          </p:nvSpPr>
          <p:spPr>
            <a:xfrm>
              <a:off x="716762" y="4681402"/>
              <a:ext cx="82820" cy="3223"/>
            </a:xfrm>
            <a:custGeom>
              <a:avLst/>
              <a:gdLst/>
              <a:ahLst/>
              <a:cxnLst/>
              <a:rect l="l" t="t" r="r" b="b"/>
              <a:pathLst>
                <a:path w="82820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2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78356" y="3223"/>
                  </a:moveTo>
                  <a:lnTo>
                    <a:pt x="78356" y="0"/>
                  </a:lnTo>
                  <a:lnTo>
                    <a:pt x="78852" y="0"/>
                  </a:lnTo>
                  <a:lnTo>
                    <a:pt x="80588" y="248"/>
                  </a:lnTo>
                  <a:lnTo>
                    <a:pt x="81828" y="991"/>
                  </a:lnTo>
                  <a:lnTo>
                    <a:pt x="82820" y="2727"/>
                  </a:lnTo>
                  <a:lnTo>
                    <a:pt x="82820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DDA_Side_Panel_3"/>
            <p:cNvSpPr/>
            <p:nvPr/>
          </p:nvSpPr>
          <p:spPr>
            <a:xfrm>
              <a:off x="715770" y="4687477"/>
              <a:ext cx="84803" cy="7439"/>
            </a:xfrm>
            <a:custGeom>
              <a:avLst/>
              <a:gdLst/>
              <a:ahLst/>
              <a:cxnLst/>
              <a:rect l="l" t="t" r="r" b="b"/>
              <a:pathLst>
                <a:path w="84803" h="7439">
                  <a:moveTo>
                    <a:pt x="78133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78133" y="0"/>
                  </a:lnTo>
                  <a:lnTo>
                    <a:pt x="84803" y="1488"/>
                  </a:lnTo>
                  <a:lnTo>
                    <a:pt x="84803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DDA_Main_Astragal"/>
            <p:cNvSpPr/>
            <p:nvPr/>
          </p:nvSpPr>
          <p:spPr>
            <a:xfrm>
              <a:off x="812228" y="4697768"/>
              <a:ext cx="15621" cy="2976"/>
            </a:xfrm>
            <a:custGeom>
              <a:avLst/>
              <a:gdLst/>
              <a:ahLst/>
              <a:cxnLst/>
              <a:rect l="l" t="t" r="r" b="b"/>
              <a:pathLst>
                <a:path w="15621" h="2976">
                  <a:moveTo>
                    <a:pt x="5207" y="0"/>
                  </a:moveTo>
                  <a:lnTo>
                    <a:pt x="10414" y="992"/>
                  </a:lnTo>
                  <a:lnTo>
                    <a:pt x="10017" y="1761"/>
                  </a:lnTo>
                  <a:lnTo>
                    <a:pt x="8877" y="2405"/>
                  </a:lnTo>
                  <a:lnTo>
                    <a:pt x="7191" y="2827"/>
                  </a:lnTo>
                  <a:lnTo>
                    <a:pt x="5207" y="2976"/>
                  </a:lnTo>
                  <a:lnTo>
                    <a:pt x="3223" y="2827"/>
                  </a:lnTo>
                  <a:lnTo>
                    <a:pt x="1537" y="2405"/>
                  </a:lnTo>
                  <a:lnTo>
                    <a:pt x="396" y="1761"/>
                  </a:lnTo>
                  <a:lnTo>
                    <a:pt x="0" y="992"/>
                  </a:lnTo>
                  <a:lnTo>
                    <a:pt x="15621" y="992"/>
                  </a:lnTo>
                  <a:lnTo>
                    <a:pt x="15621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WD_02_03_Utility Single Door_OuterR"/>
            <p:cNvSpPr/>
            <p:nvPr/>
          </p:nvSpPr>
          <p:spPr>
            <a:xfrm>
              <a:off x="1794906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02_03_Utility Single Door_OuterL"/>
            <p:cNvSpPr/>
            <p:nvPr/>
          </p:nvSpPr>
          <p:spPr>
            <a:xfrm>
              <a:off x="2001955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02_03_Utility Single Door_LeafR"/>
            <p:cNvSpPr/>
            <p:nvPr/>
          </p:nvSpPr>
          <p:spPr>
            <a:xfrm>
              <a:off x="1808544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02_03_Utility Single Door_LeafL"/>
            <p:cNvSpPr/>
            <p:nvPr/>
          </p:nvSpPr>
          <p:spPr>
            <a:xfrm>
              <a:off x="1994020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03_04_Front Entrance Door_BlueLeafL"/>
            <p:cNvSpPr/>
            <p:nvPr/>
          </p:nvSpPr>
          <p:spPr>
            <a:xfrm>
              <a:off x="2298569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03_04_Front Entrance Door_BlueLeafR"/>
            <p:cNvSpPr/>
            <p:nvPr/>
          </p:nvSpPr>
          <p:spPr>
            <a:xfrm>
              <a:off x="2506858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03_04_Front Entrance Door_DoorHandle"/>
            <p:cNvSpPr/>
            <p:nvPr/>
          </p:nvSpPr>
          <p:spPr>
            <a:xfrm>
              <a:off x="2499667" y="4937562"/>
              <a:ext cx="4463" cy="6199"/>
            </a:xfrm>
            <a:custGeom>
              <a:avLst/>
              <a:gdLst/>
              <a:ahLst/>
              <a:cxnLst/>
              <a:rect l="l" t="t" r="r" b="b"/>
              <a:pathLst>
                <a:path w="4463" h="6199">
                  <a:moveTo>
                    <a:pt x="0" y="0"/>
                  </a:moveTo>
                  <a:lnTo>
                    <a:pt x="4463" y="0"/>
                  </a:lnTo>
                  <a:lnTo>
                    <a:pt x="4463" y="6199"/>
                  </a:lnTo>
                  <a:lnTo>
                    <a:pt x="0" y="619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03_04_Front Entrance Door_UpperPanel"/>
            <p:cNvSpPr/>
            <p:nvPr/>
          </p:nvSpPr>
          <p:spPr>
            <a:xfrm>
              <a:off x="2318406" y="4949961"/>
              <a:ext cx="188452" cy="11158"/>
            </a:xfrm>
            <a:custGeom>
              <a:avLst/>
              <a:gdLst/>
              <a:ahLst/>
              <a:cxnLst/>
              <a:rect l="l" t="t" r="r" b="b"/>
              <a:pathLst>
                <a:path w="188452" h="11158">
                  <a:moveTo>
                    <a:pt x="0" y="0"/>
                  </a:moveTo>
                  <a:lnTo>
                    <a:pt x="188452" y="0"/>
                  </a:lnTo>
                  <a:lnTo>
                    <a:pt x="188452" y="11158"/>
                  </a:lnTo>
                  <a:lnTo>
                    <a:pt x="0" y="1115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WD_03_04_Front Entrance Door_OuterL"/>
            <p:cNvSpPr/>
            <p:nvPr/>
          </p:nvSpPr>
          <p:spPr>
            <a:xfrm>
              <a:off x="2284931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WD_03_04_Front Entrance Door_OuterR"/>
            <p:cNvSpPr/>
            <p:nvPr/>
          </p:nvSpPr>
          <p:spPr>
            <a:xfrm>
              <a:off x="2526695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WD_06_07_Lounge Bay Window_LowerL"/>
            <p:cNvSpPr/>
            <p:nvPr/>
          </p:nvSpPr>
          <p:spPr>
            <a:xfrm>
              <a:off x="1571565" y="5133067"/>
              <a:ext cx="17432" cy="19689"/>
            </a:xfrm>
            <a:custGeom>
              <a:avLst/>
              <a:gdLst/>
              <a:ahLst/>
              <a:cxnLst/>
              <a:rect l="l" t="t" r="r" b="b"/>
              <a:pathLst>
                <a:path w="17432" h="19689">
                  <a:moveTo>
                    <a:pt x="6373" y="19689"/>
                  </a:moveTo>
                  <a:lnTo>
                    <a:pt x="0" y="14977"/>
                  </a:lnTo>
                  <a:lnTo>
                    <a:pt x="11035" y="0"/>
                  </a:lnTo>
                  <a:lnTo>
                    <a:pt x="17432" y="473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WD_06_07_Lounge Bay Window_LowerR"/>
            <p:cNvSpPr/>
            <p:nvPr/>
          </p:nvSpPr>
          <p:spPr>
            <a:xfrm>
              <a:off x="1500177" y="5080297"/>
              <a:ext cx="17432" cy="19690"/>
            </a:xfrm>
            <a:custGeom>
              <a:avLst/>
              <a:gdLst/>
              <a:ahLst/>
              <a:cxnLst/>
              <a:rect l="l" t="t" r="r" b="b"/>
              <a:pathLst>
                <a:path w="17432" h="19690">
                  <a:moveTo>
                    <a:pt x="6373" y="19690"/>
                  </a:moveTo>
                  <a:lnTo>
                    <a:pt x="0" y="14978"/>
                  </a:lnTo>
                  <a:lnTo>
                    <a:pt x="11034" y="0"/>
                  </a:lnTo>
                  <a:lnTo>
                    <a:pt x="17432" y="47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WD_06_07_Lounge Bay Window_OuterL"/>
            <p:cNvSpPr/>
            <p:nvPr/>
          </p:nvSpPr>
          <p:spPr>
            <a:xfrm>
              <a:off x="1577938" y="513780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60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10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WD_06_07_Lounge Bay Window_OuterR"/>
            <p:cNvSpPr/>
            <p:nvPr/>
          </p:nvSpPr>
          <p:spPr>
            <a:xfrm>
              <a:off x="1489192" y="507221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85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08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WD_06_08_Lounge Bay Window_LowerL"/>
            <p:cNvSpPr/>
            <p:nvPr/>
          </p:nvSpPr>
          <p:spPr>
            <a:xfrm>
              <a:off x="1648732" y="5170462"/>
              <a:ext cx="7934" cy="18598"/>
            </a:xfrm>
            <a:custGeom>
              <a:avLst/>
              <a:gdLst/>
              <a:ahLst/>
              <a:cxnLst/>
              <a:rect l="l" t="t" r="r" b="b"/>
              <a:pathLst>
                <a:path w="7934" h="18598">
                  <a:moveTo>
                    <a:pt x="0" y="0"/>
                  </a:moveTo>
                  <a:lnTo>
                    <a:pt x="7934" y="0"/>
                  </a:lnTo>
                  <a:lnTo>
                    <a:pt x="7934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WD_06_08_Lounge Bay Window_LowerR"/>
            <p:cNvSpPr/>
            <p:nvPr/>
          </p:nvSpPr>
          <p:spPr>
            <a:xfrm>
              <a:off x="1861484" y="5170462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0" y="0"/>
                  </a:moveTo>
                  <a:lnTo>
                    <a:pt x="7935" y="0"/>
                  </a:lnTo>
                  <a:lnTo>
                    <a:pt x="7935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WD_06_08_Lounge Bay Window_OuterL"/>
            <p:cNvSpPr/>
            <p:nvPr/>
          </p:nvSpPr>
          <p:spPr>
            <a:xfrm>
              <a:off x="1635094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D_06_08_Lounge Bay Window_OuterR"/>
            <p:cNvSpPr/>
            <p:nvPr/>
          </p:nvSpPr>
          <p:spPr>
            <a:xfrm>
              <a:off x="1869419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D_06_09_Lounge Bay Window_LowerL"/>
            <p:cNvSpPr/>
            <p:nvPr/>
          </p:nvSpPr>
          <p:spPr>
            <a:xfrm>
              <a:off x="2002377" y="5079355"/>
              <a:ext cx="17704" cy="19540"/>
            </a:xfrm>
            <a:custGeom>
              <a:avLst/>
              <a:gdLst/>
              <a:ahLst/>
              <a:cxnLst/>
              <a:rect l="l" t="t" r="r" b="b"/>
              <a:pathLst>
                <a:path w="17704" h="19540">
                  <a:moveTo>
                    <a:pt x="17704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D_06_09_Lounge Bay Window_LowerR"/>
            <p:cNvSpPr/>
            <p:nvPr/>
          </p:nvSpPr>
          <p:spPr>
            <a:xfrm>
              <a:off x="1932526" y="5134158"/>
              <a:ext cx="17729" cy="19540"/>
            </a:xfrm>
            <a:custGeom>
              <a:avLst/>
              <a:gdLst/>
              <a:ahLst/>
              <a:cxnLst/>
              <a:rect l="l" t="t" r="r" b="b"/>
              <a:pathLst>
                <a:path w="17729" h="19540">
                  <a:moveTo>
                    <a:pt x="17729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4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D_06_09_Lounge Bay Window_OuterL"/>
            <p:cNvSpPr/>
            <p:nvPr/>
          </p:nvSpPr>
          <p:spPr>
            <a:xfrm>
              <a:off x="2008601" y="507094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1"/>
                  </a:moveTo>
                  <a:lnTo>
                    <a:pt x="11480" y="23037"/>
                  </a:lnTo>
                  <a:lnTo>
                    <a:pt x="0" y="8407"/>
                  </a:lnTo>
                  <a:lnTo>
                    <a:pt x="1073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墙_WD_06_09_Lounge Bay Window_OuterR"/>
            <p:cNvSpPr/>
            <p:nvPr/>
          </p:nvSpPr>
          <p:spPr>
            <a:xfrm>
              <a:off x="1921789" y="513906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0"/>
                  </a:moveTo>
                  <a:lnTo>
                    <a:pt x="11480" y="23037"/>
                  </a:lnTo>
                  <a:lnTo>
                    <a:pt x="0" y="8406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墙_WD_12_18_Kitchen Large Window_FixedMiddleB"/>
            <p:cNvSpPr/>
            <p:nvPr/>
          </p:nvSpPr>
          <p:spPr>
            <a:xfrm>
              <a:off x="1757216" y="1670938"/>
              <a:ext cx="18597" cy="111589"/>
            </a:xfrm>
            <a:custGeom>
              <a:avLst/>
              <a:gdLst/>
              <a:ahLst/>
              <a:cxnLst/>
              <a:rect l="l" t="t" r="r" b="b"/>
              <a:pathLst>
                <a:path w="18597" h="111589">
                  <a:moveTo>
                    <a:pt x="0" y="11158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1158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墙_WD_12_18_Kitchen Large Window_OuterL"/>
            <p:cNvSpPr/>
            <p:nvPr/>
          </p:nvSpPr>
          <p:spPr>
            <a:xfrm>
              <a:off x="1757216" y="189535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墙_WD_12_18_Kitchen Large Window_OuterR"/>
            <p:cNvSpPr/>
            <p:nvPr/>
          </p:nvSpPr>
          <p:spPr>
            <a:xfrm>
              <a:off x="1757216" y="1544470"/>
              <a:ext cx="18597" cy="13638"/>
            </a:xfrm>
            <a:custGeom>
              <a:avLst/>
              <a:gdLst/>
              <a:ahLst/>
              <a:cxnLst/>
              <a:rect l="l" t="t" r="r" b="b"/>
              <a:pathLst>
                <a:path w="18597" h="13638">
                  <a:moveTo>
                    <a:pt x="0" y="13638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墙_WD_12_18_Kitchen Large Window_Side0L"/>
            <p:cNvSpPr/>
            <p:nvPr/>
          </p:nvSpPr>
          <p:spPr>
            <a:xfrm>
              <a:off x="1757216" y="189424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墙_WD_12_18_Kitchen Large Window_Side0R"/>
            <p:cNvSpPr/>
            <p:nvPr/>
          </p:nvSpPr>
          <p:spPr>
            <a:xfrm>
              <a:off x="1757216" y="1789347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墙_WD_12_18_Kitchen Large Window_Side2L"/>
            <p:cNvSpPr/>
            <p:nvPr/>
          </p:nvSpPr>
          <p:spPr>
            <a:xfrm>
              <a:off x="1757216" y="1656183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墙_WD_12_18_Kitchen Large Window_Side2R"/>
            <p:cNvSpPr/>
            <p:nvPr/>
          </p:nvSpPr>
          <p:spPr>
            <a:xfrm>
              <a:off x="1757216" y="1551289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墙_WD_13_19_Kitchen Small Window_OuterL"/>
            <p:cNvSpPr/>
            <p:nvPr/>
          </p:nvSpPr>
          <p:spPr>
            <a:xfrm>
              <a:off x="1757216" y="121562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墙_WD_13_19_Kitchen Small Window_OuterR"/>
            <p:cNvSpPr/>
            <p:nvPr/>
          </p:nvSpPr>
          <p:spPr>
            <a:xfrm>
              <a:off x="1757216" y="1110981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墙_WD_13_19_Kitchen Small Window_Side1L"/>
            <p:cNvSpPr/>
            <p:nvPr/>
          </p:nvSpPr>
          <p:spPr>
            <a:xfrm>
              <a:off x="1757216" y="1207816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墙_WD_13_19_Kitchen Small Window_Side1R"/>
            <p:cNvSpPr/>
            <p:nvPr/>
          </p:nvSpPr>
          <p:spPr>
            <a:xfrm>
              <a:off x="1757216" y="111780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墙_WC200_DoorJamb"/>
            <p:cNvSpPr/>
            <p:nvPr/>
          </p:nvSpPr>
          <p:spPr>
            <a:xfrm>
              <a:off x="1007747" y="3317454"/>
              <a:ext cx="34715" cy="7440"/>
            </a:xfrm>
            <a:custGeom>
              <a:avLst/>
              <a:gdLst/>
              <a:ahLst/>
              <a:cxnLst/>
              <a:rect l="l" t="t" r="r" b="b"/>
              <a:pathLst>
                <a:path w="34715" h="7440">
                  <a:moveTo>
                    <a:pt x="0" y="0"/>
                  </a:moveTo>
                  <a:lnTo>
                    <a:pt x="34715" y="0"/>
                  </a:lnTo>
                  <a:lnTo>
                    <a:pt x="34715" y="7440"/>
                  </a:lnTo>
                  <a:lnTo>
                    <a:pt x="0" y="744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墙_WC200_DoorJamb.001"/>
            <p:cNvSpPr/>
            <p:nvPr/>
          </p:nvSpPr>
          <p:spPr>
            <a:xfrm>
              <a:off x="1007747" y="3156270"/>
              <a:ext cx="34715" cy="7439"/>
            </a:xfrm>
            <a:custGeom>
              <a:avLst/>
              <a:gdLst/>
              <a:ahLst/>
              <a:cxnLst/>
              <a:rect l="l" t="t" r="r" b="b"/>
              <a:pathLst>
                <a:path w="34715" h="7439">
                  <a:moveTo>
                    <a:pt x="0" y="0"/>
                  </a:moveTo>
                  <a:lnTo>
                    <a:pt x="34715" y="0"/>
                  </a:lnTo>
                  <a:lnTo>
                    <a:pt x="34715" y="7439"/>
                  </a:lnTo>
                  <a:lnTo>
                    <a:pt x="0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墙_DoorLeaf_WC200"/>
            <p:cNvSpPr/>
            <p:nvPr/>
          </p:nvSpPr>
          <p:spPr>
            <a:xfrm>
              <a:off x="872235" y="3159295"/>
              <a:ext cx="153489" cy="30228"/>
            </a:xfrm>
            <a:custGeom>
              <a:avLst/>
              <a:gdLst/>
              <a:ahLst/>
              <a:cxnLst/>
              <a:rect l="l" t="t" r="r" b="b"/>
              <a:pathLst>
                <a:path w="153489" h="30228">
                  <a:moveTo>
                    <a:pt x="153489" y="8828"/>
                  </a:moveTo>
                  <a:lnTo>
                    <a:pt x="1240" y="30228"/>
                  </a:lnTo>
                  <a:lnTo>
                    <a:pt x="0" y="21400"/>
                  </a:lnTo>
                  <a:lnTo>
                    <a:pt x="15224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墙_Utility_FlushAccessDoor"/>
            <p:cNvSpPr/>
            <p:nvPr/>
          </p:nvSpPr>
          <p:spPr>
            <a:xfrm>
              <a:off x="2302239" y="3212114"/>
              <a:ext cx="4463" cy="151266"/>
            </a:xfrm>
            <a:custGeom>
              <a:avLst/>
              <a:gdLst/>
              <a:ahLst/>
              <a:cxnLst/>
              <a:rect l="l" t="t" r="r" b="b"/>
              <a:pathLst>
                <a:path w="4463" h="151266">
                  <a:moveTo>
                    <a:pt x="0" y="0"/>
                  </a:moveTo>
                  <a:lnTo>
                    <a:pt x="4463" y="0"/>
                  </a:lnTo>
                  <a:lnTo>
                    <a:pt x="4463" y="151266"/>
                  </a:lnTo>
                  <a:lnTo>
                    <a:pt x="0" y="15126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墙_Understair_TurnClosure_Stair_Winder_12"/>
            <p:cNvSpPr/>
            <p:nvPr/>
          </p:nvSpPr>
          <p:spPr>
            <a:xfrm>
              <a:off x="2303726" y="3085993"/>
              <a:ext cx="24797" cy="117392"/>
            </a:xfrm>
            <a:custGeom>
              <a:avLst/>
              <a:gdLst/>
              <a:ahLst/>
              <a:cxnLst/>
              <a:rect l="l" t="t" r="r" b="b"/>
              <a:pathLst>
                <a:path w="24797" h="117392">
                  <a:moveTo>
                    <a:pt x="24797" y="0"/>
                  </a:moveTo>
                  <a:lnTo>
                    <a:pt x="24797" y="117392"/>
                  </a:lnTo>
                  <a:lnTo>
                    <a:pt x="0" y="117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墙_Understair_TurnClosure_Stair_Winder_13"/>
            <p:cNvSpPr/>
            <p:nvPr/>
          </p:nvSpPr>
          <p:spPr>
            <a:xfrm>
              <a:off x="2303726" y="3000044"/>
              <a:ext cx="24797" cy="193422"/>
            </a:xfrm>
            <a:custGeom>
              <a:avLst/>
              <a:gdLst/>
              <a:ahLst/>
              <a:cxnLst/>
              <a:rect l="l" t="t" r="r" b="b"/>
              <a:pathLst>
                <a:path w="24797" h="193422">
                  <a:moveTo>
                    <a:pt x="24797" y="0"/>
                  </a:moveTo>
                  <a:lnTo>
                    <a:pt x="24797" y="193422"/>
                  </a:lnTo>
                  <a:lnTo>
                    <a:pt x="0" y="193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墙_Understair_TurnClosure_Stair_Winder_14"/>
            <p:cNvSpPr/>
            <p:nvPr/>
          </p:nvSpPr>
          <p:spPr>
            <a:xfrm>
              <a:off x="2303726" y="3000044"/>
              <a:ext cx="24797" cy="186156"/>
            </a:xfrm>
            <a:custGeom>
              <a:avLst/>
              <a:gdLst/>
              <a:ahLst/>
              <a:cxnLst/>
              <a:rect l="l" t="t" r="r" b="b"/>
              <a:pathLst>
                <a:path w="24797" h="186156">
                  <a:moveTo>
                    <a:pt x="24797" y="0"/>
                  </a:moveTo>
                  <a:lnTo>
                    <a:pt x="24797" y="186156"/>
                  </a:lnTo>
                  <a:lnTo>
                    <a:pt x="0" y="186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墙_V11_Continuous_Stair_Side"/>
            <p:cNvSpPr/>
            <p:nvPr/>
          </p:nvSpPr>
          <p:spPr>
            <a:xfrm>
              <a:off x="2303726" y="3203385"/>
              <a:ext cx="25293" cy="323263"/>
            </a:xfrm>
            <a:custGeom>
              <a:avLst/>
              <a:gdLst/>
              <a:ahLst/>
              <a:cxnLst/>
              <a:rect l="l" t="t" r="r" b="b"/>
              <a:pathLst>
                <a:path w="25293" h="323263">
                  <a:moveTo>
                    <a:pt x="25293" y="323263"/>
                  </a:moveTo>
                  <a:lnTo>
                    <a:pt x="25293" y="160739"/>
                  </a:lnTo>
                  <a:lnTo>
                    <a:pt x="0" y="160739"/>
                  </a:lnTo>
                  <a:lnTo>
                    <a:pt x="0" y="323263"/>
                  </a:lnTo>
                  <a:close/>
                  <a:moveTo>
                    <a:pt x="25293" y="0"/>
                  </a:moveTo>
                  <a:lnTo>
                    <a:pt x="25293" y="7985"/>
                  </a:lnTo>
                  <a:lnTo>
                    <a:pt x="0" y="79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墙_V11_Winder_Side_Transition"/>
            <p:cNvSpPr/>
            <p:nvPr/>
          </p:nvSpPr>
          <p:spPr>
            <a:xfrm>
              <a:off x="2303726" y="3174570"/>
              <a:ext cx="24797" cy="29262"/>
            </a:xfrm>
            <a:custGeom>
              <a:avLst/>
              <a:gdLst/>
              <a:ahLst/>
              <a:cxnLst/>
              <a:rect l="l" t="t" r="r" b="b"/>
              <a:pathLst>
                <a:path w="24797" h="29262">
                  <a:moveTo>
                    <a:pt x="24797" y="0"/>
                  </a:moveTo>
                  <a:lnTo>
                    <a:pt x="24797" y="29262"/>
                  </a:lnTo>
                  <a:lnTo>
                    <a:pt x="0" y="29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墙_V11_Passage_Right_Jamb_Closure"/>
            <p:cNvSpPr/>
            <p:nvPr/>
          </p:nvSpPr>
          <p:spPr>
            <a:xfrm>
              <a:off x="2303726" y="3002474"/>
              <a:ext cx="10415" cy="45628"/>
            </a:xfrm>
            <a:custGeom>
              <a:avLst/>
              <a:gdLst/>
              <a:ahLst/>
              <a:cxnLst/>
              <a:rect l="l" t="t" r="r" b="b"/>
              <a:pathLst>
                <a:path w="10415" h="45628">
                  <a:moveTo>
                    <a:pt x="10415" y="0"/>
                  </a:moveTo>
                  <a:lnTo>
                    <a:pt x="10415" y="45628"/>
                  </a:lnTo>
                  <a:lnTo>
                    <a:pt x="0" y="45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墙_V13_Lounge_FrenchLeaf-1L"/>
            <p:cNvSpPr/>
            <p:nvPr/>
          </p:nvSpPr>
          <p:spPr>
            <a:xfrm>
              <a:off x="1657782" y="3013980"/>
              <a:ext cx="20061" cy="16144"/>
            </a:xfrm>
            <a:custGeom>
              <a:avLst/>
              <a:gdLst/>
              <a:ahLst/>
              <a:cxnLst/>
              <a:rect l="l" t="t" r="r" b="b"/>
              <a:pathLst>
                <a:path w="20061" h="16144">
                  <a:moveTo>
                    <a:pt x="3968" y="16144"/>
                  </a:moveTo>
                  <a:lnTo>
                    <a:pt x="0" y="9300"/>
                  </a:lnTo>
                  <a:lnTo>
                    <a:pt x="16118" y="0"/>
                  </a:lnTo>
                  <a:lnTo>
                    <a:pt x="20061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墙_V13_Lounge_FrenchLeaf-1R"/>
            <p:cNvSpPr/>
            <p:nvPr/>
          </p:nvSpPr>
          <p:spPr>
            <a:xfrm>
              <a:off x="1594428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2" y="16143"/>
                  </a:moveTo>
                  <a:lnTo>
                    <a:pt x="0" y="9299"/>
                  </a:lnTo>
                  <a:lnTo>
                    <a:pt x="16092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墙_V13_Lounge_FrenchLeaf1L"/>
            <p:cNvSpPr/>
            <p:nvPr/>
          </p:nvSpPr>
          <p:spPr>
            <a:xfrm>
              <a:off x="1454824" y="2904201"/>
              <a:ext cx="20061" cy="16143"/>
            </a:xfrm>
            <a:custGeom>
              <a:avLst/>
              <a:gdLst/>
              <a:ahLst/>
              <a:cxnLst/>
              <a:rect l="l" t="t" r="r" b="b"/>
              <a:pathLst>
                <a:path w="20061" h="16143">
                  <a:moveTo>
                    <a:pt x="20061" y="9299"/>
                  </a:moveTo>
                  <a:lnTo>
                    <a:pt x="16118" y="16143"/>
                  </a:lnTo>
                  <a:lnTo>
                    <a:pt x="0" y="6844"/>
                  </a:lnTo>
                  <a:lnTo>
                    <a:pt x="396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墙_V13_Lounge_FrenchLeaf1R"/>
            <p:cNvSpPr/>
            <p:nvPr/>
          </p:nvSpPr>
          <p:spPr>
            <a:xfrm>
              <a:off x="1391470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墙_V13_Lounge_OuterL"/>
            <p:cNvSpPr/>
            <p:nvPr/>
          </p:nvSpPr>
          <p:spPr>
            <a:xfrm>
              <a:off x="1669808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墙_V13_Lounge_OuterR"/>
            <p:cNvSpPr/>
            <p:nvPr/>
          </p:nvSpPr>
          <p:spPr>
            <a:xfrm>
              <a:off x="1385023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墙_V13_Utility_FrenchLeaf-1L"/>
            <p:cNvSpPr/>
            <p:nvPr/>
          </p:nvSpPr>
          <p:spPr>
            <a:xfrm>
              <a:off x="872979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3967" y="16144"/>
                  </a:moveTo>
                  <a:lnTo>
                    <a:pt x="0" y="9300"/>
                  </a:lnTo>
                  <a:lnTo>
                    <a:pt x="16117" y="0"/>
                  </a:lnTo>
                  <a:lnTo>
                    <a:pt x="20060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墙_V13_Utility_FrenchLeaf-1R"/>
            <p:cNvSpPr/>
            <p:nvPr/>
          </p:nvSpPr>
          <p:spPr>
            <a:xfrm>
              <a:off x="809624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3" y="16143"/>
                  </a:moveTo>
                  <a:lnTo>
                    <a:pt x="0" y="9299"/>
                  </a:lnTo>
                  <a:lnTo>
                    <a:pt x="16093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墙_V13_Utility_FrenchLeaf1L"/>
            <p:cNvSpPr/>
            <p:nvPr/>
          </p:nvSpPr>
          <p:spPr>
            <a:xfrm>
              <a:off x="670021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20060" y="9299"/>
                  </a:moveTo>
                  <a:lnTo>
                    <a:pt x="16117" y="16143"/>
                  </a:lnTo>
                  <a:lnTo>
                    <a:pt x="0" y="6844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墙_V13_Utility_FrenchLeaf1R"/>
            <p:cNvSpPr/>
            <p:nvPr/>
          </p:nvSpPr>
          <p:spPr>
            <a:xfrm>
              <a:off x="606666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墙_V13_Utility_OuterL"/>
            <p:cNvSpPr/>
            <p:nvPr/>
          </p:nvSpPr>
          <p:spPr>
            <a:xfrm>
              <a:off x="885005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墙_V13_Utility_OuterR"/>
            <p:cNvSpPr/>
            <p:nvPr/>
          </p:nvSpPr>
          <p:spPr>
            <a:xfrm>
              <a:off x="601087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墙_V13_KitchenSide_FrenchLeaf-1L"/>
            <p:cNvSpPr/>
            <p:nvPr/>
          </p:nvSpPr>
          <p:spPr>
            <a:xfrm>
              <a:off x="1723393" y="2495510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18622" y="16119"/>
                  </a:moveTo>
                  <a:lnTo>
                    <a:pt x="9299" y="21500"/>
                  </a:lnTo>
                  <a:lnTo>
                    <a:pt x="0" y="5406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墙_V13_KitchenSide_FrenchLeaf-1R"/>
            <p:cNvSpPr/>
            <p:nvPr/>
          </p:nvSpPr>
          <p:spPr>
            <a:xfrm>
              <a:off x="1573797" y="2581906"/>
              <a:ext cx="18622" cy="21474"/>
            </a:xfrm>
            <a:custGeom>
              <a:avLst/>
              <a:gdLst/>
              <a:ahLst/>
              <a:cxnLst/>
              <a:rect l="l" t="t" r="r" b="b"/>
              <a:pathLst>
                <a:path w="18622" h="21474">
                  <a:moveTo>
                    <a:pt x="18622" y="16093"/>
                  </a:moveTo>
                  <a:lnTo>
                    <a:pt x="9299" y="21474"/>
                  </a:lnTo>
                  <a:lnTo>
                    <a:pt x="0" y="5381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墙_V13_KitchenSide_FrenchLeaf1L"/>
            <p:cNvSpPr/>
            <p:nvPr/>
          </p:nvSpPr>
          <p:spPr>
            <a:xfrm>
              <a:off x="1573797" y="2771806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9299" y="0"/>
                  </a:moveTo>
                  <a:lnTo>
                    <a:pt x="18622" y="5381"/>
                  </a:lnTo>
                  <a:lnTo>
                    <a:pt x="9324" y="21500"/>
                  </a:lnTo>
                  <a:lnTo>
                    <a:pt x="0" y="160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墙_V13_KitchenSide_FrenchLeaf1R"/>
            <p:cNvSpPr/>
            <p:nvPr/>
          </p:nvSpPr>
          <p:spPr>
            <a:xfrm>
              <a:off x="1723393" y="2858177"/>
              <a:ext cx="18622" cy="21499"/>
            </a:xfrm>
            <a:custGeom>
              <a:avLst/>
              <a:gdLst/>
              <a:ahLst/>
              <a:cxnLst/>
              <a:rect l="l" t="t" r="r" b="b"/>
              <a:pathLst>
                <a:path w="18622" h="21499">
                  <a:moveTo>
                    <a:pt x="9299" y="0"/>
                  </a:moveTo>
                  <a:lnTo>
                    <a:pt x="18622" y="5381"/>
                  </a:lnTo>
                  <a:lnTo>
                    <a:pt x="9324" y="21499"/>
                  </a:lnTo>
                  <a:lnTo>
                    <a:pt x="0" y="16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墙_V13_KitchenSide_OuterL"/>
            <p:cNvSpPr/>
            <p:nvPr/>
          </p:nvSpPr>
          <p:spPr>
            <a:xfrm>
              <a:off x="1736039" y="2484128"/>
              <a:ext cx="19937" cy="19442"/>
            </a:xfrm>
            <a:custGeom>
              <a:avLst/>
              <a:gdLst/>
              <a:ahLst/>
              <a:cxnLst/>
              <a:rect l="l" t="t" r="r" b="b"/>
              <a:pathLst>
                <a:path w="19937" h="19442">
                  <a:moveTo>
                    <a:pt x="19937" y="0"/>
                  </a:moveTo>
                  <a:lnTo>
                    <a:pt x="19937" y="19442"/>
                  </a:lnTo>
                  <a:lnTo>
                    <a:pt x="0" y="19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墙_V13_KitchenSide_OuterR"/>
            <p:cNvSpPr/>
            <p:nvPr/>
          </p:nvSpPr>
          <p:spPr>
            <a:xfrm>
              <a:off x="1736039" y="2871617"/>
              <a:ext cx="19937" cy="19441"/>
            </a:xfrm>
            <a:custGeom>
              <a:avLst/>
              <a:gdLst/>
              <a:ahLst/>
              <a:cxnLst/>
              <a:rect l="l" t="t" r="r" b="b"/>
              <a:pathLst>
                <a:path w="19937" h="19441">
                  <a:moveTo>
                    <a:pt x="19937" y="0"/>
                  </a:moveTo>
                  <a:lnTo>
                    <a:pt x="19937" y="19441"/>
                  </a:lnTo>
                  <a:lnTo>
                    <a:pt x="0" y="19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墙_SP_OuterFrame"/>
            <p:cNvSpPr/>
            <p:nvPr/>
          </p:nvSpPr>
          <p:spPr>
            <a:xfrm>
              <a:off x="489380" y="3025536"/>
              <a:ext cx="520722" cy="18598"/>
            </a:xfrm>
            <a:custGeom>
              <a:avLst/>
              <a:gdLst/>
              <a:ahLst/>
              <a:cxnLst/>
              <a:rect l="l" t="t" r="r" b="b"/>
              <a:pathLst>
                <a:path w="520722" h="18598">
                  <a:moveTo>
                    <a:pt x="111484" y="99"/>
                  </a:moveTo>
                  <a:lnTo>
                    <a:pt x="111211" y="0"/>
                  </a:lnTo>
                  <a:lnTo>
                    <a:pt x="99309" y="0"/>
                  </a:lnTo>
                  <a:lnTo>
                    <a:pt x="98962" y="75"/>
                  </a:lnTo>
                  <a:lnTo>
                    <a:pt x="98639" y="223"/>
                  </a:lnTo>
                  <a:lnTo>
                    <a:pt x="95267" y="2753"/>
                  </a:lnTo>
                  <a:lnTo>
                    <a:pt x="95069" y="3025"/>
                  </a:lnTo>
                  <a:lnTo>
                    <a:pt x="94970" y="3348"/>
                  </a:lnTo>
                  <a:lnTo>
                    <a:pt x="94970" y="4588"/>
                  </a:lnTo>
                  <a:lnTo>
                    <a:pt x="95069" y="4860"/>
                  </a:lnTo>
                  <a:lnTo>
                    <a:pt x="95341" y="4960"/>
                  </a:lnTo>
                  <a:lnTo>
                    <a:pt x="97573" y="4960"/>
                  </a:lnTo>
                  <a:lnTo>
                    <a:pt x="97846" y="5059"/>
                  </a:lnTo>
                  <a:lnTo>
                    <a:pt x="97945" y="5332"/>
                  </a:lnTo>
                  <a:lnTo>
                    <a:pt x="97945" y="18226"/>
                  </a:lnTo>
                  <a:lnTo>
                    <a:pt x="98044" y="18499"/>
                  </a:lnTo>
                  <a:lnTo>
                    <a:pt x="98317" y="18598"/>
                  </a:lnTo>
                  <a:lnTo>
                    <a:pt x="111211" y="18598"/>
                  </a:lnTo>
                  <a:lnTo>
                    <a:pt x="111484" y="18499"/>
                  </a:lnTo>
                  <a:lnTo>
                    <a:pt x="111583" y="18226"/>
                  </a:lnTo>
                  <a:lnTo>
                    <a:pt x="111583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274" y="0"/>
                  </a:lnTo>
                  <a:lnTo>
                    <a:pt x="12621" y="75"/>
                  </a:lnTo>
                  <a:lnTo>
                    <a:pt x="12943" y="223"/>
                  </a:lnTo>
                  <a:lnTo>
                    <a:pt x="16316" y="2753"/>
                  </a:lnTo>
                  <a:lnTo>
                    <a:pt x="16514" y="3025"/>
                  </a:lnTo>
                  <a:lnTo>
                    <a:pt x="16613" y="3348"/>
                  </a:lnTo>
                  <a:lnTo>
                    <a:pt x="16613" y="4588"/>
                  </a:lnTo>
                  <a:lnTo>
                    <a:pt x="16514" y="4860"/>
                  </a:lnTo>
                  <a:lnTo>
                    <a:pt x="16241" y="4960"/>
                  </a:lnTo>
                  <a:lnTo>
                    <a:pt x="14010" y="4960"/>
                  </a:lnTo>
                  <a:lnTo>
                    <a:pt x="13737" y="5059"/>
                  </a:lnTo>
                  <a:lnTo>
                    <a:pt x="13638" y="5332"/>
                  </a:lnTo>
                  <a:lnTo>
                    <a:pt x="13638" y="18226"/>
                  </a:lnTo>
                  <a:lnTo>
                    <a:pt x="13538" y="18499"/>
                  </a:lnTo>
                  <a:lnTo>
                    <a:pt x="13266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close/>
                  <a:moveTo>
                    <a:pt x="520623" y="99"/>
                  </a:moveTo>
                  <a:lnTo>
                    <a:pt x="520350" y="0"/>
                  </a:lnTo>
                  <a:lnTo>
                    <a:pt x="508448" y="0"/>
                  </a:lnTo>
                  <a:lnTo>
                    <a:pt x="508101" y="75"/>
                  </a:lnTo>
                  <a:lnTo>
                    <a:pt x="507779" y="223"/>
                  </a:lnTo>
                  <a:lnTo>
                    <a:pt x="504406" y="2753"/>
                  </a:lnTo>
                  <a:lnTo>
                    <a:pt x="504208" y="3025"/>
                  </a:lnTo>
                  <a:lnTo>
                    <a:pt x="504109" y="3348"/>
                  </a:lnTo>
                  <a:lnTo>
                    <a:pt x="504109" y="4588"/>
                  </a:lnTo>
                  <a:lnTo>
                    <a:pt x="504208" y="4860"/>
                  </a:lnTo>
                  <a:lnTo>
                    <a:pt x="504481" y="4960"/>
                  </a:lnTo>
                  <a:lnTo>
                    <a:pt x="506712" y="4960"/>
                  </a:lnTo>
                  <a:lnTo>
                    <a:pt x="506985" y="5059"/>
                  </a:lnTo>
                  <a:lnTo>
                    <a:pt x="507084" y="5332"/>
                  </a:lnTo>
                  <a:lnTo>
                    <a:pt x="507084" y="18226"/>
                  </a:lnTo>
                  <a:lnTo>
                    <a:pt x="507184" y="18499"/>
                  </a:lnTo>
                  <a:lnTo>
                    <a:pt x="507456" y="18598"/>
                  </a:lnTo>
                  <a:lnTo>
                    <a:pt x="520350" y="18598"/>
                  </a:lnTo>
                  <a:lnTo>
                    <a:pt x="520623" y="18499"/>
                  </a:lnTo>
                  <a:lnTo>
                    <a:pt x="520722" y="18226"/>
                  </a:lnTo>
                  <a:lnTo>
                    <a:pt x="520722" y="372"/>
                  </a:lnTo>
                  <a:close/>
                  <a:moveTo>
                    <a:pt x="409238" y="99"/>
                  </a:moveTo>
                  <a:lnTo>
                    <a:pt x="409511" y="0"/>
                  </a:lnTo>
                  <a:lnTo>
                    <a:pt x="421413" y="0"/>
                  </a:lnTo>
                  <a:lnTo>
                    <a:pt x="421760" y="75"/>
                  </a:lnTo>
                  <a:lnTo>
                    <a:pt x="422083" y="223"/>
                  </a:lnTo>
                  <a:lnTo>
                    <a:pt x="425455" y="2753"/>
                  </a:lnTo>
                  <a:lnTo>
                    <a:pt x="425653" y="3025"/>
                  </a:lnTo>
                  <a:lnTo>
                    <a:pt x="425752" y="3348"/>
                  </a:lnTo>
                  <a:lnTo>
                    <a:pt x="425752" y="4588"/>
                  </a:lnTo>
                  <a:lnTo>
                    <a:pt x="425653" y="4860"/>
                  </a:lnTo>
                  <a:lnTo>
                    <a:pt x="425381" y="4960"/>
                  </a:lnTo>
                  <a:lnTo>
                    <a:pt x="423149" y="4960"/>
                  </a:lnTo>
                  <a:lnTo>
                    <a:pt x="422876" y="5059"/>
                  </a:lnTo>
                  <a:lnTo>
                    <a:pt x="422777" y="5332"/>
                  </a:lnTo>
                  <a:lnTo>
                    <a:pt x="422777" y="18226"/>
                  </a:lnTo>
                  <a:lnTo>
                    <a:pt x="422678" y="18499"/>
                  </a:lnTo>
                  <a:lnTo>
                    <a:pt x="422405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墙_SP_Transom"/>
            <p:cNvSpPr/>
            <p:nvPr/>
          </p:nvSpPr>
          <p:spPr>
            <a:xfrm>
              <a:off x="503018" y="3025536"/>
              <a:ext cx="493446" cy="18598"/>
            </a:xfrm>
            <a:custGeom>
              <a:avLst/>
              <a:gdLst/>
              <a:ahLst/>
              <a:cxnLst/>
              <a:rect l="l" t="t" r="r" b="b"/>
              <a:pathLst>
                <a:path w="493446" h="18598">
                  <a:moveTo>
                    <a:pt x="84208" y="124"/>
                  </a:moveTo>
                  <a:lnTo>
                    <a:pt x="84307" y="372"/>
                  </a:lnTo>
                  <a:lnTo>
                    <a:pt x="84307" y="18226"/>
                  </a:lnTo>
                  <a:lnTo>
                    <a:pt x="84208" y="18499"/>
                  </a:lnTo>
                  <a:lnTo>
                    <a:pt x="83935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lnTo>
                    <a:pt x="99" y="124"/>
                  </a:lnTo>
                  <a:lnTo>
                    <a:pt x="372" y="0"/>
                  </a:lnTo>
                  <a:lnTo>
                    <a:pt x="83935" y="0"/>
                  </a:lnTo>
                  <a:close/>
                  <a:moveTo>
                    <a:pt x="493347" y="124"/>
                  </a:moveTo>
                  <a:lnTo>
                    <a:pt x="493446" y="372"/>
                  </a:lnTo>
                  <a:lnTo>
                    <a:pt x="493446" y="18226"/>
                  </a:lnTo>
                  <a:lnTo>
                    <a:pt x="493347" y="18499"/>
                  </a:lnTo>
                  <a:lnTo>
                    <a:pt x="493074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lnTo>
                    <a:pt x="409238" y="124"/>
                  </a:lnTo>
                  <a:lnTo>
                    <a:pt x="409511" y="0"/>
                  </a:lnTo>
                  <a:lnTo>
                    <a:pt x="49307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墙_V15_Fixed_Acoustic_Wall"/>
            <p:cNvSpPr/>
            <p:nvPr/>
          </p:nvSpPr>
          <p:spPr>
            <a:xfrm>
              <a:off x="1317577" y="3083315"/>
              <a:ext cx="11406" cy="628522"/>
            </a:xfrm>
            <a:custGeom>
              <a:avLst/>
              <a:gdLst/>
              <a:ahLst/>
              <a:cxnLst/>
              <a:rect l="l" t="t" r="r" b="b"/>
              <a:pathLst>
                <a:path w="11406" h="628522">
                  <a:moveTo>
                    <a:pt x="11356" y="49"/>
                  </a:moveTo>
                  <a:lnTo>
                    <a:pt x="11406" y="149"/>
                  </a:lnTo>
                  <a:lnTo>
                    <a:pt x="11406" y="5802"/>
                  </a:lnTo>
                  <a:lnTo>
                    <a:pt x="11356" y="5902"/>
                  </a:lnTo>
                  <a:lnTo>
                    <a:pt x="11257" y="5951"/>
                  </a:lnTo>
                  <a:lnTo>
                    <a:pt x="7091" y="5951"/>
                  </a:lnTo>
                  <a:lnTo>
                    <a:pt x="6992" y="5902"/>
                  </a:lnTo>
                  <a:lnTo>
                    <a:pt x="6943" y="5802"/>
                  </a:lnTo>
                  <a:lnTo>
                    <a:pt x="6943" y="149"/>
                  </a:lnTo>
                  <a:lnTo>
                    <a:pt x="6992" y="49"/>
                  </a:lnTo>
                  <a:lnTo>
                    <a:pt x="7091" y="0"/>
                  </a:lnTo>
                  <a:lnTo>
                    <a:pt x="11257" y="0"/>
                  </a:lnTo>
                  <a:close/>
                  <a:moveTo>
                    <a:pt x="11356" y="8977"/>
                  </a:moveTo>
                  <a:lnTo>
                    <a:pt x="11406" y="9076"/>
                  </a:lnTo>
                  <a:lnTo>
                    <a:pt x="11406" y="15721"/>
                  </a:lnTo>
                  <a:lnTo>
                    <a:pt x="11356" y="15821"/>
                  </a:lnTo>
                  <a:lnTo>
                    <a:pt x="11257" y="15870"/>
                  </a:lnTo>
                  <a:lnTo>
                    <a:pt x="7091" y="15870"/>
                  </a:lnTo>
                  <a:lnTo>
                    <a:pt x="6992" y="15821"/>
                  </a:lnTo>
                  <a:lnTo>
                    <a:pt x="6943" y="15721"/>
                  </a:lnTo>
                  <a:lnTo>
                    <a:pt x="6943" y="9076"/>
                  </a:lnTo>
                  <a:lnTo>
                    <a:pt x="6992" y="8977"/>
                  </a:lnTo>
                  <a:lnTo>
                    <a:pt x="7091" y="8927"/>
                  </a:lnTo>
                  <a:lnTo>
                    <a:pt x="11257" y="8927"/>
                  </a:lnTo>
                  <a:close/>
                  <a:moveTo>
                    <a:pt x="11356" y="18896"/>
                  </a:moveTo>
                  <a:lnTo>
                    <a:pt x="11406" y="18995"/>
                  </a:lnTo>
                  <a:lnTo>
                    <a:pt x="11406" y="25641"/>
                  </a:lnTo>
                  <a:lnTo>
                    <a:pt x="11356" y="25740"/>
                  </a:lnTo>
                  <a:lnTo>
                    <a:pt x="11257" y="25789"/>
                  </a:lnTo>
                  <a:lnTo>
                    <a:pt x="7091" y="25789"/>
                  </a:lnTo>
                  <a:lnTo>
                    <a:pt x="6992" y="25740"/>
                  </a:lnTo>
                  <a:lnTo>
                    <a:pt x="6943" y="25641"/>
                  </a:lnTo>
                  <a:lnTo>
                    <a:pt x="6943" y="18995"/>
                  </a:lnTo>
                  <a:lnTo>
                    <a:pt x="6992" y="18896"/>
                  </a:lnTo>
                  <a:lnTo>
                    <a:pt x="7091" y="18846"/>
                  </a:lnTo>
                  <a:lnTo>
                    <a:pt x="11257" y="18846"/>
                  </a:lnTo>
                  <a:close/>
                  <a:moveTo>
                    <a:pt x="11356" y="28815"/>
                  </a:moveTo>
                  <a:lnTo>
                    <a:pt x="11406" y="28914"/>
                  </a:lnTo>
                  <a:lnTo>
                    <a:pt x="11406" y="35560"/>
                  </a:lnTo>
                  <a:lnTo>
                    <a:pt x="11356" y="35659"/>
                  </a:lnTo>
                  <a:lnTo>
                    <a:pt x="11257" y="35708"/>
                  </a:lnTo>
                  <a:lnTo>
                    <a:pt x="7091" y="35708"/>
                  </a:lnTo>
                  <a:lnTo>
                    <a:pt x="6992" y="35659"/>
                  </a:lnTo>
                  <a:lnTo>
                    <a:pt x="6943" y="35560"/>
                  </a:lnTo>
                  <a:lnTo>
                    <a:pt x="6943" y="28914"/>
                  </a:lnTo>
                  <a:lnTo>
                    <a:pt x="6992" y="28815"/>
                  </a:lnTo>
                  <a:lnTo>
                    <a:pt x="7091" y="28765"/>
                  </a:lnTo>
                  <a:lnTo>
                    <a:pt x="11257" y="28765"/>
                  </a:lnTo>
                  <a:close/>
                  <a:moveTo>
                    <a:pt x="11356" y="38734"/>
                  </a:moveTo>
                  <a:lnTo>
                    <a:pt x="11406" y="38833"/>
                  </a:lnTo>
                  <a:lnTo>
                    <a:pt x="11406" y="45479"/>
                  </a:lnTo>
                  <a:lnTo>
                    <a:pt x="11356" y="45578"/>
                  </a:lnTo>
                  <a:lnTo>
                    <a:pt x="11257" y="45627"/>
                  </a:lnTo>
                  <a:lnTo>
                    <a:pt x="7091" y="45627"/>
                  </a:lnTo>
                  <a:lnTo>
                    <a:pt x="6992" y="45578"/>
                  </a:lnTo>
                  <a:lnTo>
                    <a:pt x="6943" y="45479"/>
                  </a:lnTo>
                  <a:lnTo>
                    <a:pt x="6943" y="38833"/>
                  </a:lnTo>
                  <a:lnTo>
                    <a:pt x="6992" y="38734"/>
                  </a:lnTo>
                  <a:lnTo>
                    <a:pt x="7091" y="38684"/>
                  </a:lnTo>
                  <a:lnTo>
                    <a:pt x="11257" y="38684"/>
                  </a:lnTo>
                  <a:close/>
                  <a:moveTo>
                    <a:pt x="11356" y="48653"/>
                  </a:moveTo>
                  <a:lnTo>
                    <a:pt x="11406" y="48752"/>
                  </a:lnTo>
                  <a:lnTo>
                    <a:pt x="11406" y="55398"/>
                  </a:lnTo>
                  <a:lnTo>
                    <a:pt x="11356" y="55497"/>
                  </a:lnTo>
                  <a:lnTo>
                    <a:pt x="11257" y="55547"/>
                  </a:lnTo>
                  <a:lnTo>
                    <a:pt x="7091" y="55547"/>
                  </a:lnTo>
                  <a:lnTo>
                    <a:pt x="6992" y="55497"/>
                  </a:lnTo>
                  <a:lnTo>
                    <a:pt x="6943" y="55398"/>
                  </a:lnTo>
                  <a:lnTo>
                    <a:pt x="6943" y="48752"/>
                  </a:lnTo>
                  <a:lnTo>
                    <a:pt x="6992" y="48653"/>
                  </a:lnTo>
                  <a:lnTo>
                    <a:pt x="7091" y="48603"/>
                  </a:lnTo>
                  <a:lnTo>
                    <a:pt x="11257" y="48603"/>
                  </a:lnTo>
                  <a:close/>
                  <a:moveTo>
                    <a:pt x="11356" y="58572"/>
                  </a:moveTo>
                  <a:lnTo>
                    <a:pt x="11406" y="58671"/>
                  </a:lnTo>
                  <a:lnTo>
                    <a:pt x="11406" y="65317"/>
                  </a:lnTo>
                  <a:lnTo>
                    <a:pt x="11356" y="65416"/>
                  </a:lnTo>
                  <a:lnTo>
                    <a:pt x="11257" y="65466"/>
                  </a:lnTo>
                  <a:lnTo>
                    <a:pt x="7091" y="65466"/>
                  </a:lnTo>
                  <a:lnTo>
                    <a:pt x="6992" y="65416"/>
                  </a:lnTo>
                  <a:lnTo>
                    <a:pt x="6943" y="65317"/>
                  </a:lnTo>
                  <a:lnTo>
                    <a:pt x="6943" y="58671"/>
                  </a:lnTo>
                  <a:lnTo>
                    <a:pt x="6992" y="58572"/>
                  </a:lnTo>
                  <a:lnTo>
                    <a:pt x="7091" y="58522"/>
                  </a:lnTo>
                  <a:lnTo>
                    <a:pt x="11257" y="58522"/>
                  </a:lnTo>
                  <a:close/>
                  <a:moveTo>
                    <a:pt x="11356" y="68491"/>
                  </a:moveTo>
                  <a:lnTo>
                    <a:pt x="11406" y="68590"/>
                  </a:lnTo>
                  <a:lnTo>
                    <a:pt x="11406" y="75236"/>
                  </a:lnTo>
                  <a:lnTo>
                    <a:pt x="11356" y="75335"/>
                  </a:lnTo>
                  <a:lnTo>
                    <a:pt x="11257" y="75385"/>
                  </a:lnTo>
                  <a:lnTo>
                    <a:pt x="7091" y="75385"/>
                  </a:lnTo>
                  <a:lnTo>
                    <a:pt x="6992" y="75335"/>
                  </a:lnTo>
                  <a:lnTo>
                    <a:pt x="6943" y="75236"/>
                  </a:lnTo>
                  <a:lnTo>
                    <a:pt x="6943" y="68590"/>
                  </a:lnTo>
                  <a:lnTo>
                    <a:pt x="6992" y="68491"/>
                  </a:lnTo>
                  <a:lnTo>
                    <a:pt x="7091" y="68441"/>
                  </a:lnTo>
                  <a:lnTo>
                    <a:pt x="11257" y="68441"/>
                  </a:lnTo>
                  <a:close/>
                  <a:moveTo>
                    <a:pt x="11356" y="78410"/>
                  </a:moveTo>
                  <a:lnTo>
                    <a:pt x="11406" y="78509"/>
                  </a:lnTo>
                  <a:lnTo>
                    <a:pt x="11406" y="85155"/>
                  </a:lnTo>
                  <a:lnTo>
                    <a:pt x="11356" y="85254"/>
                  </a:lnTo>
                  <a:lnTo>
                    <a:pt x="11257" y="85304"/>
                  </a:lnTo>
                  <a:lnTo>
                    <a:pt x="7091" y="85304"/>
                  </a:lnTo>
                  <a:lnTo>
                    <a:pt x="6992" y="85254"/>
                  </a:lnTo>
                  <a:lnTo>
                    <a:pt x="6943" y="85155"/>
                  </a:lnTo>
                  <a:lnTo>
                    <a:pt x="6943" y="78509"/>
                  </a:lnTo>
                  <a:lnTo>
                    <a:pt x="6992" y="78410"/>
                  </a:lnTo>
                  <a:lnTo>
                    <a:pt x="7091" y="78360"/>
                  </a:lnTo>
                  <a:lnTo>
                    <a:pt x="11257" y="78360"/>
                  </a:lnTo>
                  <a:close/>
                  <a:moveTo>
                    <a:pt x="11356" y="88329"/>
                  </a:moveTo>
                  <a:lnTo>
                    <a:pt x="11406" y="88428"/>
                  </a:lnTo>
                  <a:lnTo>
                    <a:pt x="11406" y="95074"/>
                  </a:lnTo>
                  <a:lnTo>
                    <a:pt x="11356" y="95173"/>
                  </a:lnTo>
                  <a:lnTo>
                    <a:pt x="11257" y="95223"/>
                  </a:lnTo>
                  <a:lnTo>
                    <a:pt x="7091" y="95223"/>
                  </a:lnTo>
                  <a:lnTo>
                    <a:pt x="6992" y="95173"/>
                  </a:lnTo>
                  <a:lnTo>
                    <a:pt x="6943" y="95074"/>
                  </a:lnTo>
                  <a:lnTo>
                    <a:pt x="6943" y="88428"/>
                  </a:lnTo>
                  <a:lnTo>
                    <a:pt x="6992" y="88329"/>
                  </a:lnTo>
                  <a:lnTo>
                    <a:pt x="7091" y="88280"/>
                  </a:lnTo>
                  <a:lnTo>
                    <a:pt x="11257" y="88280"/>
                  </a:lnTo>
                  <a:close/>
                  <a:moveTo>
                    <a:pt x="11356" y="98248"/>
                  </a:moveTo>
                  <a:lnTo>
                    <a:pt x="11406" y="98347"/>
                  </a:lnTo>
                  <a:lnTo>
                    <a:pt x="11406" y="104993"/>
                  </a:lnTo>
                  <a:lnTo>
                    <a:pt x="11356" y="105092"/>
                  </a:lnTo>
                  <a:lnTo>
                    <a:pt x="11257" y="105142"/>
                  </a:lnTo>
                  <a:lnTo>
                    <a:pt x="7091" y="105142"/>
                  </a:lnTo>
                  <a:lnTo>
                    <a:pt x="6992" y="105092"/>
                  </a:lnTo>
                  <a:lnTo>
                    <a:pt x="6943" y="104993"/>
                  </a:lnTo>
                  <a:lnTo>
                    <a:pt x="6943" y="98347"/>
                  </a:lnTo>
                  <a:lnTo>
                    <a:pt x="6992" y="98248"/>
                  </a:lnTo>
                  <a:lnTo>
                    <a:pt x="7091" y="98199"/>
                  </a:lnTo>
                  <a:lnTo>
                    <a:pt x="11257" y="98199"/>
                  </a:lnTo>
                  <a:close/>
                  <a:moveTo>
                    <a:pt x="11356" y="108167"/>
                  </a:moveTo>
                  <a:lnTo>
                    <a:pt x="11406" y="108266"/>
                  </a:lnTo>
                  <a:lnTo>
                    <a:pt x="11406" y="114912"/>
                  </a:lnTo>
                  <a:lnTo>
                    <a:pt x="11356" y="115011"/>
                  </a:lnTo>
                  <a:lnTo>
                    <a:pt x="11257" y="115061"/>
                  </a:lnTo>
                  <a:lnTo>
                    <a:pt x="7091" y="115061"/>
                  </a:lnTo>
                  <a:lnTo>
                    <a:pt x="6992" y="115011"/>
                  </a:lnTo>
                  <a:lnTo>
                    <a:pt x="6943" y="114912"/>
                  </a:lnTo>
                  <a:lnTo>
                    <a:pt x="6943" y="108266"/>
                  </a:lnTo>
                  <a:lnTo>
                    <a:pt x="6992" y="108167"/>
                  </a:lnTo>
                  <a:lnTo>
                    <a:pt x="7091" y="108118"/>
                  </a:lnTo>
                  <a:lnTo>
                    <a:pt x="11257" y="108118"/>
                  </a:lnTo>
                  <a:close/>
                  <a:moveTo>
                    <a:pt x="11356" y="118086"/>
                  </a:moveTo>
                  <a:lnTo>
                    <a:pt x="11406" y="118186"/>
                  </a:lnTo>
                  <a:lnTo>
                    <a:pt x="11406" y="124831"/>
                  </a:lnTo>
                  <a:lnTo>
                    <a:pt x="11356" y="124930"/>
                  </a:lnTo>
                  <a:lnTo>
                    <a:pt x="11257" y="124980"/>
                  </a:lnTo>
                  <a:lnTo>
                    <a:pt x="7091" y="124980"/>
                  </a:lnTo>
                  <a:lnTo>
                    <a:pt x="6992" y="124930"/>
                  </a:lnTo>
                  <a:lnTo>
                    <a:pt x="6943" y="124831"/>
                  </a:lnTo>
                  <a:lnTo>
                    <a:pt x="6943" y="118186"/>
                  </a:lnTo>
                  <a:lnTo>
                    <a:pt x="6992" y="118086"/>
                  </a:lnTo>
                  <a:lnTo>
                    <a:pt x="7091" y="118037"/>
                  </a:lnTo>
                  <a:lnTo>
                    <a:pt x="11257" y="118037"/>
                  </a:lnTo>
                  <a:close/>
                  <a:moveTo>
                    <a:pt x="11356" y="128005"/>
                  </a:moveTo>
                  <a:lnTo>
                    <a:pt x="11406" y="128105"/>
                  </a:lnTo>
                  <a:lnTo>
                    <a:pt x="11406" y="134750"/>
                  </a:lnTo>
                  <a:lnTo>
                    <a:pt x="11356" y="134850"/>
                  </a:lnTo>
                  <a:lnTo>
                    <a:pt x="11257" y="134899"/>
                  </a:lnTo>
                  <a:lnTo>
                    <a:pt x="7091" y="134899"/>
                  </a:lnTo>
                  <a:lnTo>
                    <a:pt x="6992" y="134850"/>
                  </a:lnTo>
                  <a:lnTo>
                    <a:pt x="6943" y="134750"/>
                  </a:lnTo>
                  <a:lnTo>
                    <a:pt x="6943" y="128105"/>
                  </a:lnTo>
                  <a:lnTo>
                    <a:pt x="6992" y="128005"/>
                  </a:lnTo>
                  <a:lnTo>
                    <a:pt x="7091" y="127956"/>
                  </a:lnTo>
                  <a:lnTo>
                    <a:pt x="11257" y="127956"/>
                  </a:lnTo>
                  <a:close/>
                  <a:moveTo>
                    <a:pt x="11356" y="137924"/>
                  </a:moveTo>
                  <a:lnTo>
                    <a:pt x="11406" y="138024"/>
                  </a:lnTo>
                  <a:lnTo>
                    <a:pt x="11406" y="144669"/>
                  </a:lnTo>
                  <a:lnTo>
                    <a:pt x="11356" y="144769"/>
                  </a:lnTo>
                  <a:lnTo>
                    <a:pt x="11257" y="144818"/>
                  </a:lnTo>
                  <a:lnTo>
                    <a:pt x="7091" y="144818"/>
                  </a:lnTo>
                  <a:lnTo>
                    <a:pt x="6992" y="144769"/>
                  </a:lnTo>
                  <a:lnTo>
                    <a:pt x="6943" y="144669"/>
                  </a:lnTo>
                  <a:lnTo>
                    <a:pt x="6943" y="138024"/>
                  </a:lnTo>
                  <a:lnTo>
                    <a:pt x="6992" y="137924"/>
                  </a:lnTo>
                  <a:lnTo>
                    <a:pt x="7091" y="137875"/>
                  </a:lnTo>
                  <a:lnTo>
                    <a:pt x="11257" y="137875"/>
                  </a:lnTo>
                  <a:close/>
                  <a:moveTo>
                    <a:pt x="11356" y="147844"/>
                  </a:moveTo>
                  <a:lnTo>
                    <a:pt x="11406" y="147943"/>
                  </a:lnTo>
                  <a:lnTo>
                    <a:pt x="11406" y="154589"/>
                  </a:lnTo>
                  <a:lnTo>
                    <a:pt x="11356" y="154688"/>
                  </a:lnTo>
                  <a:lnTo>
                    <a:pt x="11257" y="154737"/>
                  </a:lnTo>
                  <a:lnTo>
                    <a:pt x="7091" y="154737"/>
                  </a:lnTo>
                  <a:lnTo>
                    <a:pt x="6992" y="154688"/>
                  </a:lnTo>
                  <a:lnTo>
                    <a:pt x="6943" y="154589"/>
                  </a:lnTo>
                  <a:lnTo>
                    <a:pt x="6943" y="147943"/>
                  </a:lnTo>
                  <a:lnTo>
                    <a:pt x="6992" y="147844"/>
                  </a:lnTo>
                  <a:lnTo>
                    <a:pt x="7091" y="147794"/>
                  </a:lnTo>
                  <a:lnTo>
                    <a:pt x="11257" y="147794"/>
                  </a:lnTo>
                  <a:close/>
                  <a:moveTo>
                    <a:pt x="11356" y="157763"/>
                  </a:moveTo>
                  <a:lnTo>
                    <a:pt x="11406" y="157862"/>
                  </a:lnTo>
                  <a:lnTo>
                    <a:pt x="11406" y="164508"/>
                  </a:lnTo>
                  <a:lnTo>
                    <a:pt x="11356" y="164607"/>
                  </a:lnTo>
                  <a:lnTo>
                    <a:pt x="11257" y="164656"/>
                  </a:lnTo>
                  <a:lnTo>
                    <a:pt x="7091" y="164656"/>
                  </a:lnTo>
                  <a:lnTo>
                    <a:pt x="6992" y="164607"/>
                  </a:lnTo>
                  <a:lnTo>
                    <a:pt x="6943" y="164508"/>
                  </a:lnTo>
                  <a:lnTo>
                    <a:pt x="6943" y="157862"/>
                  </a:lnTo>
                  <a:lnTo>
                    <a:pt x="6992" y="157763"/>
                  </a:lnTo>
                  <a:lnTo>
                    <a:pt x="7091" y="157713"/>
                  </a:lnTo>
                  <a:lnTo>
                    <a:pt x="11257" y="157713"/>
                  </a:lnTo>
                  <a:close/>
                  <a:moveTo>
                    <a:pt x="11356" y="168351"/>
                  </a:moveTo>
                  <a:lnTo>
                    <a:pt x="11406" y="168450"/>
                  </a:lnTo>
                  <a:lnTo>
                    <a:pt x="11406" y="174427"/>
                  </a:lnTo>
                  <a:lnTo>
                    <a:pt x="11356" y="174526"/>
                  </a:lnTo>
                  <a:lnTo>
                    <a:pt x="11257" y="174575"/>
                  </a:lnTo>
                  <a:lnTo>
                    <a:pt x="7091" y="174575"/>
                  </a:lnTo>
                  <a:lnTo>
                    <a:pt x="6992" y="174526"/>
                  </a:lnTo>
                  <a:lnTo>
                    <a:pt x="6943" y="174427"/>
                  </a:lnTo>
                  <a:lnTo>
                    <a:pt x="6943" y="168450"/>
                  </a:lnTo>
                  <a:lnTo>
                    <a:pt x="6992" y="168351"/>
                  </a:lnTo>
                  <a:lnTo>
                    <a:pt x="7091" y="168302"/>
                  </a:lnTo>
                  <a:lnTo>
                    <a:pt x="11257" y="168302"/>
                  </a:lnTo>
                  <a:close/>
                  <a:moveTo>
                    <a:pt x="11356" y="167682"/>
                  </a:moveTo>
                  <a:lnTo>
                    <a:pt x="11406" y="167781"/>
                  </a:lnTo>
                  <a:lnTo>
                    <a:pt x="11406" y="168153"/>
                  </a:lnTo>
                  <a:lnTo>
                    <a:pt x="11356" y="168252"/>
                  </a:lnTo>
                  <a:lnTo>
                    <a:pt x="11257" y="168302"/>
                  </a:lnTo>
                  <a:lnTo>
                    <a:pt x="7091" y="168302"/>
                  </a:lnTo>
                  <a:lnTo>
                    <a:pt x="6992" y="168252"/>
                  </a:lnTo>
                  <a:lnTo>
                    <a:pt x="6943" y="168153"/>
                  </a:lnTo>
                  <a:lnTo>
                    <a:pt x="6943" y="167781"/>
                  </a:lnTo>
                  <a:lnTo>
                    <a:pt x="6992" y="167682"/>
                  </a:lnTo>
                  <a:lnTo>
                    <a:pt x="7091" y="167632"/>
                  </a:lnTo>
                  <a:lnTo>
                    <a:pt x="11257" y="167632"/>
                  </a:lnTo>
                  <a:close/>
                  <a:moveTo>
                    <a:pt x="11356" y="177601"/>
                  </a:moveTo>
                  <a:lnTo>
                    <a:pt x="11406" y="177700"/>
                  </a:lnTo>
                  <a:lnTo>
                    <a:pt x="11406" y="184346"/>
                  </a:lnTo>
                  <a:lnTo>
                    <a:pt x="11356" y="184445"/>
                  </a:lnTo>
                  <a:lnTo>
                    <a:pt x="11257" y="184495"/>
                  </a:lnTo>
                  <a:lnTo>
                    <a:pt x="7091" y="184495"/>
                  </a:lnTo>
                  <a:lnTo>
                    <a:pt x="6992" y="184445"/>
                  </a:lnTo>
                  <a:lnTo>
                    <a:pt x="6943" y="184346"/>
                  </a:lnTo>
                  <a:lnTo>
                    <a:pt x="6943" y="177700"/>
                  </a:lnTo>
                  <a:lnTo>
                    <a:pt x="6992" y="177601"/>
                  </a:lnTo>
                  <a:lnTo>
                    <a:pt x="7091" y="177551"/>
                  </a:lnTo>
                  <a:lnTo>
                    <a:pt x="11257" y="177551"/>
                  </a:lnTo>
                  <a:close/>
                  <a:moveTo>
                    <a:pt x="11356" y="187520"/>
                  </a:moveTo>
                  <a:lnTo>
                    <a:pt x="11406" y="187619"/>
                  </a:lnTo>
                  <a:lnTo>
                    <a:pt x="11406" y="194265"/>
                  </a:lnTo>
                  <a:lnTo>
                    <a:pt x="11356" y="194364"/>
                  </a:lnTo>
                  <a:lnTo>
                    <a:pt x="11257" y="194414"/>
                  </a:lnTo>
                  <a:lnTo>
                    <a:pt x="7091" y="194414"/>
                  </a:lnTo>
                  <a:lnTo>
                    <a:pt x="6992" y="194364"/>
                  </a:lnTo>
                  <a:lnTo>
                    <a:pt x="6943" y="194265"/>
                  </a:lnTo>
                  <a:lnTo>
                    <a:pt x="6943" y="187619"/>
                  </a:lnTo>
                  <a:lnTo>
                    <a:pt x="6992" y="187520"/>
                  </a:lnTo>
                  <a:lnTo>
                    <a:pt x="7091" y="187470"/>
                  </a:lnTo>
                  <a:lnTo>
                    <a:pt x="11257" y="187470"/>
                  </a:lnTo>
                  <a:close/>
                  <a:moveTo>
                    <a:pt x="11356" y="197439"/>
                  </a:moveTo>
                  <a:lnTo>
                    <a:pt x="11406" y="197538"/>
                  </a:lnTo>
                  <a:lnTo>
                    <a:pt x="11406" y="204184"/>
                  </a:lnTo>
                  <a:lnTo>
                    <a:pt x="11356" y="204283"/>
                  </a:lnTo>
                  <a:lnTo>
                    <a:pt x="11257" y="204333"/>
                  </a:lnTo>
                  <a:lnTo>
                    <a:pt x="7091" y="204333"/>
                  </a:lnTo>
                  <a:lnTo>
                    <a:pt x="6992" y="204283"/>
                  </a:lnTo>
                  <a:lnTo>
                    <a:pt x="6943" y="204184"/>
                  </a:lnTo>
                  <a:lnTo>
                    <a:pt x="6943" y="197538"/>
                  </a:lnTo>
                  <a:lnTo>
                    <a:pt x="6992" y="197439"/>
                  </a:lnTo>
                  <a:lnTo>
                    <a:pt x="7091" y="197389"/>
                  </a:lnTo>
                  <a:lnTo>
                    <a:pt x="11257" y="197389"/>
                  </a:lnTo>
                  <a:close/>
                  <a:moveTo>
                    <a:pt x="11356" y="207358"/>
                  </a:moveTo>
                  <a:lnTo>
                    <a:pt x="11406" y="207457"/>
                  </a:lnTo>
                  <a:lnTo>
                    <a:pt x="11406" y="214103"/>
                  </a:lnTo>
                  <a:lnTo>
                    <a:pt x="11356" y="214202"/>
                  </a:lnTo>
                  <a:lnTo>
                    <a:pt x="11257" y="214252"/>
                  </a:lnTo>
                  <a:lnTo>
                    <a:pt x="7091" y="214252"/>
                  </a:lnTo>
                  <a:lnTo>
                    <a:pt x="6992" y="214202"/>
                  </a:lnTo>
                  <a:lnTo>
                    <a:pt x="6943" y="214103"/>
                  </a:lnTo>
                  <a:lnTo>
                    <a:pt x="6943" y="207457"/>
                  </a:lnTo>
                  <a:lnTo>
                    <a:pt x="6992" y="207358"/>
                  </a:lnTo>
                  <a:lnTo>
                    <a:pt x="7091" y="207308"/>
                  </a:lnTo>
                  <a:lnTo>
                    <a:pt x="11257" y="207308"/>
                  </a:lnTo>
                  <a:close/>
                  <a:moveTo>
                    <a:pt x="11356" y="217277"/>
                  </a:moveTo>
                  <a:lnTo>
                    <a:pt x="11406" y="217376"/>
                  </a:lnTo>
                  <a:lnTo>
                    <a:pt x="11406" y="224022"/>
                  </a:lnTo>
                  <a:lnTo>
                    <a:pt x="11356" y="224121"/>
                  </a:lnTo>
                  <a:lnTo>
                    <a:pt x="11257" y="224171"/>
                  </a:lnTo>
                  <a:lnTo>
                    <a:pt x="7091" y="224171"/>
                  </a:lnTo>
                  <a:lnTo>
                    <a:pt x="6992" y="224121"/>
                  </a:lnTo>
                  <a:lnTo>
                    <a:pt x="6943" y="224022"/>
                  </a:lnTo>
                  <a:lnTo>
                    <a:pt x="6943" y="217376"/>
                  </a:lnTo>
                  <a:lnTo>
                    <a:pt x="6992" y="217277"/>
                  </a:lnTo>
                  <a:lnTo>
                    <a:pt x="7091" y="217227"/>
                  </a:lnTo>
                  <a:lnTo>
                    <a:pt x="11257" y="217227"/>
                  </a:lnTo>
                  <a:close/>
                  <a:moveTo>
                    <a:pt x="11356" y="227196"/>
                  </a:moveTo>
                  <a:lnTo>
                    <a:pt x="11406" y="227295"/>
                  </a:lnTo>
                  <a:lnTo>
                    <a:pt x="11406" y="233941"/>
                  </a:lnTo>
                  <a:lnTo>
                    <a:pt x="11356" y="234040"/>
                  </a:lnTo>
                  <a:lnTo>
                    <a:pt x="11257" y="234090"/>
                  </a:lnTo>
                  <a:lnTo>
                    <a:pt x="7091" y="234090"/>
                  </a:lnTo>
                  <a:lnTo>
                    <a:pt x="6992" y="234040"/>
                  </a:lnTo>
                  <a:lnTo>
                    <a:pt x="6943" y="233941"/>
                  </a:lnTo>
                  <a:lnTo>
                    <a:pt x="6943" y="227295"/>
                  </a:lnTo>
                  <a:lnTo>
                    <a:pt x="6992" y="227196"/>
                  </a:lnTo>
                  <a:lnTo>
                    <a:pt x="7091" y="227147"/>
                  </a:lnTo>
                  <a:lnTo>
                    <a:pt x="11257" y="227147"/>
                  </a:lnTo>
                  <a:close/>
                  <a:moveTo>
                    <a:pt x="11356" y="237115"/>
                  </a:moveTo>
                  <a:lnTo>
                    <a:pt x="11406" y="237214"/>
                  </a:lnTo>
                  <a:lnTo>
                    <a:pt x="11406" y="243860"/>
                  </a:lnTo>
                  <a:lnTo>
                    <a:pt x="11356" y="243959"/>
                  </a:lnTo>
                  <a:lnTo>
                    <a:pt x="11257" y="244009"/>
                  </a:lnTo>
                  <a:lnTo>
                    <a:pt x="7091" y="244009"/>
                  </a:lnTo>
                  <a:lnTo>
                    <a:pt x="6992" y="243959"/>
                  </a:lnTo>
                  <a:lnTo>
                    <a:pt x="6943" y="243860"/>
                  </a:lnTo>
                  <a:lnTo>
                    <a:pt x="6943" y="237214"/>
                  </a:lnTo>
                  <a:lnTo>
                    <a:pt x="6992" y="237115"/>
                  </a:lnTo>
                  <a:lnTo>
                    <a:pt x="7091" y="237066"/>
                  </a:lnTo>
                  <a:lnTo>
                    <a:pt x="11257" y="237066"/>
                  </a:lnTo>
                  <a:close/>
                  <a:moveTo>
                    <a:pt x="11356" y="247034"/>
                  </a:moveTo>
                  <a:lnTo>
                    <a:pt x="11406" y="247133"/>
                  </a:lnTo>
                  <a:lnTo>
                    <a:pt x="11406" y="253779"/>
                  </a:lnTo>
                  <a:lnTo>
                    <a:pt x="11356" y="253878"/>
                  </a:lnTo>
                  <a:lnTo>
                    <a:pt x="11257" y="253928"/>
                  </a:lnTo>
                  <a:lnTo>
                    <a:pt x="7091" y="253928"/>
                  </a:lnTo>
                  <a:lnTo>
                    <a:pt x="6992" y="253878"/>
                  </a:lnTo>
                  <a:lnTo>
                    <a:pt x="6943" y="253779"/>
                  </a:lnTo>
                  <a:lnTo>
                    <a:pt x="6943" y="247133"/>
                  </a:lnTo>
                  <a:lnTo>
                    <a:pt x="6992" y="247034"/>
                  </a:lnTo>
                  <a:lnTo>
                    <a:pt x="7091" y="246985"/>
                  </a:lnTo>
                  <a:lnTo>
                    <a:pt x="11257" y="246985"/>
                  </a:lnTo>
                  <a:close/>
                  <a:moveTo>
                    <a:pt x="11356" y="256953"/>
                  </a:moveTo>
                  <a:lnTo>
                    <a:pt x="11406" y="257053"/>
                  </a:lnTo>
                  <a:lnTo>
                    <a:pt x="11406" y="263698"/>
                  </a:lnTo>
                  <a:lnTo>
                    <a:pt x="11356" y="263798"/>
                  </a:lnTo>
                  <a:lnTo>
                    <a:pt x="11257" y="263847"/>
                  </a:lnTo>
                  <a:lnTo>
                    <a:pt x="7091" y="263847"/>
                  </a:lnTo>
                  <a:lnTo>
                    <a:pt x="6992" y="263798"/>
                  </a:lnTo>
                  <a:lnTo>
                    <a:pt x="6943" y="263698"/>
                  </a:lnTo>
                  <a:lnTo>
                    <a:pt x="6943" y="257053"/>
                  </a:lnTo>
                  <a:lnTo>
                    <a:pt x="6992" y="256953"/>
                  </a:lnTo>
                  <a:lnTo>
                    <a:pt x="7091" y="256904"/>
                  </a:lnTo>
                  <a:lnTo>
                    <a:pt x="11257" y="256904"/>
                  </a:lnTo>
                  <a:close/>
                  <a:moveTo>
                    <a:pt x="11356" y="266872"/>
                  </a:moveTo>
                  <a:lnTo>
                    <a:pt x="11406" y="266972"/>
                  </a:lnTo>
                  <a:lnTo>
                    <a:pt x="11406" y="273617"/>
                  </a:lnTo>
                  <a:lnTo>
                    <a:pt x="11356" y="273717"/>
                  </a:lnTo>
                  <a:lnTo>
                    <a:pt x="11257" y="273766"/>
                  </a:lnTo>
                  <a:lnTo>
                    <a:pt x="7091" y="273766"/>
                  </a:lnTo>
                  <a:lnTo>
                    <a:pt x="6992" y="273717"/>
                  </a:lnTo>
                  <a:lnTo>
                    <a:pt x="6943" y="273617"/>
                  </a:lnTo>
                  <a:lnTo>
                    <a:pt x="6943" y="266972"/>
                  </a:lnTo>
                  <a:lnTo>
                    <a:pt x="6992" y="266872"/>
                  </a:lnTo>
                  <a:lnTo>
                    <a:pt x="7091" y="266823"/>
                  </a:lnTo>
                  <a:lnTo>
                    <a:pt x="11257" y="266823"/>
                  </a:lnTo>
                  <a:close/>
                  <a:moveTo>
                    <a:pt x="11356" y="276792"/>
                  </a:moveTo>
                  <a:lnTo>
                    <a:pt x="11406" y="276891"/>
                  </a:lnTo>
                  <a:lnTo>
                    <a:pt x="11406" y="283536"/>
                  </a:lnTo>
                  <a:lnTo>
                    <a:pt x="11356" y="283636"/>
                  </a:lnTo>
                  <a:lnTo>
                    <a:pt x="11257" y="283685"/>
                  </a:lnTo>
                  <a:lnTo>
                    <a:pt x="7091" y="283685"/>
                  </a:lnTo>
                  <a:lnTo>
                    <a:pt x="6992" y="283636"/>
                  </a:lnTo>
                  <a:lnTo>
                    <a:pt x="6943" y="283536"/>
                  </a:lnTo>
                  <a:lnTo>
                    <a:pt x="6943" y="276891"/>
                  </a:lnTo>
                  <a:lnTo>
                    <a:pt x="6992" y="276792"/>
                  </a:lnTo>
                  <a:lnTo>
                    <a:pt x="7091" y="276742"/>
                  </a:lnTo>
                  <a:lnTo>
                    <a:pt x="11257" y="276742"/>
                  </a:lnTo>
                  <a:close/>
                  <a:moveTo>
                    <a:pt x="11356" y="286711"/>
                  </a:moveTo>
                  <a:lnTo>
                    <a:pt x="11406" y="286810"/>
                  </a:lnTo>
                  <a:lnTo>
                    <a:pt x="11406" y="293456"/>
                  </a:lnTo>
                  <a:lnTo>
                    <a:pt x="11356" y="293555"/>
                  </a:lnTo>
                  <a:lnTo>
                    <a:pt x="11257" y="293604"/>
                  </a:lnTo>
                  <a:lnTo>
                    <a:pt x="7091" y="293604"/>
                  </a:lnTo>
                  <a:lnTo>
                    <a:pt x="6992" y="293555"/>
                  </a:lnTo>
                  <a:lnTo>
                    <a:pt x="6943" y="293456"/>
                  </a:lnTo>
                  <a:lnTo>
                    <a:pt x="6943" y="286810"/>
                  </a:lnTo>
                  <a:lnTo>
                    <a:pt x="6992" y="286711"/>
                  </a:lnTo>
                  <a:lnTo>
                    <a:pt x="7091" y="286661"/>
                  </a:lnTo>
                  <a:lnTo>
                    <a:pt x="11257" y="286661"/>
                  </a:lnTo>
                  <a:close/>
                  <a:moveTo>
                    <a:pt x="11356" y="296630"/>
                  </a:moveTo>
                  <a:lnTo>
                    <a:pt x="11406" y="296729"/>
                  </a:lnTo>
                  <a:lnTo>
                    <a:pt x="11406" y="303375"/>
                  </a:lnTo>
                  <a:lnTo>
                    <a:pt x="11356" y="303474"/>
                  </a:lnTo>
                  <a:lnTo>
                    <a:pt x="11257" y="303523"/>
                  </a:lnTo>
                  <a:lnTo>
                    <a:pt x="7091" y="303523"/>
                  </a:lnTo>
                  <a:lnTo>
                    <a:pt x="6992" y="303474"/>
                  </a:lnTo>
                  <a:lnTo>
                    <a:pt x="6943" y="303375"/>
                  </a:lnTo>
                  <a:lnTo>
                    <a:pt x="6943" y="296729"/>
                  </a:lnTo>
                  <a:lnTo>
                    <a:pt x="6992" y="296630"/>
                  </a:lnTo>
                  <a:lnTo>
                    <a:pt x="7091" y="296580"/>
                  </a:lnTo>
                  <a:lnTo>
                    <a:pt x="11257" y="296580"/>
                  </a:lnTo>
                  <a:close/>
                  <a:moveTo>
                    <a:pt x="11356" y="306549"/>
                  </a:moveTo>
                  <a:lnTo>
                    <a:pt x="11406" y="306648"/>
                  </a:lnTo>
                  <a:lnTo>
                    <a:pt x="11406" y="313294"/>
                  </a:lnTo>
                  <a:lnTo>
                    <a:pt x="11356" y="313393"/>
                  </a:lnTo>
                  <a:lnTo>
                    <a:pt x="11257" y="313442"/>
                  </a:lnTo>
                  <a:lnTo>
                    <a:pt x="7091" y="313442"/>
                  </a:lnTo>
                  <a:lnTo>
                    <a:pt x="6992" y="313393"/>
                  </a:lnTo>
                  <a:lnTo>
                    <a:pt x="6943" y="313294"/>
                  </a:lnTo>
                  <a:lnTo>
                    <a:pt x="6943" y="306648"/>
                  </a:lnTo>
                  <a:lnTo>
                    <a:pt x="6992" y="306549"/>
                  </a:lnTo>
                  <a:lnTo>
                    <a:pt x="7091" y="306499"/>
                  </a:lnTo>
                  <a:lnTo>
                    <a:pt x="11257" y="306499"/>
                  </a:lnTo>
                  <a:close/>
                  <a:moveTo>
                    <a:pt x="11356" y="316468"/>
                  </a:moveTo>
                  <a:lnTo>
                    <a:pt x="11406" y="316567"/>
                  </a:lnTo>
                  <a:lnTo>
                    <a:pt x="11406" y="323213"/>
                  </a:lnTo>
                  <a:lnTo>
                    <a:pt x="11356" y="323312"/>
                  </a:lnTo>
                  <a:lnTo>
                    <a:pt x="11257" y="323362"/>
                  </a:lnTo>
                  <a:lnTo>
                    <a:pt x="7091" y="323362"/>
                  </a:lnTo>
                  <a:lnTo>
                    <a:pt x="6992" y="323312"/>
                  </a:lnTo>
                  <a:lnTo>
                    <a:pt x="6943" y="323213"/>
                  </a:lnTo>
                  <a:lnTo>
                    <a:pt x="6943" y="316567"/>
                  </a:lnTo>
                  <a:lnTo>
                    <a:pt x="6992" y="316468"/>
                  </a:lnTo>
                  <a:lnTo>
                    <a:pt x="7091" y="316418"/>
                  </a:lnTo>
                  <a:lnTo>
                    <a:pt x="11257" y="316418"/>
                  </a:lnTo>
                  <a:close/>
                  <a:moveTo>
                    <a:pt x="11356" y="326387"/>
                  </a:moveTo>
                  <a:lnTo>
                    <a:pt x="11406" y="326486"/>
                  </a:lnTo>
                  <a:lnTo>
                    <a:pt x="11406" y="333132"/>
                  </a:lnTo>
                  <a:lnTo>
                    <a:pt x="11356" y="333231"/>
                  </a:lnTo>
                  <a:lnTo>
                    <a:pt x="11257" y="333281"/>
                  </a:lnTo>
                  <a:lnTo>
                    <a:pt x="7091" y="333281"/>
                  </a:lnTo>
                  <a:lnTo>
                    <a:pt x="6992" y="333231"/>
                  </a:lnTo>
                  <a:lnTo>
                    <a:pt x="6943" y="333132"/>
                  </a:lnTo>
                  <a:lnTo>
                    <a:pt x="6943" y="326486"/>
                  </a:lnTo>
                  <a:lnTo>
                    <a:pt x="6992" y="326387"/>
                  </a:lnTo>
                  <a:lnTo>
                    <a:pt x="7091" y="326337"/>
                  </a:lnTo>
                  <a:lnTo>
                    <a:pt x="11257" y="326337"/>
                  </a:lnTo>
                  <a:close/>
                  <a:moveTo>
                    <a:pt x="11356" y="336306"/>
                  </a:moveTo>
                  <a:lnTo>
                    <a:pt x="11406" y="336405"/>
                  </a:lnTo>
                  <a:lnTo>
                    <a:pt x="11406" y="343051"/>
                  </a:lnTo>
                  <a:lnTo>
                    <a:pt x="11356" y="343150"/>
                  </a:lnTo>
                  <a:lnTo>
                    <a:pt x="11257" y="343200"/>
                  </a:lnTo>
                  <a:lnTo>
                    <a:pt x="7091" y="343200"/>
                  </a:lnTo>
                  <a:lnTo>
                    <a:pt x="6992" y="343150"/>
                  </a:lnTo>
                  <a:lnTo>
                    <a:pt x="6943" y="343051"/>
                  </a:lnTo>
                  <a:lnTo>
                    <a:pt x="6943" y="336405"/>
                  </a:lnTo>
                  <a:lnTo>
                    <a:pt x="6992" y="336306"/>
                  </a:lnTo>
                  <a:lnTo>
                    <a:pt x="7091" y="336256"/>
                  </a:lnTo>
                  <a:lnTo>
                    <a:pt x="11257" y="336256"/>
                  </a:lnTo>
                  <a:close/>
                  <a:moveTo>
                    <a:pt x="11356" y="346225"/>
                  </a:moveTo>
                  <a:lnTo>
                    <a:pt x="11406" y="346324"/>
                  </a:lnTo>
                  <a:lnTo>
                    <a:pt x="11406" y="352970"/>
                  </a:lnTo>
                  <a:lnTo>
                    <a:pt x="11356" y="353069"/>
                  </a:lnTo>
                  <a:lnTo>
                    <a:pt x="11257" y="353119"/>
                  </a:lnTo>
                  <a:lnTo>
                    <a:pt x="7091" y="353119"/>
                  </a:lnTo>
                  <a:lnTo>
                    <a:pt x="6992" y="353069"/>
                  </a:lnTo>
                  <a:lnTo>
                    <a:pt x="6943" y="352970"/>
                  </a:lnTo>
                  <a:lnTo>
                    <a:pt x="6943" y="346324"/>
                  </a:lnTo>
                  <a:lnTo>
                    <a:pt x="6992" y="346225"/>
                  </a:lnTo>
                  <a:lnTo>
                    <a:pt x="7091" y="346175"/>
                  </a:lnTo>
                  <a:lnTo>
                    <a:pt x="11257" y="346175"/>
                  </a:lnTo>
                  <a:close/>
                  <a:moveTo>
                    <a:pt x="11356" y="356144"/>
                  </a:moveTo>
                  <a:lnTo>
                    <a:pt x="11406" y="356243"/>
                  </a:lnTo>
                  <a:lnTo>
                    <a:pt x="11406" y="362889"/>
                  </a:lnTo>
                  <a:lnTo>
                    <a:pt x="11356" y="362988"/>
                  </a:lnTo>
                  <a:lnTo>
                    <a:pt x="11257" y="363038"/>
                  </a:lnTo>
                  <a:lnTo>
                    <a:pt x="7091" y="363038"/>
                  </a:lnTo>
                  <a:lnTo>
                    <a:pt x="6992" y="362988"/>
                  </a:lnTo>
                  <a:lnTo>
                    <a:pt x="6943" y="362889"/>
                  </a:lnTo>
                  <a:lnTo>
                    <a:pt x="6943" y="356243"/>
                  </a:lnTo>
                  <a:lnTo>
                    <a:pt x="6992" y="356144"/>
                  </a:lnTo>
                  <a:lnTo>
                    <a:pt x="7091" y="356095"/>
                  </a:lnTo>
                  <a:lnTo>
                    <a:pt x="11257" y="356095"/>
                  </a:lnTo>
                  <a:close/>
                  <a:moveTo>
                    <a:pt x="11356" y="366063"/>
                  </a:moveTo>
                  <a:lnTo>
                    <a:pt x="11406" y="366162"/>
                  </a:lnTo>
                  <a:lnTo>
                    <a:pt x="11406" y="372808"/>
                  </a:lnTo>
                  <a:lnTo>
                    <a:pt x="11356" y="372907"/>
                  </a:lnTo>
                  <a:lnTo>
                    <a:pt x="11257" y="372957"/>
                  </a:lnTo>
                  <a:lnTo>
                    <a:pt x="7091" y="372957"/>
                  </a:lnTo>
                  <a:lnTo>
                    <a:pt x="6992" y="372907"/>
                  </a:lnTo>
                  <a:lnTo>
                    <a:pt x="6943" y="372808"/>
                  </a:lnTo>
                  <a:lnTo>
                    <a:pt x="6943" y="366162"/>
                  </a:lnTo>
                  <a:lnTo>
                    <a:pt x="6992" y="366063"/>
                  </a:lnTo>
                  <a:lnTo>
                    <a:pt x="7091" y="366014"/>
                  </a:lnTo>
                  <a:lnTo>
                    <a:pt x="11257" y="366014"/>
                  </a:lnTo>
                  <a:close/>
                  <a:moveTo>
                    <a:pt x="11356" y="375982"/>
                  </a:moveTo>
                  <a:lnTo>
                    <a:pt x="11406" y="376081"/>
                  </a:lnTo>
                  <a:lnTo>
                    <a:pt x="11406" y="382727"/>
                  </a:lnTo>
                  <a:lnTo>
                    <a:pt x="11356" y="382826"/>
                  </a:lnTo>
                  <a:lnTo>
                    <a:pt x="11257" y="382876"/>
                  </a:lnTo>
                  <a:lnTo>
                    <a:pt x="7091" y="382876"/>
                  </a:lnTo>
                  <a:lnTo>
                    <a:pt x="6992" y="382826"/>
                  </a:lnTo>
                  <a:lnTo>
                    <a:pt x="6943" y="382727"/>
                  </a:lnTo>
                  <a:lnTo>
                    <a:pt x="6943" y="376081"/>
                  </a:lnTo>
                  <a:lnTo>
                    <a:pt x="6992" y="375982"/>
                  </a:lnTo>
                  <a:lnTo>
                    <a:pt x="7091" y="375933"/>
                  </a:lnTo>
                  <a:lnTo>
                    <a:pt x="11257" y="375933"/>
                  </a:lnTo>
                  <a:close/>
                  <a:moveTo>
                    <a:pt x="11356" y="385901"/>
                  </a:moveTo>
                  <a:lnTo>
                    <a:pt x="11406" y="386001"/>
                  </a:lnTo>
                  <a:lnTo>
                    <a:pt x="11406" y="392646"/>
                  </a:lnTo>
                  <a:lnTo>
                    <a:pt x="11356" y="392745"/>
                  </a:lnTo>
                  <a:lnTo>
                    <a:pt x="11257" y="392795"/>
                  </a:lnTo>
                  <a:lnTo>
                    <a:pt x="7091" y="392795"/>
                  </a:lnTo>
                  <a:lnTo>
                    <a:pt x="6992" y="392745"/>
                  </a:lnTo>
                  <a:lnTo>
                    <a:pt x="6943" y="392646"/>
                  </a:lnTo>
                  <a:lnTo>
                    <a:pt x="6943" y="386001"/>
                  </a:lnTo>
                  <a:lnTo>
                    <a:pt x="6992" y="385901"/>
                  </a:lnTo>
                  <a:lnTo>
                    <a:pt x="7091" y="385852"/>
                  </a:lnTo>
                  <a:lnTo>
                    <a:pt x="11257" y="385852"/>
                  </a:lnTo>
                  <a:close/>
                  <a:moveTo>
                    <a:pt x="11356" y="395820"/>
                  </a:moveTo>
                  <a:lnTo>
                    <a:pt x="11406" y="395920"/>
                  </a:lnTo>
                  <a:lnTo>
                    <a:pt x="11406" y="402565"/>
                  </a:lnTo>
                  <a:lnTo>
                    <a:pt x="11356" y="402665"/>
                  </a:lnTo>
                  <a:lnTo>
                    <a:pt x="11257" y="402714"/>
                  </a:lnTo>
                  <a:lnTo>
                    <a:pt x="7091" y="402714"/>
                  </a:lnTo>
                  <a:lnTo>
                    <a:pt x="6992" y="402665"/>
                  </a:lnTo>
                  <a:lnTo>
                    <a:pt x="6943" y="402565"/>
                  </a:lnTo>
                  <a:lnTo>
                    <a:pt x="6943" y="395920"/>
                  </a:lnTo>
                  <a:lnTo>
                    <a:pt x="6992" y="395820"/>
                  </a:lnTo>
                  <a:lnTo>
                    <a:pt x="7091" y="395771"/>
                  </a:lnTo>
                  <a:lnTo>
                    <a:pt x="11257" y="395771"/>
                  </a:lnTo>
                  <a:close/>
                  <a:moveTo>
                    <a:pt x="11356" y="405739"/>
                  </a:moveTo>
                  <a:lnTo>
                    <a:pt x="11406" y="405839"/>
                  </a:lnTo>
                  <a:lnTo>
                    <a:pt x="11406" y="412484"/>
                  </a:lnTo>
                  <a:lnTo>
                    <a:pt x="11356" y="412584"/>
                  </a:lnTo>
                  <a:lnTo>
                    <a:pt x="11257" y="412633"/>
                  </a:lnTo>
                  <a:lnTo>
                    <a:pt x="7091" y="412633"/>
                  </a:lnTo>
                  <a:lnTo>
                    <a:pt x="6992" y="412584"/>
                  </a:lnTo>
                  <a:lnTo>
                    <a:pt x="6943" y="412484"/>
                  </a:lnTo>
                  <a:lnTo>
                    <a:pt x="6943" y="405839"/>
                  </a:lnTo>
                  <a:lnTo>
                    <a:pt x="6992" y="405739"/>
                  </a:lnTo>
                  <a:lnTo>
                    <a:pt x="7091" y="405690"/>
                  </a:lnTo>
                  <a:lnTo>
                    <a:pt x="11257" y="405690"/>
                  </a:lnTo>
                  <a:close/>
                  <a:moveTo>
                    <a:pt x="11356" y="415659"/>
                  </a:moveTo>
                  <a:lnTo>
                    <a:pt x="11406" y="415758"/>
                  </a:lnTo>
                  <a:lnTo>
                    <a:pt x="11406" y="422404"/>
                  </a:lnTo>
                  <a:lnTo>
                    <a:pt x="11356" y="422503"/>
                  </a:lnTo>
                  <a:lnTo>
                    <a:pt x="11257" y="422552"/>
                  </a:lnTo>
                  <a:lnTo>
                    <a:pt x="7091" y="422552"/>
                  </a:lnTo>
                  <a:lnTo>
                    <a:pt x="6992" y="422503"/>
                  </a:lnTo>
                  <a:lnTo>
                    <a:pt x="6943" y="422404"/>
                  </a:lnTo>
                  <a:lnTo>
                    <a:pt x="6943" y="415758"/>
                  </a:lnTo>
                  <a:lnTo>
                    <a:pt x="6992" y="415659"/>
                  </a:lnTo>
                  <a:lnTo>
                    <a:pt x="7091" y="415609"/>
                  </a:lnTo>
                  <a:lnTo>
                    <a:pt x="11257" y="415609"/>
                  </a:lnTo>
                  <a:close/>
                  <a:moveTo>
                    <a:pt x="11356" y="425578"/>
                  </a:moveTo>
                  <a:lnTo>
                    <a:pt x="11406" y="425677"/>
                  </a:lnTo>
                  <a:lnTo>
                    <a:pt x="11406" y="432323"/>
                  </a:lnTo>
                  <a:lnTo>
                    <a:pt x="11356" y="432422"/>
                  </a:lnTo>
                  <a:lnTo>
                    <a:pt x="11257" y="432471"/>
                  </a:lnTo>
                  <a:lnTo>
                    <a:pt x="7091" y="432471"/>
                  </a:lnTo>
                  <a:lnTo>
                    <a:pt x="6992" y="432422"/>
                  </a:lnTo>
                  <a:lnTo>
                    <a:pt x="6943" y="432323"/>
                  </a:lnTo>
                  <a:lnTo>
                    <a:pt x="6943" y="425677"/>
                  </a:lnTo>
                  <a:lnTo>
                    <a:pt x="6992" y="425578"/>
                  </a:lnTo>
                  <a:lnTo>
                    <a:pt x="7091" y="425528"/>
                  </a:lnTo>
                  <a:lnTo>
                    <a:pt x="11257" y="425528"/>
                  </a:lnTo>
                  <a:close/>
                  <a:moveTo>
                    <a:pt x="11356" y="435497"/>
                  </a:moveTo>
                  <a:lnTo>
                    <a:pt x="11406" y="435596"/>
                  </a:lnTo>
                  <a:lnTo>
                    <a:pt x="11406" y="442242"/>
                  </a:lnTo>
                  <a:lnTo>
                    <a:pt x="11356" y="442341"/>
                  </a:lnTo>
                  <a:lnTo>
                    <a:pt x="11257" y="442390"/>
                  </a:lnTo>
                  <a:lnTo>
                    <a:pt x="7091" y="442390"/>
                  </a:lnTo>
                  <a:lnTo>
                    <a:pt x="6992" y="442341"/>
                  </a:lnTo>
                  <a:lnTo>
                    <a:pt x="6943" y="442242"/>
                  </a:lnTo>
                  <a:lnTo>
                    <a:pt x="6943" y="435596"/>
                  </a:lnTo>
                  <a:lnTo>
                    <a:pt x="6992" y="435497"/>
                  </a:lnTo>
                  <a:lnTo>
                    <a:pt x="7091" y="435447"/>
                  </a:lnTo>
                  <a:lnTo>
                    <a:pt x="11257" y="435447"/>
                  </a:lnTo>
                  <a:close/>
                  <a:moveTo>
                    <a:pt x="11356" y="445416"/>
                  </a:moveTo>
                  <a:lnTo>
                    <a:pt x="11406" y="445515"/>
                  </a:lnTo>
                  <a:lnTo>
                    <a:pt x="11406" y="452161"/>
                  </a:lnTo>
                  <a:lnTo>
                    <a:pt x="11356" y="452260"/>
                  </a:lnTo>
                  <a:lnTo>
                    <a:pt x="11257" y="452310"/>
                  </a:lnTo>
                  <a:lnTo>
                    <a:pt x="7091" y="452310"/>
                  </a:lnTo>
                  <a:lnTo>
                    <a:pt x="6992" y="452260"/>
                  </a:lnTo>
                  <a:lnTo>
                    <a:pt x="6943" y="452161"/>
                  </a:lnTo>
                  <a:lnTo>
                    <a:pt x="6943" y="445515"/>
                  </a:lnTo>
                  <a:lnTo>
                    <a:pt x="6992" y="445416"/>
                  </a:lnTo>
                  <a:lnTo>
                    <a:pt x="7091" y="445366"/>
                  </a:lnTo>
                  <a:lnTo>
                    <a:pt x="11257" y="445366"/>
                  </a:lnTo>
                  <a:close/>
                  <a:moveTo>
                    <a:pt x="11356" y="455335"/>
                  </a:moveTo>
                  <a:lnTo>
                    <a:pt x="11406" y="455434"/>
                  </a:lnTo>
                  <a:lnTo>
                    <a:pt x="11406" y="462080"/>
                  </a:lnTo>
                  <a:lnTo>
                    <a:pt x="11356" y="462179"/>
                  </a:lnTo>
                  <a:lnTo>
                    <a:pt x="11257" y="462229"/>
                  </a:lnTo>
                  <a:lnTo>
                    <a:pt x="7091" y="462229"/>
                  </a:lnTo>
                  <a:lnTo>
                    <a:pt x="6992" y="462179"/>
                  </a:lnTo>
                  <a:lnTo>
                    <a:pt x="6943" y="462080"/>
                  </a:lnTo>
                  <a:lnTo>
                    <a:pt x="6943" y="455434"/>
                  </a:lnTo>
                  <a:lnTo>
                    <a:pt x="6992" y="455335"/>
                  </a:lnTo>
                  <a:lnTo>
                    <a:pt x="7091" y="455285"/>
                  </a:lnTo>
                  <a:lnTo>
                    <a:pt x="11257" y="455285"/>
                  </a:lnTo>
                  <a:close/>
                  <a:moveTo>
                    <a:pt x="11356" y="465254"/>
                  </a:moveTo>
                  <a:lnTo>
                    <a:pt x="11406" y="465353"/>
                  </a:lnTo>
                  <a:lnTo>
                    <a:pt x="11406" y="471999"/>
                  </a:lnTo>
                  <a:lnTo>
                    <a:pt x="11356" y="472098"/>
                  </a:lnTo>
                  <a:lnTo>
                    <a:pt x="11257" y="472148"/>
                  </a:lnTo>
                  <a:lnTo>
                    <a:pt x="7091" y="472148"/>
                  </a:lnTo>
                  <a:lnTo>
                    <a:pt x="6992" y="472098"/>
                  </a:lnTo>
                  <a:lnTo>
                    <a:pt x="6943" y="471999"/>
                  </a:lnTo>
                  <a:lnTo>
                    <a:pt x="6943" y="465353"/>
                  </a:lnTo>
                  <a:lnTo>
                    <a:pt x="6992" y="465254"/>
                  </a:lnTo>
                  <a:lnTo>
                    <a:pt x="7091" y="465204"/>
                  </a:lnTo>
                  <a:lnTo>
                    <a:pt x="11257" y="465204"/>
                  </a:lnTo>
                  <a:close/>
                  <a:moveTo>
                    <a:pt x="11356" y="475173"/>
                  </a:moveTo>
                  <a:lnTo>
                    <a:pt x="11406" y="475272"/>
                  </a:lnTo>
                  <a:lnTo>
                    <a:pt x="11406" y="481918"/>
                  </a:lnTo>
                  <a:lnTo>
                    <a:pt x="11356" y="482017"/>
                  </a:lnTo>
                  <a:lnTo>
                    <a:pt x="11257" y="482067"/>
                  </a:lnTo>
                  <a:lnTo>
                    <a:pt x="7091" y="482067"/>
                  </a:lnTo>
                  <a:lnTo>
                    <a:pt x="6992" y="482017"/>
                  </a:lnTo>
                  <a:lnTo>
                    <a:pt x="6943" y="481918"/>
                  </a:lnTo>
                  <a:lnTo>
                    <a:pt x="6943" y="475272"/>
                  </a:lnTo>
                  <a:lnTo>
                    <a:pt x="6992" y="475173"/>
                  </a:lnTo>
                  <a:lnTo>
                    <a:pt x="7091" y="475123"/>
                  </a:lnTo>
                  <a:lnTo>
                    <a:pt x="11257" y="475123"/>
                  </a:lnTo>
                  <a:close/>
                  <a:moveTo>
                    <a:pt x="11356" y="485092"/>
                  </a:moveTo>
                  <a:lnTo>
                    <a:pt x="11406" y="485191"/>
                  </a:lnTo>
                  <a:lnTo>
                    <a:pt x="11406" y="491837"/>
                  </a:lnTo>
                  <a:lnTo>
                    <a:pt x="11356" y="491936"/>
                  </a:lnTo>
                  <a:lnTo>
                    <a:pt x="11257" y="491986"/>
                  </a:lnTo>
                  <a:lnTo>
                    <a:pt x="7091" y="491986"/>
                  </a:lnTo>
                  <a:lnTo>
                    <a:pt x="6992" y="491936"/>
                  </a:lnTo>
                  <a:lnTo>
                    <a:pt x="6943" y="491837"/>
                  </a:lnTo>
                  <a:lnTo>
                    <a:pt x="6943" y="485191"/>
                  </a:lnTo>
                  <a:lnTo>
                    <a:pt x="6992" y="485092"/>
                  </a:lnTo>
                  <a:lnTo>
                    <a:pt x="7091" y="485042"/>
                  </a:lnTo>
                  <a:lnTo>
                    <a:pt x="11257" y="485042"/>
                  </a:lnTo>
                  <a:close/>
                  <a:moveTo>
                    <a:pt x="11356" y="495011"/>
                  </a:moveTo>
                  <a:lnTo>
                    <a:pt x="11406" y="495110"/>
                  </a:lnTo>
                  <a:lnTo>
                    <a:pt x="11406" y="501756"/>
                  </a:lnTo>
                  <a:lnTo>
                    <a:pt x="11356" y="501855"/>
                  </a:lnTo>
                  <a:lnTo>
                    <a:pt x="11257" y="501905"/>
                  </a:lnTo>
                  <a:lnTo>
                    <a:pt x="7091" y="501905"/>
                  </a:lnTo>
                  <a:lnTo>
                    <a:pt x="6992" y="501855"/>
                  </a:lnTo>
                  <a:lnTo>
                    <a:pt x="6943" y="501756"/>
                  </a:lnTo>
                  <a:lnTo>
                    <a:pt x="6943" y="495110"/>
                  </a:lnTo>
                  <a:lnTo>
                    <a:pt x="6992" y="495011"/>
                  </a:lnTo>
                  <a:lnTo>
                    <a:pt x="7091" y="494962"/>
                  </a:lnTo>
                  <a:lnTo>
                    <a:pt x="11257" y="494962"/>
                  </a:lnTo>
                  <a:close/>
                  <a:moveTo>
                    <a:pt x="11356" y="504930"/>
                  </a:moveTo>
                  <a:lnTo>
                    <a:pt x="11406" y="505029"/>
                  </a:lnTo>
                  <a:lnTo>
                    <a:pt x="11406" y="511675"/>
                  </a:lnTo>
                  <a:lnTo>
                    <a:pt x="11356" y="511774"/>
                  </a:lnTo>
                  <a:lnTo>
                    <a:pt x="11257" y="511824"/>
                  </a:lnTo>
                  <a:lnTo>
                    <a:pt x="7091" y="511824"/>
                  </a:lnTo>
                  <a:lnTo>
                    <a:pt x="6992" y="511774"/>
                  </a:lnTo>
                  <a:lnTo>
                    <a:pt x="6943" y="511675"/>
                  </a:lnTo>
                  <a:lnTo>
                    <a:pt x="6943" y="505029"/>
                  </a:lnTo>
                  <a:lnTo>
                    <a:pt x="6992" y="504930"/>
                  </a:lnTo>
                  <a:lnTo>
                    <a:pt x="7091" y="504881"/>
                  </a:lnTo>
                  <a:lnTo>
                    <a:pt x="11257" y="504881"/>
                  </a:lnTo>
                  <a:close/>
                  <a:moveTo>
                    <a:pt x="11356" y="514849"/>
                  </a:moveTo>
                  <a:lnTo>
                    <a:pt x="11406" y="514948"/>
                  </a:lnTo>
                  <a:lnTo>
                    <a:pt x="11406" y="521594"/>
                  </a:lnTo>
                  <a:lnTo>
                    <a:pt x="11356" y="521693"/>
                  </a:lnTo>
                  <a:lnTo>
                    <a:pt x="11257" y="521743"/>
                  </a:lnTo>
                  <a:lnTo>
                    <a:pt x="7091" y="521743"/>
                  </a:lnTo>
                  <a:lnTo>
                    <a:pt x="6992" y="521693"/>
                  </a:lnTo>
                  <a:lnTo>
                    <a:pt x="6943" y="521594"/>
                  </a:lnTo>
                  <a:lnTo>
                    <a:pt x="6943" y="514948"/>
                  </a:lnTo>
                  <a:lnTo>
                    <a:pt x="6992" y="514849"/>
                  </a:lnTo>
                  <a:lnTo>
                    <a:pt x="7091" y="514800"/>
                  </a:lnTo>
                  <a:lnTo>
                    <a:pt x="11257" y="514800"/>
                  </a:lnTo>
                  <a:close/>
                  <a:moveTo>
                    <a:pt x="11356" y="524768"/>
                  </a:moveTo>
                  <a:lnTo>
                    <a:pt x="11406" y="524868"/>
                  </a:lnTo>
                  <a:lnTo>
                    <a:pt x="11406" y="531513"/>
                  </a:lnTo>
                  <a:lnTo>
                    <a:pt x="11356" y="531613"/>
                  </a:lnTo>
                  <a:lnTo>
                    <a:pt x="11257" y="531662"/>
                  </a:lnTo>
                  <a:lnTo>
                    <a:pt x="7091" y="531662"/>
                  </a:lnTo>
                  <a:lnTo>
                    <a:pt x="6992" y="531613"/>
                  </a:lnTo>
                  <a:lnTo>
                    <a:pt x="6943" y="531513"/>
                  </a:lnTo>
                  <a:lnTo>
                    <a:pt x="6943" y="524868"/>
                  </a:lnTo>
                  <a:lnTo>
                    <a:pt x="6992" y="524768"/>
                  </a:lnTo>
                  <a:lnTo>
                    <a:pt x="7091" y="524719"/>
                  </a:lnTo>
                  <a:lnTo>
                    <a:pt x="11257" y="524719"/>
                  </a:lnTo>
                  <a:close/>
                  <a:moveTo>
                    <a:pt x="11356" y="534687"/>
                  </a:moveTo>
                  <a:lnTo>
                    <a:pt x="11406" y="534787"/>
                  </a:lnTo>
                  <a:lnTo>
                    <a:pt x="11406" y="541432"/>
                  </a:lnTo>
                  <a:lnTo>
                    <a:pt x="11356" y="541532"/>
                  </a:lnTo>
                  <a:lnTo>
                    <a:pt x="11257" y="541581"/>
                  </a:lnTo>
                  <a:lnTo>
                    <a:pt x="7091" y="541581"/>
                  </a:lnTo>
                  <a:lnTo>
                    <a:pt x="6992" y="541532"/>
                  </a:lnTo>
                  <a:lnTo>
                    <a:pt x="6943" y="541432"/>
                  </a:lnTo>
                  <a:lnTo>
                    <a:pt x="6943" y="534787"/>
                  </a:lnTo>
                  <a:lnTo>
                    <a:pt x="6992" y="534687"/>
                  </a:lnTo>
                  <a:lnTo>
                    <a:pt x="7091" y="534638"/>
                  </a:lnTo>
                  <a:lnTo>
                    <a:pt x="11257" y="534638"/>
                  </a:lnTo>
                  <a:close/>
                  <a:moveTo>
                    <a:pt x="11356" y="544607"/>
                  </a:moveTo>
                  <a:lnTo>
                    <a:pt x="11406" y="544706"/>
                  </a:lnTo>
                  <a:lnTo>
                    <a:pt x="11406" y="551351"/>
                  </a:lnTo>
                  <a:lnTo>
                    <a:pt x="11356" y="551451"/>
                  </a:lnTo>
                  <a:lnTo>
                    <a:pt x="11257" y="551500"/>
                  </a:lnTo>
                  <a:lnTo>
                    <a:pt x="7091" y="551500"/>
                  </a:lnTo>
                  <a:lnTo>
                    <a:pt x="6992" y="551451"/>
                  </a:lnTo>
                  <a:lnTo>
                    <a:pt x="6943" y="551351"/>
                  </a:lnTo>
                  <a:lnTo>
                    <a:pt x="6943" y="544706"/>
                  </a:lnTo>
                  <a:lnTo>
                    <a:pt x="6992" y="544607"/>
                  </a:lnTo>
                  <a:lnTo>
                    <a:pt x="7091" y="544557"/>
                  </a:lnTo>
                  <a:lnTo>
                    <a:pt x="11257" y="544557"/>
                  </a:lnTo>
                  <a:close/>
                  <a:moveTo>
                    <a:pt x="11356" y="554526"/>
                  </a:moveTo>
                  <a:lnTo>
                    <a:pt x="11406" y="554625"/>
                  </a:lnTo>
                  <a:lnTo>
                    <a:pt x="11406" y="561271"/>
                  </a:lnTo>
                  <a:lnTo>
                    <a:pt x="11356" y="561370"/>
                  </a:lnTo>
                  <a:lnTo>
                    <a:pt x="11257" y="561419"/>
                  </a:lnTo>
                  <a:lnTo>
                    <a:pt x="7091" y="561419"/>
                  </a:lnTo>
                  <a:lnTo>
                    <a:pt x="6992" y="561370"/>
                  </a:lnTo>
                  <a:lnTo>
                    <a:pt x="6943" y="561271"/>
                  </a:lnTo>
                  <a:lnTo>
                    <a:pt x="6943" y="554625"/>
                  </a:lnTo>
                  <a:lnTo>
                    <a:pt x="6992" y="554526"/>
                  </a:lnTo>
                  <a:lnTo>
                    <a:pt x="7091" y="554476"/>
                  </a:lnTo>
                  <a:lnTo>
                    <a:pt x="11257" y="554476"/>
                  </a:lnTo>
                  <a:close/>
                  <a:moveTo>
                    <a:pt x="11356" y="564445"/>
                  </a:moveTo>
                  <a:lnTo>
                    <a:pt x="11406" y="564544"/>
                  </a:lnTo>
                  <a:lnTo>
                    <a:pt x="11406" y="571190"/>
                  </a:lnTo>
                  <a:lnTo>
                    <a:pt x="11356" y="571289"/>
                  </a:lnTo>
                  <a:lnTo>
                    <a:pt x="11257" y="571338"/>
                  </a:lnTo>
                  <a:lnTo>
                    <a:pt x="7091" y="571338"/>
                  </a:lnTo>
                  <a:lnTo>
                    <a:pt x="6992" y="571289"/>
                  </a:lnTo>
                  <a:lnTo>
                    <a:pt x="6943" y="571190"/>
                  </a:lnTo>
                  <a:lnTo>
                    <a:pt x="6943" y="564544"/>
                  </a:lnTo>
                  <a:lnTo>
                    <a:pt x="6992" y="564445"/>
                  </a:lnTo>
                  <a:lnTo>
                    <a:pt x="7091" y="564395"/>
                  </a:lnTo>
                  <a:lnTo>
                    <a:pt x="11257" y="564395"/>
                  </a:lnTo>
                  <a:close/>
                  <a:moveTo>
                    <a:pt x="11356" y="574364"/>
                  </a:moveTo>
                  <a:lnTo>
                    <a:pt x="11406" y="574463"/>
                  </a:lnTo>
                  <a:lnTo>
                    <a:pt x="11406" y="581109"/>
                  </a:lnTo>
                  <a:lnTo>
                    <a:pt x="11356" y="581208"/>
                  </a:lnTo>
                  <a:lnTo>
                    <a:pt x="11257" y="581257"/>
                  </a:lnTo>
                  <a:lnTo>
                    <a:pt x="7091" y="581257"/>
                  </a:lnTo>
                  <a:lnTo>
                    <a:pt x="6992" y="581208"/>
                  </a:lnTo>
                  <a:lnTo>
                    <a:pt x="6943" y="581109"/>
                  </a:lnTo>
                  <a:lnTo>
                    <a:pt x="6943" y="574463"/>
                  </a:lnTo>
                  <a:lnTo>
                    <a:pt x="6992" y="574364"/>
                  </a:lnTo>
                  <a:lnTo>
                    <a:pt x="7091" y="574314"/>
                  </a:lnTo>
                  <a:lnTo>
                    <a:pt x="11257" y="574314"/>
                  </a:lnTo>
                  <a:close/>
                  <a:moveTo>
                    <a:pt x="11356" y="584283"/>
                  </a:moveTo>
                  <a:lnTo>
                    <a:pt x="11406" y="584382"/>
                  </a:lnTo>
                  <a:lnTo>
                    <a:pt x="11406" y="591028"/>
                  </a:lnTo>
                  <a:lnTo>
                    <a:pt x="11356" y="591127"/>
                  </a:lnTo>
                  <a:lnTo>
                    <a:pt x="11257" y="591177"/>
                  </a:lnTo>
                  <a:lnTo>
                    <a:pt x="7091" y="591177"/>
                  </a:lnTo>
                  <a:lnTo>
                    <a:pt x="6992" y="591127"/>
                  </a:lnTo>
                  <a:lnTo>
                    <a:pt x="6943" y="591028"/>
                  </a:lnTo>
                  <a:lnTo>
                    <a:pt x="6943" y="584382"/>
                  </a:lnTo>
                  <a:lnTo>
                    <a:pt x="6992" y="584283"/>
                  </a:lnTo>
                  <a:lnTo>
                    <a:pt x="7091" y="584233"/>
                  </a:lnTo>
                  <a:lnTo>
                    <a:pt x="11257" y="584233"/>
                  </a:lnTo>
                  <a:close/>
                  <a:moveTo>
                    <a:pt x="11356" y="594202"/>
                  </a:moveTo>
                  <a:lnTo>
                    <a:pt x="11406" y="594301"/>
                  </a:lnTo>
                  <a:lnTo>
                    <a:pt x="11406" y="600947"/>
                  </a:lnTo>
                  <a:lnTo>
                    <a:pt x="11356" y="601046"/>
                  </a:lnTo>
                  <a:lnTo>
                    <a:pt x="11257" y="601096"/>
                  </a:lnTo>
                  <a:lnTo>
                    <a:pt x="7091" y="601096"/>
                  </a:lnTo>
                  <a:lnTo>
                    <a:pt x="6992" y="601046"/>
                  </a:lnTo>
                  <a:lnTo>
                    <a:pt x="6943" y="600947"/>
                  </a:lnTo>
                  <a:lnTo>
                    <a:pt x="6943" y="594301"/>
                  </a:lnTo>
                  <a:lnTo>
                    <a:pt x="6992" y="594202"/>
                  </a:lnTo>
                  <a:lnTo>
                    <a:pt x="7091" y="594152"/>
                  </a:lnTo>
                  <a:lnTo>
                    <a:pt x="11257" y="594152"/>
                  </a:lnTo>
                  <a:close/>
                  <a:moveTo>
                    <a:pt x="11356" y="604121"/>
                  </a:moveTo>
                  <a:lnTo>
                    <a:pt x="11406" y="604220"/>
                  </a:lnTo>
                  <a:lnTo>
                    <a:pt x="11406" y="610866"/>
                  </a:lnTo>
                  <a:lnTo>
                    <a:pt x="11356" y="610965"/>
                  </a:lnTo>
                  <a:lnTo>
                    <a:pt x="11257" y="611015"/>
                  </a:lnTo>
                  <a:lnTo>
                    <a:pt x="7091" y="611015"/>
                  </a:lnTo>
                  <a:lnTo>
                    <a:pt x="6992" y="610965"/>
                  </a:lnTo>
                  <a:lnTo>
                    <a:pt x="6943" y="610866"/>
                  </a:lnTo>
                  <a:lnTo>
                    <a:pt x="6943" y="604220"/>
                  </a:lnTo>
                  <a:lnTo>
                    <a:pt x="6992" y="604121"/>
                  </a:lnTo>
                  <a:lnTo>
                    <a:pt x="7091" y="604071"/>
                  </a:lnTo>
                  <a:lnTo>
                    <a:pt x="11257" y="604071"/>
                  </a:lnTo>
                  <a:close/>
                  <a:moveTo>
                    <a:pt x="11356" y="614040"/>
                  </a:moveTo>
                  <a:lnTo>
                    <a:pt x="11406" y="614139"/>
                  </a:lnTo>
                  <a:lnTo>
                    <a:pt x="11406" y="620785"/>
                  </a:lnTo>
                  <a:lnTo>
                    <a:pt x="11356" y="620884"/>
                  </a:lnTo>
                  <a:lnTo>
                    <a:pt x="11257" y="620934"/>
                  </a:lnTo>
                  <a:lnTo>
                    <a:pt x="7091" y="620934"/>
                  </a:lnTo>
                  <a:lnTo>
                    <a:pt x="6992" y="620884"/>
                  </a:lnTo>
                  <a:lnTo>
                    <a:pt x="6943" y="620785"/>
                  </a:lnTo>
                  <a:lnTo>
                    <a:pt x="6943" y="614139"/>
                  </a:lnTo>
                  <a:lnTo>
                    <a:pt x="6992" y="614040"/>
                  </a:lnTo>
                  <a:lnTo>
                    <a:pt x="7091" y="613990"/>
                  </a:lnTo>
                  <a:lnTo>
                    <a:pt x="11257" y="613990"/>
                  </a:lnTo>
                  <a:close/>
                  <a:moveTo>
                    <a:pt x="11356" y="623959"/>
                  </a:moveTo>
                  <a:lnTo>
                    <a:pt x="11406" y="624058"/>
                  </a:lnTo>
                  <a:lnTo>
                    <a:pt x="11406" y="628373"/>
                  </a:lnTo>
                  <a:lnTo>
                    <a:pt x="11356" y="628472"/>
                  </a:lnTo>
                  <a:lnTo>
                    <a:pt x="11257" y="628522"/>
                  </a:lnTo>
                  <a:lnTo>
                    <a:pt x="7091" y="628522"/>
                  </a:lnTo>
                  <a:lnTo>
                    <a:pt x="6992" y="628472"/>
                  </a:lnTo>
                  <a:lnTo>
                    <a:pt x="6943" y="628373"/>
                  </a:lnTo>
                  <a:lnTo>
                    <a:pt x="6943" y="624058"/>
                  </a:lnTo>
                  <a:lnTo>
                    <a:pt x="6992" y="623959"/>
                  </a:lnTo>
                  <a:lnTo>
                    <a:pt x="7091" y="623910"/>
                  </a:lnTo>
                  <a:lnTo>
                    <a:pt x="11257" y="623910"/>
                  </a:lnTo>
                  <a:close/>
                  <a:moveTo>
                    <a:pt x="6893" y="168351"/>
                  </a:moveTo>
                  <a:lnTo>
                    <a:pt x="6943" y="168450"/>
                  </a:lnTo>
                  <a:lnTo>
                    <a:pt x="6943" y="206837"/>
                  </a:lnTo>
                  <a:lnTo>
                    <a:pt x="6893" y="206936"/>
                  </a:lnTo>
                  <a:lnTo>
                    <a:pt x="6794" y="206986"/>
                  </a:lnTo>
                  <a:lnTo>
                    <a:pt x="149" y="206986"/>
                  </a:lnTo>
                  <a:lnTo>
                    <a:pt x="25" y="206936"/>
                  </a:lnTo>
                  <a:lnTo>
                    <a:pt x="0" y="206837"/>
                  </a:lnTo>
                  <a:lnTo>
                    <a:pt x="0" y="168450"/>
                  </a:lnTo>
                  <a:lnTo>
                    <a:pt x="25" y="168351"/>
                  </a:lnTo>
                  <a:lnTo>
                    <a:pt x="149" y="168302"/>
                  </a:lnTo>
                  <a:lnTo>
                    <a:pt x="6794" y="168302"/>
                  </a:lnTo>
                  <a:close/>
                  <a:moveTo>
                    <a:pt x="6893" y="49"/>
                  </a:moveTo>
                  <a:lnTo>
                    <a:pt x="6943" y="149"/>
                  </a:lnTo>
                  <a:lnTo>
                    <a:pt x="6943" y="168153"/>
                  </a:lnTo>
                  <a:lnTo>
                    <a:pt x="6893" y="168252"/>
                  </a:lnTo>
                  <a:lnTo>
                    <a:pt x="6794" y="168302"/>
                  </a:lnTo>
                  <a:lnTo>
                    <a:pt x="149" y="168302"/>
                  </a:lnTo>
                  <a:lnTo>
                    <a:pt x="25" y="168252"/>
                  </a:lnTo>
                  <a:lnTo>
                    <a:pt x="0" y="168153"/>
                  </a:lnTo>
                  <a:lnTo>
                    <a:pt x="0" y="149"/>
                  </a:lnTo>
                  <a:lnTo>
                    <a:pt x="25" y="49"/>
                  </a:lnTo>
                  <a:lnTo>
                    <a:pt x="149" y="0"/>
                  </a:lnTo>
                  <a:lnTo>
                    <a:pt x="6794" y="0"/>
                  </a:lnTo>
                  <a:close/>
                  <a:moveTo>
                    <a:pt x="6893" y="207036"/>
                  </a:moveTo>
                  <a:lnTo>
                    <a:pt x="6943" y="207135"/>
                  </a:lnTo>
                  <a:lnTo>
                    <a:pt x="6943" y="628373"/>
                  </a:lnTo>
                  <a:lnTo>
                    <a:pt x="6893" y="628472"/>
                  </a:lnTo>
                  <a:lnTo>
                    <a:pt x="6794" y="628522"/>
                  </a:lnTo>
                  <a:lnTo>
                    <a:pt x="1388" y="628522"/>
                  </a:lnTo>
                  <a:lnTo>
                    <a:pt x="1289" y="628472"/>
                  </a:lnTo>
                  <a:lnTo>
                    <a:pt x="1240" y="628373"/>
                  </a:lnTo>
                  <a:lnTo>
                    <a:pt x="1240" y="207135"/>
                  </a:lnTo>
                  <a:lnTo>
                    <a:pt x="1289" y="207036"/>
                  </a:lnTo>
                  <a:lnTo>
                    <a:pt x="1388" y="206986"/>
                  </a:lnTo>
                  <a:lnTo>
                    <a:pt x="6794" y="20698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墙_V15_Concealed_Door_Leaf"/>
            <p:cNvSpPr/>
            <p:nvPr/>
          </p:nvSpPr>
          <p:spPr>
            <a:xfrm>
              <a:off x="1318817" y="3711688"/>
              <a:ext cx="10166" cy="248969"/>
            </a:xfrm>
            <a:custGeom>
              <a:avLst/>
              <a:gdLst/>
              <a:ahLst/>
              <a:cxnLst/>
              <a:rect l="l" t="t" r="r" b="b"/>
              <a:pathLst>
                <a:path w="10166" h="248969">
                  <a:moveTo>
                    <a:pt x="10116" y="50"/>
                  </a:moveTo>
                  <a:lnTo>
                    <a:pt x="10166" y="149"/>
                  </a:lnTo>
                  <a:lnTo>
                    <a:pt x="10166" y="2331"/>
                  </a:lnTo>
                  <a:lnTo>
                    <a:pt x="10116" y="2430"/>
                  </a:lnTo>
                  <a:lnTo>
                    <a:pt x="10017" y="2480"/>
                  </a:lnTo>
                  <a:lnTo>
                    <a:pt x="5851" y="2480"/>
                  </a:lnTo>
                  <a:lnTo>
                    <a:pt x="5752" y="2430"/>
                  </a:lnTo>
                  <a:lnTo>
                    <a:pt x="5703" y="2331"/>
                  </a:lnTo>
                  <a:lnTo>
                    <a:pt x="5703" y="149"/>
                  </a:lnTo>
                  <a:lnTo>
                    <a:pt x="5752" y="50"/>
                  </a:lnTo>
                  <a:lnTo>
                    <a:pt x="5851" y="0"/>
                  </a:lnTo>
                  <a:lnTo>
                    <a:pt x="10017" y="0"/>
                  </a:lnTo>
                  <a:close/>
                  <a:moveTo>
                    <a:pt x="10116" y="5505"/>
                  </a:moveTo>
                  <a:lnTo>
                    <a:pt x="10166" y="5604"/>
                  </a:lnTo>
                  <a:lnTo>
                    <a:pt x="10166" y="12250"/>
                  </a:lnTo>
                  <a:lnTo>
                    <a:pt x="10116" y="12349"/>
                  </a:lnTo>
                  <a:lnTo>
                    <a:pt x="10017" y="12399"/>
                  </a:lnTo>
                  <a:lnTo>
                    <a:pt x="5851" y="12399"/>
                  </a:lnTo>
                  <a:lnTo>
                    <a:pt x="5752" y="12349"/>
                  </a:lnTo>
                  <a:lnTo>
                    <a:pt x="5703" y="12250"/>
                  </a:lnTo>
                  <a:lnTo>
                    <a:pt x="5703" y="5604"/>
                  </a:lnTo>
                  <a:lnTo>
                    <a:pt x="5752" y="5505"/>
                  </a:lnTo>
                  <a:lnTo>
                    <a:pt x="5851" y="5456"/>
                  </a:lnTo>
                  <a:lnTo>
                    <a:pt x="10017" y="5456"/>
                  </a:lnTo>
                  <a:close/>
                  <a:moveTo>
                    <a:pt x="10116" y="15424"/>
                  </a:moveTo>
                  <a:lnTo>
                    <a:pt x="10166" y="15523"/>
                  </a:lnTo>
                  <a:lnTo>
                    <a:pt x="10166" y="22169"/>
                  </a:lnTo>
                  <a:lnTo>
                    <a:pt x="10116" y="22268"/>
                  </a:lnTo>
                  <a:lnTo>
                    <a:pt x="10017" y="22318"/>
                  </a:lnTo>
                  <a:lnTo>
                    <a:pt x="5851" y="22318"/>
                  </a:lnTo>
                  <a:lnTo>
                    <a:pt x="5752" y="22268"/>
                  </a:lnTo>
                  <a:lnTo>
                    <a:pt x="5703" y="22169"/>
                  </a:lnTo>
                  <a:lnTo>
                    <a:pt x="5703" y="15523"/>
                  </a:lnTo>
                  <a:lnTo>
                    <a:pt x="5752" y="15424"/>
                  </a:lnTo>
                  <a:lnTo>
                    <a:pt x="5851" y="15375"/>
                  </a:lnTo>
                  <a:lnTo>
                    <a:pt x="10017" y="15375"/>
                  </a:lnTo>
                  <a:close/>
                  <a:moveTo>
                    <a:pt x="10116" y="25343"/>
                  </a:moveTo>
                  <a:lnTo>
                    <a:pt x="10166" y="25443"/>
                  </a:lnTo>
                  <a:lnTo>
                    <a:pt x="10166" y="32088"/>
                  </a:lnTo>
                  <a:lnTo>
                    <a:pt x="10116" y="32187"/>
                  </a:lnTo>
                  <a:lnTo>
                    <a:pt x="10017" y="32237"/>
                  </a:lnTo>
                  <a:lnTo>
                    <a:pt x="5851" y="32237"/>
                  </a:lnTo>
                  <a:lnTo>
                    <a:pt x="5752" y="32187"/>
                  </a:lnTo>
                  <a:lnTo>
                    <a:pt x="5703" y="32088"/>
                  </a:lnTo>
                  <a:lnTo>
                    <a:pt x="5703" y="25443"/>
                  </a:lnTo>
                  <a:lnTo>
                    <a:pt x="5752" y="25343"/>
                  </a:lnTo>
                  <a:lnTo>
                    <a:pt x="5851" y="25294"/>
                  </a:lnTo>
                  <a:lnTo>
                    <a:pt x="10017" y="25294"/>
                  </a:lnTo>
                  <a:close/>
                  <a:moveTo>
                    <a:pt x="10116" y="35262"/>
                  </a:moveTo>
                  <a:lnTo>
                    <a:pt x="10166" y="35362"/>
                  </a:lnTo>
                  <a:lnTo>
                    <a:pt x="10166" y="42007"/>
                  </a:lnTo>
                  <a:lnTo>
                    <a:pt x="10116" y="42107"/>
                  </a:lnTo>
                  <a:lnTo>
                    <a:pt x="10017" y="42156"/>
                  </a:lnTo>
                  <a:lnTo>
                    <a:pt x="5851" y="42156"/>
                  </a:lnTo>
                  <a:lnTo>
                    <a:pt x="5752" y="42107"/>
                  </a:lnTo>
                  <a:lnTo>
                    <a:pt x="5703" y="42007"/>
                  </a:lnTo>
                  <a:lnTo>
                    <a:pt x="5703" y="35362"/>
                  </a:lnTo>
                  <a:lnTo>
                    <a:pt x="5752" y="35262"/>
                  </a:lnTo>
                  <a:lnTo>
                    <a:pt x="5851" y="35213"/>
                  </a:lnTo>
                  <a:lnTo>
                    <a:pt x="10017" y="35213"/>
                  </a:lnTo>
                  <a:close/>
                  <a:moveTo>
                    <a:pt x="10116" y="45181"/>
                  </a:moveTo>
                  <a:lnTo>
                    <a:pt x="10166" y="45281"/>
                  </a:lnTo>
                  <a:lnTo>
                    <a:pt x="10166" y="51926"/>
                  </a:lnTo>
                  <a:lnTo>
                    <a:pt x="10116" y="52026"/>
                  </a:lnTo>
                  <a:lnTo>
                    <a:pt x="10017" y="52075"/>
                  </a:lnTo>
                  <a:lnTo>
                    <a:pt x="5851" y="52075"/>
                  </a:lnTo>
                  <a:lnTo>
                    <a:pt x="5752" y="52026"/>
                  </a:lnTo>
                  <a:lnTo>
                    <a:pt x="5703" y="51926"/>
                  </a:lnTo>
                  <a:lnTo>
                    <a:pt x="5703" y="45281"/>
                  </a:lnTo>
                  <a:lnTo>
                    <a:pt x="5752" y="45181"/>
                  </a:lnTo>
                  <a:lnTo>
                    <a:pt x="5851" y="45132"/>
                  </a:lnTo>
                  <a:lnTo>
                    <a:pt x="10017" y="45132"/>
                  </a:lnTo>
                  <a:close/>
                  <a:moveTo>
                    <a:pt x="10116" y="55101"/>
                  </a:moveTo>
                  <a:lnTo>
                    <a:pt x="10166" y="55200"/>
                  </a:lnTo>
                  <a:lnTo>
                    <a:pt x="10166" y="61846"/>
                  </a:lnTo>
                  <a:lnTo>
                    <a:pt x="10116" y="61945"/>
                  </a:lnTo>
                  <a:lnTo>
                    <a:pt x="10017" y="61994"/>
                  </a:lnTo>
                  <a:lnTo>
                    <a:pt x="5851" y="61994"/>
                  </a:lnTo>
                  <a:lnTo>
                    <a:pt x="5752" y="61945"/>
                  </a:lnTo>
                  <a:lnTo>
                    <a:pt x="5703" y="61846"/>
                  </a:lnTo>
                  <a:lnTo>
                    <a:pt x="5703" y="55200"/>
                  </a:lnTo>
                  <a:lnTo>
                    <a:pt x="5752" y="55101"/>
                  </a:lnTo>
                  <a:lnTo>
                    <a:pt x="5851" y="55051"/>
                  </a:lnTo>
                  <a:lnTo>
                    <a:pt x="10017" y="55051"/>
                  </a:lnTo>
                  <a:close/>
                  <a:moveTo>
                    <a:pt x="10116" y="65020"/>
                  </a:moveTo>
                  <a:lnTo>
                    <a:pt x="10166" y="65119"/>
                  </a:lnTo>
                  <a:lnTo>
                    <a:pt x="10166" y="71765"/>
                  </a:lnTo>
                  <a:lnTo>
                    <a:pt x="10116" y="71864"/>
                  </a:lnTo>
                  <a:lnTo>
                    <a:pt x="10017" y="71913"/>
                  </a:lnTo>
                  <a:lnTo>
                    <a:pt x="5851" y="71913"/>
                  </a:lnTo>
                  <a:lnTo>
                    <a:pt x="5752" y="71864"/>
                  </a:lnTo>
                  <a:lnTo>
                    <a:pt x="5703" y="71765"/>
                  </a:lnTo>
                  <a:lnTo>
                    <a:pt x="5703" y="65119"/>
                  </a:lnTo>
                  <a:lnTo>
                    <a:pt x="5752" y="65020"/>
                  </a:lnTo>
                  <a:lnTo>
                    <a:pt x="5851" y="64970"/>
                  </a:lnTo>
                  <a:lnTo>
                    <a:pt x="10017" y="64970"/>
                  </a:lnTo>
                  <a:close/>
                  <a:moveTo>
                    <a:pt x="10116" y="74939"/>
                  </a:moveTo>
                  <a:lnTo>
                    <a:pt x="10166" y="75038"/>
                  </a:lnTo>
                  <a:lnTo>
                    <a:pt x="10166" y="81684"/>
                  </a:lnTo>
                  <a:lnTo>
                    <a:pt x="10116" y="81783"/>
                  </a:lnTo>
                  <a:lnTo>
                    <a:pt x="10017" y="81832"/>
                  </a:lnTo>
                  <a:lnTo>
                    <a:pt x="5851" y="81832"/>
                  </a:lnTo>
                  <a:lnTo>
                    <a:pt x="5752" y="81783"/>
                  </a:lnTo>
                  <a:lnTo>
                    <a:pt x="5703" y="81684"/>
                  </a:lnTo>
                  <a:lnTo>
                    <a:pt x="5703" y="75038"/>
                  </a:lnTo>
                  <a:lnTo>
                    <a:pt x="5752" y="74939"/>
                  </a:lnTo>
                  <a:lnTo>
                    <a:pt x="5851" y="74889"/>
                  </a:lnTo>
                  <a:lnTo>
                    <a:pt x="10017" y="74889"/>
                  </a:lnTo>
                  <a:close/>
                  <a:moveTo>
                    <a:pt x="10116" y="84858"/>
                  </a:moveTo>
                  <a:lnTo>
                    <a:pt x="10166" y="84957"/>
                  </a:lnTo>
                  <a:lnTo>
                    <a:pt x="10166" y="91603"/>
                  </a:lnTo>
                  <a:lnTo>
                    <a:pt x="10116" y="91702"/>
                  </a:lnTo>
                  <a:lnTo>
                    <a:pt x="10017" y="91752"/>
                  </a:lnTo>
                  <a:lnTo>
                    <a:pt x="5851" y="91752"/>
                  </a:lnTo>
                  <a:lnTo>
                    <a:pt x="5752" y="91702"/>
                  </a:lnTo>
                  <a:lnTo>
                    <a:pt x="5703" y="91603"/>
                  </a:lnTo>
                  <a:lnTo>
                    <a:pt x="5703" y="84957"/>
                  </a:lnTo>
                  <a:lnTo>
                    <a:pt x="5752" y="84858"/>
                  </a:lnTo>
                  <a:lnTo>
                    <a:pt x="5851" y="84808"/>
                  </a:lnTo>
                  <a:lnTo>
                    <a:pt x="10017" y="84808"/>
                  </a:lnTo>
                  <a:close/>
                  <a:moveTo>
                    <a:pt x="10116" y="94777"/>
                  </a:moveTo>
                  <a:lnTo>
                    <a:pt x="10166" y="94876"/>
                  </a:lnTo>
                  <a:lnTo>
                    <a:pt x="10166" y="101522"/>
                  </a:lnTo>
                  <a:lnTo>
                    <a:pt x="10116" y="101621"/>
                  </a:lnTo>
                  <a:lnTo>
                    <a:pt x="10017" y="101671"/>
                  </a:lnTo>
                  <a:lnTo>
                    <a:pt x="5851" y="101671"/>
                  </a:lnTo>
                  <a:lnTo>
                    <a:pt x="5752" y="101621"/>
                  </a:lnTo>
                  <a:lnTo>
                    <a:pt x="5703" y="101522"/>
                  </a:lnTo>
                  <a:lnTo>
                    <a:pt x="5703" y="94876"/>
                  </a:lnTo>
                  <a:lnTo>
                    <a:pt x="5752" y="94777"/>
                  </a:lnTo>
                  <a:lnTo>
                    <a:pt x="5851" y="94727"/>
                  </a:lnTo>
                  <a:lnTo>
                    <a:pt x="10017" y="94727"/>
                  </a:lnTo>
                  <a:close/>
                  <a:moveTo>
                    <a:pt x="10116" y="104696"/>
                  </a:moveTo>
                  <a:lnTo>
                    <a:pt x="10166" y="104795"/>
                  </a:lnTo>
                  <a:lnTo>
                    <a:pt x="10166" y="111441"/>
                  </a:lnTo>
                  <a:lnTo>
                    <a:pt x="10116" y="111540"/>
                  </a:lnTo>
                  <a:lnTo>
                    <a:pt x="10017" y="111590"/>
                  </a:lnTo>
                  <a:lnTo>
                    <a:pt x="5851" y="111590"/>
                  </a:lnTo>
                  <a:lnTo>
                    <a:pt x="5752" y="111540"/>
                  </a:lnTo>
                  <a:lnTo>
                    <a:pt x="5703" y="111441"/>
                  </a:lnTo>
                  <a:lnTo>
                    <a:pt x="5703" y="104795"/>
                  </a:lnTo>
                  <a:lnTo>
                    <a:pt x="5752" y="104696"/>
                  </a:lnTo>
                  <a:lnTo>
                    <a:pt x="5851" y="104646"/>
                  </a:lnTo>
                  <a:lnTo>
                    <a:pt x="10017" y="104646"/>
                  </a:lnTo>
                  <a:close/>
                  <a:moveTo>
                    <a:pt x="10116" y="114615"/>
                  </a:moveTo>
                  <a:lnTo>
                    <a:pt x="10166" y="114714"/>
                  </a:lnTo>
                  <a:lnTo>
                    <a:pt x="10166" y="121360"/>
                  </a:lnTo>
                  <a:lnTo>
                    <a:pt x="10116" y="121459"/>
                  </a:lnTo>
                  <a:lnTo>
                    <a:pt x="10017" y="121509"/>
                  </a:lnTo>
                  <a:lnTo>
                    <a:pt x="5851" y="121509"/>
                  </a:lnTo>
                  <a:lnTo>
                    <a:pt x="5752" y="121459"/>
                  </a:lnTo>
                  <a:lnTo>
                    <a:pt x="5703" y="121360"/>
                  </a:lnTo>
                  <a:lnTo>
                    <a:pt x="5703" y="114714"/>
                  </a:lnTo>
                  <a:lnTo>
                    <a:pt x="5752" y="114615"/>
                  </a:lnTo>
                  <a:lnTo>
                    <a:pt x="5851" y="114565"/>
                  </a:lnTo>
                  <a:lnTo>
                    <a:pt x="10017" y="114565"/>
                  </a:lnTo>
                  <a:close/>
                  <a:moveTo>
                    <a:pt x="10116" y="124534"/>
                  </a:moveTo>
                  <a:lnTo>
                    <a:pt x="10166" y="124633"/>
                  </a:lnTo>
                  <a:lnTo>
                    <a:pt x="10166" y="131279"/>
                  </a:lnTo>
                  <a:lnTo>
                    <a:pt x="10116" y="131378"/>
                  </a:lnTo>
                  <a:lnTo>
                    <a:pt x="10017" y="131428"/>
                  </a:lnTo>
                  <a:lnTo>
                    <a:pt x="5851" y="131428"/>
                  </a:lnTo>
                  <a:lnTo>
                    <a:pt x="5752" y="131378"/>
                  </a:lnTo>
                  <a:lnTo>
                    <a:pt x="5703" y="131279"/>
                  </a:lnTo>
                  <a:lnTo>
                    <a:pt x="5703" y="124633"/>
                  </a:lnTo>
                  <a:lnTo>
                    <a:pt x="5752" y="124534"/>
                  </a:lnTo>
                  <a:lnTo>
                    <a:pt x="5851" y="124484"/>
                  </a:lnTo>
                  <a:lnTo>
                    <a:pt x="10017" y="124484"/>
                  </a:lnTo>
                  <a:close/>
                  <a:moveTo>
                    <a:pt x="10116" y="134453"/>
                  </a:moveTo>
                  <a:lnTo>
                    <a:pt x="10166" y="134552"/>
                  </a:lnTo>
                  <a:lnTo>
                    <a:pt x="10166" y="141198"/>
                  </a:lnTo>
                  <a:lnTo>
                    <a:pt x="10116" y="141297"/>
                  </a:lnTo>
                  <a:lnTo>
                    <a:pt x="10017" y="141347"/>
                  </a:lnTo>
                  <a:lnTo>
                    <a:pt x="5851" y="141347"/>
                  </a:lnTo>
                  <a:lnTo>
                    <a:pt x="5752" y="141297"/>
                  </a:lnTo>
                  <a:lnTo>
                    <a:pt x="5703" y="141198"/>
                  </a:lnTo>
                  <a:lnTo>
                    <a:pt x="5703" y="134552"/>
                  </a:lnTo>
                  <a:lnTo>
                    <a:pt x="5752" y="134453"/>
                  </a:lnTo>
                  <a:lnTo>
                    <a:pt x="5851" y="134404"/>
                  </a:lnTo>
                  <a:lnTo>
                    <a:pt x="10017" y="134404"/>
                  </a:lnTo>
                  <a:close/>
                  <a:moveTo>
                    <a:pt x="10116" y="144372"/>
                  </a:moveTo>
                  <a:lnTo>
                    <a:pt x="10166" y="144471"/>
                  </a:lnTo>
                  <a:lnTo>
                    <a:pt x="10166" y="151117"/>
                  </a:lnTo>
                  <a:lnTo>
                    <a:pt x="10116" y="151216"/>
                  </a:lnTo>
                  <a:lnTo>
                    <a:pt x="10017" y="151266"/>
                  </a:lnTo>
                  <a:lnTo>
                    <a:pt x="5851" y="151266"/>
                  </a:lnTo>
                  <a:lnTo>
                    <a:pt x="5752" y="151216"/>
                  </a:lnTo>
                  <a:lnTo>
                    <a:pt x="5703" y="151117"/>
                  </a:lnTo>
                  <a:lnTo>
                    <a:pt x="5703" y="144471"/>
                  </a:lnTo>
                  <a:lnTo>
                    <a:pt x="5752" y="144372"/>
                  </a:lnTo>
                  <a:lnTo>
                    <a:pt x="5851" y="144323"/>
                  </a:lnTo>
                  <a:lnTo>
                    <a:pt x="10017" y="144323"/>
                  </a:lnTo>
                  <a:close/>
                  <a:moveTo>
                    <a:pt x="10116" y="154291"/>
                  </a:moveTo>
                  <a:lnTo>
                    <a:pt x="10166" y="154390"/>
                  </a:lnTo>
                  <a:lnTo>
                    <a:pt x="10166" y="161036"/>
                  </a:lnTo>
                  <a:lnTo>
                    <a:pt x="10116" y="161135"/>
                  </a:lnTo>
                  <a:lnTo>
                    <a:pt x="10017" y="161185"/>
                  </a:lnTo>
                  <a:lnTo>
                    <a:pt x="5851" y="161185"/>
                  </a:lnTo>
                  <a:lnTo>
                    <a:pt x="5752" y="161135"/>
                  </a:lnTo>
                  <a:lnTo>
                    <a:pt x="5703" y="161036"/>
                  </a:lnTo>
                  <a:lnTo>
                    <a:pt x="5703" y="154390"/>
                  </a:lnTo>
                  <a:lnTo>
                    <a:pt x="5752" y="154291"/>
                  </a:lnTo>
                  <a:lnTo>
                    <a:pt x="5851" y="154242"/>
                  </a:lnTo>
                  <a:lnTo>
                    <a:pt x="10017" y="154242"/>
                  </a:lnTo>
                  <a:close/>
                  <a:moveTo>
                    <a:pt x="10116" y="164210"/>
                  </a:moveTo>
                  <a:lnTo>
                    <a:pt x="10166" y="164310"/>
                  </a:lnTo>
                  <a:lnTo>
                    <a:pt x="10166" y="170955"/>
                  </a:lnTo>
                  <a:lnTo>
                    <a:pt x="10116" y="171055"/>
                  </a:lnTo>
                  <a:lnTo>
                    <a:pt x="10017" y="171104"/>
                  </a:lnTo>
                  <a:lnTo>
                    <a:pt x="5851" y="171104"/>
                  </a:lnTo>
                  <a:lnTo>
                    <a:pt x="5752" y="171055"/>
                  </a:lnTo>
                  <a:lnTo>
                    <a:pt x="5703" y="170955"/>
                  </a:lnTo>
                  <a:lnTo>
                    <a:pt x="5703" y="164310"/>
                  </a:lnTo>
                  <a:lnTo>
                    <a:pt x="5752" y="164210"/>
                  </a:lnTo>
                  <a:lnTo>
                    <a:pt x="5851" y="164161"/>
                  </a:lnTo>
                  <a:lnTo>
                    <a:pt x="10017" y="164161"/>
                  </a:lnTo>
                  <a:close/>
                  <a:moveTo>
                    <a:pt x="10116" y="174129"/>
                  </a:moveTo>
                  <a:lnTo>
                    <a:pt x="10166" y="174229"/>
                  </a:lnTo>
                  <a:lnTo>
                    <a:pt x="10166" y="180874"/>
                  </a:lnTo>
                  <a:lnTo>
                    <a:pt x="10116" y="180974"/>
                  </a:lnTo>
                  <a:lnTo>
                    <a:pt x="10017" y="181023"/>
                  </a:lnTo>
                  <a:lnTo>
                    <a:pt x="5851" y="181023"/>
                  </a:lnTo>
                  <a:lnTo>
                    <a:pt x="5752" y="180974"/>
                  </a:lnTo>
                  <a:lnTo>
                    <a:pt x="5703" y="180874"/>
                  </a:lnTo>
                  <a:lnTo>
                    <a:pt x="5703" y="174229"/>
                  </a:lnTo>
                  <a:lnTo>
                    <a:pt x="5752" y="174129"/>
                  </a:lnTo>
                  <a:lnTo>
                    <a:pt x="5851" y="174080"/>
                  </a:lnTo>
                  <a:lnTo>
                    <a:pt x="10017" y="174080"/>
                  </a:lnTo>
                  <a:close/>
                  <a:moveTo>
                    <a:pt x="10116" y="184049"/>
                  </a:moveTo>
                  <a:lnTo>
                    <a:pt x="10166" y="184148"/>
                  </a:lnTo>
                  <a:lnTo>
                    <a:pt x="10166" y="190793"/>
                  </a:lnTo>
                  <a:lnTo>
                    <a:pt x="10116" y="190893"/>
                  </a:lnTo>
                  <a:lnTo>
                    <a:pt x="10017" y="190942"/>
                  </a:lnTo>
                  <a:lnTo>
                    <a:pt x="5851" y="190942"/>
                  </a:lnTo>
                  <a:lnTo>
                    <a:pt x="5752" y="190893"/>
                  </a:lnTo>
                  <a:lnTo>
                    <a:pt x="5703" y="190793"/>
                  </a:lnTo>
                  <a:lnTo>
                    <a:pt x="5703" y="184148"/>
                  </a:lnTo>
                  <a:lnTo>
                    <a:pt x="5752" y="184049"/>
                  </a:lnTo>
                  <a:lnTo>
                    <a:pt x="5851" y="183999"/>
                  </a:lnTo>
                  <a:lnTo>
                    <a:pt x="10017" y="183999"/>
                  </a:lnTo>
                  <a:close/>
                  <a:moveTo>
                    <a:pt x="10116" y="193968"/>
                  </a:moveTo>
                  <a:lnTo>
                    <a:pt x="10166" y="194067"/>
                  </a:lnTo>
                  <a:lnTo>
                    <a:pt x="10166" y="200713"/>
                  </a:lnTo>
                  <a:lnTo>
                    <a:pt x="10116" y="200812"/>
                  </a:lnTo>
                  <a:lnTo>
                    <a:pt x="10017" y="200861"/>
                  </a:lnTo>
                  <a:lnTo>
                    <a:pt x="5851" y="200861"/>
                  </a:lnTo>
                  <a:lnTo>
                    <a:pt x="5752" y="200812"/>
                  </a:lnTo>
                  <a:lnTo>
                    <a:pt x="5703" y="200713"/>
                  </a:lnTo>
                  <a:lnTo>
                    <a:pt x="5703" y="194067"/>
                  </a:lnTo>
                  <a:lnTo>
                    <a:pt x="5752" y="193968"/>
                  </a:lnTo>
                  <a:lnTo>
                    <a:pt x="5851" y="193918"/>
                  </a:lnTo>
                  <a:lnTo>
                    <a:pt x="10017" y="193918"/>
                  </a:lnTo>
                  <a:close/>
                  <a:moveTo>
                    <a:pt x="10116" y="203887"/>
                  </a:moveTo>
                  <a:lnTo>
                    <a:pt x="10166" y="203986"/>
                  </a:lnTo>
                  <a:lnTo>
                    <a:pt x="10166" y="210632"/>
                  </a:lnTo>
                  <a:lnTo>
                    <a:pt x="10116" y="210731"/>
                  </a:lnTo>
                  <a:lnTo>
                    <a:pt x="10017" y="210780"/>
                  </a:lnTo>
                  <a:lnTo>
                    <a:pt x="5851" y="210780"/>
                  </a:lnTo>
                  <a:lnTo>
                    <a:pt x="5752" y="210731"/>
                  </a:lnTo>
                  <a:lnTo>
                    <a:pt x="5703" y="210632"/>
                  </a:lnTo>
                  <a:lnTo>
                    <a:pt x="5703" y="203986"/>
                  </a:lnTo>
                  <a:lnTo>
                    <a:pt x="5752" y="203887"/>
                  </a:lnTo>
                  <a:lnTo>
                    <a:pt x="5851" y="203837"/>
                  </a:lnTo>
                  <a:lnTo>
                    <a:pt x="10017" y="203837"/>
                  </a:lnTo>
                  <a:close/>
                  <a:moveTo>
                    <a:pt x="10116" y="213806"/>
                  </a:moveTo>
                  <a:lnTo>
                    <a:pt x="10166" y="213905"/>
                  </a:lnTo>
                  <a:lnTo>
                    <a:pt x="10166" y="220551"/>
                  </a:lnTo>
                  <a:lnTo>
                    <a:pt x="10116" y="220650"/>
                  </a:lnTo>
                  <a:lnTo>
                    <a:pt x="10017" y="220699"/>
                  </a:lnTo>
                  <a:lnTo>
                    <a:pt x="5851" y="220699"/>
                  </a:lnTo>
                  <a:lnTo>
                    <a:pt x="5752" y="220650"/>
                  </a:lnTo>
                  <a:lnTo>
                    <a:pt x="5703" y="220551"/>
                  </a:lnTo>
                  <a:lnTo>
                    <a:pt x="5703" y="213905"/>
                  </a:lnTo>
                  <a:lnTo>
                    <a:pt x="5752" y="213806"/>
                  </a:lnTo>
                  <a:lnTo>
                    <a:pt x="5851" y="213756"/>
                  </a:lnTo>
                  <a:lnTo>
                    <a:pt x="10017" y="213756"/>
                  </a:lnTo>
                  <a:close/>
                  <a:moveTo>
                    <a:pt x="10116" y="223725"/>
                  </a:moveTo>
                  <a:lnTo>
                    <a:pt x="10166" y="223824"/>
                  </a:lnTo>
                  <a:lnTo>
                    <a:pt x="10166" y="230470"/>
                  </a:lnTo>
                  <a:lnTo>
                    <a:pt x="10116" y="230569"/>
                  </a:lnTo>
                  <a:lnTo>
                    <a:pt x="10017" y="230619"/>
                  </a:lnTo>
                  <a:lnTo>
                    <a:pt x="5851" y="230619"/>
                  </a:lnTo>
                  <a:lnTo>
                    <a:pt x="5752" y="230569"/>
                  </a:lnTo>
                  <a:lnTo>
                    <a:pt x="5703" y="230470"/>
                  </a:lnTo>
                  <a:lnTo>
                    <a:pt x="5703" y="223824"/>
                  </a:lnTo>
                  <a:lnTo>
                    <a:pt x="5752" y="223725"/>
                  </a:lnTo>
                  <a:lnTo>
                    <a:pt x="5851" y="223675"/>
                  </a:lnTo>
                  <a:lnTo>
                    <a:pt x="10017" y="223675"/>
                  </a:lnTo>
                  <a:close/>
                  <a:moveTo>
                    <a:pt x="10116" y="233644"/>
                  </a:moveTo>
                  <a:lnTo>
                    <a:pt x="10166" y="233743"/>
                  </a:lnTo>
                  <a:lnTo>
                    <a:pt x="10166" y="240389"/>
                  </a:lnTo>
                  <a:lnTo>
                    <a:pt x="10116" y="240488"/>
                  </a:lnTo>
                  <a:lnTo>
                    <a:pt x="10017" y="240538"/>
                  </a:lnTo>
                  <a:lnTo>
                    <a:pt x="5851" y="240538"/>
                  </a:lnTo>
                  <a:lnTo>
                    <a:pt x="5752" y="240488"/>
                  </a:lnTo>
                  <a:lnTo>
                    <a:pt x="5703" y="240389"/>
                  </a:lnTo>
                  <a:lnTo>
                    <a:pt x="5703" y="233743"/>
                  </a:lnTo>
                  <a:lnTo>
                    <a:pt x="5752" y="233644"/>
                  </a:lnTo>
                  <a:lnTo>
                    <a:pt x="5851" y="233594"/>
                  </a:lnTo>
                  <a:lnTo>
                    <a:pt x="10017" y="233594"/>
                  </a:lnTo>
                  <a:close/>
                  <a:moveTo>
                    <a:pt x="10116" y="243563"/>
                  </a:moveTo>
                  <a:lnTo>
                    <a:pt x="10166" y="243662"/>
                  </a:lnTo>
                  <a:lnTo>
                    <a:pt x="10166" y="248820"/>
                  </a:lnTo>
                  <a:lnTo>
                    <a:pt x="10116" y="248919"/>
                  </a:lnTo>
                  <a:lnTo>
                    <a:pt x="10017" y="248969"/>
                  </a:lnTo>
                  <a:lnTo>
                    <a:pt x="5851" y="248969"/>
                  </a:lnTo>
                  <a:lnTo>
                    <a:pt x="5752" y="248919"/>
                  </a:lnTo>
                  <a:lnTo>
                    <a:pt x="5703" y="248820"/>
                  </a:lnTo>
                  <a:lnTo>
                    <a:pt x="5703" y="243662"/>
                  </a:lnTo>
                  <a:lnTo>
                    <a:pt x="5752" y="243563"/>
                  </a:lnTo>
                  <a:lnTo>
                    <a:pt x="5851" y="243513"/>
                  </a:lnTo>
                  <a:lnTo>
                    <a:pt x="10017" y="243513"/>
                  </a:lnTo>
                  <a:close/>
                  <a:moveTo>
                    <a:pt x="5653" y="50"/>
                  </a:moveTo>
                  <a:lnTo>
                    <a:pt x="5703" y="149"/>
                  </a:lnTo>
                  <a:lnTo>
                    <a:pt x="5703" y="248820"/>
                  </a:lnTo>
                  <a:lnTo>
                    <a:pt x="5653" y="248919"/>
                  </a:lnTo>
                  <a:lnTo>
                    <a:pt x="5554" y="248969"/>
                  </a:lnTo>
                  <a:lnTo>
                    <a:pt x="148" y="248969"/>
                  </a:lnTo>
                  <a:lnTo>
                    <a:pt x="49" y="248919"/>
                  </a:lnTo>
                  <a:lnTo>
                    <a:pt x="0" y="248820"/>
                  </a:lnTo>
                  <a:lnTo>
                    <a:pt x="0" y="149"/>
                  </a:lnTo>
                  <a:lnTo>
                    <a:pt x="49" y="50"/>
                  </a:lnTo>
                  <a:lnTo>
                    <a:pt x="148" y="0"/>
                  </a:lnTo>
                  <a:lnTo>
                    <a:pt x="555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墙_V17_Storage_North_Casing"/>
            <p:cNvSpPr/>
            <p:nvPr/>
          </p:nvSpPr>
          <p:spPr>
            <a:xfrm>
              <a:off x="2240297" y="4676368"/>
              <a:ext cx="4960" cy="11159"/>
            </a:xfrm>
            <a:custGeom>
              <a:avLst/>
              <a:gdLst/>
              <a:ahLst/>
              <a:cxnLst/>
              <a:rect l="l" t="t" r="r" b="b"/>
              <a:pathLst>
                <a:path w="4960" h="11159">
                  <a:moveTo>
                    <a:pt x="4960" y="0"/>
                  </a:moveTo>
                  <a:lnTo>
                    <a:pt x="0" y="0"/>
                  </a:lnTo>
                  <a:lnTo>
                    <a:pt x="0" y="11159"/>
                  </a:lnTo>
                  <a:lnTo>
                    <a:pt x="4960" y="1115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23" name="房间名（沿用施工图）"/>
          <p:cNvGrpSpPr/>
          <p:nvPr/>
        </p:nvGrpSpPr>
        <p:grpSpPr>
          <a:xfrm>
            <a:off x="658780" y="1171576"/>
            <a:ext cx="1914044" cy="4397638"/>
            <a:chOff x="658780" y="1171576"/>
            <a:chExt cx="1914044" cy="4397638"/>
          </a:xfrm>
        </p:grpSpPr>
        <p:sp>
          <p:nvSpPr>
            <p:cNvPr id="424" name="TextBox 423"/>
            <p:cNvSpPr txBox="1"/>
            <p:nvPr/>
          </p:nvSpPr>
          <p:spPr>
            <a:xfrm>
              <a:off x="1704467" y="464322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起居室</a:t>
              </a:r>
            </a:p>
          </p:txBody>
        </p:sp>
        <p:sp>
          <p:nvSpPr>
            <p:cNvPr id="425" name="TextBox 424"/>
            <p:cNvSpPr txBox="1"/>
            <p:nvPr/>
          </p:nvSpPr>
          <p:spPr>
            <a:xfrm>
              <a:off x="1952573" y="2508311"/>
              <a:ext cx="54125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厨房（吧台区）</a:t>
              </a:r>
            </a:p>
          </p:txBody>
        </p:sp>
        <p:sp>
          <p:nvSpPr>
            <p:cNvPr id="426" name="TextBox 425"/>
            <p:cNvSpPr txBox="1"/>
            <p:nvPr/>
          </p:nvSpPr>
          <p:spPr>
            <a:xfrm>
              <a:off x="1377294" y="547717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前院</a:t>
              </a: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1792213" y="3624550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餐厅</a:t>
              </a:r>
            </a:p>
          </p:txBody>
        </p:sp>
        <p:sp>
          <p:nvSpPr>
            <p:cNvPr id="428" name="TextBox 427"/>
            <p:cNvSpPr txBox="1"/>
            <p:nvPr/>
          </p:nvSpPr>
          <p:spPr>
            <a:xfrm>
              <a:off x="2320821" y="4239600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  <p:sp>
          <p:nvSpPr>
            <p:cNvPr id="429" name="TextBox 428"/>
            <p:cNvSpPr txBox="1"/>
            <p:nvPr/>
          </p:nvSpPr>
          <p:spPr>
            <a:xfrm>
              <a:off x="964969" y="201019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后花园</a:t>
              </a: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2320821" y="472944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 dirty="0" err="1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  <a:endParaRPr sz="800" b="0" dirty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31" name="TextBox 430"/>
            <p:cNvSpPr txBox="1"/>
            <p:nvPr/>
          </p:nvSpPr>
          <p:spPr>
            <a:xfrm>
              <a:off x="1098651" y="321923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2378657" y="3368357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2120615" y="1821014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</a:t>
              </a:r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2087745" y="117157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洗衣房</a:t>
              </a:r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791437" y="404074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客厅</a:t>
              </a:r>
            </a:p>
          </p:txBody>
        </p:sp>
        <p:sp>
          <p:nvSpPr>
            <p:cNvPr id="436" name="TextBox 435"/>
            <p:cNvSpPr txBox="1"/>
            <p:nvPr/>
          </p:nvSpPr>
          <p:spPr>
            <a:xfrm>
              <a:off x="658780" y="4720908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</p:grpSp>
      <p:grpSp>
        <p:nvGrpSpPr>
          <p:cNvPr id="437" name="壁灯 F32"/>
          <p:cNvGrpSpPr/>
          <p:nvPr/>
        </p:nvGrpSpPr>
        <p:grpSpPr>
          <a:xfrm>
            <a:off x="2123301" y="3868459"/>
            <a:ext cx="268218" cy="86250"/>
            <a:chOff x="2165880" y="3887464"/>
            <a:chExt cx="268218" cy="86250"/>
          </a:xfrm>
        </p:grpSpPr>
        <p:sp>
          <p:nvSpPr>
            <p:cNvPr id="438" name="Isosceles Triangle 437"/>
            <p:cNvSpPr/>
            <p:nvPr/>
          </p:nvSpPr>
          <p:spPr>
            <a:xfrm>
              <a:off x="2165880" y="3913760"/>
              <a:ext cx="66616" cy="59954"/>
            </a:xfrm>
            <a:prstGeom prst="triangle">
              <a:avLst/>
            </a:prstGeom>
            <a:solidFill>
              <a:srgbClr val="F0A8A8"/>
            </a:solidFill>
            <a:ln w="1016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9" name="TextBox 438"/>
            <p:cNvSpPr txBox="1"/>
            <p:nvPr/>
          </p:nvSpPr>
          <p:spPr>
            <a:xfrm>
              <a:off x="2241261" y="3887464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 dirty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F32</a:t>
              </a:r>
            </a:p>
          </p:txBody>
        </p:sp>
      </p:grpSp>
      <p:grpSp>
        <p:nvGrpSpPr>
          <p:cNvPr id="440" name="主灯 G07"/>
          <p:cNvGrpSpPr/>
          <p:nvPr/>
        </p:nvGrpSpPr>
        <p:grpSpPr>
          <a:xfrm>
            <a:off x="1693453" y="3462189"/>
            <a:ext cx="289254" cy="113948"/>
            <a:chOff x="1800755" y="3349995"/>
            <a:chExt cx="289254" cy="113948"/>
          </a:xfrm>
        </p:grpSpPr>
        <p:sp>
          <p:nvSpPr>
            <p:cNvPr id="441" name="Oval 440"/>
            <p:cNvSpPr/>
            <p:nvPr/>
          </p:nvSpPr>
          <p:spPr>
            <a:xfrm>
              <a:off x="1800755" y="3376291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42" name="Connector 441"/>
            <p:cNvCxnSpPr/>
            <p:nvPr/>
          </p:nvCxnSpPr>
          <p:spPr>
            <a:xfrm>
              <a:off x="1813903" y="338943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Connector 442"/>
            <p:cNvCxnSpPr/>
            <p:nvPr/>
          </p:nvCxnSpPr>
          <p:spPr>
            <a:xfrm flipV="1">
              <a:off x="1813903" y="338943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4" name="TextBox 443"/>
            <p:cNvSpPr txBox="1"/>
            <p:nvPr/>
          </p:nvSpPr>
          <p:spPr>
            <a:xfrm>
              <a:off x="1897172" y="3349995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G07</a:t>
              </a:r>
            </a:p>
          </p:txBody>
        </p:sp>
      </p:grpSp>
      <p:grpSp>
        <p:nvGrpSpPr>
          <p:cNvPr id="445" name="主灯 G06"/>
          <p:cNvGrpSpPr/>
          <p:nvPr/>
        </p:nvGrpSpPr>
        <p:grpSpPr>
          <a:xfrm>
            <a:off x="1724818" y="4458511"/>
            <a:ext cx="289254" cy="113948"/>
            <a:chOff x="1743720" y="4361740"/>
            <a:chExt cx="289254" cy="113948"/>
          </a:xfrm>
        </p:grpSpPr>
        <p:sp>
          <p:nvSpPr>
            <p:cNvPr id="446" name="Oval 445"/>
            <p:cNvSpPr/>
            <p:nvPr/>
          </p:nvSpPr>
          <p:spPr>
            <a:xfrm>
              <a:off x="1743720" y="4388036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47" name="Connector 446"/>
            <p:cNvCxnSpPr/>
            <p:nvPr/>
          </p:nvCxnSpPr>
          <p:spPr>
            <a:xfrm>
              <a:off x="1756868" y="4401184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Connector 447"/>
            <p:cNvCxnSpPr/>
            <p:nvPr/>
          </p:nvCxnSpPr>
          <p:spPr>
            <a:xfrm flipV="1">
              <a:off x="1756868" y="4401184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9" name="TextBox 448"/>
            <p:cNvSpPr txBox="1"/>
            <p:nvPr/>
          </p:nvSpPr>
          <p:spPr>
            <a:xfrm>
              <a:off x="1840137" y="4361740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G06</a:t>
              </a:r>
            </a:p>
          </p:txBody>
        </p:sp>
      </p:grpSp>
      <p:grpSp>
        <p:nvGrpSpPr>
          <p:cNvPr id="450" name="主灯 G08"/>
          <p:cNvGrpSpPr/>
          <p:nvPr/>
        </p:nvGrpSpPr>
        <p:grpSpPr>
          <a:xfrm>
            <a:off x="2382138" y="4687897"/>
            <a:ext cx="289254" cy="113948"/>
            <a:chOff x="2369862" y="4717587"/>
            <a:chExt cx="289254" cy="113948"/>
          </a:xfrm>
        </p:grpSpPr>
        <p:sp>
          <p:nvSpPr>
            <p:cNvPr id="451" name="Oval 450"/>
            <p:cNvSpPr/>
            <p:nvPr/>
          </p:nvSpPr>
          <p:spPr>
            <a:xfrm>
              <a:off x="2369862" y="4743883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52" name="Connector 451"/>
            <p:cNvCxnSpPr/>
            <p:nvPr/>
          </p:nvCxnSpPr>
          <p:spPr>
            <a:xfrm>
              <a:off x="2383010" y="4757031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Connector 452"/>
            <p:cNvCxnSpPr/>
            <p:nvPr/>
          </p:nvCxnSpPr>
          <p:spPr>
            <a:xfrm flipV="1">
              <a:off x="2383010" y="4757031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4" name="TextBox 453"/>
            <p:cNvSpPr txBox="1"/>
            <p:nvPr/>
          </p:nvSpPr>
          <p:spPr>
            <a:xfrm>
              <a:off x="2466279" y="4717587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 dirty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G08</a:t>
              </a:r>
            </a:p>
          </p:txBody>
        </p:sp>
      </p:grpSp>
      <p:grpSp>
        <p:nvGrpSpPr>
          <p:cNvPr id="455" name="主灯 G15"/>
          <p:cNvGrpSpPr/>
          <p:nvPr/>
        </p:nvGrpSpPr>
        <p:grpSpPr>
          <a:xfrm>
            <a:off x="815652" y="4092643"/>
            <a:ext cx="289254" cy="113948"/>
            <a:chOff x="759252" y="4200555"/>
            <a:chExt cx="289254" cy="113948"/>
          </a:xfrm>
        </p:grpSpPr>
        <p:sp>
          <p:nvSpPr>
            <p:cNvPr id="456" name="Oval 455"/>
            <p:cNvSpPr/>
            <p:nvPr/>
          </p:nvSpPr>
          <p:spPr>
            <a:xfrm>
              <a:off x="759252" y="4226851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57" name="Connector 456"/>
            <p:cNvCxnSpPr/>
            <p:nvPr/>
          </p:nvCxnSpPr>
          <p:spPr>
            <a:xfrm>
              <a:off x="772400" y="423999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Connector 457"/>
            <p:cNvCxnSpPr/>
            <p:nvPr/>
          </p:nvCxnSpPr>
          <p:spPr>
            <a:xfrm flipV="1">
              <a:off x="772400" y="423999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9" name="TextBox 458"/>
            <p:cNvSpPr txBox="1"/>
            <p:nvPr/>
          </p:nvSpPr>
          <p:spPr>
            <a:xfrm>
              <a:off x="855669" y="4200555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G15</a:t>
              </a:r>
            </a:p>
          </p:txBody>
        </p:sp>
      </p:grpSp>
      <p:grpSp>
        <p:nvGrpSpPr>
          <p:cNvPr id="460" name="主灯 G16"/>
          <p:cNvGrpSpPr/>
          <p:nvPr/>
        </p:nvGrpSpPr>
        <p:grpSpPr>
          <a:xfrm>
            <a:off x="655971" y="3315700"/>
            <a:ext cx="289254" cy="113948"/>
            <a:chOff x="727015" y="3667405"/>
            <a:chExt cx="289254" cy="113948"/>
          </a:xfrm>
        </p:grpSpPr>
        <p:sp>
          <p:nvSpPr>
            <p:cNvPr id="461" name="Oval 460"/>
            <p:cNvSpPr/>
            <p:nvPr/>
          </p:nvSpPr>
          <p:spPr>
            <a:xfrm>
              <a:off x="727015" y="3693701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62" name="Connector 461"/>
            <p:cNvCxnSpPr/>
            <p:nvPr/>
          </p:nvCxnSpPr>
          <p:spPr>
            <a:xfrm>
              <a:off x="740163" y="370684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Connector 462"/>
            <p:cNvCxnSpPr/>
            <p:nvPr/>
          </p:nvCxnSpPr>
          <p:spPr>
            <a:xfrm flipV="1">
              <a:off x="740163" y="370684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4" name="TextBox 463"/>
            <p:cNvSpPr txBox="1"/>
            <p:nvPr/>
          </p:nvSpPr>
          <p:spPr>
            <a:xfrm>
              <a:off x="823432" y="3667405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G16</a:t>
              </a:r>
            </a:p>
          </p:txBody>
        </p:sp>
      </p:grpSp>
      <p:grpSp>
        <p:nvGrpSpPr>
          <p:cNvPr id="465" name="壁灯 G25"/>
          <p:cNvGrpSpPr/>
          <p:nvPr/>
        </p:nvGrpSpPr>
        <p:grpSpPr>
          <a:xfrm>
            <a:off x="2386579" y="4957484"/>
            <a:ext cx="268218" cy="86250"/>
            <a:chOff x="2386579" y="4957484"/>
            <a:chExt cx="268218" cy="86250"/>
          </a:xfrm>
        </p:grpSpPr>
        <p:sp>
          <p:nvSpPr>
            <p:cNvPr id="466" name="Isosceles Triangle 465"/>
            <p:cNvSpPr/>
            <p:nvPr/>
          </p:nvSpPr>
          <p:spPr>
            <a:xfrm>
              <a:off x="2386579" y="4983780"/>
              <a:ext cx="66616" cy="59954"/>
            </a:xfrm>
            <a:prstGeom prst="triangle">
              <a:avLst/>
            </a:prstGeom>
            <a:solidFill>
              <a:srgbClr val="F0A8A8"/>
            </a:solidFill>
            <a:ln w="1016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7" name="TextBox 466"/>
            <p:cNvSpPr txBox="1"/>
            <p:nvPr/>
          </p:nvSpPr>
          <p:spPr>
            <a:xfrm>
              <a:off x="2461960" y="4957484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G25</a:t>
              </a:r>
            </a:p>
          </p:txBody>
        </p:sp>
      </p:grpSp>
      <p:grpSp>
        <p:nvGrpSpPr>
          <p:cNvPr id="468" name="壁灯 G26_1"/>
          <p:cNvGrpSpPr/>
          <p:nvPr/>
        </p:nvGrpSpPr>
        <p:grpSpPr>
          <a:xfrm>
            <a:off x="2143439" y="843064"/>
            <a:ext cx="268218" cy="86250"/>
            <a:chOff x="1266964" y="2951351"/>
            <a:chExt cx="268218" cy="86250"/>
          </a:xfrm>
        </p:grpSpPr>
        <p:sp>
          <p:nvSpPr>
            <p:cNvPr id="469" name="Isosceles Triangle 468"/>
            <p:cNvSpPr/>
            <p:nvPr/>
          </p:nvSpPr>
          <p:spPr>
            <a:xfrm>
              <a:off x="1266964" y="2977647"/>
              <a:ext cx="66616" cy="59954"/>
            </a:xfrm>
            <a:prstGeom prst="triangle">
              <a:avLst/>
            </a:prstGeom>
            <a:solidFill>
              <a:srgbClr val="F0A8A8"/>
            </a:solidFill>
            <a:ln w="1016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0" name="TextBox 469"/>
            <p:cNvSpPr txBox="1"/>
            <p:nvPr/>
          </p:nvSpPr>
          <p:spPr>
            <a:xfrm>
              <a:off x="1342345" y="2951351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 dirty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G26_1</a:t>
              </a:r>
            </a:p>
          </p:txBody>
        </p:sp>
      </p:grpSp>
      <p:grpSp>
        <p:nvGrpSpPr>
          <p:cNvPr id="471" name="壁灯 G26_2"/>
          <p:cNvGrpSpPr/>
          <p:nvPr/>
        </p:nvGrpSpPr>
        <p:grpSpPr>
          <a:xfrm>
            <a:off x="1689764" y="2154105"/>
            <a:ext cx="268218" cy="86250"/>
            <a:chOff x="1689764" y="2154105"/>
            <a:chExt cx="268218" cy="86250"/>
          </a:xfrm>
        </p:grpSpPr>
        <p:sp>
          <p:nvSpPr>
            <p:cNvPr id="472" name="Isosceles Triangle 471"/>
            <p:cNvSpPr/>
            <p:nvPr/>
          </p:nvSpPr>
          <p:spPr>
            <a:xfrm>
              <a:off x="1689764" y="2180401"/>
              <a:ext cx="66616" cy="59954"/>
            </a:xfrm>
            <a:prstGeom prst="triangle">
              <a:avLst/>
            </a:prstGeom>
            <a:solidFill>
              <a:srgbClr val="F0A8A8"/>
            </a:solidFill>
            <a:ln w="1016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3" name="TextBox 472"/>
            <p:cNvSpPr txBox="1"/>
            <p:nvPr/>
          </p:nvSpPr>
          <p:spPr>
            <a:xfrm>
              <a:off x="1765145" y="2154105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G26_2</a:t>
              </a:r>
            </a:p>
          </p:txBody>
        </p:sp>
      </p:grpSp>
      <p:grpSp>
        <p:nvGrpSpPr>
          <p:cNvPr id="474" name="壁灯 G26_3"/>
          <p:cNvGrpSpPr/>
          <p:nvPr/>
        </p:nvGrpSpPr>
        <p:grpSpPr>
          <a:xfrm>
            <a:off x="1689764" y="1462250"/>
            <a:ext cx="268218" cy="86250"/>
            <a:chOff x="1689764" y="1462250"/>
            <a:chExt cx="268218" cy="86250"/>
          </a:xfrm>
        </p:grpSpPr>
        <p:sp>
          <p:nvSpPr>
            <p:cNvPr id="475" name="Isosceles Triangle 474"/>
            <p:cNvSpPr/>
            <p:nvPr/>
          </p:nvSpPr>
          <p:spPr>
            <a:xfrm>
              <a:off x="1689764" y="1488546"/>
              <a:ext cx="66616" cy="59954"/>
            </a:xfrm>
            <a:prstGeom prst="triangle">
              <a:avLst/>
            </a:prstGeom>
            <a:solidFill>
              <a:srgbClr val="F0A8A8"/>
            </a:solidFill>
            <a:ln w="1016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6" name="TextBox 475"/>
            <p:cNvSpPr txBox="1"/>
            <p:nvPr/>
          </p:nvSpPr>
          <p:spPr>
            <a:xfrm>
              <a:off x="1765145" y="1462250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G26_3</a:t>
              </a:r>
            </a:p>
          </p:txBody>
        </p:sp>
      </p:grpSp>
      <p:grpSp>
        <p:nvGrpSpPr>
          <p:cNvPr id="477" name="射灯 GU10_GF_起居室_1"/>
          <p:cNvGrpSpPr/>
          <p:nvPr/>
        </p:nvGrpSpPr>
        <p:grpSpPr>
          <a:xfrm>
            <a:off x="2000513" y="4197049"/>
            <a:ext cx="59604" cy="59604"/>
            <a:chOff x="2000513" y="4216574"/>
            <a:chExt cx="59604" cy="59604"/>
          </a:xfrm>
        </p:grpSpPr>
        <p:sp>
          <p:nvSpPr>
            <p:cNvPr id="478" name="Oval 477"/>
            <p:cNvSpPr/>
            <p:nvPr/>
          </p:nvSpPr>
          <p:spPr>
            <a:xfrm>
              <a:off x="2000513" y="4216574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79" name="Connector 478"/>
            <p:cNvCxnSpPr/>
            <p:nvPr/>
          </p:nvCxnSpPr>
          <p:spPr>
            <a:xfrm>
              <a:off x="2000513" y="4246376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Connector 479"/>
            <p:cNvCxnSpPr/>
            <p:nvPr/>
          </p:nvCxnSpPr>
          <p:spPr>
            <a:xfrm>
              <a:off x="2030315" y="4216574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1" name="射灯 GU10_GF_起居室_2"/>
          <p:cNvGrpSpPr/>
          <p:nvPr/>
        </p:nvGrpSpPr>
        <p:grpSpPr>
          <a:xfrm>
            <a:off x="2000513" y="4502060"/>
            <a:ext cx="59604" cy="59604"/>
            <a:chOff x="2000513" y="4521585"/>
            <a:chExt cx="59604" cy="59604"/>
          </a:xfrm>
        </p:grpSpPr>
        <p:sp>
          <p:nvSpPr>
            <p:cNvPr id="482" name="Oval 481"/>
            <p:cNvSpPr/>
            <p:nvPr/>
          </p:nvSpPr>
          <p:spPr>
            <a:xfrm>
              <a:off x="2000513" y="452158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83" name="Connector 482"/>
            <p:cNvCxnSpPr/>
            <p:nvPr/>
          </p:nvCxnSpPr>
          <p:spPr>
            <a:xfrm>
              <a:off x="2000513" y="455138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Connector 483"/>
            <p:cNvCxnSpPr/>
            <p:nvPr/>
          </p:nvCxnSpPr>
          <p:spPr>
            <a:xfrm>
              <a:off x="2030315" y="452158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5" name="射灯 GU10_GF_起居室_3"/>
          <p:cNvGrpSpPr/>
          <p:nvPr/>
        </p:nvGrpSpPr>
        <p:grpSpPr>
          <a:xfrm>
            <a:off x="2000513" y="4808560"/>
            <a:ext cx="59604" cy="59604"/>
            <a:chOff x="2000513" y="4828085"/>
            <a:chExt cx="59604" cy="59604"/>
          </a:xfrm>
        </p:grpSpPr>
        <p:sp>
          <p:nvSpPr>
            <p:cNvPr id="486" name="Oval 485"/>
            <p:cNvSpPr/>
            <p:nvPr/>
          </p:nvSpPr>
          <p:spPr>
            <a:xfrm>
              <a:off x="2000513" y="482808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87" name="Connector 486"/>
            <p:cNvCxnSpPr/>
            <p:nvPr/>
          </p:nvCxnSpPr>
          <p:spPr>
            <a:xfrm>
              <a:off x="2000513" y="485788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Connector 487"/>
            <p:cNvCxnSpPr/>
            <p:nvPr/>
          </p:nvCxnSpPr>
          <p:spPr>
            <a:xfrm>
              <a:off x="2030315" y="482808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9" name="射灯 GU10_GF_起居室_4"/>
          <p:cNvGrpSpPr/>
          <p:nvPr/>
        </p:nvGrpSpPr>
        <p:grpSpPr>
          <a:xfrm>
            <a:off x="1746993" y="4805054"/>
            <a:ext cx="59604" cy="59604"/>
            <a:chOff x="1780062" y="4828085"/>
            <a:chExt cx="59604" cy="59604"/>
          </a:xfrm>
        </p:grpSpPr>
        <p:sp>
          <p:nvSpPr>
            <p:cNvPr id="490" name="Oval 489"/>
            <p:cNvSpPr/>
            <p:nvPr/>
          </p:nvSpPr>
          <p:spPr>
            <a:xfrm>
              <a:off x="1780062" y="482808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1" name="Connector 490"/>
            <p:cNvCxnSpPr/>
            <p:nvPr/>
          </p:nvCxnSpPr>
          <p:spPr>
            <a:xfrm>
              <a:off x="1780062" y="485788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Connector 491"/>
            <p:cNvCxnSpPr/>
            <p:nvPr/>
          </p:nvCxnSpPr>
          <p:spPr>
            <a:xfrm>
              <a:off x="1809864" y="482808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3" name="射灯 GU10_GF_起居室_5"/>
          <p:cNvGrpSpPr/>
          <p:nvPr/>
        </p:nvGrpSpPr>
        <p:grpSpPr>
          <a:xfrm>
            <a:off x="1475578" y="4498554"/>
            <a:ext cx="59604" cy="59604"/>
            <a:chOff x="1562090" y="4521585"/>
            <a:chExt cx="59604" cy="59604"/>
          </a:xfrm>
        </p:grpSpPr>
        <p:sp>
          <p:nvSpPr>
            <p:cNvPr id="494" name="Oval 493"/>
            <p:cNvSpPr/>
            <p:nvPr/>
          </p:nvSpPr>
          <p:spPr>
            <a:xfrm>
              <a:off x="1562090" y="452158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5" name="Connector 494"/>
            <p:cNvCxnSpPr/>
            <p:nvPr/>
          </p:nvCxnSpPr>
          <p:spPr>
            <a:xfrm>
              <a:off x="1562090" y="455138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Connector 495"/>
            <p:cNvCxnSpPr/>
            <p:nvPr/>
          </p:nvCxnSpPr>
          <p:spPr>
            <a:xfrm>
              <a:off x="1591892" y="452158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7" name="射灯 GU10_GF_起居室_6"/>
          <p:cNvGrpSpPr/>
          <p:nvPr/>
        </p:nvGrpSpPr>
        <p:grpSpPr>
          <a:xfrm>
            <a:off x="1475578" y="4193543"/>
            <a:ext cx="59604" cy="59604"/>
            <a:chOff x="1562090" y="4216574"/>
            <a:chExt cx="59604" cy="59604"/>
          </a:xfrm>
        </p:grpSpPr>
        <p:sp>
          <p:nvSpPr>
            <p:cNvPr id="498" name="Oval 497"/>
            <p:cNvSpPr/>
            <p:nvPr/>
          </p:nvSpPr>
          <p:spPr>
            <a:xfrm>
              <a:off x="1562090" y="4216574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9" name="Connector 498"/>
            <p:cNvCxnSpPr/>
            <p:nvPr/>
          </p:nvCxnSpPr>
          <p:spPr>
            <a:xfrm>
              <a:off x="1562090" y="4246376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Connector 499"/>
            <p:cNvCxnSpPr/>
            <p:nvPr/>
          </p:nvCxnSpPr>
          <p:spPr>
            <a:xfrm>
              <a:off x="1591892" y="4216574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1" name="射灯 GU10_GF_起居室_7"/>
          <p:cNvGrpSpPr/>
          <p:nvPr/>
        </p:nvGrpSpPr>
        <p:grpSpPr>
          <a:xfrm>
            <a:off x="1742033" y="4193543"/>
            <a:ext cx="59604" cy="59604"/>
            <a:chOff x="1775102" y="4216574"/>
            <a:chExt cx="59604" cy="59604"/>
          </a:xfrm>
        </p:grpSpPr>
        <p:sp>
          <p:nvSpPr>
            <p:cNvPr id="502" name="Oval 501"/>
            <p:cNvSpPr/>
            <p:nvPr/>
          </p:nvSpPr>
          <p:spPr>
            <a:xfrm>
              <a:off x="1775102" y="4216574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03" name="Connector 502"/>
            <p:cNvCxnSpPr/>
            <p:nvPr/>
          </p:nvCxnSpPr>
          <p:spPr>
            <a:xfrm>
              <a:off x="1775102" y="4246376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Connector 503"/>
            <p:cNvCxnSpPr/>
            <p:nvPr/>
          </p:nvCxnSpPr>
          <p:spPr>
            <a:xfrm>
              <a:off x="1804904" y="4216574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5" name="射灯 GU10_GF_电梯井_1"/>
          <p:cNvGrpSpPr/>
          <p:nvPr/>
        </p:nvGrpSpPr>
        <p:grpSpPr>
          <a:xfrm>
            <a:off x="1475578" y="4805054"/>
            <a:ext cx="59604" cy="59604"/>
            <a:chOff x="1562090" y="4828085"/>
            <a:chExt cx="59604" cy="59604"/>
          </a:xfrm>
        </p:grpSpPr>
        <p:sp>
          <p:nvSpPr>
            <p:cNvPr id="506" name="Oval 505"/>
            <p:cNvSpPr/>
            <p:nvPr/>
          </p:nvSpPr>
          <p:spPr>
            <a:xfrm>
              <a:off x="1562090" y="482808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07" name="Connector 506"/>
            <p:cNvCxnSpPr/>
            <p:nvPr/>
          </p:nvCxnSpPr>
          <p:spPr>
            <a:xfrm>
              <a:off x="1562090" y="485788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Connector 507"/>
            <p:cNvCxnSpPr/>
            <p:nvPr/>
          </p:nvCxnSpPr>
          <p:spPr>
            <a:xfrm>
              <a:off x="1591892" y="482808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9" name="射灯 GU10_GF_餐厅_1"/>
          <p:cNvGrpSpPr/>
          <p:nvPr/>
        </p:nvGrpSpPr>
        <p:grpSpPr>
          <a:xfrm>
            <a:off x="1934514" y="3511080"/>
            <a:ext cx="59604" cy="59604"/>
            <a:chOff x="1953646" y="3511080"/>
            <a:chExt cx="59604" cy="59604"/>
          </a:xfrm>
        </p:grpSpPr>
        <p:sp>
          <p:nvSpPr>
            <p:cNvPr id="510" name="Oval 509"/>
            <p:cNvSpPr/>
            <p:nvPr/>
          </p:nvSpPr>
          <p:spPr>
            <a:xfrm>
              <a:off x="1953646" y="3511080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11" name="Connector 510"/>
            <p:cNvCxnSpPr/>
            <p:nvPr/>
          </p:nvCxnSpPr>
          <p:spPr>
            <a:xfrm>
              <a:off x="1953646" y="3540882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Connector 511"/>
            <p:cNvCxnSpPr/>
            <p:nvPr/>
          </p:nvCxnSpPr>
          <p:spPr>
            <a:xfrm>
              <a:off x="1983448" y="3511080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3" name="射灯 GU10_GF_餐厅_2"/>
          <p:cNvGrpSpPr/>
          <p:nvPr/>
        </p:nvGrpSpPr>
        <p:grpSpPr>
          <a:xfrm>
            <a:off x="1934514" y="3817579"/>
            <a:ext cx="59604" cy="59604"/>
            <a:chOff x="1953646" y="3817579"/>
            <a:chExt cx="59604" cy="59604"/>
          </a:xfrm>
        </p:grpSpPr>
        <p:sp>
          <p:nvSpPr>
            <p:cNvPr id="514" name="Oval 513"/>
            <p:cNvSpPr/>
            <p:nvPr/>
          </p:nvSpPr>
          <p:spPr>
            <a:xfrm>
              <a:off x="1953646" y="3817579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15" name="Connector 514"/>
            <p:cNvCxnSpPr/>
            <p:nvPr/>
          </p:nvCxnSpPr>
          <p:spPr>
            <a:xfrm>
              <a:off x="1953646" y="3847381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Connector 515"/>
            <p:cNvCxnSpPr/>
            <p:nvPr/>
          </p:nvCxnSpPr>
          <p:spPr>
            <a:xfrm>
              <a:off x="1983448" y="3817579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7" name="射灯 GU10_GF_餐厅_3"/>
          <p:cNvGrpSpPr/>
          <p:nvPr/>
        </p:nvGrpSpPr>
        <p:grpSpPr>
          <a:xfrm>
            <a:off x="1695939" y="3811391"/>
            <a:ext cx="59604" cy="59604"/>
            <a:chOff x="1733442" y="3817579"/>
            <a:chExt cx="59604" cy="59604"/>
          </a:xfrm>
        </p:grpSpPr>
        <p:sp>
          <p:nvSpPr>
            <p:cNvPr id="518" name="Oval 517"/>
            <p:cNvSpPr/>
            <p:nvPr/>
          </p:nvSpPr>
          <p:spPr>
            <a:xfrm>
              <a:off x="1733442" y="3817579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19" name="Connector 518"/>
            <p:cNvCxnSpPr/>
            <p:nvPr/>
          </p:nvCxnSpPr>
          <p:spPr>
            <a:xfrm>
              <a:off x="1733442" y="3847381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Connector 519"/>
            <p:cNvCxnSpPr/>
            <p:nvPr/>
          </p:nvCxnSpPr>
          <p:spPr>
            <a:xfrm>
              <a:off x="1763244" y="3817579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1" name="射灯 GU10_GF_餐厅_4"/>
          <p:cNvGrpSpPr/>
          <p:nvPr/>
        </p:nvGrpSpPr>
        <p:grpSpPr>
          <a:xfrm>
            <a:off x="1475578" y="3817579"/>
            <a:ext cx="59604" cy="59604"/>
            <a:chOff x="1515223" y="3817579"/>
            <a:chExt cx="59604" cy="59604"/>
          </a:xfrm>
        </p:grpSpPr>
        <p:sp>
          <p:nvSpPr>
            <p:cNvPr id="522" name="Oval 521"/>
            <p:cNvSpPr/>
            <p:nvPr/>
          </p:nvSpPr>
          <p:spPr>
            <a:xfrm>
              <a:off x="1515223" y="3817579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3" name="Connector 522"/>
            <p:cNvCxnSpPr/>
            <p:nvPr/>
          </p:nvCxnSpPr>
          <p:spPr>
            <a:xfrm>
              <a:off x="1515223" y="3847381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Connector 523"/>
            <p:cNvCxnSpPr/>
            <p:nvPr/>
          </p:nvCxnSpPr>
          <p:spPr>
            <a:xfrm>
              <a:off x="1545025" y="3817579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5" name="射灯 GU10_GF_餐厅_5"/>
          <p:cNvGrpSpPr/>
          <p:nvPr/>
        </p:nvGrpSpPr>
        <p:grpSpPr>
          <a:xfrm>
            <a:off x="1475578" y="3511080"/>
            <a:ext cx="59604" cy="59604"/>
            <a:chOff x="1515223" y="3511080"/>
            <a:chExt cx="59604" cy="59604"/>
          </a:xfrm>
        </p:grpSpPr>
        <p:sp>
          <p:nvSpPr>
            <p:cNvPr id="526" name="Oval 525"/>
            <p:cNvSpPr/>
            <p:nvPr/>
          </p:nvSpPr>
          <p:spPr>
            <a:xfrm>
              <a:off x="1515223" y="3511080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7" name="Connector 526"/>
            <p:cNvCxnSpPr/>
            <p:nvPr/>
          </p:nvCxnSpPr>
          <p:spPr>
            <a:xfrm>
              <a:off x="1515223" y="3540882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Connector 527"/>
            <p:cNvCxnSpPr/>
            <p:nvPr/>
          </p:nvCxnSpPr>
          <p:spPr>
            <a:xfrm>
              <a:off x="1545025" y="3511080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9" name="射灯 GU10_GF_餐厅_6"/>
          <p:cNvGrpSpPr/>
          <p:nvPr/>
        </p:nvGrpSpPr>
        <p:grpSpPr>
          <a:xfrm>
            <a:off x="1475578" y="3206068"/>
            <a:ext cx="59604" cy="59604"/>
            <a:chOff x="1515223" y="3206068"/>
            <a:chExt cx="59604" cy="59604"/>
          </a:xfrm>
        </p:grpSpPr>
        <p:sp>
          <p:nvSpPr>
            <p:cNvPr id="530" name="Oval 529"/>
            <p:cNvSpPr/>
            <p:nvPr/>
          </p:nvSpPr>
          <p:spPr>
            <a:xfrm>
              <a:off x="1515223" y="3206068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31" name="Connector 530"/>
            <p:cNvCxnSpPr/>
            <p:nvPr/>
          </p:nvCxnSpPr>
          <p:spPr>
            <a:xfrm>
              <a:off x="1515223" y="3235870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Connector 531"/>
            <p:cNvCxnSpPr/>
            <p:nvPr/>
          </p:nvCxnSpPr>
          <p:spPr>
            <a:xfrm>
              <a:off x="1545025" y="3206068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3" name="射灯 GU10_GF_餐厅_7"/>
          <p:cNvGrpSpPr/>
          <p:nvPr/>
        </p:nvGrpSpPr>
        <p:grpSpPr>
          <a:xfrm>
            <a:off x="1712509" y="3199880"/>
            <a:ext cx="59604" cy="59604"/>
            <a:chOff x="1728235" y="3206068"/>
            <a:chExt cx="59604" cy="59604"/>
          </a:xfrm>
        </p:grpSpPr>
        <p:sp>
          <p:nvSpPr>
            <p:cNvPr id="534" name="Oval 533"/>
            <p:cNvSpPr/>
            <p:nvPr/>
          </p:nvSpPr>
          <p:spPr>
            <a:xfrm>
              <a:off x="1728235" y="3206068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35" name="Connector 534"/>
            <p:cNvCxnSpPr/>
            <p:nvPr/>
          </p:nvCxnSpPr>
          <p:spPr>
            <a:xfrm>
              <a:off x="1728235" y="3235870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Connector 535"/>
            <p:cNvCxnSpPr/>
            <p:nvPr/>
          </p:nvCxnSpPr>
          <p:spPr>
            <a:xfrm>
              <a:off x="1758037" y="3206068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1" name="射灯 GU10_GF_餐厅_9"/>
          <p:cNvGrpSpPr/>
          <p:nvPr/>
        </p:nvGrpSpPr>
        <p:grpSpPr>
          <a:xfrm>
            <a:off x="1934514" y="3206068"/>
            <a:ext cx="59604" cy="59604"/>
            <a:chOff x="1953646" y="3206068"/>
            <a:chExt cx="59604" cy="59604"/>
          </a:xfrm>
        </p:grpSpPr>
        <p:sp>
          <p:nvSpPr>
            <p:cNvPr id="542" name="Oval 541"/>
            <p:cNvSpPr/>
            <p:nvPr/>
          </p:nvSpPr>
          <p:spPr>
            <a:xfrm>
              <a:off x="1953646" y="3206068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43" name="Connector 542"/>
            <p:cNvCxnSpPr/>
            <p:nvPr/>
          </p:nvCxnSpPr>
          <p:spPr>
            <a:xfrm>
              <a:off x="1953646" y="3235870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Connector 543"/>
            <p:cNvCxnSpPr/>
            <p:nvPr/>
          </p:nvCxnSpPr>
          <p:spPr>
            <a:xfrm>
              <a:off x="1983448" y="3206068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0" name="主灯位待选 主灯待选_厨房"/>
          <p:cNvGrpSpPr/>
          <p:nvPr/>
        </p:nvGrpSpPr>
        <p:grpSpPr>
          <a:xfrm>
            <a:off x="2088160" y="1625316"/>
            <a:ext cx="289254" cy="113948"/>
            <a:chOff x="2088160" y="1625316"/>
            <a:chExt cx="289254" cy="113948"/>
          </a:xfrm>
        </p:grpSpPr>
        <p:sp>
          <p:nvSpPr>
            <p:cNvPr id="551" name="Oval 550"/>
            <p:cNvSpPr/>
            <p:nvPr/>
          </p:nvSpPr>
          <p:spPr>
            <a:xfrm>
              <a:off x="2088160" y="1651612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52" name="Connector 551"/>
            <p:cNvCxnSpPr/>
            <p:nvPr/>
          </p:nvCxnSpPr>
          <p:spPr>
            <a:xfrm>
              <a:off x="2101308" y="1664760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Connector 552"/>
            <p:cNvCxnSpPr/>
            <p:nvPr/>
          </p:nvCxnSpPr>
          <p:spPr>
            <a:xfrm flipV="1">
              <a:off x="2101308" y="1664760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4" name="TextBox 553"/>
            <p:cNvSpPr txBox="1"/>
            <p:nvPr/>
          </p:nvSpPr>
          <p:spPr>
            <a:xfrm>
              <a:off x="2184577" y="1625316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待选</a:t>
              </a:r>
            </a:p>
          </p:txBody>
        </p:sp>
      </p:grpSp>
      <p:grpSp>
        <p:nvGrpSpPr>
          <p:cNvPr id="555" name="主灯位待选 主灯待选_厨房吧台区"/>
          <p:cNvGrpSpPr/>
          <p:nvPr/>
        </p:nvGrpSpPr>
        <p:grpSpPr>
          <a:xfrm>
            <a:off x="2102265" y="2381711"/>
            <a:ext cx="289254" cy="113948"/>
            <a:chOff x="2212148" y="2348168"/>
            <a:chExt cx="289254" cy="113948"/>
          </a:xfrm>
        </p:grpSpPr>
        <p:sp>
          <p:nvSpPr>
            <p:cNvPr id="556" name="Oval 555"/>
            <p:cNvSpPr/>
            <p:nvPr/>
          </p:nvSpPr>
          <p:spPr>
            <a:xfrm>
              <a:off x="2212148" y="2374464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57" name="Connector 556"/>
            <p:cNvCxnSpPr/>
            <p:nvPr/>
          </p:nvCxnSpPr>
          <p:spPr>
            <a:xfrm>
              <a:off x="2225296" y="2387612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Connector 557"/>
            <p:cNvCxnSpPr/>
            <p:nvPr/>
          </p:nvCxnSpPr>
          <p:spPr>
            <a:xfrm flipV="1">
              <a:off x="2225296" y="2387612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9" name="TextBox 558"/>
            <p:cNvSpPr txBox="1"/>
            <p:nvPr/>
          </p:nvSpPr>
          <p:spPr>
            <a:xfrm>
              <a:off x="2308565" y="2348168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待选</a:t>
              </a:r>
            </a:p>
          </p:txBody>
        </p:sp>
      </p:grpSp>
      <p:grpSp>
        <p:nvGrpSpPr>
          <p:cNvPr id="560" name="射灯 GU10_GF_储物间_1"/>
          <p:cNvGrpSpPr/>
          <p:nvPr/>
        </p:nvGrpSpPr>
        <p:grpSpPr>
          <a:xfrm>
            <a:off x="2387413" y="4430037"/>
            <a:ext cx="59604" cy="59604"/>
            <a:chOff x="2373967" y="4453144"/>
            <a:chExt cx="59604" cy="59604"/>
          </a:xfrm>
        </p:grpSpPr>
        <p:sp>
          <p:nvSpPr>
            <p:cNvPr id="561" name="Oval 560"/>
            <p:cNvSpPr/>
            <p:nvPr/>
          </p:nvSpPr>
          <p:spPr>
            <a:xfrm>
              <a:off x="2373967" y="4453144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62" name="Connector 561"/>
            <p:cNvCxnSpPr/>
            <p:nvPr/>
          </p:nvCxnSpPr>
          <p:spPr>
            <a:xfrm>
              <a:off x="2373967" y="4482946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Connector 562"/>
            <p:cNvCxnSpPr/>
            <p:nvPr/>
          </p:nvCxnSpPr>
          <p:spPr>
            <a:xfrm>
              <a:off x="2403769" y="4453144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2" name="射灯 GU10_GF_客厅_1"/>
          <p:cNvGrpSpPr/>
          <p:nvPr/>
        </p:nvGrpSpPr>
        <p:grpSpPr>
          <a:xfrm>
            <a:off x="1111620" y="4131853"/>
            <a:ext cx="59604" cy="59604"/>
            <a:chOff x="1114988" y="4179625"/>
            <a:chExt cx="59604" cy="59604"/>
          </a:xfrm>
        </p:grpSpPr>
        <p:sp>
          <p:nvSpPr>
            <p:cNvPr id="573" name="Oval 572"/>
            <p:cNvSpPr/>
            <p:nvPr/>
          </p:nvSpPr>
          <p:spPr>
            <a:xfrm>
              <a:off x="1114988" y="417962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74" name="Connector 573"/>
            <p:cNvCxnSpPr/>
            <p:nvPr/>
          </p:nvCxnSpPr>
          <p:spPr>
            <a:xfrm>
              <a:off x="1114988" y="420942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Connector 574"/>
            <p:cNvCxnSpPr/>
            <p:nvPr/>
          </p:nvCxnSpPr>
          <p:spPr>
            <a:xfrm>
              <a:off x="1144790" y="417962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6" name="射灯 GU10_GF_客厅_2"/>
          <p:cNvGrpSpPr/>
          <p:nvPr/>
        </p:nvGrpSpPr>
        <p:grpSpPr>
          <a:xfrm>
            <a:off x="1107795" y="4403529"/>
            <a:ext cx="59604" cy="59604"/>
            <a:chOff x="1122923" y="4459839"/>
            <a:chExt cx="59604" cy="59604"/>
          </a:xfrm>
        </p:grpSpPr>
        <p:sp>
          <p:nvSpPr>
            <p:cNvPr id="577" name="Oval 576"/>
            <p:cNvSpPr/>
            <p:nvPr/>
          </p:nvSpPr>
          <p:spPr>
            <a:xfrm>
              <a:off x="1122923" y="4459839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78" name="Connector 577"/>
            <p:cNvCxnSpPr/>
            <p:nvPr/>
          </p:nvCxnSpPr>
          <p:spPr>
            <a:xfrm>
              <a:off x="1122923" y="4489641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Connector 578"/>
            <p:cNvCxnSpPr/>
            <p:nvPr/>
          </p:nvCxnSpPr>
          <p:spPr>
            <a:xfrm>
              <a:off x="1152725" y="4459839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0" name="射灯 GU10_GF_客厅_3"/>
          <p:cNvGrpSpPr/>
          <p:nvPr/>
        </p:nvGrpSpPr>
        <p:grpSpPr>
          <a:xfrm>
            <a:off x="830552" y="4398827"/>
            <a:ext cx="59604" cy="59604"/>
            <a:chOff x="839734" y="4476949"/>
            <a:chExt cx="59604" cy="59604"/>
          </a:xfrm>
        </p:grpSpPr>
        <p:sp>
          <p:nvSpPr>
            <p:cNvPr id="581" name="Oval 580"/>
            <p:cNvSpPr/>
            <p:nvPr/>
          </p:nvSpPr>
          <p:spPr>
            <a:xfrm>
              <a:off x="839734" y="4476949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82" name="Connector 581"/>
            <p:cNvCxnSpPr/>
            <p:nvPr/>
          </p:nvCxnSpPr>
          <p:spPr>
            <a:xfrm>
              <a:off x="839734" y="4506751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Connector 582"/>
            <p:cNvCxnSpPr/>
            <p:nvPr/>
          </p:nvCxnSpPr>
          <p:spPr>
            <a:xfrm>
              <a:off x="869536" y="4476949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4" name="射灯 GU10_GF_客厅_4"/>
          <p:cNvGrpSpPr/>
          <p:nvPr/>
        </p:nvGrpSpPr>
        <p:grpSpPr>
          <a:xfrm>
            <a:off x="567162" y="4400235"/>
            <a:ext cx="59604" cy="59604"/>
            <a:chOff x="606388" y="4472486"/>
            <a:chExt cx="59604" cy="59604"/>
          </a:xfrm>
        </p:grpSpPr>
        <p:sp>
          <p:nvSpPr>
            <p:cNvPr id="585" name="Oval 584"/>
            <p:cNvSpPr/>
            <p:nvPr/>
          </p:nvSpPr>
          <p:spPr>
            <a:xfrm>
              <a:off x="606388" y="4472486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86" name="Connector 585"/>
            <p:cNvCxnSpPr/>
            <p:nvPr/>
          </p:nvCxnSpPr>
          <p:spPr>
            <a:xfrm>
              <a:off x="606388" y="4502288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Connector 586"/>
            <p:cNvCxnSpPr/>
            <p:nvPr/>
          </p:nvCxnSpPr>
          <p:spPr>
            <a:xfrm>
              <a:off x="636190" y="4472486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8" name="射灯 GU10_GF_客厅_5"/>
          <p:cNvGrpSpPr/>
          <p:nvPr/>
        </p:nvGrpSpPr>
        <p:grpSpPr>
          <a:xfrm>
            <a:off x="567162" y="4137445"/>
            <a:ext cx="59604" cy="59604"/>
            <a:chOff x="606388" y="4217814"/>
            <a:chExt cx="59604" cy="59604"/>
          </a:xfrm>
        </p:grpSpPr>
        <p:sp>
          <p:nvSpPr>
            <p:cNvPr id="589" name="Oval 588"/>
            <p:cNvSpPr/>
            <p:nvPr/>
          </p:nvSpPr>
          <p:spPr>
            <a:xfrm>
              <a:off x="606388" y="4217814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0" name="Connector 589"/>
            <p:cNvCxnSpPr/>
            <p:nvPr/>
          </p:nvCxnSpPr>
          <p:spPr>
            <a:xfrm>
              <a:off x="606388" y="4247616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Connector 590"/>
            <p:cNvCxnSpPr/>
            <p:nvPr/>
          </p:nvCxnSpPr>
          <p:spPr>
            <a:xfrm>
              <a:off x="636190" y="4217814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2" name="射灯 GU10_GF_客厅_6"/>
          <p:cNvGrpSpPr/>
          <p:nvPr/>
        </p:nvGrpSpPr>
        <p:grpSpPr>
          <a:xfrm>
            <a:off x="571513" y="3834607"/>
            <a:ext cx="59604" cy="59604"/>
            <a:chOff x="614323" y="3852296"/>
            <a:chExt cx="59604" cy="59604"/>
          </a:xfrm>
        </p:grpSpPr>
        <p:sp>
          <p:nvSpPr>
            <p:cNvPr id="593" name="Oval 592"/>
            <p:cNvSpPr/>
            <p:nvPr/>
          </p:nvSpPr>
          <p:spPr>
            <a:xfrm>
              <a:off x="614323" y="3852296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4" name="Connector 593"/>
            <p:cNvCxnSpPr/>
            <p:nvPr/>
          </p:nvCxnSpPr>
          <p:spPr>
            <a:xfrm>
              <a:off x="614323" y="3882098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Connector 594"/>
            <p:cNvCxnSpPr/>
            <p:nvPr/>
          </p:nvCxnSpPr>
          <p:spPr>
            <a:xfrm>
              <a:off x="644125" y="3852296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6" name="射灯 GU10_GF_客厅_7"/>
          <p:cNvGrpSpPr/>
          <p:nvPr/>
        </p:nvGrpSpPr>
        <p:grpSpPr>
          <a:xfrm>
            <a:off x="820493" y="3825898"/>
            <a:ext cx="59604" cy="59604"/>
            <a:chOff x="839734" y="3854032"/>
            <a:chExt cx="59604" cy="59604"/>
          </a:xfrm>
        </p:grpSpPr>
        <p:sp>
          <p:nvSpPr>
            <p:cNvPr id="597" name="Oval 596"/>
            <p:cNvSpPr/>
            <p:nvPr/>
          </p:nvSpPr>
          <p:spPr>
            <a:xfrm>
              <a:off x="839734" y="3854032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8" name="Connector 597"/>
            <p:cNvCxnSpPr/>
            <p:nvPr/>
          </p:nvCxnSpPr>
          <p:spPr>
            <a:xfrm>
              <a:off x="839734" y="3883834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Connector 598"/>
            <p:cNvCxnSpPr/>
            <p:nvPr/>
          </p:nvCxnSpPr>
          <p:spPr>
            <a:xfrm>
              <a:off x="869536" y="3854032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2" name="射灯 GU10_GF_客厅_11"/>
          <p:cNvGrpSpPr/>
          <p:nvPr/>
        </p:nvGrpSpPr>
        <p:grpSpPr>
          <a:xfrm>
            <a:off x="1116724" y="3825898"/>
            <a:ext cx="59604" cy="59604"/>
            <a:chOff x="1116724" y="3838657"/>
            <a:chExt cx="59604" cy="59604"/>
          </a:xfrm>
        </p:grpSpPr>
        <p:sp>
          <p:nvSpPr>
            <p:cNvPr id="613" name="Oval 612"/>
            <p:cNvSpPr/>
            <p:nvPr/>
          </p:nvSpPr>
          <p:spPr>
            <a:xfrm>
              <a:off x="1116724" y="3838657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14" name="Connector 613"/>
            <p:cNvCxnSpPr/>
            <p:nvPr/>
          </p:nvCxnSpPr>
          <p:spPr>
            <a:xfrm>
              <a:off x="1116724" y="3868459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Connector 614"/>
            <p:cNvCxnSpPr/>
            <p:nvPr/>
          </p:nvCxnSpPr>
          <p:spPr>
            <a:xfrm>
              <a:off x="1146526" y="3838657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0" name="射灯 GU10_GF_洗衣房_1"/>
          <p:cNvGrpSpPr/>
          <p:nvPr/>
        </p:nvGrpSpPr>
        <p:grpSpPr>
          <a:xfrm>
            <a:off x="2262625" y="1206135"/>
            <a:ext cx="59604" cy="59604"/>
            <a:chOff x="2262625" y="1206135"/>
            <a:chExt cx="59604" cy="59604"/>
          </a:xfrm>
        </p:grpSpPr>
        <p:sp>
          <p:nvSpPr>
            <p:cNvPr id="621" name="Oval 620"/>
            <p:cNvSpPr/>
            <p:nvPr/>
          </p:nvSpPr>
          <p:spPr>
            <a:xfrm>
              <a:off x="2262625" y="120613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22" name="Connector 621"/>
            <p:cNvCxnSpPr/>
            <p:nvPr/>
          </p:nvCxnSpPr>
          <p:spPr>
            <a:xfrm>
              <a:off x="2262625" y="123593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Connector 622"/>
            <p:cNvCxnSpPr/>
            <p:nvPr/>
          </p:nvCxnSpPr>
          <p:spPr>
            <a:xfrm>
              <a:off x="2292427" y="120613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4" name="射灯 GU10_GF_客厅_13"/>
          <p:cNvGrpSpPr/>
          <p:nvPr/>
        </p:nvGrpSpPr>
        <p:grpSpPr>
          <a:xfrm>
            <a:off x="1153920" y="3270046"/>
            <a:ext cx="59604" cy="59604"/>
            <a:chOff x="1153920" y="3270046"/>
            <a:chExt cx="59604" cy="59604"/>
          </a:xfrm>
        </p:grpSpPr>
        <p:sp>
          <p:nvSpPr>
            <p:cNvPr id="625" name="Oval 624"/>
            <p:cNvSpPr/>
            <p:nvPr/>
          </p:nvSpPr>
          <p:spPr>
            <a:xfrm>
              <a:off x="1153920" y="3270046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26" name="Connector 625"/>
            <p:cNvCxnSpPr/>
            <p:nvPr/>
          </p:nvCxnSpPr>
          <p:spPr>
            <a:xfrm>
              <a:off x="1153920" y="3299848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Connector 626"/>
            <p:cNvCxnSpPr/>
            <p:nvPr/>
          </p:nvCxnSpPr>
          <p:spPr>
            <a:xfrm>
              <a:off x="1183722" y="3270046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8" name="地灯 GroundLED_0"/>
          <p:cNvSpPr/>
          <p:nvPr/>
        </p:nvSpPr>
        <p:spPr>
          <a:xfrm>
            <a:off x="399978" y="2748954"/>
            <a:ext cx="28048" cy="28048"/>
          </a:xfrm>
          <a:prstGeom prst="ellipse">
            <a:avLst/>
          </a:prstGeom>
          <a:solidFill>
            <a:srgbClr val="D01414"/>
          </a:solidFill>
          <a:ln w="6350">
            <a:solidFill>
              <a:srgbClr val="D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9" name="地灯 GroundLED_1"/>
          <p:cNvSpPr/>
          <p:nvPr/>
        </p:nvSpPr>
        <p:spPr>
          <a:xfrm>
            <a:off x="399978" y="2250521"/>
            <a:ext cx="28048" cy="28048"/>
          </a:xfrm>
          <a:prstGeom prst="ellipse">
            <a:avLst/>
          </a:prstGeom>
          <a:solidFill>
            <a:srgbClr val="D01414"/>
          </a:solidFill>
          <a:ln w="6350">
            <a:solidFill>
              <a:srgbClr val="D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0" name="地灯 GroundLED_2"/>
          <p:cNvSpPr/>
          <p:nvPr/>
        </p:nvSpPr>
        <p:spPr>
          <a:xfrm>
            <a:off x="399978" y="1791764"/>
            <a:ext cx="28048" cy="28048"/>
          </a:xfrm>
          <a:prstGeom prst="ellipse">
            <a:avLst/>
          </a:prstGeom>
          <a:solidFill>
            <a:srgbClr val="D01414"/>
          </a:solidFill>
          <a:ln w="6350">
            <a:solidFill>
              <a:srgbClr val="D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1" name="地灯 GroundLED_3"/>
          <p:cNvSpPr/>
          <p:nvPr/>
        </p:nvSpPr>
        <p:spPr>
          <a:xfrm>
            <a:off x="455773" y="1578503"/>
            <a:ext cx="28048" cy="28048"/>
          </a:xfrm>
          <a:prstGeom prst="ellipse">
            <a:avLst/>
          </a:prstGeom>
          <a:solidFill>
            <a:srgbClr val="D01414"/>
          </a:solidFill>
          <a:ln w="6350">
            <a:solidFill>
              <a:srgbClr val="D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2" name="地灯 GroundLED_4"/>
          <p:cNvSpPr/>
          <p:nvPr/>
        </p:nvSpPr>
        <p:spPr>
          <a:xfrm>
            <a:off x="516527" y="1531388"/>
            <a:ext cx="28048" cy="28048"/>
          </a:xfrm>
          <a:prstGeom prst="ellipse">
            <a:avLst/>
          </a:prstGeom>
          <a:solidFill>
            <a:srgbClr val="D01414"/>
          </a:solidFill>
          <a:ln w="6350">
            <a:solidFill>
              <a:srgbClr val="D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69" name="图例（模型）"/>
          <p:cNvGrpSpPr/>
          <p:nvPr/>
        </p:nvGrpSpPr>
        <p:grpSpPr>
          <a:xfrm>
            <a:off x="6037142" y="914400"/>
            <a:ext cx="2980944" cy="1967990"/>
            <a:chOff x="6037142" y="914400"/>
            <a:chExt cx="2980944" cy="1967990"/>
          </a:xfrm>
        </p:grpSpPr>
        <p:sp>
          <p:nvSpPr>
            <p:cNvPr id="670" name="TextBox 669"/>
            <p:cNvSpPr txBox="1"/>
            <p:nvPr/>
          </p:nvSpPr>
          <p:spPr>
            <a:xfrm>
              <a:off x="6037142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671" name="图例"/>
            <p:cNvGrpSpPr/>
            <p:nvPr/>
          </p:nvGrpSpPr>
          <p:grpSpPr>
            <a:xfrm>
              <a:off x="6092134" y="1316864"/>
              <a:ext cx="146048" cy="146048"/>
              <a:chOff x="6092134" y="1316864"/>
              <a:chExt cx="146048" cy="146048"/>
            </a:xfrm>
          </p:grpSpPr>
          <p:sp>
            <p:nvSpPr>
              <p:cNvPr id="672" name="Oval 671"/>
              <p:cNvSpPr/>
              <p:nvPr/>
            </p:nvSpPr>
            <p:spPr>
              <a:xfrm>
                <a:off x="6092134" y="1316864"/>
                <a:ext cx="146048" cy="146048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73" name="Connector 672"/>
              <p:cNvCxnSpPr/>
              <p:nvPr/>
            </p:nvCxnSpPr>
            <p:spPr>
              <a:xfrm>
                <a:off x="6114042" y="133877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4" name="Connector 673"/>
              <p:cNvCxnSpPr/>
              <p:nvPr/>
            </p:nvCxnSpPr>
            <p:spPr>
              <a:xfrm flipV="1">
                <a:off x="6114042" y="133877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5" name="TextBox 674"/>
            <p:cNvSpPr txBox="1"/>
            <p:nvPr/>
          </p:nvSpPr>
          <p:spPr>
            <a:xfrm>
              <a:off x="6366326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主灯（吸顶 / 吊灯）× 6</a:t>
              </a:r>
            </a:p>
          </p:txBody>
        </p:sp>
        <p:grpSp>
          <p:nvGrpSpPr>
            <p:cNvPr id="676" name="图例"/>
            <p:cNvGrpSpPr/>
            <p:nvPr/>
          </p:nvGrpSpPr>
          <p:grpSpPr>
            <a:xfrm>
              <a:off x="6092134" y="1591184"/>
              <a:ext cx="146048" cy="146048"/>
              <a:chOff x="6092134" y="1591184"/>
              <a:chExt cx="146048" cy="146048"/>
            </a:xfrm>
          </p:grpSpPr>
          <p:sp>
            <p:nvSpPr>
              <p:cNvPr id="677" name="Oval 676"/>
              <p:cNvSpPr/>
              <p:nvPr/>
            </p:nvSpPr>
            <p:spPr>
              <a:xfrm>
                <a:off x="6092134" y="1591184"/>
                <a:ext cx="146048" cy="146048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78" name="Connector 677"/>
              <p:cNvCxnSpPr/>
              <p:nvPr/>
            </p:nvCxnSpPr>
            <p:spPr>
              <a:xfrm>
                <a:off x="6114042" y="161309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9" name="Connector 678"/>
              <p:cNvCxnSpPr/>
              <p:nvPr/>
            </p:nvCxnSpPr>
            <p:spPr>
              <a:xfrm flipV="1">
                <a:off x="6114042" y="161309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0" name="TextBox 679"/>
            <p:cNvSpPr txBox="1"/>
            <p:nvPr/>
          </p:nvSpPr>
          <p:spPr>
            <a:xfrm>
              <a:off x="6366326" y="157276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主灯位（产品待选）× 2</a:t>
              </a:r>
            </a:p>
          </p:txBody>
        </p:sp>
        <p:grpSp>
          <p:nvGrpSpPr>
            <p:cNvPr id="681" name="图例"/>
            <p:cNvGrpSpPr/>
            <p:nvPr/>
          </p:nvGrpSpPr>
          <p:grpSpPr>
            <a:xfrm>
              <a:off x="6115502" y="1888872"/>
              <a:ext cx="99312" cy="99312"/>
              <a:chOff x="6115502" y="1888872"/>
              <a:chExt cx="99312" cy="99312"/>
            </a:xfrm>
          </p:grpSpPr>
          <p:sp>
            <p:nvSpPr>
              <p:cNvPr id="682" name="Oval 681"/>
              <p:cNvSpPr/>
              <p:nvPr/>
            </p:nvSpPr>
            <p:spPr>
              <a:xfrm>
                <a:off x="6115502" y="1888872"/>
                <a:ext cx="99312" cy="9931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83" name="Connector 682"/>
              <p:cNvCxnSpPr/>
              <p:nvPr/>
            </p:nvCxnSpPr>
            <p:spPr>
              <a:xfrm>
                <a:off x="6115502" y="1938528"/>
                <a:ext cx="99312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4" name="Connector 683"/>
              <p:cNvCxnSpPr/>
              <p:nvPr/>
            </p:nvCxnSpPr>
            <p:spPr>
              <a:xfrm>
                <a:off x="6165158" y="1888872"/>
                <a:ext cx="0" cy="9931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5" name="TextBox 684"/>
            <p:cNvSpPr txBox="1"/>
            <p:nvPr/>
          </p:nvSpPr>
          <p:spPr>
            <a:xfrm>
              <a:off x="6366326" y="184708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筒灯 / 射灯 × 30</a:t>
              </a:r>
            </a:p>
          </p:txBody>
        </p:sp>
        <p:grpSp>
          <p:nvGrpSpPr>
            <p:cNvPr id="686" name="图例"/>
            <p:cNvGrpSpPr/>
            <p:nvPr/>
          </p:nvGrpSpPr>
          <p:grpSpPr>
            <a:xfrm>
              <a:off x="6109660" y="2157350"/>
              <a:ext cx="110996" cy="99896"/>
              <a:chOff x="6109660" y="2157350"/>
              <a:chExt cx="110996" cy="99896"/>
            </a:xfrm>
          </p:grpSpPr>
          <p:sp>
            <p:nvSpPr>
              <p:cNvPr id="687" name="Isosceles Triangle 686"/>
              <p:cNvSpPr/>
              <p:nvPr/>
            </p:nvSpPr>
            <p:spPr>
              <a:xfrm>
                <a:off x="6109660" y="2157350"/>
                <a:ext cx="110996" cy="99896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688" name="TextBox 687"/>
            <p:cNvSpPr txBox="1"/>
            <p:nvPr/>
          </p:nvSpPr>
          <p:spPr>
            <a:xfrm>
              <a:off x="6366326" y="212140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壁灯 / 户外墙灯 × 5</a:t>
              </a:r>
            </a:p>
          </p:txBody>
        </p:sp>
        <p:sp>
          <p:nvSpPr>
            <p:cNvPr id="689" name="图例"/>
            <p:cNvSpPr/>
            <p:nvPr/>
          </p:nvSpPr>
          <p:spPr>
            <a:xfrm>
              <a:off x="6141790" y="2463800"/>
              <a:ext cx="46736" cy="46736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0" name="TextBox 689"/>
            <p:cNvSpPr txBox="1"/>
            <p:nvPr/>
          </p:nvSpPr>
          <p:spPr>
            <a:xfrm>
              <a:off x="6366326" y="239572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围栏地灯 × 5</a:t>
              </a:r>
            </a:p>
          </p:txBody>
        </p:sp>
        <p:grpSp>
          <p:nvGrpSpPr>
            <p:cNvPr id="691" name="图例"/>
            <p:cNvGrpSpPr/>
            <p:nvPr/>
          </p:nvGrpSpPr>
          <p:grpSpPr>
            <a:xfrm>
              <a:off x="6105595" y="2778696"/>
              <a:ext cx="135825" cy="103694"/>
              <a:chOff x="6105595" y="2778696"/>
              <a:chExt cx="135825" cy="103694"/>
            </a:xfrm>
          </p:grpSpPr>
          <p:sp>
            <p:nvSpPr>
              <p:cNvPr id="692" name="Oval 691"/>
              <p:cNvSpPr/>
              <p:nvPr/>
            </p:nvSpPr>
            <p:spPr>
              <a:xfrm>
                <a:off x="6105595" y="2778696"/>
                <a:ext cx="64262" cy="64262"/>
              </a:xfrm>
              <a:prstGeom prst="ellipse">
                <a:avLst/>
              </a:prstGeom>
              <a:solidFill>
                <a:srgbClr val="D01414"/>
              </a:solidFill>
              <a:ln w="635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93" name="Connector 692"/>
              <p:cNvCxnSpPr/>
              <p:nvPr/>
            </p:nvCxnSpPr>
            <p:spPr>
              <a:xfrm>
                <a:off x="6137726" y="2810827"/>
                <a:ext cx="71563" cy="71563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4" name="Connector 693"/>
              <p:cNvCxnSpPr/>
              <p:nvPr/>
            </p:nvCxnSpPr>
            <p:spPr>
              <a:xfrm>
                <a:off x="6209289" y="2882390"/>
                <a:ext cx="32131" cy="0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5" name="TextBox 694"/>
            <p:cNvSpPr txBox="1"/>
            <p:nvPr/>
          </p:nvSpPr>
          <p:spPr>
            <a:xfrm>
              <a:off x="6366326" y="26700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墙面开关 × 13</a:t>
              </a:r>
            </a:p>
          </p:txBody>
        </p:sp>
      </p:grpSp>
      <p:sp>
        <p:nvSpPr>
          <p:cNvPr id="696" name="TextBox 695"/>
          <p:cNvSpPr txBox="1"/>
          <p:nvPr/>
        </p:nvSpPr>
        <p:spPr>
          <a:xfrm>
            <a:off x="6037142" y="3127248"/>
            <a:ext cx="5834513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  <p:sp>
        <p:nvSpPr>
          <p:cNvPr id="748" name="墙_V15_Concealed_Door_Leaf">
            <a:extLst>
              <a:ext uri="{FF2B5EF4-FFF2-40B4-BE49-F238E27FC236}">
                <a16:creationId xmlns:a16="http://schemas.microsoft.com/office/drawing/2014/main" id="{9BC9DF1A-D7F0-228D-888E-3A1F446E6C76}"/>
              </a:ext>
            </a:extLst>
          </p:cNvPr>
          <p:cNvSpPr/>
          <p:nvPr/>
        </p:nvSpPr>
        <p:spPr>
          <a:xfrm flipH="1">
            <a:off x="1273148" y="3978484"/>
            <a:ext cx="45719" cy="900291"/>
          </a:xfrm>
          <a:custGeom>
            <a:avLst/>
            <a:gdLst/>
            <a:ahLst/>
            <a:cxnLst/>
            <a:rect l="l" t="t" r="r" b="b"/>
            <a:pathLst>
              <a:path w="10167" h="248968">
                <a:moveTo>
                  <a:pt x="248" y="248968"/>
                </a:moveTo>
                <a:lnTo>
                  <a:pt x="0" y="248968"/>
                </a:lnTo>
                <a:lnTo>
                  <a:pt x="0" y="248968"/>
                </a:lnTo>
                <a:lnTo>
                  <a:pt x="0" y="248968"/>
                </a:lnTo>
                <a:lnTo>
                  <a:pt x="0" y="248720"/>
                </a:lnTo>
                <a:lnTo>
                  <a:pt x="0" y="100182"/>
                </a:lnTo>
                <a:lnTo>
                  <a:pt x="0" y="248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248" y="0"/>
                </a:lnTo>
                <a:lnTo>
                  <a:pt x="3471" y="0"/>
                </a:lnTo>
                <a:lnTo>
                  <a:pt x="5455" y="0"/>
                </a:lnTo>
                <a:lnTo>
                  <a:pt x="5703" y="0"/>
                </a:lnTo>
                <a:lnTo>
                  <a:pt x="5703" y="0"/>
                </a:lnTo>
                <a:lnTo>
                  <a:pt x="5703" y="0"/>
                </a:lnTo>
                <a:lnTo>
                  <a:pt x="5703" y="248"/>
                </a:lnTo>
                <a:lnTo>
                  <a:pt x="5703" y="0"/>
                </a:lnTo>
                <a:lnTo>
                  <a:pt x="5703" y="0"/>
                </a:lnTo>
                <a:lnTo>
                  <a:pt x="5703" y="0"/>
                </a:lnTo>
                <a:lnTo>
                  <a:pt x="5951" y="0"/>
                </a:lnTo>
                <a:lnTo>
                  <a:pt x="8431" y="0"/>
                </a:lnTo>
                <a:lnTo>
                  <a:pt x="9919" y="0"/>
                </a:lnTo>
                <a:lnTo>
                  <a:pt x="10167" y="0"/>
                </a:lnTo>
                <a:lnTo>
                  <a:pt x="10167" y="0"/>
                </a:lnTo>
                <a:lnTo>
                  <a:pt x="10167" y="0"/>
                </a:lnTo>
                <a:lnTo>
                  <a:pt x="10167" y="248"/>
                </a:lnTo>
                <a:lnTo>
                  <a:pt x="10167" y="992"/>
                </a:lnTo>
                <a:lnTo>
                  <a:pt x="10167" y="2231"/>
                </a:lnTo>
                <a:lnTo>
                  <a:pt x="10167" y="2479"/>
                </a:lnTo>
                <a:lnTo>
                  <a:pt x="10167" y="2479"/>
                </a:lnTo>
                <a:lnTo>
                  <a:pt x="10167" y="2479"/>
                </a:lnTo>
                <a:lnTo>
                  <a:pt x="9919" y="2479"/>
                </a:lnTo>
                <a:lnTo>
                  <a:pt x="8431" y="2479"/>
                </a:lnTo>
                <a:lnTo>
                  <a:pt x="5951" y="2479"/>
                </a:lnTo>
                <a:lnTo>
                  <a:pt x="5703" y="2479"/>
                </a:lnTo>
                <a:lnTo>
                  <a:pt x="5703" y="2479"/>
                </a:lnTo>
                <a:lnTo>
                  <a:pt x="5703" y="2479"/>
                </a:lnTo>
                <a:lnTo>
                  <a:pt x="5703" y="2231"/>
                </a:lnTo>
                <a:lnTo>
                  <a:pt x="5703" y="992"/>
                </a:lnTo>
                <a:lnTo>
                  <a:pt x="5703" y="248"/>
                </a:lnTo>
                <a:lnTo>
                  <a:pt x="5703" y="100182"/>
                </a:lnTo>
                <a:lnTo>
                  <a:pt x="5703" y="248720"/>
                </a:lnTo>
                <a:lnTo>
                  <a:pt x="5703" y="248968"/>
                </a:lnTo>
                <a:lnTo>
                  <a:pt x="5703" y="248968"/>
                </a:lnTo>
                <a:lnTo>
                  <a:pt x="5703" y="248968"/>
                </a:lnTo>
                <a:lnTo>
                  <a:pt x="5455" y="248968"/>
                </a:lnTo>
                <a:lnTo>
                  <a:pt x="3471" y="248968"/>
                </a:lnTo>
                <a:close/>
                <a:moveTo>
                  <a:pt x="5951" y="248968"/>
                </a:moveTo>
                <a:lnTo>
                  <a:pt x="5703" y="248968"/>
                </a:lnTo>
                <a:lnTo>
                  <a:pt x="5703" y="248968"/>
                </a:lnTo>
                <a:lnTo>
                  <a:pt x="5703" y="248968"/>
                </a:lnTo>
                <a:lnTo>
                  <a:pt x="5703" y="248720"/>
                </a:lnTo>
                <a:lnTo>
                  <a:pt x="5703" y="245745"/>
                </a:lnTo>
                <a:lnTo>
                  <a:pt x="5703" y="243761"/>
                </a:lnTo>
                <a:lnTo>
                  <a:pt x="5703" y="243513"/>
                </a:lnTo>
                <a:lnTo>
                  <a:pt x="5703" y="243513"/>
                </a:lnTo>
                <a:lnTo>
                  <a:pt x="5703" y="243513"/>
                </a:lnTo>
                <a:lnTo>
                  <a:pt x="5951" y="243513"/>
                </a:lnTo>
                <a:lnTo>
                  <a:pt x="8431" y="243513"/>
                </a:lnTo>
                <a:lnTo>
                  <a:pt x="9919" y="243513"/>
                </a:lnTo>
                <a:lnTo>
                  <a:pt x="10167" y="243513"/>
                </a:lnTo>
                <a:lnTo>
                  <a:pt x="10167" y="243513"/>
                </a:lnTo>
                <a:lnTo>
                  <a:pt x="10167" y="243513"/>
                </a:lnTo>
                <a:lnTo>
                  <a:pt x="10167" y="243761"/>
                </a:lnTo>
                <a:lnTo>
                  <a:pt x="10167" y="245745"/>
                </a:lnTo>
                <a:lnTo>
                  <a:pt x="10167" y="248720"/>
                </a:lnTo>
                <a:lnTo>
                  <a:pt x="10167" y="248968"/>
                </a:lnTo>
                <a:lnTo>
                  <a:pt x="10167" y="248968"/>
                </a:lnTo>
                <a:lnTo>
                  <a:pt x="10167" y="248968"/>
                </a:lnTo>
                <a:lnTo>
                  <a:pt x="9919" y="248968"/>
                </a:lnTo>
                <a:lnTo>
                  <a:pt x="8431" y="248968"/>
                </a:lnTo>
                <a:close/>
                <a:moveTo>
                  <a:pt x="5951" y="240537"/>
                </a:moveTo>
                <a:lnTo>
                  <a:pt x="5703" y="240537"/>
                </a:lnTo>
                <a:lnTo>
                  <a:pt x="5703" y="240537"/>
                </a:lnTo>
                <a:lnTo>
                  <a:pt x="5703" y="240537"/>
                </a:lnTo>
                <a:lnTo>
                  <a:pt x="5703" y="240289"/>
                </a:lnTo>
                <a:lnTo>
                  <a:pt x="5703" y="236322"/>
                </a:lnTo>
                <a:lnTo>
                  <a:pt x="5703" y="233842"/>
                </a:lnTo>
                <a:lnTo>
                  <a:pt x="5703" y="233594"/>
                </a:lnTo>
                <a:lnTo>
                  <a:pt x="5703" y="233594"/>
                </a:lnTo>
                <a:lnTo>
                  <a:pt x="5703" y="233594"/>
                </a:lnTo>
                <a:lnTo>
                  <a:pt x="5951" y="233594"/>
                </a:lnTo>
                <a:lnTo>
                  <a:pt x="8431" y="233594"/>
                </a:lnTo>
                <a:lnTo>
                  <a:pt x="9919" y="233594"/>
                </a:lnTo>
                <a:lnTo>
                  <a:pt x="10167" y="233594"/>
                </a:lnTo>
                <a:lnTo>
                  <a:pt x="10167" y="233594"/>
                </a:lnTo>
                <a:lnTo>
                  <a:pt x="10167" y="233594"/>
                </a:lnTo>
                <a:lnTo>
                  <a:pt x="10167" y="233842"/>
                </a:lnTo>
                <a:lnTo>
                  <a:pt x="10167" y="236322"/>
                </a:lnTo>
                <a:lnTo>
                  <a:pt x="10167" y="240289"/>
                </a:lnTo>
                <a:lnTo>
                  <a:pt x="10167" y="240537"/>
                </a:lnTo>
                <a:lnTo>
                  <a:pt x="10167" y="240537"/>
                </a:lnTo>
                <a:lnTo>
                  <a:pt x="10167" y="240537"/>
                </a:lnTo>
                <a:lnTo>
                  <a:pt x="9919" y="240537"/>
                </a:lnTo>
                <a:lnTo>
                  <a:pt x="8431" y="240537"/>
                </a:lnTo>
                <a:close/>
                <a:moveTo>
                  <a:pt x="5951" y="230618"/>
                </a:moveTo>
                <a:lnTo>
                  <a:pt x="5703" y="230618"/>
                </a:lnTo>
                <a:lnTo>
                  <a:pt x="5703" y="230618"/>
                </a:lnTo>
                <a:lnTo>
                  <a:pt x="5703" y="230618"/>
                </a:lnTo>
                <a:lnTo>
                  <a:pt x="5703" y="230370"/>
                </a:lnTo>
                <a:lnTo>
                  <a:pt x="5703" y="226402"/>
                </a:lnTo>
                <a:lnTo>
                  <a:pt x="5703" y="223923"/>
                </a:lnTo>
                <a:lnTo>
                  <a:pt x="5703" y="223675"/>
                </a:lnTo>
                <a:lnTo>
                  <a:pt x="5703" y="223675"/>
                </a:lnTo>
                <a:lnTo>
                  <a:pt x="5703" y="223675"/>
                </a:lnTo>
                <a:lnTo>
                  <a:pt x="5951" y="223675"/>
                </a:lnTo>
                <a:lnTo>
                  <a:pt x="8431" y="223675"/>
                </a:lnTo>
                <a:lnTo>
                  <a:pt x="9919" y="223675"/>
                </a:lnTo>
                <a:lnTo>
                  <a:pt x="10167" y="223675"/>
                </a:lnTo>
                <a:lnTo>
                  <a:pt x="10167" y="223675"/>
                </a:lnTo>
                <a:lnTo>
                  <a:pt x="10167" y="223675"/>
                </a:lnTo>
                <a:lnTo>
                  <a:pt x="10167" y="223923"/>
                </a:lnTo>
                <a:lnTo>
                  <a:pt x="10167" y="226402"/>
                </a:lnTo>
                <a:lnTo>
                  <a:pt x="10167" y="230370"/>
                </a:lnTo>
                <a:lnTo>
                  <a:pt x="10167" y="230618"/>
                </a:lnTo>
                <a:lnTo>
                  <a:pt x="10167" y="230618"/>
                </a:lnTo>
                <a:lnTo>
                  <a:pt x="10167" y="230618"/>
                </a:lnTo>
                <a:lnTo>
                  <a:pt x="9919" y="230618"/>
                </a:lnTo>
                <a:lnTo>
                  <a:pt x="8431" y="230618"/>
                </a:lnTo>
                <a:close/>
                <a:moveTo>
                  <a:pt x="5951" y="220699"/>
                </a:moveTo>
                <a:lnTo>
                  <a:pt x="5703" y="220699"/>
                </a:lnTo>
                <a:lnTo>
                  <a:pt x="5703" y="220699"/>
                </a:lnTo>
                <a:lnTo>
                  <a:pt x="5703" y="220699"/>
                </a:lnTo>
                <a:lnTo>
                  <a:pt x="5703" y="220451"/>
                </a:lnTo>
                <a:lnTo>
                  <a:pt x="5703" y="216483"/>
                </a:lnTo>
                <a:lnTo>
                  <a:pt x="5703" y="214004"/>
                </a:lnTo>
                <a:lnTo>
                  <a:pt x="5703" y="213756"/>
                </a:lnTo>
                <a:lnTo>
                  <a:pt x="5703" y="213756"/>
                </a:lnTo>
                <a:lnTo>
                  <a:pt x="5703" y="213756"/>
                </a:lnTo>
                <a:lnTo>
                  <a:pt x="5951" y="213756"/>
                </a:lnTo>
                <a:lnTo>
                  <a:pt x="8431" y="213756"/>
                </a:lnTo>
                <a:lnTo>
                  <a:pt x="9919" y="213756"/>
                </a:lnTo>
                <a:lnTo>
                  <a:pt x="10167" y="213756"/>
                </a:lnTo>
                <a:lnTo>
                  <a:pt x="10167" y="213756"/>
                </a:lnTo>
                <a:lnTo>
                  <a:pt x="10167" y="213756"/>
                </a:lnTo>
                <a:lnTo>
                  <a:pt x="10167" y="214004"/>
                </a:lnTo>
                <a:lnTo>
                  <a:pt x="10167" y="216483"/>
                </a:lnTo>
                <a:lnTo>
                  <a:pt x="10167" y="220451"/>
                </a:lnTo>
                <a:lnTo>
                  <a:pt x="10167" y="220699"/>
                </a:lnTo>
                <a:lnTo>
                  <a:pt x="10167" y="220699"/>
                </a:lnTo>
                <a:lnTo>
                  <a:pt x="10167" y="220699"/>
                </a:lnTo>
                <a:lnTo>
                  <a:pt x="9919" y="220699"/>
                </a:lnTo>
                <a:lnTo>
                  <a:pt x="8431" y="220699"/>
                </a:lnTo>
                <a:close/>
                <a:moveTo>
                  <a:pt x="5951" y="210780"/>
                </a:moveTo>
                <a:lnTo>
                  <a:pt x="5703" y="210780"/>
                </a:lnTo>
                <a:lnTo>
                  <a:pt x="5703" y="210780"/>
                </a:lnTo>
                <a:lnTo>
                  <a:pt x="5703" y="210780"/>
                </a:lnTo>
                <a:lnTo>
                  <a:pt x="5703" y="210532"/>
                </a:lnTo>
                <a:lnTo>
                  <a:pt x="5703" y="206564"/>
                </a:lnTo>
                <a:lnTo>
                  <a:pt x="5703" y="204085"/>
                </a:lnTo>
                <a:lnTo>
                  <a:pt x="5703" y="203837"/>
                </a:lnTo>
                <a:lnTo>
                  <a:pt x="5703" y="203837"/>
                </a:lnTo>
                <a:lnTo>
                  <a:pt x="5703" y="203837"/>
                </a:lnTo>
                <a:lnTo>
                  <a:pt x="5951" y="203837"/>
                </a:lnTo>
                <a:lnTo>
                  <a:pt x="8431" y="203837"/>
                </a:lnTo>
                <a:lnTo>
                  <a:pt x="9919" y="203837"/>
                </a:lnTo>
                <a:lnTo>
                  <a:pt x="10167" y="203837"/>
                </a:lnTo>
                <a:lnTo>
                  <a:pt x="10167" y="203837"/>
                </a:lnTo>
                <a:lnTo>
                  <a:pt x="10167" y="203837"/>
                </a:lnTo>
                <a:lnTo>
                  <a:pt x="10167" y="204085"/>
                </a:lnTo>
                <a:lnTo>
                  <a:pt x="10167" y="206564"/>
                </a:lnTo>
                <a:lnTo>
                  <a:pt x="10167" y="210532"/>
                </a:lnTo>
                <a:lnTo>
                  <a:pt x="10167" y="210780"/>
                </a:lnTo>
                <a:lnTo>
                  <a:pt x="10167" y="210780"/>
                </a:lnTo>
                <a:lnTo>
                  <a:pt x="10167" y="210780"/>
                </a:lnTo>
                <a:lnTo>
                  <a:pt x="9919" y="210780"/>
                </a:lnTo>
                <a:lnTo>
                  <a:pt x="8431" y="210780"/>
                </a:lnTo>
                <a:close/>
                <a:moveTo>
                  <a:pt x="5951" y="200861"/>
                </a:moveTo>
                <a:lnTo>
                  <a:pt x="5703" y="200861"/>
                </a:lnTo>
                <a:lnTo>
                  <a:pt x="5703" y="200861"/>
                </a:lnTo>
                <a:lnTo>
                  <a:pt x="5703" y="200861"/>
                </a:lnTo>
                <a:lnTo>
                  <a:pt x="5703" y="200613"/>
                </a:lnTo>
                <a:lnTo>
                  <a:pt x="5703" y="196645"/>
                </a:lnTo>
                <a:lnTo>
                  <a:pt x="5703" y="194165"/>
                </a:lnTo>
                <a:lnTo>
                  <a:pt x="5703" y="193918"/>
                </a:lnTo>
                <a:lnTo>
                  <a:pt x="5703" y="193918"/>
                </a:lnTo>
                <a:lnTo>
                  <a:pt x="5703" y="193918"/>
                </a:lnTo>
                <a:lnTo>
                  <a:pt x="5951" y="193918"/>
                </a:lnTo>
                <a:lnTo>
                  <a:pt x="8431" y="193918"/>
                </a:lnTo>
                <a:lnTo>
                  <a:pt x="9919" y="193918"/>
                </a:lnTo>
                <a:lnTo>
                  <a:pt x="10167" y="193918"/>
                </a:lnTo>
                <a:lnTo>
                  <a:pt x="10167" y="193918"/>
                </a:lnTo>
                <a:lnTo>
                  <a:pt x="10167" y="193918"/>
                </a:lnTo>
                <a:lnTo>
                  <a:pt x="10167" y="194165"/>
                </a:lnTo>
                <a:lnTo>
                  <a:pt x="10167" y="196645"/>
                </a:lnTo>
                <a:lnTo>
                  <a:pt x="10167" y="200613"/>
                </a:lnTo>
                <a:lnTo>
                  <a:pt x="10167" y="200861"/>
                </a:lnTo>
                <a:lnTo>
                  <a:pt x="10167" y="200861"/>
                </a:lnTo>
                <a:lnTo>
                  <a:pt x="10167" y="200861"/>
                </a:lnTo>
                <a:lnTo>
                  <a:pt x="9919" y="200861"/>
                </a:lnTo>
                <a:lnTo>
                  <a:pt x="8431" y="200861"/>
                </a:lnTo>
                <a:close/>
                <a:moveTo>
                  <a:pt x="5951" y="190942"/>
                </a:moveTo>
                <a:lnTo>
                  <a:pt x="5703" y="190942"/>
                </a:lnTo>
                <a:lnTo>
                  <a:pt x="5703" y="190942"/>
                </a:lnTo>
                <a:lnTo>
                  <a:pt x="5703" y="190942"/>
                </a:lnTo>
                <a:lnTo>
                  <a:pt x="5703" y="190694"/>
                </a:lnTo>
                <a:lnTo>
                  <a:pt x="5703" y="186726"/>
                </a:lnTo>
                <a:lnTo>
                  <a:pt x="5703" y="184246"/>
                </a:lnTo>
                <a:lnTo>
                  <a:pt x="5703" y="183998"/>
                </a:lnTo>
                <a:lnTo>
                  <a:pt x="5703" y="183998"/>
                </a:lnTo>
                <a:lnTo>
                  <a:pt x="5703" y="183998"/>
                </a:lnTo>
                <a:lnTo>
                  <a:pt x="5951" y="183998"/>
                </a:lnTo>
                <a:lnTo>
                  <a:pt x="8431" y="183998"/>
                </a:lnTo>
                <a:lnTo>
                  <a:pt x="9919" y="183998"/>
                </a:lnTo>
                <a:lnTo>
                  <a:pt x="10167" y="183998"/>
                </a:lnTo>
                <a:lnTo>
                  <a:pt x="10167" y="183998"/>
                </a:lnTo>
                <a:lnTo>
                  <a:pt x="10167" y="183998"/>
                </a:lnTo>
                <a:lnTo>
                  <a:pt x="10167" y="184246"/>
                </a:lnTo>
                <a:lnTo>
                  <a:pt x="10167" y="186726"/>
                </a:lnTo>
                <a:lnTo>
                  <a:pt x="10167" y="190694"/>
                </a:lnTo>
                <a:lnTo>
                  <a:pt x="10167" y="190942"/>
                </a:lnTo>
                <a:lnTo>
                  <a:pt x="10167" y="190942"/>
                </a:lnTo>
                <a:lnTo>
                  <a:pt x="10167" y="190942"/>
                </a:lnTo>
                <a:lnTo>
                  <a:pt x="9919" y="190942"/>
                </a:lnTo>
                <a:lnTo>
                  <a:pt x="8431" y="190942"/>
                </a:lnTo>
                <a:close/>
                <a:moveTo>
                  <a:pt x="5951" y="181023"/>
                </a:moveTo>
                <a:lnTo>
                  <a:pt x="5703" y="181023"/>
                </a:lnTo>
                <a:lnTo>
                  <a:pt x="5703" y="181023"/>
                </a:lnTo>
                <a:lnTo>
                  <a:pt x="5703" y="181023"/>
                </a:lnTo>
                <a:lnTo>
                  <a:pt x="5703" y="180775"/>
                </a:lnTo>
                <a:lnTo>
                  <a:pt x="5703" y="176807"/>
                </a:lnTo>
                <a:lnTo>
                  <a:pt x="5703" y="174327"/>
                </a:lnTo>
                <a:lnTo>
                  <a:pt x="5703" y="174079"/>
                </a:lnTo>
                <a:lnTo>
                  <a:pt x="5703" y="174079"/>
                </a:lnTo>
                <a:lnTo>
                  <a:pt x="5703" y="174079"/>
                </a:lnTo>
                <a:lnTo>
                  <a:pt x="5951" y="174079"/>
                </a:lnTo>
                <a:lnTo>
                  <a:pt x="8431" y="174079"/>
                </a:lnTo>
                <a:lnTo>
                  <a:pt x="9919" y="174079"/>
                </a:lnTo>
                <a:lnTo>
                  <a:pt x="10167" y="174079"/>
                </a:lnTo>
                <a:lnTo>
                  <a:pt x="10167" y="174079"/>
                </a:lnTo>
                <a:lnTo>
                  <a:pt x="10167" y="174079"/>
                </a:lnTo>
                <a:lnTo>
                  <a:pt x="10167" y="174327"/>
                </a:lnTo>
                <a:lnTo>
                  <a:pt x="10167" y="176807"/>
                </a:lnTo>
                <a:lnTo>
                  <a:pt x="10167" y="180775"/>
                </a:lnTo>
                <a:lnTo>
                  <a:pt x="10167" y="181023"/>
                </a:lnTo>
                <a:lnTo>
                  <a:pt x="10167" y="181023"/>
                </a:lnTo>
                <a:lnTo>
                  <a:pt x="10167" y="181023"/>
                </a:lnTo>
                <a:lnTo>
                  <a:pt x="9919" y="181023"/>
                </a:lnTo>
                <a:lnTo>
                  <a:pt x="8431" y="181023"/>
                </a:lnTo>
                <a:close/>
                <a:moveTo>
                  <a:pt x="5951" y="171104"/>
                </a:moveTo>
                <a:lnTo>
                  <a:pt x="5703" y="171104"/>
                </a:lnTo>
                <a:lnTo>
                  <a:pt x="5703" y="171104"/>
                </a:lnTo>
                <a:lnTo>
                  <a:pt x="5703" y="171104"/>
                </a:lnTo>
                <a:lnTo>
                  <a:pt x="5703" y="170856"/>
                </a:lnTo>
                <a:lnTo>
                  <a:pt x="5703" y="166888"/>
                </a:lnTo>
                <a:lnTo>
                  <a:pt x="5703" y="164408"/>
                </a:lnTo>
                <a:lnTo>
                  <a:pt x="5703" y="164160"/>
                </a:lnTo>
                <a:lnTo>
                  <a:pt x="5703" y="164160"/>
                </a:lnTo>
                <a:lnTo>
                  <a:pt x="5703" y="164160"/>
                </a:lnTo>
                <a:lnTo>
                  <a:pt x="5951" y="164160"/>
                </a:lnTo>
                <a:lnTo>
                  <a:pt x="8431" y="164160"/>
                </a:lnTo>
                <a:lnTo>
                  <a:pt x="9919" y="164160"/>
                </a:lnTo>
                <a:lnTo>
                  <a:pt x="10167" y="164160"/>
                </a:lnTo>
                <a:lnTo>
                  <a:pt x="10167" y="164160"/>
                </a:lnTo>
                <a:lnTo>
                  <a:pt x="10167" y="164160"/>
                </a:lnTo>
                <a:lnTo>
                  <a:pt x="10167" y="164408"/>
                </a:lnTo>
                <a:lnTo>
                  <a:pt x="10167" y="166888"/>
                </a:lnTo>
                <a:lnTo>
                  <a:pt x="10167" y="170856"/>
                </a:lnTo>
                <a:lnTo>
                  <a:pt x="10167" y="171104"/>
                </a:lnTo>
                <a:lnTo>
                  <a:pt x="10167" y="171104"/>
                </a:lnTo>
                <a:lnTo>
                  <a:pt x="10167" y="171104"/>
                </a:lnTo>
                <a:lnTo>
                  <a:pt x="9919" y="171104"/>
                </a:lnTo>
                <a:lnTo>
                  <a:pt x="8431" y="171104"/>
                </a:lnTo>
                <a:close/>
                <a:moveTo>
                  <a:pt x="5951" y="161185"/>
                </a:moveTo>
                <a:lnTo>
                  <a:pt x="5703" y="161185"/>
                </a:lnTo>
                <a:lnTo>
                  <a:pt x="5703" y="161185"/>
                </a:lnTo>
                <a:lnTo>
                  <a:pt x="5703" y="161185"/>
                </a:lnTo>
                <a:lnTo>
                  <a:pt x="5703" y="160937"/>
                </a:lnTo>
                <a:lnTo>
                  <a:pt x="5703" y="156969"/>
                </a:lnTo>
                <a:lnTo>
                  <a:pt x="5703" y="154489"/>
                </a:lnTo>
                <a:lnTo>
                  <a:pt x="5703" y="154241"/>
                </a:lnTo>
                <a:lnTo>
                  <a:pt x="5703" y="154241"/>
                </a:lnTo>
                <a:lnTo>
                  <a:pt x="5703" y="154241"/>
                </a:lnTo>
                <a:lnTo>
                  <a:pt x="5951" y="154241"/>
                </a:lnTo>
                <a:lnTo>
                  <a:pt x="8431" y="154241"/>
                </a:lnTo>
                <a:lnTo>
                  <a:pt x="9919" y="154241"/>
                </a:lnTo>
                <a:lnTo>
                  <a:pt x="10167" y="154241"/>
                </a:lnTo>
                <a:lnTo>
                  <a:pt x="10167" y="154241"/>
                </a:lnTo>
                <a:lnTo>
                  <a:pt x="10167" y="154241"/>
                </a:lnTo>
                <a:lnTo>
                  <a:pt x="10167" y="154489"/>
                </a:lnTo>
                <a:lnTo>
                  <a:pt x="10167" y="156969"/>
                </a:lnTo>
                <a:lnTo>
                  <a:pt x="10167" y="160937"/>
                </a:lnTo>
                <a:lnTo>
                  <a:pt x="10167" y="161185"/>
                </a:lnTo>
                <a:lnTo>
                  <a:pt x="10167" y="161185"/>
                </a:lnTo>
                <a:lnTo>
                  <a:pt x="10167" y="161185"/>
                </a:lnTo>
                <a:lnTo>
                  <a:pt x="9919" y="161185"/>
                </a:lnTo>
                <a:lnTo>
                  <a:pt x="8431" y="161185"/>
                </a:lnTo>
                <a:close/>
                <a:moveTo>
                  <a:pt x="5951" y="151265"/>
                </a:moveTo>
                <a:lnTo>
                  <a:pt x="5703" y="151265"/>
                </a:lnTo>
                <a:lnTo>
                  <a:pt x="5703" y="151265"/>
                </a:lnTo>
                <a:lnTo>
                  <a:pt x="5703" y="151265"/>
                </a:lnTo>
                <a:lnTo>
                  <a:pt x="5703" y="151018"/>
                </a:lnTo>
                <a:lnTo>
                  <a:pt x="5703" y="147050"/>
                </a:lnTo>
                <a:lnTo>
                  <a:pt x="5703" y="144570"/>
                </a:lnTo>
                <a:lnTo>
                  <a:pt x="5703" y="144322"/>
                </a:lnTo>
                <a:lnTo>
                  <a:pt x="5703" y="144322"/>
                </a:lnTo>
                <a:lnTo>
                  <a:pt x="5703" y="144322"/>
                </a:lnTo>
                <a:lnTo>
                  <a:pt x="5951" y="144322"/>
                </a:lnTo>
                <a:lnTo>
                  <a:pt x="8431" y="144322"/>
                </a:lnTo>
                <a:lnTo>
                  <a:pt x="9919" y="144322"/>
                </a:lnTo>
                <a:lnTo>
                  <a:pt x="10167" y="144322"/>
                </a:lnTo>
                <a:lnTo>
                  <a:pt x="10167" y="144322"/>
                </a:lnTo>
                <a:lnTo>
                  <a:pt x="10167" y="144322"/>
                </a:lnTo>
                <a:lnTo>
                  <a:pt x="10167" y="144570"/>
                </a:lnTo>
                <a:lnTo>
                  <a:pt x="10167" y="147050"/>
                </a:lnTo>
                <a:lnTo>
                  <a:pt x="10167" y="151018"/>
                </a:lnTo>
                <a:lnTo>
                  <a:pt x="10167" y="151265"/>
                </a:lnTo>
                <a:lnTo>
                  <a:pt x="10167" y="151265"/>
                </a:lnTo>
                <a:lnTo>
                  <a:pt x="10167" y="151265"/>
                </a:lnTo>
                <a:lnTo>
                  <a:pt x="9919" y="151265"/>
                </a:lnTo>
                <a:lnTo>
                  <a:pt x="8431" y="151265"/>
                </a:lnTo>
                <a:close/>
                <a:moveTo>
                  <a:pt x="5951" y="141346"/>
                </a:moveTo>
                <a:lnTo>
                  <a:pt x="5703" y="141346"/>
                </a:lnTo>
                <a:lnTo>
                  <a:pt x="5703" y="141346"/>
                </a:lnTo>
                <a:lnTo>
                  <a:pt x="5703" y="141346"/>
                </a:lnTo>
                <a:lnTo>
                  <a:pt x="5703" y="141098"/>
                </a:lnTo>
                <a:lnTo>
                  <a:pt x="5703" y="137131"/>
                </a:lnTo>
                <a:lnTo>
                  <a:pt x="5703" y="134651"/>
                </a:lnTo>
                <a:lnTo>
                  <a:pt x="5703" y="134403"/>
                </a:lnTo>
                <a:lnTo>
                  <a:pt x="5703" y="134403"/>
                </a:lnTo>
                <a:lnTo>
                  <a:pt x="5703" y="134403"/>
                </a:lnTo>
                <a:lnTo>
                  <a:pt x="5951" y="134403"/>
                </a:lnTo>
                <a:lnTo>
                  <a:pt x="8431" y="134403"/>
                </a:lnTo>
                <a:lnTo>
                  <a:pt x="9919" y="134403"/>
                </a:lnTo>
                <a:lnTo>
                  <a:pt x="10167" y="134403"/>
                </a:lnTo>
                <a:lnTo>
                  <a:pt x="10167" y="134403"/>
                </a:lnTo>
                <a:lnTo>
                  <a:pt x="10167" y="134403"/>
                </a:lnTo>
                <a:lnTo>
                  <a:pt x="10167" y="134651"/>
                </a:lnTo>
                <a:lnTo>
                  <a:pt x="10167" y="137131"/>
                </a:lnTo>
                <a:lnTo>
                  <a:pt x="10167" y="141098"/>
                </a:lnTo>
                <a:lnTo>
                  <a:pt x="10167" y="141346"/>
                </a:lnTo>
                <a:lnTo>
                  <a:pt x="10167" y="141346"/>
                </a:lnTo>
                <a:lnTo>
                  <a:pt x="10167" y="141346"/>
                </a:lnTo>
                <a:lnTo>
                  <a:pt x="9919" y="141346"/>
                </a:lnTo>
                <a:lnTo>
                  <a:pt x="8431" y="141346"/>
                </a:lnTo>
                <a:close/>
                <a:moveTo>
                  <a:pt x="5951" y="131427"/>
                </a:moveTo>
                <a:lnTo>
                  <a:pt x="5703" y="131427"/>
                </a:lnTo>
                <a:lnTo>
                  <a:pt x="5703" y="131427"/>
                </a:lnTo>
                <a:lnTo>
                  <a:pt x="5703" y="131427"/>
                </a:lnTo>
                <a:lnTo>
                  <a:pt x="5703" y="131179"/>
                </a:lnTo>
                <a:lnTo>
                  <a:pt x="5703" y="127212"/>
                </a:lnTo>
                <a:lnTo>
                  <a:pt x="5703" y="124732"/>
                </a:lnTo>
                <a:lnTo>
                  <a:pt x="5703" y="124484"/>
                </a:lnTo>
                <a:lnTo>
                  <a:pt x="5703" y="124484"/>
                </a:lnTo>
                <a:lnTo>
                  <a:pt x="5703" y="124484"/>
                </a:lnTo>
                <a:lnTo>
                  <a:pt x="5951" y="124484"/>
                </a:lnTo>
                <a:lnTo>
                  <a:pt x="8431" y="124484"/>
                </a:lnTo>
                <a:lnTo>
                  <a:pt x="9919" y="124484"/>
                </a:lnTo>
                <a:lnTo>
                  <a:pt x="10167" y="124484"/>
                </a:lnTo>
                <a:lnTo>
                  <a:pt x="10167" y="124484"/>
                </a:lnTo>
                <a:lnTo>
                  <a:pt x="10167" y="124484"/>
                </a:lnTo>
                <a:lnTo>
                  <a:pt x="10167" y="124732"/>
                </a:lnTo>
                <a:lnTo>
                  <a:pt x="10167" y="127212"/>
                </a:lnTo>
                <a:lnTo>
                  <a:pt x="10167" y="131179"/>
                </a:lnTo>
                <a:lnTo>
                  <a:pt x="10167" y="131427"/>
                </a:lnTo>
                <a:lnTo>
                  <a:pt x="10167" y="131427"/>
                </a:lnTo>
                <a:lnTo>
                  <a:pt x="10167" y="131427"/>
                </a:lnTo>
                <a:lnTo>
                  <a:pt x="9919" y="131427"/>
                </a:lnTo>
                <a:lnTo>
                  <a:pt x="8431" y="131427"/>
                </a:lnTo>
                <a:close/>
                <a:moveTo>
                  <a:pt x="5951" y="121508"/>
                </a:moveTo>
                <a:lnTo>
                  <a:pt x="5703" y="121508"/>
                </a:lnTo>
                <a:lnTo>
                  <a:pt x="5703" y="121508"/>
                </a:lnTo>
                <a:lnTo>
                  <a:pt x="5703" y="121508"/>
                </a:lnTo>
                <a:lnTo>
                  <a:pt x="5703" y="121260"/>
                </a:lnTo>
                <a:lnTo>
                  <a:pt x="5703" y="117293"/>
                </a:lnTo>
                <a:lnTo>
                  <a:pt x="5703" y="114813"/>
                </a:lnTo>
                <a:lnTo>
                  <a:pt x="5703" y="114565"/>
                </a:lnTo>
                <a:lnTo>
                  <a:pt x="5703" y="114565"/>
                </a:lnTo>
                <a:lnTo>
                  <a:pt x="5703" y="114565"/>
                </a:lnTo>
                <a:lnTo>
                  <a:pt x="5951" y="114565"/>
                </a:lnTo>
                <a:lnTo>
                  <a:pt x="8431" y="114565"/>
                </a:lnTo>
                <a:lnTo>
                  <a:pt x="9919" y="114565"/>
                </a:lnTo>
                <a:lnTo>
                  <a:pt x="10167" y="114565"/>
                </a:lnTo>
                <a:lnTo>
                  <a:pt x="10167" y="114565"/>
                </a:lnTo>
                <a:lnTo>
                  <a:pt x="10167" y="114565"/>
                </a:lnTo>
                <a:lnTo>
                  <a:pt x="10167" y="114813"/>
                </a:lnTo>
                <a:lnTo>
                  <a:pt x="10167" y="117293"/>
                </a:lnTo>
                <a:lnTo>
                  <a:pt x="10167" y="121260"/>
                </a:lnTo>
                <a:lnTo>
                  <a:pt x="10167" y="121508"/>
                </a:lnTo>
                <a:lnTo>
                  <a:pt x="10167" y="121508"/>
                </a:lnTo>
                <a:lnTo>
                  <a:pt x="10167" y="121508"/>
                </a:lnTo>
                <a:lnTo>
                  <a:pt x="9919" y="121508"/>
                </a:lnTo>
                <a:lnTo>
                  <a:pt x="8431" y="121508"/>
                </a:lnTo>
                <a:close/>
                <a:moveTo>
                  <a:pt x="5951" y="111589"/>
                </a:moveTo>
                <a:lnTo>
                  <a:pt x="5703" y="111589"/>
                </a:lnTo>
                <a:lnTo>
                  <a:pt x="5703" y="111589"/>
                </a:lnTo>
                <a:lnTo>
                  <a:pt x="5703" y="111589"/>
                </a:lnTo>
                <a:lnTo>
                  <a:pt x="5703" y="111341"/>
                </a:lnTo>
                <a:lnTo>
                  <a:pt x="5703" y="107374"/>
                </a:lnTo>
                <a:lnTo>
                  <a:pt x="5703" y="104894"/>
                </a:lnTo>
                <a:lnTo>
                  <a:pt x="5703" y="104646"/>
                </a:lnTo>
                <a:lnTo>
                  <a:pt x="5703" y="104646"/>
                </a:lnTo>
                <a:lnTo>
                  <a:pt x="5703" y="104646"/>
                </a:lnTo>
                <a:lnTo>
                  <a:pt x="5951" y="104646"/>
                </a:lnTo>
                <a:lnTo>
                  <a:pt x="8431" y="104646"/>
                </a:lnTo>
                <a:lnTo>
                  <a:pt x="9919" y="104646"/>
                </a:lnTo>
                <a:lnTo>
                  <a:pt x="10167" y="104646"/>
                </a:lnTo>
                <a:lnTo>
                  <a:pt x="10167" y="104646"/>
                </a:lnTo>
                <a:lnTo>
                  <a:pt x="10167" y="104646"/>
                </a:lnTo>
                <a:lnTo>
                  <a:pt x="10167" y="104894"/>
                </a:lnTo>
                <a:lnTo>
                  <a:pt x="10167" y="107374"/>
                </a:lnTo>
                <a:lnTo>
                  <a:pt x="10167" y="111341"/>
                </a:lnTo>
                <a:lnTo>
                  <a:pt x="10167" y="111589"/>
                </a:lnTo>
                <a:lnTo>
                  <a:pt x="10167" y="111589"/>
                </a:lnTo>
                <a:lnTo>
                  <a:pt x="10167" y="111589"/>
                </a:lnTo>
                <a:lnTo>
                  <a:pt x="9919" y="111589"/>
                </a:lnTo>
                <a:lnTo>
                  <a:pt x="8431" y="111589"/>
                </a:lnTo>
                <a:close/>
                <a:moveTo>
                  <a:pt x="5951" y="101670"/>
                </a:moveTo>
                <a:lnTo>
                  <a:pt x="5703" y="101670"/>
                </a:lnTo>
                <a:lnTo>
                  <a:pt x="5703" y="101670"/>
                </a:lnTo>
                <a:lnTo>
                  <a:pt x="5703" y="101670"/>
                </a:lnTo>
                <a:lnTo>
                  <a:pt x="5703" y="101422"/>
                </a:lnTo>
                <a:lnTo>
                  <a:pt x="5703" y="97455"/>
                </a:lnTo>
                <a:lnTo>
                  <a:pt x="5703" y="94975"/>
                </a:lnTo>
                <a:lnTo>
                  <a:pt x="5703" y="94727"/>
                </a:lnTo>
                <a:lnTo>
                  <a:pt x="5703" y="94727"/>
                </a:lnTo>
                <a:lnTo>
                  <a:pt x="5703" y="94727"/>
                </a:lnTo>
                <a:lnTo>
                  <a:pt x="5951" y="94727"/>
                </a:lnTo>
                <a:lnTo>
                  <a:pt x="8431" y="94727"/>
                </a:lnTo>
                <a:lnTo>
                  <a:pt x="9919" y="94727"/>
                </a:lnTo>
                <a:lnTo>
                  <a:pt x="10167" y="94727"/>
                </a:lnTo>
                <a:lnTo>
                  <a:pt x="10167" y="94727"/>
                </a:lnTo>
                <a:lnTo>
                  <a:pt x="10167" y="94727"/>
                </a:lnTo>
                <a:lnTo>
                  <a:pt x="10167" y="94975"/>
                </a:lnTo>
                <a:lnTo>
                  <a:pt x="10167" y="97455"/>
                </a:lnTo>
                <a:lnTo>
                  <a:pt x="10167" y="101422"/>
                </a:lnTo>
                <a:lnTo>
                  <a:pt x="10167" y="101670"/>
                </a:lnTo>
                <a:lnTo>
                  <a:pt x="10167" y="101670"/>
                </a:lnTo>
                <a:lnTo>
                  <a:pt x="10167" y="101670"/>
                </a:lnTo>
                <a:lnTo>
                  <a:pt x="9919" y="101670"/>
                </a:lnTo>
                <a:lnTo>
                  <a:pt x="8431" y="101670"/>
                </a:lnTo>
                <a:close/>
                <a:moveTo>
                  <a:pt x="5951" y="91751"/>
                </a:moveTo>
                <a:lnTo>
                  <a:pt x="5703" y="91751"/>
                </a:lnTo>
                <a:lnTo>
                  <a:pt x="5703" y="91751"/>
                </a:lnTo>
                <a:lnTo>
                  <a:pt x="5703" y="91751"/>
                </a:lnTo>
                <a:lnTo>
                  <a:pt x="5703" y="91503"/>
                </a:lnTo>
                <a:lnTo>
                  <a:pt x="5703" y="87535"/>
                </a:lnTo>
                <a:lnTo>
                  <a:pt x="5703" y="85056"/>
                </a:lnTo>
                <a:lnTo>
                  <a:pt x="5703" y="84808"/>
                </a:lnTo>
                <a:lnTo>
                  <a:pt x="5703" y="84808"/>
                </a:lnTo>
                <a:lnTo>
                  <a:pt x="5703" y="84808"/>
                </a:lnTo>
                <a:lnTo>
                  <a:pt x="5951" y="84808"/>
                </a:lnTo>
                <a:lnTo>
                  <a:pt x="8431" y="84808"/>
                </a:lnTo>
                <a:lnTo>
                  <a:pt x="9919" y="84808"/>
                </a:lnTo>
                <a:lnTo>
                  <a:pt x="10167" y="84808"/>
                </a:lnTo>
                <a:lnTo>
                  <a:pt x="10167" y="84808"/>
                </a:lnTo>
                <a:lnTo>
                  <a:pt x="10167" y="84808"/>
                </a:lnTo>
                <a:lnTo>
                  <a:pt x="10167" y="85056"/>
                </a:lnTo>
                <a:lnTo>
                  <a:pt x="10167" y="87535"/>
                </a:lnTo>
                <a:lnTo>
                  <a:pt x="10167" y="91503"/>
                </a:lnTo>
                <a:lnTo>
                  <a:pt x="10167" y="91751"/>
                </a:lnTo>
                <a:lnTo>
                  <a:pt x="10167" y="91751"/>
                </a:lnTo>
                <a:lnTo>
                  <a:pt x="10167" y="91751"/>
                </a:lnTo>
                <a:lnTo>
                  <a:pt x="9919" y="91751"/>
                </a:lnTo>
                <a:lnTo>
                  <a:pt x="8431" y="91751"/>
                </a:lnTo>
                <a:close/>
                <a:moveTo>
                  <a:pt x="5951" y="81832"/>
                </a:moveTo>
                <a:lnTo>
                  <a:pt x="5703" y="81832"/>
                </a:lnTo>
                <a:lnTo>
                  <a:pt x="5703" y="81832"/>
                </a:lnTo>
                <a:lnTo>
                  <a:pt x="5703" y="81832"/>
                </a:lnTo>
                <a:lnTo>
                  <a:pt x="5703" y="81584"/>
                </a:lnTo>
                <a:lnTo>
                  <a:pt x="5703" y="77616"/>
                </a:lnTo>
                <a:lnTo>
                  <a:pt x="5703" y="75137"/>
                </a:lnTo>
                <a:lnTo>
                  <a:pt x="5703" y="74889"/>
                </a:lnTo>
                <a:lnTo>
                  <a:pt x="5703" y="74889"/>
                </a:lnTo>
                <a:lnTo>
                  <a:pt x="5703" y="74889"/>
                </a:lnTo>
                <a:lnTo>
                  <a:pt x="5951" y="74889"/>
                </a:lnTo>
                <a:lnTo>
                  <a:pt x="8431" y="74889"/>
                </a:lnTo>
                <a:lnTo>
                  <a:pt x="9919" y="74889"/>
                </a:lnTo>
                <a:lnTo>
                  <a:pt x="10167" y="74889"/>
                </a:lnTo>
                <a:lnTo>
                  <a:pt x="10167" y="74889"/>
                </a:lnTo>
                <a:lnTo>
                  <a:pt x="10167" y="74889"/>
                </a:lnTo>
                <a:lnTo>
                  <a:pt x="10167" y="75137"/>
                </a:lnTo>
                <a:lnTo>
                  <a:pt x="10167" y="77616"/>
                </a:lnTo>
                <a:lnTo>
                  <a:pt x="10167" y="81584"/>
                </a:lnTo>
                <a:lnTo>
                  <a:pt x="10167" y="81832"/>
                </a:lnTo>
                <a:lnTo>
                  <a:pt x="10167" y="81832"/>
                </a:lnTo>
                <a:lnTo>
                  <a:pt x="10167" y="81832"/>
                </a:lnTo>
                <a:lnTo>
                  <a:pt x="9919" y="81832"/>
                </a:lnTo>
                <a:lnTo>
                  <a:pt x="8431" y="81832"/>
                </a:lnTo>
                <a:close/>
                <a:moveTo>
                  <a:pt x="5951" y="71913"/>
                </a:moveTo>
                <a:lnTo>
                  <a:pt x="5703" y="71913"/>
                </a:lnTo>
                <a:lnTo>
                  <a:pt x="5703" y="71913"/>
                </a:lnTo>
                <a:lnTo>
                  <a:pt x="5703" y="71913"/>
                </a:lnTo>
                <a:lnTo>
                  <a:pt x="5703" y="71665"/>
                </a:lnTo>
                <a:lnTo>
                  <a:pt x="5703" y="67697"/>
                </a:lnTo>
                <a:lnTo>
                  <a:pt x="5703" y="65218"/>
                </a:lnTo>
                <a:lnTo>
                  <a:pt x="5703" y="64970"/>
                </a:lnTo>
                <a:lnTo>
                  <a:pt x="5703" y="64970"/>
                </a:lnTo>
                <a:lnTo>
                  <a:pt x="5703" y="64970"/>
                </a:lnTo>
                <a:lnTo>
                  <a:pt x="5951" y="64970"/>
                </a:lnTo>
                <a:lnTo>
                  <a:pt x="8431" y="64970"/>
                </a:lnTo>
                <a:lnTo>
                  <a:pt x="9919" y="64970"/>
                </a:lnTo>
                <a:lnTo>
                  <a:pt x="10167" y="64970"/>
                </a:lnTo>
                <a:lnTo>
                  <a:pt x="10167" y="64970"/>
                </a:lnTo>
                <a:lnTo>
                  <a:pt x="10167" y="64970"/>
                </a:lnTo>
                <a:lnTo>
                  <a:pt x="10167" y="65218"/>
                </a:lnTo>
                <a:lnTo>
                  <a:pt x="10167" y="67697"/>
                </a:lnTo>
                <a:lnTo>
                  <a:pt x="10167" y="71665"/>
                </a:lnTo>
                <a:lnTo>
                  <a:pt x="10167" y="71913"/>
                </a:lnTo>
                <a:lnTo>
                  <a:pt x="10167" y="71913"/>
                </a:lnTo>
                <a:lnTo>
                  <a:pt x="10167" y="71913"/>
                </a:lnTo>
                <a:lnTo>
                  <a:pt x="9919" y="71913"/>
                </a:lnTo>
                <a:lnTo>
                  <a:pt x="8431" y="71913"/>
                </a:lnTo>
                <a:close/>
                <a:moveTo>
                  <a:pt x="5951" y="61994"/>
                </a:moveTo>
                <a:lnTo>
                  <a:pt x="5703" y="61994"/>
                </a:lnTo>
                <a:lnTo>
                  <a:pt x="5703" y="61994"/>
                </a:lnTo>
                <a:lnTo>
                  <a:pt x="5703" y="61994"/>
                </a:lnTo>
                <a:lnTo>
                  <a:pt x="5703" y="61746"/>
                </a:lnTo>
                <a:lnTo>
                  <a:pt x="5703" y="57778"/>
                </a:lnTo>
                <a:lnTo>
                  <a:pt x="5703" y="55298"/>
                </a:lnTo>
                <a:lnTo>
                  <a:pt x="5703" y="55050"/>
                </a:lnTo>
                <a:lnTo>
                  <a:pt x="5703" y="55050"/>
                </a:lnTo>
                <a:lnTo>
                  <a:pt x="5703" y="55050"/>
                </a:lnTo>
                <a:lnTo>
                  <a:pt x="5951" y="55050"/>
                </a:lnTo>
                <a:lnTo>
                  <a:pt x="8431" y="55050"/>
                </a:lnTo>
                <a:lnTo>
                  <a:pt x="9919" y="55050"/>
                </a:lnTo>
                <a:lnTo>
                  <a:pt x="10167" y="55050"/>
                </a:lnTo>
                <a:lnTo>
                  <a:pt x="10167" y="55050"/>
                </a:lnTo>
                <a:lnTo>
                  <a:pt x="10167" y="55050"/>
                </a:lnTo>
                <a:lnTo>
                  <a:pt x="10167" y="55298"/>
                </a:lnTo>
                <a:lnTo>
                  <a:pt x="10167" y="57778"/>
                </a:lnTo>
                <a:lnTo>
                  <a:pt x="10167" y="61746"/>
                </a:lnTo>
                <a:lnTo>
                  <a:pt x="10167" y="61994"/>
                </a:lnTo>
                <a:lnTo>
                  <a:pt x="10167" y="61994"/>
                </a:lnTo>
                <a:lnTo>
                  <a:pt x="10167" y="61994"/>
                </a:lnTo>
                <a:lnTo>
                  <a:pt x="9919" y="61994"/>
                </a:lnTo>
                <a:lnTo>
                  <a:pt x="8431" y="61994"/>
                </a:lnTo>
                <a:close/>
                <a:moveTo>
                  <a:pt x="5951" y="52075"/>
                </a:moveTo>
                <a:lnTo>
                  <a:pt x="5703" y="52075"/>
                </a:lnTo>
                <a:lnTo>
                  <a:pt x="5703" y="52075"/>
                </a:lnTo>
                <a:lnTo>
                  <a:pt x="5703" y="52075"/>
                </a:lnTo>
                <a:lnTo>
                  <a:pt x="5703" y="51827"/>
                </a:lnTo>
                <a:lnTo>
                  <a:pt x="5703" y="47859"/>
                </a:lnTo>
                <a:lnTo>
                  <a:pt x="5703" y="45379"/>
                </a:lnTo>
                <a:lnTo>
                  <a:pt x="5703" y="45131"/>
                </a:lnTo>
                <a:lnTo>
                  <a:pt x="5703" y="45131"/>
                </a:lnTo>
                <a:lnTo>
                  <a:pt x="5703" y="45131"/>
                </a:lnTo>
                <a:lnTo>
                  <a:pt x="5951" y="45131"/>
                </a:lnTo>
                <a:lnTo>
                  <a:pt x="8431" y="45131"/>
                </a:lnTo>
                <a:lnTo>
                  <a:pt x="9919" y="45131"/>
                </a:lnTo>
                <a:lnTo>
                  <a:pt x="10167" y="45131"/>
                </a:lnTo>
                <a:lnTo>
                  <a:pt x="10167" y="45131"/>
                </a:lnTo>
                <a:lnTo>
                  <a:pt x="10167" y="45131"/>
                </a:lnTo>
                <a:lnTo>
                  <a:pt x="10167" y="45379"/>
                </a:lnTo>
                <a:lnTo>
                  <a:pt x="10167" y="47859"/>
                </a:lnTo>
                <a:lnTo>
                  <a:pt x="10167" y="51827"/>
                </a:lnTo>
                <a:lnTo>
                  <a:pt x="10167" y="52075"/>
                </a:lnTo>
                <a:lnTo>
                  <a:pt x="10167" y="52075"/>
                </a:lnTo>
                <a:lnTo>
                  <a:pt x="10167" y="52075"/>
                </a:lnTo>
                <a:lnTo>
                  <a:pt x="9919" y="52075"/>
                </a:lnTo>
                <a:lnTo>
                  <a:pt x="8431" y="52075"/>
                </a:lnTo>
                <a:close/>
                <a:moveTo>
                  <a:pt x="5951" y="42156"/>
                </a:moveTo>
                <a:lnTo>
                  <a:pt x="5703" y="42156"/>
                </a:lnTo>
                <a:lnTo>
                  <a:pt x="5703" y="42156"/>
                </a:lnTo>
                <a:lnTo>
                  <a:pt x="5703" y="42156"/>
                </a:lnTo>
                <a:lnTo>
                  <a:pt x="5703" y="41908"/>
                </a:lnTo>
                <a:lnTo>
                  <a:pt x="5703" y="37940"/>
                </a:lnTo>
                <a:lnTo>
                  <a:pt x="5703" y="35460"/>
                </a:lnTo>
                <a:lnTo>
                  <a:pt x="5703" y="35212"/>
                </a:lnTo>
                <a:lnTo>
                  <a:pt x="5703" y="35212"/>
                </a:lnTo>
                <a:lnTo>
                  <a:pt x="5703" y="35212"/>
                </a:lnTo>
                <a:lnTo>
                  <a:pt x="5951" y="35212"/>
                </a:lnTo>
                <a:lnTo>
                  <a:pt x="8431" y="35212"/>
                </a:lnTo>
                <a:lnTo>
                  <a:pt x="9919" y="35212"/>
                </a:lnTo>
                <a:lnTo>
                  <a:pt x="10167" y="35212"/>
                </a:lnTo>
                <a:lnTo>
                  <a:pt x="10167" y="35212"/>
                </a:lnTo>
                <a:lnTo>
                  <a:pt x="10167" y="35212"/>
                </a:lnTo>
                <a:lnTo>
                  <a:pt x="10167" y="35460"/>
                </a:lnTo>
                <a:lnTo>
                  <a:pt x="10167" y="37940"/>
                </a:lnTo>
                <a:lnTo>
                  <a:pt x="10167" y="41908"/>
                </a:lnTo>
                <a:lnTo>
                  <a:pt x="10167" y="42156"/>
                </a:lnTo>
                <a:lnTo>
                  <a:pt x="10167" y="42156"/>
                </a:lnTo>
                <a:lnTo>
                  <a:pt x="10167" y="42156"/>
                </a:lnTo>
                <a:lnTo>
                  <a:pt x="9919" y="42156"/>
                </a:lnTo>
                <a:lnTo>
                  <a:pt x="8431" y="42156"/>
                </a:lnTo>
                <a:close/>
                <a:moveTo>
                  <a:pt x="5951" y="32237"/>
                </a:moveTo>
                <a:lnTo>
                  <a:pt x="5703" y="32237"/>
                </a:lnTo>
                <a:lnTo>
                  <a:pt x="5703" y="32237"/>
                </a:lnTo>
                <a:lnTo>
                  <a:pt x="5703" y="32237"/>
                </a:lnTo>
                <a:lnTo>
                  <a:pt x="5703" y="31989"/>
                </a:lnTo>
                <a:lnTo>
                  <a:pt x="5703" y="28021"/>
                </a:lnTo>
                <a:lnTo>
                  <a:pt x="5703" y="25541"/>
                </a:lnTo>
                <a:lnTo>
                  <a:pt x="5703" y="25293"/>
                </a:lnTo>
                <a:lnTo>
                  <a:pt x="5703" y="25293"/>
                </a:lnTo>
                <a:lnTo>
                  <a:pt x="5703" y="25293"/>
                </a:lnTo>
                <a:lnTo>
                  <a:pt x="5951" y="25293"/>
                </a:lnTo>
                <a:lnTo>
                  <a:pt x="8431" y="25293"/>
                </a:lnTo>
                <a:lnTo>
                  <a:pt x="9919" y="25293"/>
                </a:lnTo>
                <a:lnTo>
                  <a:pt x="10167" y="25293"/>
                </a:lnTo>
                <a:lnTo>
                  <a:pt x="10167" y="25293"/>
                </a:lnTo>
                <a:lnTo>
                  <a:pt x="10167" y="25293"/>
                </a:lnTo>
                <a:lnTo>
                  <a:pt x="10167" y="25541"/>
                </a:lnTo>
                <a:lnTo>
                  <a:pt x="10167" y="28021"/>
                </a:lnTo>
                <a:lnTo>
                  <a:pt x="10167" y="31989"/>
                </a:lnTo>
                <a:lnTo>
                  <a:pt x="10167" y="32237"/>
                </a:lnTo>
                <a:lnTo>
                  <a:pt x="10167" y="32237"/>
                </a:lnTo>
                <a:lnTo>
                  <a:pt x="10167" y="32237"/>
                </a:lnTo>
                <a:lnTo>
                  <a:pt x="9919" y="32237"/>
                </a:lnTo>
                <a:lnTo>
                  <a:pt x="8431" y="32237"/>
                </a:lnTo>
                <a:close/>
                <a:moveTo>
                  <a:pt x="5951" y="22318"/>
                </a:moveTo>
                <a:lnTo>
                  <a:pt x="5703" y="22318"/>
                </a:lnTo>
                <a:lnTo>
                  <a:pt x="5703" y="22318"/>
                </a:lnTo>
                <a:lnTo>
                  <a:pt x="5703" y="22318"/>
                </a:lnTo>
                <a:lnTo>
                  <a:pt x="5703" y="22070"/>
                </a:lnTo>
                <a:lnTo>
                  <a:pt x="5703" y="18102"/>
                </a:lnTo>
                <a:lnTo>
                  <a:pt x="5703" y="15622"/>
                </a:lnTo>
                <a:lnTo>
                  <a:pt x="5703" y="15374"/>
                </a:lnTo>
                <a:lnTo>
                  <a:pt x="5703" y="15374"/>
                </a:lnTo>
                <a:lnTo>
                  <a:pt x="5703" y="15374"/>
                </a:lnTo>
                <a:lnTo>
                  <a:pt x="5951" y="15374"/>
                </a:lnTo>
                <a:lnTo>
                  <a:pt x="8431" y="15374"/>
                </a:lnTo>
                <a:lnTo>
                  <a:pt x="9919" y="15374"/>
                </a:lnTo>
                <a:lnTo>
                  <a:pt x="10167" y="15374"/>
                </a:lnTo>
                <a:lnTo>
                  <a:pt x="10167" y="15374"/>
                </a:lnTo>
                <a:lnTo>
                  <a:pt x="10167" y="15374"/>
                </a:lnTo>
                <a:lnTo>
                  <a:pt x="10167" y="15622"/>
                </a:lnTo>
                <a:lnTo>
                  <a:pt x="10167" y="18102"/>
                </a:lnTo>
                <a:lnTo>
                  <a:pt x="10167" y="22070"/>
                </a:lnTo>
                <a:lnTo>
                  <a:pt x="10167" y="22318"/>
                </a:lnTo>
                <a:lnTo>
                  <a:pt x="10167" y="22318"/>
                </a:lnTo>
                <a:lnTo>
                  <a:pt x="10167" y="22318"/>
                </a:lnTo>
                <a:lnTo>
                  <a:pt x="9919" y="22318"/>
                </a:lnTo>
                <a:lnTo>
                  <a:pt x="8431" y="22318"/>
                </a:lnTo>
                <a:close/>
                <a:moveTo>
                  <a:pt x="5951" y="12398"/>
                </a:moveTo>
                <a:lnTo>
                  <a:pt x="5703" y="12398"/>
                </a:lnTo>
                <a:lnTo>
                  <a:pt x="5703" y="12398"/>
                </a:lnTo>
                <a:lnTo>
                  <a:pt x="5703" y="12398"/>
                </a:lnTo>
                <a:lnTo>
                  <a:pt x="5703" y="12150"/>
                </a:lnTo>
                <a:lnTo>
                  <a:pt x="5703" y="8183"/>
                </a:lnTo>
                <a:lnTo>
                  <a:pt x="5703" y="5703"/>
                </a:lnTo>
                <a:lnTo>
                  <a:pt x="5703" y="5455"/>
                </a:lnTo>
                <a:lnTo>
                  <a:pt x="5703" y="5455"/>
                </a:lnTo>
                <a:lnTo>
                  <a:pt x="5703" y="5455"/>
                </a:lnTo>
                <a:lnTo>
                  <a:pt x="5951" y="5455"/>
                </a:lnTo>
                <a:lnTo>
                  <a:pt x="8431" y="5455"/>
                </a:lnTo>
                <a:lnTo>
                  <a:pt x="9919" y="5455"/>
                </a:lnTo>
                <a:lnTo>
                  <a:pt x="10167" y="5455"/>
                </a:lnTo>
                <a:lnTo>
                  <a:pt x="10167" y="5455"/>
                </a:lnTo>
                <a:lnTo>
                  <a:pt x="10167" y="5455"/>
                </a:lnTo>
                <a:lnTo>
                  <a:pt x="10167" y="5703"/>
                </a:lnTo>
                <a:lnTo>
                  <a:pt x="10167" y="8183"/>
                </a:lnTo>
                <a:lnTo>
                  <a:pt x="10167" y="12150"/>
                </a:lnTo>
                <a:lnTo>
                  <a:pt x="10167" y="12398"/>
                </a:lnTo>
                <a:lnTo>
                  <a:pt x="10167" y="12398"/>
                </a:lnTo>
                <a:lnTo>
                  <a:pt x="10167" y="12398"/>
                </a:lnTo>
                <a:lnTo>
                  <a:pt x="9919" y="12398"/>
                </a:lnTo>
                <a:lnTo>
                  <a:pt x="8431" y="12398"/>
                </a:lnTo>
                <a:close/>
              </a:path>
            </a:pathLst>
          </a:custGeom>
          <a:solidFill>
            <a:srgbClr val="9E9E9E"/>
          </a:solidFill>
          <a:ln w="381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4" name="Picture 563">
            <a:extLst>
              <a:ext uri="{FF2B5EF4-FFF2-40B4-BE49-F238E27FC236}">
                <a16:creationId xmlns:a16="http://schemas.microsoft.com/office/drawing/2014/main" id="{866B8A09-6C3B-04B5-9451-511ECEDC2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954" y="1071822"/>
            <a:ext cx="621149" cy="663905"/>
          </a:xfrm>
          <a:prstGeom prst="rect">
            <a:avLst/>
          </a:prstGeom>
        </p:spPr>
      </p:pic>
      <p:sp>
        <p:nvSpPr>
          <p:cNvPr id="566" name="Oval 565">
            <a:extLst>
              <a:ext uri="{FF2B5EF4-FFF2-40B4-BE49-F238E27FC236}">
                <a16:creationId xmlns:a16="http://schemas.microsoft.com/office/drawing/2014/main" id="{47DAA808-99FB-18CD-40ED-C6A0B1EAC760}"/>
              </a:ext>
            </a:extLst>
          </p:cNvPr>
          <p:cNvSpPr/>
          <p:nvPr/>
        </p:nvSpPr>
        <p:spPr>
          <a:xfrm>
            <a:off x="3740150" y="1206135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70" name="Picture 569">
            <a:extLst>
              <a:ext uri="{FF2B5EF4-FFF2-40B4-BE49-F238E27FC236}">
                <a16:creationId xmlns:a16="http://schemas.microsoft.com/office/drawing/2014/main" id="{54D78119-D8C4-8961-8848-67CA56FFF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833" y="1793889"/>
            <a:ext cx="838317" cy="523948"/>
          </a:xfrm>
          <a:prstGeom prst="rect">
            <a:avLst/>
          </a:prstGeom>
        </p:spPr>
      </p:pic>
      <p:sp>
        <p:nvSpPr>
          <p:cNvPr id="608" name="Oval 607">
            <a:extLst>
              <a:ext uri="{FF2B5EF4-FFF2-40B4-BE49-F238E27FC236}">
                <a16:creationId xmlns:a16="http://schemas.microsoft.com/office/drawing/2014/main" id="{471E0966-9B53-1C7D-8A8C-8C24D8A1F9E9}"/>
              </a:ext>
            </a:extLst>
          </p:cNvPr>
          <p:cNvSpPr/>
          <p:nvPr/>
        </p:nvSpPr>
        <p:spPr>
          <a:xfrm>
            <a:off x="3740150" y="2034442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47" name="Picture 646">
            <a:extLst>
              <a:ext uri="{FF2B5EF4-FFF2-40B4-BE49-F238E27FC236}">
                <a16:creationId xmlns:a16="http://schemas.microsoft.com/office/drawing/2014/main" id="{8B9ED144-D457-BD39-9117-236D6C3724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8944" y="2374849"/>
            <a:ext cx="809738" cy="876422"/>
          </a:xfrm>
          <a:prstGeom prst="rect">
            <a:avLst/>
          </a:prstGeom>
        </p:spPr>
      </p:pic>
      <p:sp>
        <p:nvSpPr>
          <p:cNvPr id="657" name="Oval 656">
            <a:extLst>
              <a:ext uri="{FF2B5EF4-FFF2-40B4-BE49-F238E27FC236}">
                <a16:creationId xmlns:a16="http://schemas.microsoft.com/office/drawing/2014/main" id="{D25740DC-2B97-77EB-300E-F2E84243779E}"/>
              </a:ext>
            </a:extLst>
          </p:cNvPr>
          <p:cNvSpPr/>
          <p:nvPr/>
        </p:nvSpPr>
        <p:spPr>
          <a:xfrm>
            <a:off x="3768682" y="2718556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9" name="Oval 658">
            <a:extLst>
              <a:ext uri="{FF2B5EF4-FFF2-40B4-BE49-F238E27FC236}">
                <a16:creationId xmlns:a16="http://schemas.microsoft.com/office/drawing/2014/main" id="{30122C49-E669-9C2B-C6DA-1250246A5DF9}"/>
              </a:ext>
            </a:extLst>
          </p:cNvPr>
          <p:cNvSpPr/>
          <p:nvPr/>
        </p:nvSpPr>
        <p:spPr>
          <a:xfrm>
            <a:off x="2256766" y="4589606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97" name="Oval 696">
            <a:extLst>
              <a:ext uri="{FF2B5EF4-FFF2-40B4-BE49-F238E27FC236}">
                <a16:creationId xmlns:a16="http://schemas.microsoft.com/office/drawing/2014/main" id="{A393F089-AF5B-0702-C11F-96E7B2F436FE}"/>
              </a:ext>
            </a:extLst>
          </p:cNvPr>
          <p:cNvSpPr/>
          <p:nvPr/>
        </p:nvSpPr>
        <p:spPr>
          <a:xfrm>
            <a:off x="1638341" y="3048152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6" name="Oval 705">
            <a:extLst>
              <a:ext uri="{FF2B5EF4-FFF2-40B4-BE49-F238E27FC236}">
                <a16:creationId xmlns:a16="http://schemas.microsoft.com/office/drawing/2014/main" id="{B664C274-219A-3E7F-AEAB-6759C0CC2CA3}"/>
              </a:ext>
            </a:extLst>
          </p:cNvPr>
          <p:cNvSpPr/>
          <p:nvPr/>
        </p:nvSpPr>
        <p:spPr>
          <a:xfrm>
            <a:off x="900354" y="3297011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0DB42552-1435-DFFF-C9D1-548BD7EC5DAD}"/>
              </a:ext>
            </a:extLst>
          </p:cNvPr>
          <p:cNvSpPr/>
          <p:nvPr/>
        </p:nvSpPr>
        <p:spPr>
          <a:xfrm>
            <a:off x="1995135" y="2877740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4" name="Oval 723">
            <a:extLst>
              <a:ext uri="{FF2B5EF4-FFF2-40B4-BE49-F238E27FC236}">
                <a16:creationId xmlns:a16="http://schemas.microsoft.com/office/drawing/2014/main" id="{BF574618-2483-0BBF-36ED-F9A9400E1375}"/>
              </a:ext>
            </a:extLst>
          </p:cNvPr>
          <p:cNvSpPr/>
          <p:nvPr/>
        </p:nvSpPr>
        <p:spPr>
          <a:xfrm>
            <a:off x="2000513" y="1272453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8" name="Oval 737">
            <a:extLst>
              <a:ext uri="{FF2B5EF4-FFF2-40B4-BE49-F238E27FC236}">
                <a16:creationId xmlns:a16="http://schemas.microsoft.com/office/drawing/2014/main" id="{061CA920-9DB2-3AB2-C8F5-87EF93DED898}"/>
              </a:ext>
            </a:extLst>
          </p:cNvPr>
          <p:cNvSpPr/>
          <p:nvPr/>
        </p:nvSpPr>
        <p:spPr>
          <a:xfrm>
            <a:off x="1996990" y="1056083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43" name="Picture 742">
            <a:extLst>
              <a:ext uri="{FF2B5EF4-FFF2-40B4-BE49-F238E27FC236}">
                <a16:creationId xmlns:a16="http://schemas.microsoft.com/office/drawing/2014/main" id="{381AC970-2266-CF60-37FC-F49E9AFDE8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3935" y="3217876"/>
            <a:ext cx="914528" cy="895475"/>
          </a:xfrm>
          <a:prstGeom prst="rect">
            <a:avLst/>
          </a:prstGeom>
        </p:spPr>
      </p:pic>
      <p:sp>
        <p:nvSpPr>
          <p:cNvPr id="745" name="Oval 744">
            <a:extLst>
              <a:ext uri="{FF2B5EF4-FFF2-40B4-BE49-F238E27FC236}">
                <a16:creationId xmlns:a16="http://schemas.microsoft.com/office/drawing/2014/main" id="{9FF29661-7325-A3BF-FA0E-7789700B6556}"/>
              </a:ext>
            </a:extLst>
          </p:cNvPr>
          <p:cNvSpPr/>
          <p:nvPr/>
        </p:nvSpPr>
        <p:spPr>
          <a:xfrm>
            <a:off x="3819525" y="3616653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7" name="Oval 746">
            <a:extLst>
              <a:ext uri="{FF2B5EF4-FFF2-40B4-BE49-F238E27FC236}">
                <a16:creationId xmlns:a16="http://schemas.microsoft.com/office/drawing/2014/main" id="{8C0C14B1-68BA-5CA2-B82B-653B68DB66C6}"/>
              </a:ext>
            </a:extLst>
          </p:cNvPr>
          <p:cNvSpPr/>
          <p:nvPr/>
        </p:nvSpPr>
        <p:spPr>
          <a:xfrm>
            <a:off x="916269" y="3159245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54" name="Picture 753">
            <a:extLst>
              <a:ext uri="{FF2B5EF4-FFF2-40B4-BE49-F238E27FC236}">
                <a16:creationId xmlns:a16="http://schemas.microsoft.com/office/drawing/2014/main" id="{71AD17C9-8AB8-EB09-6430-4252689F27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3935" y="4082418"/>
            <a:ext cx="781159" cy="857370"/>
          </a:xfrm>
          <a:prstGeom prst="rect">
            <a:avLst/>
          </a:prstGeom>
        </p:spPr>
      </p:pic>
      <p:sp>
        <p:nvSpPr>
          <p:cNvPr id="756" name="Oval 755">
            <a:extLst>
              <a:ext uri="{FF2B5EF4-FFF2-40B4-BE49-F238E27FC236}">
                <a16:creationId xmlns:a16="http://schemas.microsoft.com/office/drawing/2014/main" id="{4C1021B5-1FE5-A5B6-1AF3-BCD54CEE6D9B}"/>
              </a:ext>
            </a:extLst>
          </p:cNvPr>
          <p:cNvSpPr/>
          <p:nvPr/>
        </p:nvSpPr>
        <p:spPr>
          <a:xfrm>
            <a:off x="3768682" y="4508295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8" name="Oval 757">
            <a:extLst>
              <a:ext uri="{FF2B5EF4-FFF2-40B4-BE49-F238E27FC236}">
                <a16:creationId xmlns:a16="http://schemas.microsoft.com/office/drawing/2014/main" id="{ED12A25C-0AEA-7834-8D2C-78602A14BB32}"/>
              </a:ext>
            </a:extLst>
          </p:cNvPr>
          <p:cNvSpPr/>
          <p:nvPr/>
        </p:nvSpPr>
        <p:spPr>
          <a:xfrm>
            <a:off x="2453195" y="1559299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0" name="Oval 759">
            <a:extLst>
              <a:ext uri="{FF2B5EF4-FFF2-40B4-BE49-F238E27FC236}">
                <a16:creationId xmlns:a16="http://schemas.microsoft.com/office/drawing/2014/main" id="{F786A09A-7521-47B4-32E7-5F2484E49BFC}"/>
              </a:ext>
            </a:extLst>
          </p:cNvPr>
          <p:cNvSpPr/>
          <p:nvPr/>
        </p:nvSpPr>
        <p:spPr>
          <a:xfrm>
            <a:off x="2476589" y="1711699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2" name="Oval 761">
            <a:extLst>
              <a:ext uri="{FF2B5EF4-FFF2-40B4-BE49-F238E27FC236}">
                <a16:creationId xmlns:a16="http://schemas.microsoft.com/office/drawing/2014/main" id="{6E4438FD-DE2A-FFB5-AA3A-97C827690BEA}"/>
              </a:ext>
            </a:extLst>
          </p:cNvPr>
          <p:cNvSpPr/>
          <p:nvPr/>
        </p:nvSpPr>
        <p:spPr>
          <a:xfrm>
            <a:off x="2453729" y="2275370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4" name="Oval 763">
            <a:extLst>
              <a:ext uri="{FF2B5EF4-FFF2-40B4-BE49-F238E27FC236}">
                <a16:creationId xmlns:a16="http://schemas.microsoft.com/office/drawing/2014/main" id="{2B477AE7-2ADD-C6E6-96E4-4FAE1AC662E7}"/>
              </a:ext>
            </a:extLst>
          </p:cNvPr>
          <p:cNvSpPr/>
          <p:nvPr/>
        </p:nvSpPr>
        <p:spPr>
          <a:xfrm>
            <a:off x="2439168" y="1102615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6" name="Oval 765">
            <a:extLst>
              <a:ext uri="{FF2B5EF4-FFF2-40B4-BE49-F238E27FC236}">
                <a16:creationId xmlns:a16="http://schemas.microsoft.com/office/drawing/2014/main" id="{C3DE1AD5-D0C2-813B-63A0-0F5412A3BDCA}"/>
              </a:ext>
            </a:extLst>
          </p:cNvPr>
          <p:cNvSpPr/>
          <p:nvPr/>
        </p:nvSpPr>
        <p:spPr>
          <a:xfrm>
            <a:off x="2431897" y="1239998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93CC60-E935-A9CF-ED35-4905F9DD38E9}"/>
              </a:ext>
            </a:extLst>
          </p:cNvPr>
          <p:cNvSpPr/>
          <p:nvPr/>
        </p:nvSpPr>
        <p:spPr>
          <a:xfrm>
            <a:off x="2438004" y="3843696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8" name="Oval 537">
            <a:extLst>
              <a:ext uri="{FF2B5EF4-FFF2-40B4-BE49-F238E27FC236}">
                <a16:creationId xmlns:a16="http://schemas.microsoft.com/office/drawing/2014/main" id="{D4B08C1F-1212-13F7-B847-83DB4E203470}"/>
              </a:ext>
            </a:extLst>
          </p:cNvPr>
          <p:cNvSpPr/>
          <p:nvPr/>
        </p:nvSpPr>
        <p:spPr>
          <a:xfrm>
            <a:off x="1137597" y="3949781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86953E16-A40D-1441-4259-AD387971B57E}"/>
              </a:ext>
            </a:extLst>
          </p:cNvPr>
          <p:cNvSpPr/>
          <p:nvPr/>
        </p:nvSpPr>
        <p:spPr>
          <a:xfrm>
            <a:off x="571513" y="4567645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6" name="Oval 545">
            <a:extLst>
              <a:ext uri="{FF2B5EF4-FFF2-40B4-BE49-F238E27FC236}">
                <a16:creationId xmlns:a16="http://schemas.microsoft.com/office/drawing/2014/main" id="{77BDC883-101B-BE19-1E30-A033CFC0A43D}"/>
              </a:ext>
            </a:extLst>
          </p:cNvPr>
          <p:cNvSpPr/>
          <p:nvPr/>
        </p:nvSpPr>
        <p:spPr>
          <a:xfrm>
            <a:off x="455866" y="3044184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8" name="Oval 547">
            <a:extLst>
              <a:ext uri="{FF2B5EF4-FFF2-40B4-BE49-F238E27FC236}">
                <a16:creationId xmlns:a16="http://schemas.microsoft.com/office/drawing/2014/main" id="{B2023B68-73C3-392E-BF73-FD32C2662DB4}"/>
              </a:ext>
            </a:extLst>
          </p:cNvPr>
          <p:cNvSpPr/>
          <p:nvPr/>
        </p:nvSpPr>
        <p:spPr>
          <a:xfrm>
            <a:off x="2116007" y="4916479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65" name="Picture 564">
            <a:extLst>
              <a:ext uri="{FF2B5EF4-FFF2-40B4-BE49-F238E27FC236}">
                <a16:creationId xmlns:a16="http://schemas.microsoft.com/office/drawing/2014/main" id="{6B22B5B9-C46B-B85A-AC92-0FBF23BB96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8945" y="5035876"/>
            <a:ext cx="726150" cy="771009"/>
          </a:xfrm>
          <a:prstGeom prst="rect">
            <a:avLst/>
          </a:prstGeom>
        </p:spPr>
      </p:pic>
      <p:sp>
        <p:nvSpPr>
          <p:cNvPr id="569" name="Oval 568">
            <a:extLst>
              <a:ext uri="{FF2B5EF4-FFF2-40B4-BE49-F238E27FC236}">
                <a16:creationId xmlns:a16="http://schemas.microsoft.com/office/drawing/2014/main" id="{78E32A53-4F77-B792-8657-914C0C95DF51}"/>
              </a:ext>
            </a:extLst>
          </p:cNvPr>
          <p:cNvSpPr/>
          <p:nvPr/>
        </p:nvSpPr>
        <p:spPr>
          <a:xfrm>
            <a:off x="3818212" y="5273755"/>
            <a:ext cx="158750" cy="1326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09" name="Oval 608">
            <a:extLst>
              <a:ext uri="{FF2B5EF4-FFF2-40B4-BE49-F238E27FC236}">
                <a16:creationId xmlns:a16="http://schemas.microsoft.com/office/drawing/2014/main" id="{C7E2DFBD-FE93-B331-353F-44E879D78094}"/>
              </a:ext>
            </a:extLst>
          </p:cNvPr>
          <p:cNvSpPr/>
          <p:nvPr/>
        </p:nvSpPr>
        <p:spPr>
          <a:xfrm>
            <a:off x="2036038" y="3841193"/>
            <a:ext cx="158750" cy="1326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35" name="Oval 634">
            <a:extLst>
              <a:ext uri="{FF2B5EF4-FFF2-40B4-BE49-F238E27FC236}">
                <a16:creationId xmlns:a16="http://schemas.microsoft.com/office/drawing/2014/main" id="{281A94D6-4D66-257D-3832-A2DFBFE90DEC}"/>
              </a:ext>
            </a:extLst>
          </p:cNvPr>
          <p:cNvSpPr/>
          <p:nvPr/>
        </p:nvSpPr>
        <p:spPr>
          <a:xfrm>
            <a:off x="2162897" y="3885502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5" name="Oval 544">
            <a:extLst>
              <a:ext uri="{FF2B5EF4-FFF2-40B4-BE49-F238E27FC236}">
                <a16:creationId xmlns:a16="http://schemas.microsoft.com/office/drawing/2014/main" id="{90F4580B-4732-62A6-920E-9BB4EE8A5A10}"/>
              </a:ext>
            </a:extLst>
          </p:cNvPr>
          <p:cNvSpPr/>
          <p:nvPr/>
        </p:nvSpPr>
        <p:spPr>
          <a:xfrm>
            <a:off x="1950050" y="3962348"/>
            <a:ext cx="158750" cy="1326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39" name="Oval 538">
            <a:extLst>
              <a:ext uri="{FF2B5EF4-FFF2-40B4-BE49-F238E27FC236}">
                <a16:creationId xmlns:a16="http://schemas.microsoft.com/office/drawing/2014/main" id="{697B440F-DC5F-3CE9-1626-199F98164826}"/>
              </a:ext>
            </a:extLst>
          </p:cNvPr>
          <p:cNvSpPr/>
          <p:nvPr/>
        </p:nvSpPr>
        <p:spPr>
          <a:xfrm>
            <a:off x="1763039" y="2381711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64D5F-A7B3-B22D-B964-27601CAFF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4C8683-4E65-6AE9-99B8-0F0481A0CE77}"/>
              </a:ext>
            </a:extLst>
          </p:cNvPr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一层照明平面图：Blender 模型 vs 施工图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FA34B-76FC-FAF8-5CF3-C582BF211F1D}"/>
              </a:ext>
            </a:extLst>
          </p:cNvPr>
          <p:cNvSpPr txBox="1"/>
          <p:nvPr/>
        </p:nvSpPr>
        <p:spPr>
          <a:xfrm>
            <a:off x="320040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1:100</a:t>
            </a:r>
          </a:p>
        </p:txBody>
      </p:sp>
      <p:pic>
        <p:nvPicPr>
          <p:cNvPr id="564" name="Picture 563">
            <a:extLst>
              <a:ext uri="{FF2B5EF4-FFF2-40B4-BE49-F238E27FC236}">
                <a16:creationId xmlns:a16="http://schemas.microsoft.com/office/drawing/2014/main" id="{AED60F04-D0AC-F875-2F62-C3B846390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51864" y="1136251"/>
            <a:ext cx="621149" cy="663905"/>
          </a:xfrm>
          <a:prstGeom prst="rect">
            <a:avLst/>
          </a:prstGeom>
        </p:spPr>
      </p:pic>
      <p:sp>
        <p:nvSpPr>
          <p:cNvPr id="566" name="Oval 565">
            <a:extLst>
              <a:ext uri="{FF2B5EF4-FFF2-40B4-BE49-F238E27FC236}">
                <a16:creationId xmlns:a16="http://schemas.microsoft.com/office/drawing/2014/main" id="{B0B7CB48-292B-7091-22F8-94C3252A99F4}"/>
              </a:ext>
            </a:extLst>
          </p:cNvPr>
          <p:cNvSpPr/>
          <p:nvPr/>
        </p:nvSpPr>
        <p:spPr>
          <a:xfrm>
            <a:off x="-475668" y="1270564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70" name="Picture 569">
            <a:extLst>
              <a:ext uri="{FF2B5EF4-FFF2-40B4-BE49-F238E27FC236}">
                <a16:creationId xmlns:a16="http://schemas.microsoft.com/office/drawing/2014/main" id="{7A87F72E-7D7B-410F-350E-62EEE89FA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13985" y="1858318"/>
            <a:ext cx="838317" cy="523948"/>
          </a:xfrm>
          <a:prstGeom prst="rect">
            <a:avLst/>
          </a:prstGeom>
        </p:spPr>
      </p:pic>
      <p:sp>
        <p:nvSpPr>
          <p:cNvPr id="608" name="Oval 607">
            <a:extLst>
              <a:ext uri="{FF2B5EF4-FFF2-40B4-BE49-F238E27FC236}">
                <a16:creationId xmlns:a16="http://schemas.microsoft.com/office/drawing/2014/main" id="{9083E58B-3491-D861-8DFC-91E1990E367D}"/>
              </a:ext>
            </a:extLst>
          </p:cNvPr>
          <p:cNvSpPr/>
          <p:nvPr/>
        </p:nvSpPr>
        <p:spPr>
          <a:xfrm>
            <a:off x="-475668" y="2098871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47" name="Picture 646">
            <a:extLst>
              <a:ext uri="{FF2B5EF4-FFF2-40B4-BE49-F238E27FC236}">
                <a16:creationId xmlns:a16="http://schemas.microsoft.com/office/drawing/2014/main" id="{8861F795-7AFE-2061-C22A-F09E2EDCC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56874" y="2439278"/>
            <a:ext cx="809738" cy="876422"/>
          </a:xfrm>
          <a:prstGeom prst="rect">
            <a:avLst/>
          </a:prstGeom>
        </p:spPr>
      </p:pic>
      <p:sp>
        <p:nvSpPr>
          <p:cNvPr id="657" name="Oval 656">
            <a:extLst>
              <a:ext uri="{FF2B5EF4-FFF2-40B4-BE49-F238E27FC236}">
                <a16:creationId xmlns:a16="http://schemas.microsoft.com/office/drawing/2014/main" id="{CB89A773-E8EC-7A55-D70F-B32C3714700C}"/>
              </a:ext>
            </a:extLst>
          </p:cNvPr>
          <p:cNvSpPr/>
          <p:nvPr/>
        </p:nvSpPr>
        <p:spPr>
          <a:xfrm>
            <a:off x="-447136" y="2782985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43" name="Picture 742">
            <a:extLst>
              <a:ext uri="{FF2B5EF4-FFF2-40B4-BE49-F238E27FC236}">
                <a16:creationId xmlns:a16="http://schemas.microsoft.com/office/drawing/2014/main" id="{F6AF25CB-21AA-75C3-D359-A813AD7B1F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11883" y="3282305"/>
            <a:ext cx="914528" cy="895475"/>
          </a:xfrm>
          <a:prstGeom prst="rect">
            <a:avLst/>
          </a:prstGeom>
        </p:spPr>
      </p:pic>
      <p:sp>
        <p:nvSpPr>
          <p:cNvPr id="745" name="Oval 744">
            <a:extLst>
              <a:ext uri="{FF2B5EF4-FFF2-40B4-BE49-F238E27FC236}">
                <a16:creationId xmlns:a16="http://schemas.microsoft.com/office/drawing/2014/main" id="{30D58972-3E99-7D21-BCEE-23107121AC6A}"/>
              </a:ext>
            </a:extLst>
          </p:cNvPr>
          <p:cNvSpPr/>
          <p:nvPr/>
        </p:nvSpPr>
        <p:spPr>
          <a:xfrm>
            <a:off x="-396293" y="3681082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54" name="Picture 753">
            <a:extLst>
              <a:ext uri="{FF2B5EF4-FFF2-40B4-BE49-F238E27FC236}">
                <a16:creationId xmlns:a16="http://schemas.microsoft.com/office/drawing/2014/main" id="{D68A0B3C-22C1-C6B2-B72D-AD3D62214A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311883" y="4146847"/>
            <a:ext cx="781159" cy="857370"/>
          </a:xfrm>
          <a:prstGeom prst="rect">
            <a:avLst/>
          </a:prstGeom>
        </p:spPr>
      </p:pic>
      <p:sp>
        <p:nvSpPr>
          <p:cNvPr id="756" name="Oval 755">
            <a:extLst>
              <a:ext uri="{FF2B5EF4-FFF2-40B4-BE49-F238E27FC236}">
                <a16:creationId xmlns:a16="http://schemas.microsoft.com/office/drawing/2014/main" id="{3F65E176-2953-1C5F-8CD3-C2BEB857CE31}"/>
              </a:ext>
            </a:extLst>
          </p:cNvPr>
          <p:cNvSpPr/>
          <p:nvPr/>
        </p:nvSpPr>
        <p:spPr>
          <a:xfrm>
            <a:off x="-447136" y="4572724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65" name="Picture 564">
            <a:extLst>
              <a:ext uri="{FF2B5EF4-FFF2-40B4-BE49-F238E27FC236}">
                <a16:creationId xmlns:a16="http://schemas.microsoft.com/office/drawing/2014/main" id="{6D6F195C-034C-1D79-F3E5-0F4CD4F58F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256873" y="5100305"/>
            <a:ext cx="726150" cy="771009"/>
          </a:xfrm>
          <a:prstGeom prst="rect">
            <a:avLst/>
          </a:prstGeom>
        </p:spPr>
      </p:pic>
      <p:sp>
        <p:nvSpPr>
          <p:cNvPr id="569" name="Oval 568">
            <a:extLst>
              <a:ext uri="{FF2B5EF4-FFF2-40B4-BE49-F238E27FC236}">
                <a16:creationId xmlns:a16="http://schemas.microsoft.com/office/drawing/2014/main" id="{CB6354C8-27B0-22B6-6376-9A8F13B49EE2}"/>
              </a:ext>
            </a:extLst>
          </p:cNvPr>
          <p:cNvSpPr/>
          <p:nvPr/>
        </p:nvSpPr>
        <p:spPr>
          <a:xfrm>
            <a:off x="-397606" y="5338184"/>
            <a:ext cx="158750" cy="1326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436408" y="-1536172"/>
            <a:ext cx="5319185" cy="1087014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  <p:grpSp>
          <p:nvGrpSpPr>
            <p:cNvPr id="437" name="壁灯 F32">
              <a:extLst>
                <a:ext uri="{FF2B5EF4-FFF2-40B4-BE49-F238E27FC236}">
                  <a16:creationId xmlns:a16="http://schemas.microsoft.com/office/drawing/2014/main" id="{A5DDF3F5-052D-39E3-F5FD-09A6C1914BB7}"/>
                </a:ext>
              </a:extLst>
            </p:cNvPr>
            <p:cNvGrpSpPr/>
            <p:nvPr/>
          </p:nvGrpSpPr>
          <p:grpSpPr>
            <a:xfrm>
              <a:off x="2123301" y="3868459"/>
              <a:ext cx="268218" cy="86250"/>
              <a:chOff x="2165880" y="3887464"/>
              <a:chExt cx="268218" cy="86250"/>
            </a:xfrm>
          </p:grpSpPr>
          <p:sp>
            <p:nvSpPr>
              <p:cNvPr id="438" name="Isosceles Triangle 437">
                <a:extLst>
                  <a:ext uri="{FF2B5EF4-FFF2-40B4-BE49-F238E27FC236}">
                    <a16:creationId xmlns:a16="http://schemas.microsoft.com/office/drawing/2014/main" id="{8F24EB1A-974A-83B6-F01A-99743A5BFCE9}"/>
                  </a:ext>
                </a:extLst>
              </p:cNvPr>
              <p:cNvSpPr/>
              <p:nvPr/>
            </p:nvSpPr>
            <p:spPr>
              <a:xfrm>
                <a:off x="2165880" y="3913760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9" name="TextBox 438">
                <a:extLst>
                  <a:ext uri="{FF2B5EF4-FFF2-40B4-BE49-F238E27FC236}">
                    <a16:creationId xmlns:a16="http://schemas.microsoft.com/office/drawing/2014/main" id="{9FC51B4F-1D58-EAB5-F787-76CF9CB24CC3}"/>
                  </a:ext>
                </a:extLst>
              </p:cNvPr>
              <p:cNvSpPr txBox="1"/>
              <p:nvPr/>
            </p:nvSpPr>
            <p:spPr>
              <a:xfrm rot="16200000">
                <a:off x="2241261" y="3887464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 dirty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F32</a:t>
                </a:r>
              </a:p>
            </p:txBody>
          </p:sp>
        </p:grpSp>
        <p:grpSp>
          <p:nvGrpSpPr>
            <p:cNvPr id="440" name="主灯 G07">
              <a:extLst>
                <a:ext uri="{FF2B5EF4-FFF2-40B4-BE49-F238E27FC236}">
                  <a16:creationId xmlns:a16="http://schemas.microsoft.com/office/drawing/2014/main" id="{0BE9CEB3-2F81-E92E-3AE6-4F5F1396BA1B}"/>
                </a:ext>
              </a:extLst>
            </p:cNvPr>
            <p:cNvGrpSpPr/>
            <p:nvPr/>
          </p:nvGrpSpPr>
          <p:grpSpPr>
            <a:xfrm>
              <a:off x="1693453" y="3462189"/>
              <a:ext cx="289254" cy="113948"/>
              <a:chOff x="1800755" y="3349995"/>
              <a:chExt cx="289254" cy="113948"/>
            </a:xfrm>
          </p:grpSpPr>
          <p:sp>
            <p:nvSpPr>
              <p:cNvPr id="441" name="Oval 440">
                <a:extLst>
                  <a:ext uri="{FF2B5EF4-FFF2-40B4-BE49-F238E27FC236}">
                    <a16:creationId xmlns:a16="http://schemas.microsoft.com/office/drawing/2014/main" id="{18A20D83-39A3-72A0-1C16-BB0B80B540D2}"/>
                  </a:ext>
                </a:extLst>
              </p:cNvPr>
              <p:cNvSpPr/>
              <p:nvPr/>
            </p:nvSpPr>
            <p:spPr>
              <a:xfrm>
                <a:off x="1800755" y="3376291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42" name="Connector 441">
                <a:extLst>
                  <a:ext uri="{FF2B5EF4-FFF2-40B4-BE49-F238E27FC236}">
                    <a16:creationId xmlns:a16="http://schemas.microsoft.com/office/drawing/2014/main" id="{6FF8A2C7-AB56-9F67-7932-E7B6C70A4C6D}"/>
                  </a:ext>
                </a:extLst>
              </p:cNvPr>
              <p:cNvCxnSpPr/>
              <p:nvPr/>
            </p:nvCxnSpPr>
            <p:spPr>
              <a:xfrm>
                <a:off x="1813903" y="338943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3" name="Connector 442">
                <a:extLst>
                  <a:ext uri="{FF2B5EF4-FFF2-40B4-BE49-F238E27FC236}">
                    <a16:creationId xmlns:a16="http://schemas.microsoft.com/office/drawing/2014/main" id="{DDDB79BE-AACF-8FF6-8B4F-027CD5665340}"/>
                  </a:ext>
                </a:extLst>
              </p:cNvPr>
              <p:cNvCxnSpPr/>
              <p:nvPr/>
            </p:nvCxnSpPr>
            <p:spPr>
              <a:xfrm flipV="1">
                <a:off x="1813903" y="338943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4" name="TextBox 443">
                <a:extLst>
                  <a:ext uri="{FF2B5EF4-FFF2-40B4-BE49-F238E27FC236}">
                    <a16:creationId xmlns:a16="http://schemas.microsoft.com/office/drawing/2014/main" id="{C331CBCD-A42F-439E-E5F4-D28AA02C6AA9}"/>
                  </a:ext>
                </a:extLst>
              </p:cNvPr>
              <p:cNvSpPr txBox="1"/>
              <p:nvPr/>
            </p:nvSpPr>
            <p:spPr>
              <a:xfrm rot="16200000">
                <a:off x="1897172" y="3349995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G07</a:t>
                </a:r>
              </a:p>
            </p:txBody>
          </p:sp>
        </p:grpSp>
        <p:grpSp>
          <p:nvGrpSpPr>
            <p:cNvPr id="445" name="主灯 G06">
              <a:extLst>
                <a:ext uri="{FF2B5EF4-FFF2-40B4-BE49-F238E27FC236}">
                  <a16:creationId xmlns:a16="http://schemas.microsoft.com/office/drawing/2014/main" id="{25A545D4-0CFD-12B2-110F-067EFE1D8616}"/>
                </a:ext>
              </a:extLst>
            </p:cNvPr>
            <p:cNvGrpSpPr/>
            <p:nvPr/>
          </p:nvGrpSpPr>
          <p:grpSpPr>
            <a:xfrm>
              <a:off x="1724818" y="4458511"/>
              <a:ext cx="289254" cy="113948"/>
              <a:chOff x="1743720" y="4361740"/>
              <a:chExt cx="289254" cy="113948"/>
            </a:xfrm>
          </p:grpSpPr>
          <p:sp>
            <p:nvSpPr>
              <p:cNvPr id="446" name="Oval 445">
                <a:extLst>
                  <a:ext uri="{FF2B5EF4-FFF2-40B4-BE49-F238E27FC236}">
                    <a16:creationId xmlns:a16="http://schemas.microsoft.com/office/drawing/2014/main" id="{17644B4B-AE49-0E7F-D75C-E74780E4F145}"/>
                  </a:ext>
                </a:extLst>
              </p:cNvPr>
              <p:cNvSpPr/>
              <p:nvPr/>
            </p:nvSpPr>
            <p:spPr>
              <a:xfrm>
                <a:off x="1743720" y="4388036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47" name="Connector 446">
                <a:extLst>
                  <a:ext uri="{FF2B5EF4-FFF2-40B4-BE49-F238E27FC236}">
                    <a16:creationId xmlns:a16="http://schemas.microsoft.com/office/drawing/2014/main" id="{E32A33AC-C8AF-8193-B309-0ACE3D534D49}"/>
                  </a:ext>
                </a:extLst>
              </p:cNvPr>
              <p:cNvCxnSpPr/>
              <p:nvPr/>
            </p:nvCxnSpPr>
            <p:spPr>
              <a:xfrm>
                <a:off x="1756868" y="4401184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Connector 447">
                <a:extLst>
                  <a:ext uri="{FF2B5EF4-FFF2-40B4-BE49-F238E27FC236}">
                    <a16:creationId xmlns:a16="http://schemas.microsoft.com/office/drawing/2014/main" id="{BD67B8BC-7633-F7B5-C7B7-B890B39DE8D2}"/>
                  </a:ext>
                </a:extLst>
              </p:cNvPr>
              <p:cNvCxnSpPr/>
              <p:nvPr/>
            </p:nvCxnSpPr>
            <p:spPr>
              <a:xfrm flipV="1">
                <a:off x="1756868" y="4401184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9" name="TextBox 448">
                <a:extLst>
                  <a:ext uri="{FF2B5EF4-FFF2-40B4-BE49-F238E27FC236}">
                    <a16:creationId xmlns:a16="http://schemas.microsoft.com/office/drawing/2014/main" id="{252B5B43-3B29-8110-61D4-73E52583ADC7}"/>
                  </a:ext>
                </a:extLst>
              </p:cNvPr>
              <p:cNvSpPr txBox="1"/>
              <p:nvPr/>
            </p:nvSpPr>
            <p:spPr>
              <a:xfrm rot="16200000">
                <a:off x="1840137" y="4361740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G06</a:t>
                </a:r>
              </a:p>
            </p:txBody>
          </p:sp>
        </p:grpSp>
        <p:grpSp>
          <p:nvGrpSpPr>
            <p:cNvPr id="450" name="主灯 G08">
              <a:extLst>
                <a:ext uri="{FF2B5EF4-FFF2-40B4-BE49-F238E27FC236}">
                  <a16:creationId xmlns:a16="http://schemas.microsoft.com/office/drawing/2014/main" id="{759CA1CF-5FB1-A5E5-15F0-32DFA39B5518}"/>
                </a:ext>
              </a:extLst>
            </p:cNvPr>
            <p:cNvGrpSpPr/>
            <p:nvPr/>
          </p:nvGrpSpPr>
          <p:grpSpPr>
            <a:xfrm>
              <a:off x="2382138" y="4687897"/>
              <a:ext cx="289254" cy="113948"/>
              <a:chOff x="2369862" y="4717587"/>
              <a:chExt cx="289254" cy="113948"/>
            </a:xfrm>
          </p:grpSpPr>
          <p:sp>
            <p:nvSpPr>
              <p:cNvPr id="451" name="Oval 450">
                <a:extLst>
                  <a:ext uri="{FF2B5EF4-FFF2-40B4-BE49-F238E27FC236}">
                    <a16:creationId xmlns:a16="http://schemas.microsoft.com/office/drawing/2014/main" id="{1F79A47A-0D8B-5CEB-D40C-DEA4A23B391B}"/>
                  </a:ext>
                </a:extLst>
              </p:cNvPr>
              <p:cNvSpPr/>
              <p:nvPr/>
            </p:nvSpPr>
            <p:spPr>
              <a:xfrm>
                <a:off x="2369862" y="4743883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52" name="Connector 451">
                <a:extLst>
                  <a:ext uri="{FF2B5EF4-FFF2-40B4-BE49-F238E27FC236}">
                    <a16:creationId xmlns:a16="http://schemas.microsoft.com/office/drawing/2014/main" id="{FCEB59E1-4018-C6F6-6CE5-3CFFB32B9A33}"/>
                  </a:ext>
                </a:extLst>
              </p:cNvPr>
              <p:cNvCxnSpPr/>
              <p:nvPr/>
            </p:nvCxnSpPr>
            <p:spPr>
              <a:xfrm>
                <a:off x="2383010" y="4757031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Connector 452">
                <a:extLst>
                  <a:ext uri="{FF2B5EF4-FFF2-40B4-BE49-F238E27FC236}">
                    <a16:creationId xmlns:a16="http://schemas.microsoft.com/office/drawing/2014/main" id="{F57D3E78-1481-63BA-6CD6-E0415672AEED}"/>
                  </a:ext>
                </a:extLst>
              </p:cNvPr>
              <p:cNvCxnSpPr/>
              <p:nvPr/>
            </p:nvCxnSpPr>
            <p:spPr>
              <a:xfrm flipV="1">
                <a:off x="2383010" y="4757031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B0B9AB86-D8A0-BBDE-4DDF-C5219D33BEF6}"/>
                  </a:ext>
                </a:extLst>
              </p:cNvPr>
              <p:cNvSpPr txBox="1"/>
              <p:nvPr/>
            </p:nvSpPr>
            <p:spPr>
              <a:xfrm rot="16200000">
                <a:off x="2466279" y="4717587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 dirty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G08</a:t>
                </a:r>
              </a:p>
            </p:txBody>
          </p:sp>
        </p:grpSp>
        <p:grpSp>
          <p:nvGrpSpPr>
            <p:cNvPr id="455" name="主灯 G15">
              <a:extLst>
                <a:ext uri="{FF2B5EF4-FFF2-40B4-BE49-F238E27FC236}">
                  <a16:creationId xmlns:a16="http://schemas.microsoft.com/office/drawing/2014/main" id="{2AC73EE5-0C4A-C17D-C641-923C22DAB730}"/>
                </a:ext>
              </a:extLst>
            </p:cNvPr>
            <p:cNvGrpSpPr/>
            <p:nvPr/>
          </p:nvGrpSpPr>
          <p:grpSpPr>
            <a:xfrm>
              <a:off x="815652" y="4092643"/>
              <a:ext cx="289254" cy="113948"/>
              <a:chOff x="759252" y="4200555"/>
              <a:chExt cx="289254" cy="113948"/>
            </a:xfrm>
          </p:grpSpPr>
          <p:sp>
            <p:nvSpPr>
              <p:cNvPr id="456" name="Oval 455">
                <a:extLst>
                  <a:ext uri="{FF2B5EF4-FFF2-40B4-BE49-F238E27FC236}">
                    <a16:creationId xmlns:a16="http://schemas.microsoft.com/office/drawing/2014/main" id="{96984350-1A71-A2C0-128C-1CD37012473F}"/>
                  </a:ext>
                </a:extLst>
              </p:cNvPr>
              <p:cNvSpPr/>
              <p:nvPr/>
            </p:nvSpPr>
            <p:spPr>
              <a:xfrm>
                <a:off x="759252" y="4226851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57" name="Connector 456">
                <a:extLst>
                  <a:ext uri="{FF2B5EF4-FFF2-40B4-BE49-F238E27FC236}">
                    <a16:creationId xmlns:a16="http://schemas.microsoft.com/office/drawing/2014/main" id="{2886E8AE-5B93-166F-A7E3-14576B56367A}"/>
                  </a:ext>
                </a:extLst>
              </p:cNvPr>
              <p:cNvCxnSpPr/>
              <p:nvPr/>
            </p:nvCxnSpPr>
            <p:spPr>
              <a:xfrm>
                <a:off x="772400" y="423999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Connector 457">
                <a:extLst>
                  <a:ext uri="{FF2B5EF4-FFF2-40B4-BE49-F238E27FC236}">
                    <a16:creationId xmlns:a16="http://schemas.microsoft.com/office/drawing/2014/main" id="{8DCAF5CF-7099-49AB-60CF-42F6652C4300}"/>
                  </a:ext>
                </a:extLst>
              </p:cNvPr>
              <p:cNvCxnSpPr/>
              <p:nvPr/>
            </p:nvCxnSpPr>
            <p:spPr>
              <a:xfrm flipV="1">
                <a:off x="772400" y="423999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9" name="TextBox 458">
                <a:extLst>
                  <a:ext uri="{FF2B5EF4-FFF2-40B4-BE49-F238E27FC236}">
                    <a16:creationId xmlns:a16="http://schemas.microsoft.com/office/drawing/2014/main" id="{B547AEEF-B7AD-97D8-B63D-A06C5F73932A}"/>
                  </a:ext>
                </a:extLst>
              </p:cNvPr>
              <p:cNvSpPr txBox="1"/>
              <p:nvPr/>
            </p:nvSpPr>
            <p:spPr>
              <a:xfrm rot="16200000">
                <a:off x="855669" y="4200555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G15</a:t>
                </a:r>
              </a:p>
            </p:txBody>
          </p:sp>
        </p:grpSp>
        <p:grpSp>
          <p:nvGrpSpPr>
            <p:cNvPr id="460" name="主灯 G16">
              <a:extLst>
                <a:ext uri="{FF2B5EF4-FFF2-40B4-BE49-F238E27FC236}">
                  <a16:creationId xmlns:a16="http://schemas.microsoft.com/office/drawing/2014/main" id="{2E9B98D8-CC50-0F4D-FF75-7C2CF47294AD}"/>
                </a:ext>
              </a:extLst>
            </p:cNvPr>
            <p:cNvGrpSpPr/>
            <p:nvPr/>
          </p:nvGrpSpPr>
          <p:grpSpPr>
            <a:xfrm>
              <a:off x="655971" y="3315700"/>
              <a:ext cx="289254" cy="113948"/>
              <a:chOff x="727015" y="3667405"/>
              <a:chExt cx="289254" cy="113948"/>
            </a:xfrm>
          </p:grpSpPr>
          <p:sp>
            <p:nvSpPr>
              <p:cNvPr id="461" name="Oval 460">
                <a:extLst>
                  <a:ext uri="{FF2B5EF4-FFF2-40B4-BE49-F238E27FC236}">
                    <a16:creationId xmlns:a16="http://schemas.microsoft.com/office/drawing/2014/main" id="{A7B09CE5-6B04-962F-FDDC-02FA87F8CA8F}"/>
                  </a:ext>
                </a:extLst>
              </p:cNvPr>
              <p:cNvSpPr/>
              <p:nvPr/>
            </p:nvSpPr>
            <p:spPr>
              <a:xfrm>
                <a:off x="727015" y="3693701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62" name="Connector 461">
                <a:extLst>
                  <a:ext uri="{FF2B5EF4-FFF2-40B4-BE49-F238E27FC236}">
                    <a16:creationId xmlns:a16="http://schemas.microsoft.com/office/drawing/2014/main" id="{4BDF6EFD-1046-B0DC-3D04-F445919643BF}"/>
                  </a:ext>
                </a:extLst>
              </p:cNvPr>
              <p:cNvCxnSpPr/>
              <p:nvPr/>
            </p:nvCxnSpPr>
            <p:spPr>
              <a:xfrm>
                <a:off x="740163" y="370684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3" name="Connector 462">
                <a:extLst>
                  <a:ext uri="{FF2B5EF4-FFF2-40B4-BE49-F238E27FC236}">
                    <a16:creationId xmlns:a16="http://schemas.microsoft.com/office/drawing/2014/main" id="{E7A19EC9-B9BC-6B52-46DE-99D9BF536674}"/>
                  </a:ext>
                </a:extLst>
              </p:cNvPr>
              <p:cNvCxnSpPr/>
              <p:nvPr/>
            </p:nvCxnSpPr>
            <p:spPr>
              <a:xfrm flipV="1">
                <a:off x="740163" y="370684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74976570-7976-DA28-9ABF-7AE568A02785}"/>
                  </a:ext>
                </a:extLst>
              </p:cNvPr>
              <p:cNvSpPr txBox="1"/>
              <p:nvPr/>
            </p:nvSpPr>
            <p:spPr>
              <a:xfrm rot="16200000">
                <a:off x="823432" y="3667405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G16</a:t>
                </a:r>
              </a:p>
            </p:txBody>
          </p:sp>
        </p:grpSp>
        <p:grpSp>
          <p:nvGrpSpPr>
            <p:cNvPr id="465" name="壁灯 G25">
              <a:extLst>
                <a:ext uri="{FF2B5EF4-FFF2-40B4-BE49-F238E27FC236}">
                  <a16:creationId xmlns:a16="http://schemas.microsoft.com/office/drawing/2014/main" id="{88BDB3F3-903A-1630-247E-D75B02EEEAB9}"/>
                </a:ext>
              </a:extLst>
            </p:cNvPr>
            <p:cNvGrpSpPr/>
            <p:nvPr/>
          </p:nvGrpSpPr>
          <p:grpSpPr>
            <a:xfrm>
              <a:off x="2386579" y="4957484"/>
              <a:ext cx="268218" cy="86250"/>
              <a:chOff x="2386579" y="4957484"/>
              <a:chExt cx="268218" cy="86250"/>
            </a:xfrm>
          </p:grpSpPr>
          <p:sp>
            <p:nvSpPr>
              <p:cNvPr id="466" name="Isosceles Triangle 465">
                <a:extLst>
                  <a:ext uri="{FF2B5EF4-FFF2-40B4-BE49-F238E27FC236}">
                    <a16:creationId xmlns:a16="http://schemas.microsoft.com/office/drawing/2014/main" id="{29F83451-5F3E-B573-A0EF-7FA3F78245D0}"/>
                  </a:ext>
                </a:extLst>
              </p:cNvPr>
              <p:cNvSpPr/>
              <p:nvPr/>
            </p:nvSpPr>
            <p:spPr>
              <a:xfrm>
                <a:off x="2386579" y="4983780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86ECAC26-3098-D312-21CD-1B4E53307198}"/>
                  </a:ext>
                </a:extLst>
              </p:cNvPr>
              <p:cNvSpPr txBox="1"/>
              <p:nvPr/>
            </p:nvSpPr>
            <p:spPr>
              <a:xfrm rot="16200000">
                <a:off x="2461960" y="4957484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G25</a:t>
                </a:r>
              </a:p>
            </p:txBody>
          </p:sp>
        </p:grpSp>
        <p:grpSp>
          <p:nvGrpSpPr>
            <p:cNvPr id="468" name="壁灯 G26_1">
              <a:extLst>
                <a:ext uri="{FF2B5EF4-FFF2-40B4-BE49-F238E27FC236}">
                  <a16:creationId xmlns:a16="http://schemas.microsoft.com/office/drawing/2014/main" id="{B4A9346A-4F99-8206-0400-658D47819955}"/>
                </a:ext>
              </a:extLst>
            </p:cNvPr>
            <p:cNvGrpSpPr/>
            <p:nvPr/>
          </p:nvGrpSpPr>
          <p:grpSpPr>
            <a:xfrm>
              <a:off x="2143439" y="843064"/>
              <a:ext cx="268218" cy="86250"/>
              <a:chOff x="1266964" y="2951351"/>
              <a:chExt cx="268218" cy="86250"/>
            </a:xfrm>
          </p:grpSpPr>
          <p:sp>
            <p:nvSpPr>
              <p:cNvPr id="469" name="Isosceles Triangle 468">
                <a:extLst>
                  <a:ext uri="{FF2B5EF4-FFF2-40B4-BE49-F238E27FC236}">
                    <a16:creationId xmlns:a16="http://schemas.microsoft.com/office/drawing/2014/main" id="{447A7BE4-8FCD-747E-197C-6DBEBAB61625}"/>
                  </a:ext>
                </a:extLst>
              </p:cNvPr>
              <p:cNvSpPr/>
              <p:nvPr/>
            </p:nvSpPr>
            <p:spPr>
              <a:xfrm>
                <a:off x="1266964" y="2977647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0" name="TextBox 469">
                <a:extLst>
                  <a:ext uri="{FF2B5EF4-FFF2-40B4-BE49-F238E27FC236}">
                    <a16:creationId xmlns:a16="http://schemas.microsoft.com/office/drawing/2014/main" id="{1D663166-9DBE-BD9C-F3AF-7F1C4580BB15}"/>
                  </a:ext>
                </a:extLst>
              </p:cNvPr>
              <p:cNvSpPr txBox="1"/>
              <p:nvPr/>
            </p:nvSpPr>
            <p:spPr>
              <a:xfrm rot="16200000">
                <a:off x="1342345" y="2951351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 dirty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G26_1</a:t>
                </a:r>
              </a:p>
            </p:txBody>
          </p:sp>
        </p:grpSp>
        <p:grpSp>
          <p:nvGrpSpPr>
            <p:cNvPr id="471" name="壁灯 G26_2">
              <a:extLst>
                <a:ext uri="{FF2B5EF4-FFF2-40B4-BE49-F238E27FC236}">
                  <a16:creationId xmlns:a16="http://schemas.microsoft.com/office/drawing/2014/main" id="{CA361E25-0261-1520-ABD0-F650B4A2440A}"/>
                </a:ext>
              </a:extLst>
            </p:cNvPr>
            <p:cNvGrpSpPr/>
            <p:nvPr/>
          </p:nvGrpSpPr>
          <p:grpSpPr>
            <a:xfrm>
              <a:off x="1689764" y="2154105"/>
              <a:ext cx="268218" cy="86250"/>
              <a:chOff x="1689764" y="2154105"/>
              <a:chExt cx="268218" cy="86250"/>
            </a:xfrm>
          </p:grpSpPr>
          <p:sp>
            <p:nvSpPr>
              <p:cNvPr id="472" name="Isosceles Triangle 471">
                <a:extLst>
                  <a:ext uri="{FF2B5EF4-FFF2-40B4-BE49-F238E27FC236}">
                    <a16:creationId xmlns:a16="http://schemas.microsoft.com/office/drawing/2014/main" id="{1CABC945-B9E0-2D66-0739-5D429DF16273}"/>
                  </a:ext>
                </a:extLst>
              </p:cNvPr>
              <p:cNvSpPr/>
              <p:nvPr/>
            </p:nvSpPr>
            <p:spPr>
              <a:xfrm>
                <a:off x="1689764" y="2180401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3" name="TextBox 472">
                <a:extLst>
                  <a:ext uri="{FF2B5EF4-FFF2-40B4-BE49-F238E27FC236}">
                    <a16:creationId xmlns:a16="http://schemas.microsoft.com/office/drawing/2014/main" id="{29F03877-1D73-E983-802D-866A7B607669}"/>
                  </a:ext>
                </a:extLst>
              </p:cNvPr>
              <p:cNvSpPr txBox="1"/>
              <p:nvPr/>
            </p:nvSpPr>
            <p:spPr>
              <a:xfrm rot="16200000">
                <a:off x="1765145" y="2154105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G26_2</a:t>
                </a:r>
              </a:p>
            </p:txBody>
          </p:sp>
        </p:grpSp>
        <p:grpSp>
          <p:nvGrpSpPr>
            <p:cNvPr id="474" name="壁灯 G26_3">
              <a:extLst>
                <a:ext uri="{FF2B5EF4-FFF2-40B4-BE49-F238E27FC236}">
                  <a16:creationId xmlns:a16="http://schemas.microsoft.com/office/drawing/2014/main" id="{868EC94C-0C81-CD83-04C2-54CFD95D581C}"/>
                </a:ext>
              </a:extLst>
            </p:cNvPr>
            <p:cNvGrpSpPr/>
            <p:nvPr/>
          </p:nvGrpSpPr>
          <p:grpSpPr>
            <a:xfrm>
              <a:off x="1689764" y="1462250"/>
              <a:ext cx="268218" cy="86250"/>
              <a:chOff x="1689764" y="1462250"/>
              <a:chExt cx="268218" cy="86250"/>
            </a:xfrm>
          </p:grpSpPr>
          <p:sp>
            <p:nvSpPr>
              <p:cNvPr id="475" name="Isosceles Triangle 474">
                <a:extLst>
                  <a:ext uri="{FF2B5EF4-FFF2-40B4-BE49-F238E27FC236}">
                    <a16:creationId xmlns:a16="http://schemas.microsoft.com/office/drawing/2014/main" id="{B17174C3-EAE1-6EDA-68F7-30B34F546D64}"/>
                  </a:ext>
                </a:extLst>
              </p:cNvPr>
              <p:cNvSpPr/>
              <p:nvPr/>
            </p:nvSpPr>
            <p:spPr>
              <a:xfrm>
                <a:off x="1689764" y="1488546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6" name="TextBox 475">
                <a:extLst>
                  <a:ext uri="{FF2B5EF4-FFF2-40B4-BE49-F238E27FC236}">
                    <a16:creationId xmlns:a16="http://schemas.microsoft.com/office/drawing/2014/main" id="{2526D32C-F989-03F7-1FBA-AB3F923B0114}"/>
                  </a:ext>
                </a:extLst>
              </p:cNvPr>
              <p:cNvSpPr txBox="1"/>
              <p:nvPr/>
            </p:nvSpPr>
            <p:spPr>
              <a:xfrm rot="16200000">
                <a:off x="1765145" y="1462250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G26_3</a:t>
                </a:r>
              </a:p>
            </p:txBody>
          </p:sp>
        </p:grpSp>
        <p:grpSp>
          <p:nvGrpSpPr>
            <p:cNvPr id="477" name="射灯 GU10_GF_起居室_1">
              <a:extLst>
                <a:ext uri="{FF2B5EF4-FFF2-40B4-BE49-F238E27FC236}">
                  <a16:creationId xmlns:a16="http://schemas.microsoft.com/office/drawing/2014/main" id="{92AE287E-0E44-0276-63CE-BDB57134D616}"/>
                </a:ext>
              </a:extLst>
            </p:cNvPr>
            <p:cNvGrpSpPr/>
            <p:nvPr/>
          </p:nvGrpSpPr>
          <p:grpSpPr>
            <a:xfrm>
              <a:off x="2000513" y="4197049"/>
              <a:ext cx="59604" cy="59604"/>
              <a:chOff x="2000513" y="4216574"/>
              <a:chExt cx="59604" cy="59604"/>
            </a:xfrm>
          </p:grpSpPr>
          <p:sp>
            <p:nvSpPr>
              <p:cNvPr id="478" name="Oval 477">
                <a:extLst>
                  <a:ext uri="{FF2B5EF4-FFF2-40B4-BE49-F238E27FC236}">
                    <a16:creationId xmlns:a16="http://schemas.microsoft.com/office/drawing/2014/main" id="{074FCB88-E5A4-0754-8447-1966082A5C79}"/>
                  </a:ext>
                </a:extLst>
              </p:cNvPr>
              <p:cNvSpPr/>
              <p:nvPr/>
            </p:nvSpPr>
            <p:spPr>
              <a:xfrm>
                <a:off x="2000513" y="421657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79" name="Connector 478">
                <a:extLst>
                  <a:ext uri="{FF2B5EF4-FFF2-40B4-BE49-F238E27FC236}">
                    <a16:creationId xmlns:a16="http://schemas.microsoft.com/office/drawing/2014/main" id="{FD5582A2-30C9-62DD-5CC8-F220BA44E74A}"/>
                  </a:ext>
                </a:extLst>
              </p:cNvPr>
              <p:cNvCxnSpPr/>
              <p:nvPr/>
            </p:nvCxnSpPr>
            <p:spPr>
              <a:xfrm>
                <a:off x="2000513" y="424637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0" name="Connector 479">
                <a:extLst>
                  <a:ext uri="{FF2B5EF4-FFF2-40B4-BE49-F238E27FC236}">
                    <a16:creationId xmlns:a16="http://schemas.microsoft.com/office/drawing/2014/main" id="{A4AA3552-5A10-C942-A739-81F4EFD0EFE7}"/>
                  </a:ext>
                </a:extLst>
              </p:cNvPr>
              <p:cNvCxnSpPr/>
              <p:nvPr/>
            </p:nvCxnSpPr>
            <p:spPr>
              <a:xfrm>
                <a:off x="2030315" y="421657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1" name="射灯 GU10_GF_起居室_2">
              <a:extLst>
                <a:ext uri="{FF2B5EF4-FFF2-40B4-BE49-F238E27FC236}">
                  <a16:creationId xmlns:a16="http://schemas.microsoft.com/office/drawing/2014/main" id="{912F68A0-F5DB-E6E9-3A64-49A953575703}"/>
                </a:ext>
              </a:extLst>
            </p:cNvPr>
            <p:cNvGrpSpPr/>
            <p:nvPr/>
          </p:nvGrpSpPr>
          <p:grpSpPr>
            <a:xfrm>
              <a:off x="2000513" y="4502060"/>
              <a:ext cx="59604" cy="59604"/>
              <a:chOff x="2000513" y="4521585"/>
              <a:chExt cx="59604" cy="59604"/>
            </a:xfrm>
          </p:grpSpPr>
          <p:sp>
            <p:nvSpPr>
              <p:cNvPr id="482" name="Oval 481">
                <a:extLst>
                  <a:ext uri="{FF2B5EF4-FFF2-40B4-BE49-F238E27FC236}">
                    <a16:creationId xmlns:a16="http://schemas.microsoft.com/office/drawing/2014/main" id="{634832AB-3485-4DD6-9E7C-DC17F7B28530}"/>
                  </a:ext>
                </a:extLst>
              </p:cNvPr>
              <p:cNvSpPr/>
              <p:nvPr/>
            </p:nvSpPr>
            <p:spPr>
              <a:xfrm>
                <a:off x="2000513" y="45215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83" name="Connector 482">
                <a:extLst>
                  <a:ext uri="{FF2B5EF4-FFF2-40B4-BE49-F238E27FC236}">
                    <a16:creationId xmlns:a16="http://schemas.microsoft.com/office/drawing/2014/main" id="{86888CA6-D58C-E8C2-3096-68038F6F559A}"/>
                  </a:ext>
                </a:extLst>
              </p:cNvPr>
              <p:cNvCxnSpPr/>
              <p:nvPr/>
            </p:nvCxnSpPr>
            <p:spPr>
              <a:xfrm>
                <a:off x="2000513" y="45513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4" name="Connector 483">
                <a:extLst>
                  <a:ext uri="{FF2B5EF4-FFF2-40B4-BE49-F238E27FC236}">
                    <a16:creationId xmlns:a16="http://schemas.microsoft.com/office/drawing/2014/main" id="{B176C817-D12B-58A8-291E-DB8D286641CB}"/>
                  </a:ext>
                </a:extLst>
              </p:cNvPr>
              <p:cNvCxnSpPr/>
              <p:nvPr/>
            </p:nvCxnSpPr>
            <p:spPr>
              <a:xfrm>
                <a:off x="2030315" y="45215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5" name="射灯 GU10_GF_起居室_3">
              <a:extLst>
                <a:ext uri="{FF2B5EF4-FFF2-40B4-BE49-F238E27FC236}">
                  <a16:creationId xmlns:a16="http://schemas.microsoft.com/office/drawing/2014/main" id="{96201433-CFD6-7DB7-BCBB-C2279FF248FC}"/>
                </a:ext>
              </a:extLst>
            </p:cNvPr>
            <p:cNvGrpSpPr/>
            <p:nvPr/>
          </p:nvGrpSpPr>
          <p:grpSpPr>
            <a:xfrm>
              <a:off x="2000513" y="4808560"/>
              <a:ext cx="59604" cy="59604"/>
              <a:chOff x="2000513" y="4828085"/>
              <a:chExt cx="59604" cy="59604"/>
            </a:xfrm>
          </p:grpSpPr>
          <p:sp>
            <p:nvSpPr>
              <p:cNvPr id="486" name="Oval 485">
                <a:extLst>
                  <a:ext uri="{FF2B5EF4-FFF2-40B4-BE49-F238E27FC236}">
                    <a16:creationId xmlns:a16="http://schemas.microsoft.com/office/drawing/2014/main" id="{2465543B-5C90-27E0-D8F1-96137C8C7498}"/>
                  </a:ext>
                </a:extLst>
              </p:cNvPr>
              <p:cNvSpPr/>
              <p:nvPr/>
            </p:nvSpPr>
            <p:spPr>
              <a:xfrm>
                <a:off x="2000513" y="48280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87" name="Connector 486">
                <a:extLst>
                  <a:ext uri="{FF2B5EF4-FFF2-40B4-BE49-F238E27FC236}">
                    <a16:creationId xmlns:a16="http://schemas.microsoft.com/office/drawing/2014/main" id="{340A7698-5892-2379-8D3F-694AC47EDFF9}"/>
                  </a:ext>
                </a:extLst>
              </p:cNvPr>
              <p:cNvCxnSpPr/>
              <p:nvPr/>
            </p:nvCxnSpPr>
            <p:spPr>
              <a:xfrm>
                <a:off x="2000513" y="48578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Connector 487">
                <a:extLst>
                  <a:ext uri="{FF2B5EF4-FFF2-40B4-BE49-F238E27FC236}">
                    <a16:creationId xmlns:a16="http://schemas.microsoft.com/office/drawing/2014/main" id="{C1AB2969-A890-F9AE-7E27-F436201B400A}"/>
                  </a:ext>
                </a:extLst>
              </p:cNvPr>
              <p:cNvCxnSpPr/>
              <p:nvPr/>
            </p:nvCxnSpPr>
            <p:spPr>
              <a:xfrm>
                <a:off x="2030315" y="48280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9" name="射灯 GU10_GF_起居室_4">
              <a:extLst>
                <a:ext uri="{FF2B5EF4-FFF2-40B4-BE49-F238E27FC236}">
                  <a16:creationId xmlns:a16="http://schemas.microsoft.com/office/drawing/2014/main" id="{BB6BA7F1-E3D4-CF1E-D722-A5D3547E5492}"/>
                </a:ext>
              </a:extLst>
            </p:cNvPr>
            <p:cNvGrpSpPr/>
            <p:nvPr/>
          </p:nvGrpSpPr>
          <p:grpSpPr>
            <a:xfrm>
              <a:off x="1746993" y="4805054"/>
              <a:ext cx="59604" cy="59604"/>
              <a:chOff x="1780062" y="4828085"/>
              <a:chExt cx="59604" cy="59604"/>
            </a:xfrm>
          </p:grpSpPr>
          <p:sp>
            <p:nvSpPr>
              <p:cNvPr id="490" name="Oval 489">
                <a:extLst>
                  <a:ext uri="{FF2B5EF4-FFF2-40B4-BE49-F238E27FC236}">
                    <a16:creationId xmlns:a16="http://schemas.microsoft.com/office/drawing/2014/main" id="{9CB3E5EE-06CF-1781-23C0-0B40C342AEF5}"/>
                  </a:ext>
                </a:extLst>
              </p:cNvPr>
              <p:cNvSpPr/>
              <p:nvPr/>
            </p:nvSpPr>
            <p:spPr>
              <a:xfrm>
                <a:off x="1780062" y="48280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91" name="Connector 490">
                <a:extLst>
                  <a:ext uri="{FF2B5EF4-FFF2-40B4-BE49-F238E27FC236}">
                    <a16:creationId xmlns:a16="http://schemas.microsoft.com/office/drawing/2014/main" id="{C36D4F76-6316-3E6B-A373-55576D0FDDBB}"/>
                  </a:ext>
                </a:extLst>
              </p:cNvPr>
              <p:cNvCxnSpPr/>
              <p:nvPr/>
            </p:nvCxnSpPr>
            <p:spPr>
              <a:xfrm>
                <a:off x="1780062" y="48578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Connector 491">
                <a:extLst>
                  <a:ext uri="{FF2B5EF4-FFF2-40B4-BE49-F238E27FC236}">
                    <a16:creationId xmlns:a16="http://schemas.microsoft.com/office/drawing/2014/main" id="{30D0A986-BF04-96AB-F801-0B8404385337}"/>
                  </a:ext>
                </a:extLst>
              </p:cNvPr>
              <p:cNvCxnSpPr/>
              <p:nvPr/>
            </p:nvCxnSpPr>
            <p:spPr>
              <a:xfrm>
                <a:off x="1809864" y="48280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3" name="射灯 GU10_GF_起居室_5">
              <a:extLst>
                <a:ext uri="{FF2B5EF4-FFF2-40B4-BE49-F238E27FC236}">
                  <a16:creationId xmlns:a16="http://schemas.microsoft.com/office/drawing/2014/main" id="{3E98B6B1-3309-7606-BC05-7B42F772A754}"/>
                </a:ext>
              </a:extLst>
            </p:cNvPr>
            <p:cNvGrpSpPr/>
            <p:nvPr/>
          </p:nvGrpSpPr>
          <p:grpSpPr>
            <a:xfrm>
              <a:off x="1475578" y="4498554"/>
              <a:ext cx="59604" cy="59604"/>
              <a:chOff x="1562090" y="4521585"/>
              <a:chExt cx="59604" cy="59604"/>
            </a:xfrm>
          </p:grpSpPr>
          <p:sp>
            <p:nvSpPr>
              <p:cNvPr id="494" name="Oval 493">
                <a:extLst>
                  <a:ext uri="{FF2B5EF4-FFF2-40B4-BE49-F238E27FC236}">
                    <a16:creationId xmlns:a16="http://schemas.microsoft.com/office/drawing/2014/main" id="{7DE01781-2028-6D85-5A40-30EE88A35BEA}"/>
                  </a:ext>
                </a:extLst>
              </p:cNvPr>
              <p:cNvSpPr/>
              <p:nvPr/>
            </p:nvSpPr>
            <p:spPr>
              <a:xfrm>
                <a:off x="1562090" y="45215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95" name="Connector 494">
                <a:extLst>
                  <a:ext uri="{FF2B5EF4-FFF2-40B4-BE49-F238E27FC236}">
                    <a16:creationId xmlns:a16="http://schemas.microsoft.com/office/drawing/2014/main" id="{744642F2-CDCE-F8F6-AF80-C7EB99BB30C5}"/>
                  </a:ext>
                </a:extLst>
              </p:cNvPr>
              <p:cNvCxnSpPr/>
              <p:nvPr/>
            </p:nvCxnSpPr>
            <p:spPr>
              <a:xfrm>
                <a:off x="1562090" y="45513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Connector 495">
                <a:extLst>
                  <a:ext uri="{FF2B5EF4-FFF2-40B4-BE49-F238E27FC236}">
                    <a16:creationId xmlns:a16="http://schemas.microsoft.com/office/drawing/2014/main" id="{8D2772C4-E37B-0B18-103B-3FDD54F7FB99}"/>
                  </a:ext>
                </a:extLst>
              </p:cNvPr>
              <p:cNvCxnSpPr/>
              <p:nvPr/>
            </p:nvCxnSpPr>
            <p:spPr>
              <a:xfrm>
                <a:off x="1591892" y="45215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7" name="射灯 GU10_GF_起居室_6">
              <a:extLst>
                <a:ext uri="{FF2B5EF4-FFF2-40B4-BE49-F238E27FC236}">
                  <a16:creationId xmlns:a16="http://schemas.microsoft.com/office/drawing/2014/main" id="{B9948CF9-4EC4-8D84-D202-D05223519439}"/>
                </a:ext>
              </a:extLst>
            </p:cNvPr>
            <p:cNvGrpSpPr/>
            <p:nvPr/>
          </p:nvGrpSpPr>
          <p:grpSpPr>
            <a:xfrm>
              <a:off x="1475578" y="4193543"/>
              <a:ext cx="59604" cy="59604"/>
              <a:chOff x="1562090" y="4216574"/>
              <a:chExt cx="59604" cy="59604"/>
            </a:xfrm>
          </p:grpSpPr>
          <p:sp>
            <p:nvSpPr>
              <p:cNvPr id="498" name="Oval 497">
                <a:extLst>
                  <a:ext uri="{FF2B5EF4-FFF2-40B4-BE49-F238E27FC236}">
                    <a16:creationId xmlns:a16="http://schemas.microsoft.com/office/drawing/2014/main" id="{AA90B7FF-F2A1-1B3A-6AA2-E7437333ECE7}"/>
                  </a:ext>
                </a:extLst>
              </p:cNvPr>
              <p:cNvSpPr/>
              <p:nvPr/>
            </p:nvSpPr>
            <p:spPr>
              <a:xfrm>
                <a:off x="1562090" y="421657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99" name="Connector 498">
                <a:extLst>
                  <a:ext uri="{FF2B5EF4-FFF2-40B4-BE49-F238E27FC236}">
                    <a16:creationId xmlns:a16="http://schemas.microsoft.com/office/drawing/2014/main" id="{79512334-F30B-583F-35BD-66919E4A43AC}"/>
                  </a:ext>
                </a:extLst>
              </p:cNvPr>
              <p:cNvCxnSpPr/>
              <p:nvPr/>
            </p:nvCxnSpPr>
            <p:spPr>
              <a:xfrm>
                <a:off x="1562090" y="424637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Connector 499">
                <a:extLst>
                  <a:ext uri="{FF2B5EF4-FFF2-40B4-BE49-F238E27FC236}">
                    <a16:creationId xmlns:a16="http://schemas.microsoft.com/office/drawing/2014/main" id="{9CFCFC93-93FB-07EA-73E8-1091AF698707}"/>
                  </a:ext>
                </a:extLst>
              </p:cNvPr>
              <p:cNvCxnSpPr/>
              <p:nvPr/>
            </p:nvCxnSpPr>
            <p:spPr>
              <a:xfrm>
                <a:off x="1591892" y="421657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1" name="射灯 GU10_GF_起居室_7">
              <a:extLst>
                <a:ext uri="{FF2B5EF4-FFF2-40B4-BE49-F238E27FC236}">
                  <a16:creationId xmlns:a16="http://schemas.microsoft.com/office/drawing/2014/main" id="{D2EBEA99-4332-4814-11F9-C7B1CA918672}"/>
                </a:ext>
              </a:extLst>
            </p:cNvPr>
            <p:cNvGrpSpPr/>
            <p:nvPr/>
          </p:nvGrpSpPr>
          <p:grpSpPr>
            <a:xfrm>
              <a:off x="1742033" y="4193543"/>
              <a:ext cx="59604" cy="59604"/>
              <a:chOff x="1775102" y="4216574"/>
              <a:chExt cx="59604" cy="59604"/>
            </a:xfrm>
          </p:grpSpPr>
          <p:sp>
            <p:nvSpPr>
              <p:cNvPr id="502" name="Oval 501">
                <a:extLst>
                  <a:ext uri="{FF2B5EF4-FFF2-40B4-BE49-F238E27FC236}">
                    <a16:creationId xmlns:a16="http://schemas.microsoft.com/office/drawing/2014/main" id="{DAA9D8B5-F30B-9ECA-8AE6-4620375C73E1}"/>
                  </a:ext>
                </a:extLst>
              </p:cNvPr>
              <p:cNvSpPr/>
              <p:nvPr/>
            </p:nvSpPr>
            <p:spPr>
              <a:xfrm>
                <a:off x="1775102" y="421657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03" name="Connector 502">
                <a:extLst>
                  <a:ext uri="{FF2B5EF4-FFF2-40B4-BE49-F238E27FC236}">
                    <a16:creationId xmlns:a16="http://schemas.microsoft.com/office/drawing/2014/main" id="{E6779262-FCE3-33AC-D332-9C838C881755}"/>
                  </a:ext>
                </a:extLst>
              </p:cNvPr>
              <p:cNvCxnSpPr/>
              <p:nvPr/>
            </p:nvCxnSpPr>
            <p:spPr>
              <a:xfrm>
                <a:off x="1775102" y="424637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Connector 503">
                <a:extLst>
                  <a:ext uri="{FF2B5EF4-FFF2-40B4-BE49-F238E27FC236}">
                    <a16:creationId xmlns:a16="http://schemas.microsoft.com/office/drawing/2014/main" id="{21389C46-4DBD-8DC7-FD4E-1CA7E854583E}"/>
                  </a:ext>
                </a:extLst>
              </p:cNvPr>
              <p:cNvCxnSpPr/>
              <p:nvPr/>
            </p:nvCxnSpPr>
            <p:spPr>
              <a:xfrm>
                <a:off x="1804904" y="421657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5" name="射灯 GU10_GF_电梯井_1">
              <a:extLst>
                <a:ext uri="{FF2B5EF4-FFF2-40B4-BE49-F238E27FC236}">
                  <a16:creationId xmlns:a16="http://schemas.microsoft.com/office/drawing/2014/main" id="{2B7821CD-33C9-9B4D-3371-352F639B0E51}"/>
                </a:ext>
              </a:extLst>
            </p:cNvPr>
            <p:cNvGrpSpPr/>
            <p:nvPr/>
          </p:nvGrpSpPr>
          <p:grpSpPr>
            <a:xfrm>
              <a:off x="1475578" y="4805054"/>
              <a:ext cx="59604" cy="59604"/>
              <a:chOff x="1562090" y="4828085"/>
              <a:chExt cx="59604" cy="59604"/>
            </a:xfrm>
          </p:grpSpPr>
          <p:sp>
            <p:nvSpPr>
              <p:cNvPr id="506" name="Oval 505">
                <a:extLst>
                  <a:ext uri="{FF2B5EF4-FFF2-40B4-BE49-F238E27FC236}">
                    <a16:creationId xmlns:a16="http://schemas.microsoft.com/office/drawing/2014/main" id="{62246409-F91A-44CE-7962-F79A57321AEC}"/>
                  </a:ext>
                </a:extLst>
              </p:cNvPr>
              <p:cNvSpPr/>
              <p:nvPr/>
            </p:nvSpPr>
            <p:spPr>
              <a:xfrm>
                <a:off x="1562090" y="48280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07" name="Connector 506">
                <a:extLst>
                  <a:ext uri="{FF2B5EF4-FFF2-40B4-BE49-F238E27FC236}">
                    <a16:creationId xmlns:a16="http://schemas.microsoft.com/office/drawing/2014/main" id="{22265060-E1B4-C269-E40F-43B7DFB3FD3F}"/>
                  </a:ext>
                </a:extLst>
              </p:cNvPr>
              <p:cNvCxnSpPr/>
              <p:nvPr/>
            </p:nvCxnSpPr>
            <p:spPr>
              <a:xfrm>
                <a:off x="1562090" y="48578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8" name="Connector 507">
                <a:extLst>
                  <a:ext uri="{FF2B5EF4-FFF2-40B4-BE49-F238E27FC236}">
                    <a16:creationId xmlns:a16="http://schemas.microsoft.com/office/drawing/2014/main" id="{7EE11CAF-76E6-9562-B3F0-70C3CF4F03AE}"/>
                  </a:ext>
                </a:extLst>
              </p:cNvPr>
              <p:cNvCxnSpPr/>
              <p:nvPr/>
            </p:nvCxnSpPr>
            <p:spPr>
              <a:xfrm>
                <a:off x="1591892" y="48280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9" name="射灯 GU10_GF_餐厅_1">
              <a:extLst>
                <a:ext uri="{FF2B5EF4-FFF2-40B4-BE49-F238E27FC236}">
                  <a16:creationId xmlns:a16="http://schemas.microsoft.com/office/drawing/2014/main" id="{A18032C3-9F3F-A16C-0159-63CE37B7714F}"/>
                </a:ext>
              </a:extLst>
            </p:cNvPr>
            <p:cNvGrpSpPr/>
            <p:nvPr/>
          </p:nvGrpSpPr>
          <p:grpSpPr>
            <a:xfrm>
              <a:off x="1934514" y="3511080"/>
              <a:ext cx="59604" cy="59604"/>
              <a:chOff x="1953646" y="3511080"/>
              <a:chExt cx="59604" cy="59604"/>
            </a:xfrm>
          </p:grpSpPr>
          <p:sp>
            <p:nvSpPr>
              <p:cNvPr id="510" name="Oval 509">
                <a:extLst>
                  <a:ext uri="{FF2B5EF4-FFF2-40B4-BE49-F238E27FC236}">
                    <a16:creationId xmlns:a16="http://schemas.microsoft.com/office/drawing/2014/main" id="{88753E4D-975F-CF87-BC0B-05B87BED9C08}"/>
                  </a:ext>
                </a:extLst>
              </p:cNvPr>
              <p:cNvSpPr/>
              <p:nvPr/>
            </p:nvSpPr>
            <p:spPr>
              <a:xfrm>
                <a:off x="1953646" y="3511080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11" name="Connector 510">
                <a:extLst>
                  <a:ext uri="{FF2B5EF4-FFF2-40B4-BE49-F238E27FC236}">
                    <a16:creationId xmlns:a16="http://schemas.microsoft.com/office/drawing/2014/main" id="{D14530FC-0354-618A-68F4-CC51F8D43D4F}"/>
                  </a:ext>
                </a:extLst>
              </p:cNvPr>
              <p:cNvCxnSpPr/>
              <p:nvPr/>
            </p:nvCxnSpPr>
            <p:spPr>
              <a:xfrm>
                <a:off x="1953646" y="3540882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" name="Connector 511">
                <a:extLst>
                  <a:ext uri="{FF2B5EF4-FFF2-40B4-BE49-F238E27FC236}">
                    <a16:creationId xmlns:a16="http://schemas.microsoft.com/office/drawing/2014/main" id="{13544BED-2D56-D8AB-A1E9-113E560A5D4E}"/>
                  </a:ext>
                </a:extLst>
              </p:cNvPr>
              <p:cNvCxnSpPr/>
              <p:nvPr/>
            </p:nvCxnSpPr>
            <p:spPr>
              <a:xfrm>
                <a:off x="1983448" y="3511080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3" name="射灯 GU10_GF_餐厅_2">
              <a:extLst>
                <a:ext uri="{FF2B5EF4-FFF2-40B4-BE49-F238E27FC236}">
                  <a16:creationId xmlns:a16="http://schemas.microsoft.com/office/drawing/2014/main" id="{E131F4A2-5851-7971-D988-AB5026D6B3D9}"/>
                </a:ext>
              </a:extLst>
            </p:cNvPr>
            <p:cNvGrpSpPr/>
            <p:nvPr/>
          </p:nvGrpSpPr>
          <p:grpSpPr>
            <a:xfrm>
              <a:off x="1934514" y="3817579"/>
              <a:ext cx="59604" cy="59604"/>
              <a:chOff x="1953646" y="3817579"/>
              <a:chExt cx="59604" cy="59604"/>
            </a:xfrm>
          </p:grpSpPr>
          <p:sp>
            <p:nvSpPr>
              <p:cNvPr id="514" name="Oval 513">
                <a:extLst>
                  <a:ext uri="{FF2B5EF4-FFF2-40B4-BE49-F238E27FC236}">
                    <a16:creationId xmlns:a16="http://schemas.microsoft.com/office/drawing/2014/main" id="{940822A3-CCF0-C64B-729E-2AEAE9493FEB}"/>
                  </a:ext>
                </a:extLst>
              </p:cNvPr>
              <p:cNvSpPr/>
              <p:nvPr/>
            </p:nvSpPr>
            <p:spPr>
              <a:xfrm>
                <a:off x="1953646" y="381757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15" name="Connector 514">
                <a:extLst>
                  <a:ext uri="{FF2B5EF4-FFF2-40B4-BE49-F238E27FC236}">
                    <a16:creationId xmlns:a16="http://schemas.microsoft.com/office/drawing/2014/main" id="{6D35B4BA-8CC5-EB81-4E58-45BA3EE7059B}"/>
                  </a:ext>
                </a:extLst>
              </p:cNvPr>
              <p:cNvCxnSpPr/>
              <p:nvPr/>
            </p:nvCxnSpPr>
            <p:spPr>
              <a:xfrm>
                <a:off x="1953646" y="384738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" name="Connector 515">
                <a:extLst>
                  <a:ext uri="{FF2B5EF4-FFF2-40B4-BE49-F238E27FC236}">
                    <a16:creationId xmlns:a16="http://schemas.microsoft.com/office/drawing/2014/main" id="{8904C92A-8AC7-1275-50EC-059B4FD4059F}"/>
                  </a:ext>
                </a:extLst>
              </p:cNvPr>
              <p:cNvCxnSpPr/>
              <p:nvPr/>
            </p:nvCxnSpPr>
            <p:spPr>
              <a:xfrm>
                <a:off x="1983448" y="381757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7" name="射灯 GU10_GF_餐厅_3">
              <a:extLst>
                <a:ext uri="{FF2B5EF4-FFF2-40B4-BE49-F238E27FC236}">
                  <a16:creationId xmlns:a16="http://schemas.microsoft.com/office/drawing/2014/main" id="{8EE7C0A2-5F7E-EB87-F040-97FFFF79F8A8}"/>
                </a:ext>
              </a:extLst>
            </p:cNvPr>
            <p:cNvGrpSpPr/>
            <p:nvPr/>
          </p:nvGrpSpPr>
          <p:grpSpPr>
            <a:xfrm>
              <a:off x="1695939" y="3811391"/>
              <a:ext cx="59604" cy="59604"/>
              <a:chOff x="1733442" y="3817579"/>
              <a:chExt cx="59604" cy="59604"/>
            </a:xfrm>
          </p:grpSpPr>
          <p:sp>
            <p:nvSpPr>
              <p:cNvPr id="518" name="Oval 517">
                <a:extLst>
                  <a:ext uri="{FF2B5EF4-FFF2-40B4-BE49-F238E27FC236}">
                    <a16:creationId xmlns:a16="http://schemas.microsoft.com/office/drawing/2014/main" id="{40E8B0D7-090A-77E0-C8DC-239AC8999B4C}"/>
                  </a:ext>
                </a:extLst>
              </p:cNvPr>
              <p:cNvSpPr/>
              <p:nvPr/>
            </p:nvSpPr>
            <p:spPr>
              <a:xfrm>
                <a:off x="1733442" y="381757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19" name="Connector 518">
                <a:extLst>
                  <a:ext uri="{FF2B5EF4-FFF2-40B4-BE49-F238E27FC236}">
                    <a16:creationId xmlns:a16="http://schemas.microsoft.com/office/drawing/2014/main" id="{BB560B51-F5D2-9C91-B5F8-2BEBEB7F9980}"/>
                  </a:ext>
                </a:extLst>
              </p:cNvPr>
              <p:cNvCxnSpPr/>
              <p:nvPr/>
            </p:nvCxnSpPr>
            <p:spPr>
              <a:xfrm>
                <a:off x="1733442" y="384738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" name="Connector 519">
                <a:extLst>
                  <a:ext uri="{FF2B5EF4-FFF2-40B4-BE49-F238E27FC236}">
                    <a16:creationId xmlns:a16="http://schemas.microsoft.com/office/drawing/2014/main" id="{7153D895-11EE-6D7C-335A-8683EC2E505E}"/>
                  </a:ext>
                </a:extLst>
              </p:cNvPr>
              <p:cNvCxnSpPr/>
              <p:nvPr/>
            </p:nvCxnSpPr>
            <p:spPr>
              <a:xfrm>
                <a:off x="1763244" y="381757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1" name="射灯 GU10_GF_餐厅_4">
              <a:extLst>
                <a:ext uri="{FF2B5EF4-FFF2-40B4-BE49-F238E27FC236}">
                  <a16:creationId xmlns:a16="http://schemas.microsoft.com/office/drawing/2014/main" id="{FB9EFCE6-8E3D-1625-26E2-6BF6142FE484}"/>
                </a:ext>
              </a:extLst>
            </p:cNvPr>
            <p:cNvGrpSpPr/>
            <p:nvPr/>
          </p:nvGrpSpPr>
          <p:grpSpPr>
            <a:xfrm>
              <a:off x="1475578" y="3817579"/>
              <a:ext cx="59604" cy="59604"/>
              <a:chOff x="1515223" y="3817579"/>
              <a:chExt cx="59604" cy="59604"/>
            </a:xfrm>
          </p:grpSpPr>
          <p:sp>
            <p:nvSpPr>
              <p:cNvPr id="522" name="Oval 521">
                <a:extLst>
                  <a:ext uri="{FF2B5EF4-FFF2-40B4-BE49-F238E27FC236}">
                    <a16:creationId xmlns:a16="http://schemas.microsoft.com/office/drawing/2014/main" id="{619C2804-33BF-A2FA-75A0-47D452B1A7B3}"/>
                  </a:ext>
                </a:extLst>
              </p:cNvPr>
              <p:cNvSpPr/>
              <p:nvPr/>
            </p:nvSpPr>
            <p:spPr>
              <a:xfrm>
                <a:off x="1515223" y="381757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23" name="Connector 522">
                <a:extLst>
                  <a:ext uri="{FF2B5EF4-FFF2-40B4-BE49-F238E27FC236}">
                    <a16:creationId xmlns:a16="http://schemas.microsoft.com/office/drawing/2014/main" id="{D1528D14-362A-64D3-3FEA-54CD7665E9C5}"/>
                  </a:ext>
                </a:extLst>
              </p:cNvPr>
              <p:cNvCxnSpPr/>
              <p:nvPr/>
            </p:nvCxnSpPr>
            <p:spPr>
              <a:xfrm>
                <a:off x="1515223" y="384738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4" name="Connector 523">
                <a:extLst>
                  <a:ext uri="{FF2B5EF4-FFF2-40B4-BE49-F238E27FC236}">
                    <a16:creationId xmlns:a16="http://schemas.microsoft.com/office/drawing/2014/main" id="{AC2FB03B-5173-72F4-BC80-00ABCB0ACBD6}"/>
                  </a:ext>
                </a:extLst>
              </p:cNvPr>
              <p:cNvCxnSpPr/>
              <p:nvPr/>
            </p:nvCxnSpPr>
            <p:spPr>
              <a:xfrm>
                <a:off x="1545025" y="381757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5" name="射灯 GU10_GF_餐厅_5">
              <a:extLst>
                <a:ext uri="{FF2B5EF4-FFF2-40B4-BE49-F238E27FC236}">
                  <a16:creationId xmlns:a16="http://schemas.microsoft.com/office/drawing/2014/main" id="{1F90A0FF-B19B-7B3F-ECC6-DECA589FE096}"/>
                </a:ext>
              </a:extLst>
            </p:cNvPr>
            <p:cNvGrpSpPr/>
            <p:nvPr/>
          </p:nvGrpSpPr>
          <p:grpSpPr>
            <a:xfrm>
              <a:off x="1475578" y="3511080"/>
              <a:ext cx="59604" cy="59604"/>
              <a:chOff x="1515223" y="3511080"/>
              <a:chExt cx="59604" cy="59604"/>
            </a:xfrm>
          </p:grpSpPr>
          <p:sp>
            <p:nvSpPr>
              <p:cNvPr id="526" name="Oval 525">
                <a:extLst>
                  <a:ext uri="{FF2B5EF4-FFF2-40B4-BE49-F238E27FC236}">
                    <a16:creationId xmlns:a16="http://schemas.microsoft.com/office/drawing/2014/main" id="{18B1FF1B-2090-D94E-1D56-D8A2872BC00B}"/>
                  </a:ext>
                </a:extLst>
              </p:cNvPr>
              <p:cNvSpPr/>
              <p:nvPr/>
            </p:nvSpPr>
            <p:spPr>
              <a:xfrm>
                <a:off x="1515223" y="3511080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27" name="Connector 526">
                <a:extLst>
                  <a:ext uri="{FF2B5EF4-FFF2-40B4-BE49-F238E27FC236}">
                    <a16:creationId xmlns:a16="http://schemas.microsoft.com/office/drawing/2014/main" id="{D7416CB9-47DC-EF8C-4714-06DDA6FD183C}"/>
                  </a:ext>
                </a:extLst>
              </p:cNvPr>
              <p:cNvCxnSpPr/>
              <p:nvPr/>
            </p:nvCxnSpPr>
            <p:spPr>
              <a:xfrm>
                <a:off x="1515223" y="3540882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" name="Connector 527">
                <a:extLst>
                  <a:ext uri="{FF2B5EF4-FFF2-40B4-BE49-F238E27FC236}">
                    <a16:creationId xmlns:a16="http://schemas.microsoft.com/office/drawing/2014/main" id="{ACFEF51F-3049-67BB-4F5A-9802CFB90BB7}"/>
                  </a:ext>
                </a:extLst>
              </p:cNvPr>
              <p:cNvCxnSpPr/>
              <p:nvPr/>
            </p:nvCxnSpPr>
            <p:spPr>
              <a:xfrm>
                <a:off x="1545025" y="3511080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9" name="射灯 GU10_GF_餐厅_6">
              <a:extLst>
                <a:ext uri="{FF2B5EF4-FFF2-40B4-BE49-F238E27FC236}">
                  <a16:creationId xmlns:a16="http://schemas.microsoft.com/office/drawing/2014/main" id="{B08DAB71-B1DB-2FEF-A5EB-183DBF878911}"/>
                </a:ext>
              </a:extLst>
            </p:cNvPr>
            <p:cNvGrpSpPr/>
            <p:nvPr/>
          </p:nvGrpSpPr>
          <p:grpSpPr>
            <a:xfrm>
              <a:off x="1475578" y="3206068"/>
              <a:ext cx="59604" cy="59604"/>
              <a:chOff x="1515223" y="3206068"/>
              <a:chExt cx="59604" cy="59604"/>
            </a:xfrm>
          </p:grpSpPr>
          <p:sp>
            <p:nvSpPr>
              <p:cNvPr id="530" name="Oval 529">
                <a:extLst>
                  <a:ext uri="{FF2B5EF4-FFF2-40B4-BE49-F238E27FC236}">
                    <a16:creationId xmlns:a16="http://schemas.microsoft.com/office/drawing/2014/main" id="{8EFBEC0C-3D1C-B7F7-AFE5-55698F418E43}"/>
                  </a:ext>
                </a:extLst>
              </p:cNvPr>
              <p:cNvSpPr/>
              <p:nvPr/>
            </p:nvSpPr>
            <p:spPr>
              <a:xfrm>
                <a:off x="1515223" y="3206068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31" name="Connector 530">
                <a:extLst>
                  <a:ext uri="{FF2B5EF4-FFF2-40B4-BE49-F238E27FC236}">
                    <a16:creationId xmlns:a16="http://schemas.microsoft.com/office/drawing/2014/main" id="{1E3946BD-D74F-83C7-C61D-1FD8AADD9741}"/>
                  </a:ext>
                </a:extLst>
              </p:cNvPr>
              <p:cNvCxnSpPr/>
              <p:nvPr/>
            </p:nvCxnSpPr>
            <p:spPr>
              <a:xfrm>
                <a:off x="1515223" y="3235870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2" name="Connector 531">
                <a:extLst>
                  <a:ext uri="{FF2B5EF4-FFF2-40B4-BE49-F238E27FC236}">
                    <a16:creationId xmlns:a16="http://schemas.microsoft.com/office/drawing/2014/main" id="{C3073B4A-42E1-EFDD-1944-531C9B4713C7}"/>
                  </a:ext>
                </a:extLst>
              </p:cNvPr>
              <p:cNvCxnSpPr/>
              <p:nvPr/>
            </p:nvCxnSpPr>
            <p:spPr>
              <a:xfrm>
                <a:off x="1545025" y="3206068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3" name="射灯 GU10_GF_餐厅_7">
              <a:extLst>
                <a:ext uri="{FF2B5EF4-FFF2-40B4-BE49-F238E27FC236}">
                  <a16:creationId xmlns:a16="http://schemas.microsoft.com/office/drawing/2014/main" id="{8B1256AB-390C-3335-EE00-3B5B2357B307}"/>
                </a:ext>
              </a:extLst>
            </p:cNvPr>
            <p:cNvGrpSpPr/>
            <p:nvPr/>
          </p:nvGrpSpPr>
          <p:grpSpPr>
            <a:xfrm>
              <a:off x="1712509" y="3199880"/>
              <a:ext cx="59604" cy="59604"/>
              <a:chOff x="1728235" y="3206068"/>
              <a:chExt cx="59604" cy="59604"/>
            </a:xfrm>
          </p:grpSpPr>
          <p:sp>
            <p:nvSpPr>
              <p:cNvPr id="534" name="Oval 533">
                <a:extLst>
                  <a:ext uri="{FF2B5EF4-FFF2-40B4-BE49-F238E27FC236}">
                    <a16:creationId xmlns:a16="http://schemas.microsoft.com/office/drawing/2014/main" id="{2891AE02-285E-5936-8539-9C8DC37AB566}"/>
                  </a:ext>
                </a:extLst>
              </p:cNvPr>
              <p:cNvSpPr/>
              <p:nvPr/>
            </p:nvSpPr>
            <p:spPr>
              <a:xfrm>
                <a:off x="1728235" y="3206068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35" name="Connector 534">
                <a:extLst>
                  <a:ext uri="{FF2B5EF4-FFF2-40B4-BE49-F238E27FC236}">
                    <a16:creationId xmlns:a16="http://schemas.microsoft.com/office/drawing/2014/main" id="{C1D6BCD4-BCF0-920A-BEAE-2D0B8E45C19C}"/>
                  </a:ext>
                </a:extLst>
              </p:cNvPr>
              <p:cNvCxnSpPr/>
              <p:nvPr/>
            </p:nvCxnSpPr>
            <p:spPr>
              <a:xfrm>
                <a:off x="1728235" y="3235870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Connector 535">
                <a:extLst>
                  <a:ext uri="{FF2B5EF4-FFF2-40B4-BE49-F238E27FC236}">
                    <a16:creationId xmlns:a16="http://schemas.microsoft.com/office/drawing/2014/main" id="{4AD2975B-DFFB-0D19-C5A2-797E8F34B3D0}"/>
                  </a:ext>
                </a:extLst>
              </p:cNvPr>
              <p:cNvCxnSpPr/>
              <p:nvPr/>
            </p:nvCxnSpPr>
            <p:spPr>
              <a:xfrm>
                <a:off x="1758037" y="3206068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1" name="射灯 GU10_GF_餐厅_9">
              <a:extLst>
                <a:ext uri="{FF2B5EF4-FFF2-40B4-BE49-F238E27FC236}">
                  <a16:creationId xmlns:a16="http://schemas.microsoft.com/office/drawing/2014/main" id="{9FF4BDAF-44C3-F662-2EC0-C93255594A89}"/>
                </a:ext>
              </a:extLst>
            </p:cNvPr>
            <p:cNvGrpSpPr/>
            <p:nvPr/>
          </p:nvGrpSpPr>
          <p:grpSpPr>
            <a:xfrm>
              <a:off x="1934514" y="3206068"/>
              <a:ext cx="59604" cy="59604"/>
              <a:chOff x="1953646" y="3206068"/>
              <a:chExt cx="59604" cy="59604"/>
            </a:xfrm>
          </p:grpSpPr>
          <p:sp>
            <p:nvSpPr>
              <p:cNvPr id="542" name="Oval 541">
                <a:extLst>
                  <a:ext uri="{FF2B5EF4-FFF2-40B4-BE49-F238E27FC236}">
                    <a16:creationId xmlns:a16="http://schemas.microsoft.com/office/drawing/2014/main" id="{73646CB9-6CAE-0821-900D-5E090875A762}"/>
                  </a:ext>
                </a:extLst>
              </p:cNvPr>
              <p:cNvSpPr/>
              <p:nvPr/>
            </p:nvSpPr>
            <p:spPr>
              <a:xfrm>
                <a:off x="1953646" y="3206068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43" name="Connector 542">
                <a:extLst>
                  <a:ext uri="{FF2B5EF4-FFF2-40B4-BE49-F238E27FC236}">
                    <a16:creationId xmlns:a16="http://schemas.microsoft.com/office/drawing/2014/main" id="{9CC1A079-9382-5150-84BD-581F66650993}"/>
                  </a:ext>
                </a:extLst>
              </p:cNvPr>
              <p:cNvCxnSpPr/>
              <p:nvPr/>
            </p:nvCxnSpPr>
            <p:spPr>
              <a:xfrm>
                <a:off x="1953646" y="3235870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4" name="Connector 543">
                <a:extLst>
                  <a:ext uri="{FF2B5EF4-FFF2-40B4-BE49-F238E27FC236}">
                    <a16:creationId xmlns:a16="http://schemas.microsoft.com/office/drawing/2014/main" id="{DA66CC19-4F02-B6C2-C516-CC701E6B99CB}"/>
                  </a:ext>
                </a:extLst>
              </p:cNvPr>
              <p:cNvCxnSpPr/>
              <p:nvPr/>
            </p:nvCxnSpPr>
            <p:spPr>
              <a:xfrm>
                <a:off x="1983448" y="3206068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0" name="主灯位待选 主灯待选_厨房">
              <a:extLst>
                <a:ext uri="{FF2B5EF4-FFF2-40B4-BE49-F238E27FC236}">
                  <a16:creationId xmlns:a16="http://schemas.microsoft.com/office/drawing/2014/main" id="{3C605508-3E60-0C7F-C741-CEEAA920CE38}"/>
                </a:ext>
              </a:extLst>
            </p:cNvPr>
            <p:cNvGrpSpPr/>
            <p:nvPr/>
          </p:nvGrpSpPr>
          <p:grpSpPr>
            <a:xfrm>
              <a:off x="2088160" y="1625316"/>
              <a:ext cx="289254" cy="113948"/>
              <a:chOff x="2088160" y="1625316"/>
              <a:chExt cx="289254" cy="113948"/>
            </a:xfrm>
          </p:grpSpPr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4273B146-F37E-1957-EA86-58BAC52BD829}"/>
                  </a:ext>
                </a:extLst>
              </p:cNvPr>
              <p:cNvSpPr/>
              <p:nvPr/>
            </p:nvSpPr>
            <p:spPr>
              <a:xfrm>
                <a:off x="2088160" y="1651612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52" name="Connector 551">
                <a:extLst>
                  <a:ext uri="{FF2B5EF4-FFF2-40B4-BE49-F238E27FC236}">
                    <a16:creationId xmlns:a16="http://schemas.microsoft.com/office/drawing/2014/main" id="{A2275550-2B20-C4CA-7216-C857561CF0F3}"/>
                  </a:ext>
                </a:extLst>
              </p:cNvPr>
              <p:cNvCxnSpPr/>
              <p:nvPr/>
            </p:nvCxnSpPr>
            <p:spPr>
              <a:xfrm>
                <a:off x="2101308" y="1664760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Connector 552">
                <a:extLst>
                  <a:ext uri="{FF2B5EF4-FFF2-40B4-BE49-F238E27FC236}">
                    <a16:creationId xmlns:a16="http://schemas.microsoft.com/office/drawing/2014/main" id="{15516B81-FD86-DBB1-28A6-5B70C35A6E04}"/>
                  </a:ext>
                </a:extLst>
              </p:cNvPr>
              <p:cNvCxnSpPr/>
              <p:nvPr/>
            </p:nvCxnSpPr>
            <p:spPr>
              <a:xfrm flipV="1">
                <a:off x="2101308" y="1664760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4" name="TextBox 553">
                <a:extLst>
                  <a:ext uri="{FF2B5EF4-FFF2-40B4-BE49-F238E27FC236}">
                    <a16:creationId xmlns:a16="http://schemas.microsoft.com/office/drawing/2014/main" id="{70E4129F-1A97-8EAB-C277-344DFD47E533}"/>
                  </a:ext>
                </a:extLst>
              </p:cNvPr>
              <p:cNvSpPr txBox="1"/>
              <p:nvPr/>
            </p:nvSpPr>
            <p:spPr>
              <a:xfrm rot="16200000">
                <a:off x="2184577" y="1625316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待选</a:t>
                </a:r>
              </a:p>
            </p:txBody>
          </p:sp>
        </p:grpSp>
        <p:grpSp>
          <p:nvGrpSpPr>
            <p:cNvPr id="555" name="主灯位待选 主灯待选_厨房吧台区">
              <a:extLst>
                <a:ext uri="{FF2B5EF4-FFF2-40B4-BE49-F238E27FC236}">
                  <a16:creationId xmlns:a16="http://schemas.microsoft.com/office/drawing/2014/main" id="{E02FB2BD-533B-FD37-FB32-DE708F4D210A}"/>
                </a:ext>
              </a:extLst>
            </p:cNvPr>
            <p:cNvGrpSpPr/>
            <p:nvPr/>
          </p:nvGrpSpPr>
          <p:grpSpPr>
            <a:xfrm>
              <a:off x="2102265" y="2381711"/>
              <a:ext cx="289254" cy="113948"/>
              <a:chOff x="2212148" y="2348168"/>
              <a:chExt cx="289254" cy="113948"/>
            </a:xfrm>
          </p:grpSpPr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D4E9F8C2-E951-63D0-B715-A77EADB483BE}"/>
                  </a:ext>
                </a:extLst>
              </p:cNvPr>
              <p:cNvSpPr/>
              <p:nvPr/>
            </p:nvSpPr>
            <p:spPr>
              <a:xfrm>
                <a:off x="2212148" y="2374464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57" name="Connector 556">
                <a:extLst>
                  <a:ext uri="{FF2B5EF4-FFF2-40B4-BE49-F238E27FC236}">
                    <a16:creationId xmlns:a16="http://schemas.microsoft.com/office/drawing/2014/main" id="{29E91045-CB23-FCE3-0E78-5289D90AA98C}"/>
                  </a:ext>
                </a:extLst>
              </p:cNvPr>
              <p:cNvCxnSpPr/>
              <p:nvPr/>
            </p:nvCxnSpPr>
            <p:spPr>
              <a:xfrm>
                <a:off x="2225296" y="2387612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8" name="Connector 557">
                <a:extLst>
                  <a:ext uri="{FF2B5EF4-FFF2-40B4-BE49-F238E27FC236}">
                    <a16:creationId xmlns:a16="http://schemas.microsoft.com/office/drawing/2014/main" id="{84BBE126-02A5-4221-BD0A-F408DBAC2989}"/>
                  </a:ext>
                </a:extLst>
              </p:cNvPr>
              <p:cNvCxnSpPr/>
              <p:nvPr/>
            </p:nvCxnSpPr>
            <p:spPr>
              <a:xfrm flipV="1">
                <a:off x="2225296" y="2387612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9" name="TextBox 558">
                <a:extLst>
                  <a:ext uri="{FF2B5EF4-FFF2-40B4-BE49-F238E27FC236}">
                    <a16:creationId xmlns:a16="http://schemas.microsoft.com/office/drawing/2014/main" id="{2456DC9A-CD8F-8E4B-136F-9BDBB3F7A5F7}"/>
                  </a:ext>
                </a:extLst>
              </p:cNvPr>
              <p:cNvSpPr txBox="1"/>
              <p:nvPr/>
            </p:nvSpPr>
            <p:spPr>
              <a:xfrm rot="16200000">
                <a:off x="2308565" y="2348168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待选</a:t>
                </a:r>
              </a:p>
            </p:txBody>
          </p:sp>
        </p:grpSp>
        <p:grpSp>
          <p:nvGrpSpPr>
            <p:cNvPr id="560" name="射灯 GU10_GF_储物间_1">
              <a:extLst>
                <a:ext uri="{FF2B5EF4-FFF2-40B4-BE49-F238E27FC236}">
                  <a16:creationId xmlns:a16="http://schemas.microsoft.com/office/drawing/2014/main" id="{ADB3E986-7DAA-213A-7BE3-64A534B24FD5}"/>
                </a:ext>
              </a:extLst>
            </p:cNvPr>
            <p:cNvGrpSpPr/>
            <p:nvPr/>
          </p:nvGrpSpPr>
          <p:grpSpPr>
            <a:xfrm>
              <a:off x="2387413" y="4430037"/>
              <a:ext cx="59604" cy="59604"/>
              <a:chOff x="2373967" y="4453144"/>
              <a:chExt cx="59604" cy="59604"/>
            </a:xfrm>
          </p:grpSpPr>
          <p:sp>
            <p:nvSpPr>
              <p:cNvPr id="561" name="Oval 560">
                <a:extLst>
                  <a:ext uri="{FF2B5EF4-FFF2-40B4-BE49-F238E27FC236}">
                    <a16:creationId xmlns:a16="http://schemas.microsoft.com/office/drawing/2014/main" id="{1F6798FB-D771-842F-E793-87B42142F6AC}"/>
                  </a:ext>
                </a:extLst>
              </p:cNvPr>
              <p:cNvSpPr/>
              <p:nvPr/>
            </p:nvSpPr>
            <p:spPr>
              <a:xfrm>
                <a:off x="2373967" y="445314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62" name="Connector 561">
                <a:extLst>
                  <a:ext uri="{FF2B5EF4-FFF2-40B4-BE49-F238E27FC236}">
                    <a16:creationId xmlns:a16="http://schemas.microsoft.com/office/drawing/2014/main" id="{B3107C61-3F1B-D3F6-0848-B0A234775CA5}"/>
                  </a:ext>
                </a:extLst>
              </p:cNvPr>
              <p:cNvCxnSpPr/>
              <p:nvPr/>
            </p:nvCxnSpPr>
            <p:spPr>
              <a:xfrm>
                <a:off x="2373967" y="448294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Connector 562">
                <a:extLst>
                  <a:ext uri="{FF2B5EF4-FFF2-40B4-BE49-F238E27FC236}">
                    <a16:creationId xmlns:a16="http://schemas.microsoft.com/office/drawing/2014/main" id="{A9C4AAC4-0273-7041-219E-A0FF428602E3}"/>
                  </a:ext>
                </a:extLst>
              </p:cNvPr>
              <p:cNvCxnSpPr/>
              <p:nvPr/>
            </p:nvCxnSpPr>
            <p:spPr>
              <a:xfrm>
                <a:off x="2403769" y="445314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2" name="射灯 GU10_GF_客厅_1">
              <a:extLst>
                <a:ext uri="{FF2B5EF4-FFF2-40B4-BE49-F238E27FC236}">
                  <a16:creationId xmlns:a16="http://schemas.microsoft.com/office/drawing/2014/main" id="{7023AABC-DA54-B906-8CB0-E05B66A70173}"/>
                </a:ext>
              </a:extLst>
            </p:cNvPr>
            <p:cNvGrpSpPr/>
            <p:nvPr/>
          </p:nvGrpSpPr>
          <p:grpSpPr>
            <a:xfrm>
              <a:off x="1111620" y="4131853"/>
              <a:ext cx="59604" cy="59604"/>
              <a:chOff x="1114988" y="4179625"/>
              <a:chExt cx="59604" cy="59604"/>
            </a:xfrm>
          </p:grpSpPr>
          <p:sp>
            <p:nvSpPr>
              <p:cNvPr id="573" name="Oval 572">
                <a:extLst>
                  <a:ext uri="{FF2B5EF4-FFF2-40B4-BE49-F238E27FC236}">
                    <a16:creationId xmlns:a16="http://schemas.microsoft.com/office/drawing/2014/main" id="{42E7B0A8-29E1-D443-7799-47F3B81FE6F1}"/>
                  </a:ext>
                </a:extLst>
              </p:cNvPr>
              <p:cNvSpPr/>
              <p:nvPr/>
            </p:nvSpPr>
            <p:spPr>
              <a:xfrm>
                <a:off x="1114988" y="417962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74" name="Connector 573">
                <a:extLst>
                  <a:ext uri="{FF2B5EF4-FFF2-40B4-BE49-F238E27FC236}">
                    <a16:creationId xmlns:a16="http://schemas.microsoft.com/office/drawing/2014/main" id="{A0AB398D-EED8-39AE-7C2B-C1B6B9183593}"/>
                  </a:ext>
                </a:extLst>
              </p:cNvPr>
              <p:cNvCxnSpPr/>
              <p:nvPr/>
            </p:nvCxnSpPr>
            <p:spPr>
              <a:xfrm>
                <a:off x="1114988" y="420942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" name="Connector 574">
                <a:extLst>
                  <a:ext uri="{FF2B5EF4-FFF2-40B4-BE49-F238E27FC236}">
                    <a16:creationId xmlns:a16="http://schemas.microsoft.com/office/drawing/2014/main" id="{C04B0057-33FA-079B-842E-03EE47CC518F}"/>
                  </a:ext>
                </a:extLst>
              </p:cNvPr>
              <p:cNvCxnSpPr/>
              <p:nvPr/>
            </p:nvCxnSpPr>
            <p:spPr>
              <a:xfrm>
                <a:off x="1144790" y="417962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6" name="射灯 GU10_GF_客厅_2">
              <a:extLst>
                <a:ext uri="{FF2B5EF4-FFF2-40B4-BE49-F238E27FC236}">
                  <a16:creationId xmlns:a16="http://schemas.microsoft.com/office/drawing/2014/main" id="{F2677330-F974-595D-2769-CE422317E202}"/>
                </a:ext>
              </a:extLst>
            </p:cNvPr>
            <p:cNvGrpSpPr/>
            <p:nvPr/>
          </p:nvGrpSpPr>
          <p:grpSpPr>
            <a:xfrm>
              <a:off x="1107795" y="4403529"/>
              <a:ext cx="59604" cy="59604"/>
              <a:chOff x="1122923" y="4459839"/>
              <a:chExt cx="59604" cy="59604"/>
            </a:xfrm>
          </p:grpSpPr>
          <p:sp>
            <p:nvSpPr>
              <p:cNvPr id="577" name="Oval 576">
                <a:extLst>
                  <a:ext uri="{FF2B5EF4-FFF2-40B4-BE49-F238E27FC236}">
                    <a16:creationId xmlns:a16="http://schemas.microsoft.com/office/drawing/2014/main" id="{9DF1F0A2-8E30-A63E-A8EB-C3BCEC81E52B}"/>
                  </a:ext>
                </a:extLst>
              </p:cNvPr>
              <p:cNvSpPr/>
              <p:nvPr/>
            </p:nvSpPr>
            <p:spPr>
              <a:xfrm>
                <a:off x="1122923" y="445983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78" name="Connector 577">
                <a:extLst>
                  <a:ext uri="{FF2B5EF4-FFF2-40B4-BE49-F238E27FC236}">
                    <a16:creationId xmlns:a16="http://schemas.microsoft.com/office/drawing/2014/main" id="{225027FF-850A-3805-FCFF-2C37A5BCDBF6}"/>
                  </a:ext>
                </a:extLst>
              </p:cNvPr>
              <p:cNvCxnSpPr/>
              <p:nvPr/>
            </p:nvCxnSpPr>
            <p:spPr>
              <a:xfrm>
                <a:off x="1122923" y="448964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9" name="Connector 578">
                <a:extLst>
                  <a:ext uri="{FF2B5EF4-FFF2-40B4-BE49-F238E27FC236}">
                    <a16:creationId xmlns:a16="http://schemas.microsoft.com/office/drawing/2014/main" id="{76F3F3CA-DE47-D928-54AE-26E1BB578B65}"/>
                  </a:ext>
                </a:extLst>
              </p:cNvPr>
              <p:cNvCxnSpPr/>
              <p:nvPr/>
            </p:nvCxnSpPr>
            <p:spPr>
              <a:xfrm>
                <a:off x="1152725" y="445983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0" name="射灯 GU10_GF_客厅_3">
              <a:extLst>
                <a:ext uri="{FF2B5EF4-FFF2-40B4-BE49-F238E27FC236}">
                  <a16:creationId xmlns:a16="http://schemas.microsoft.com/office/drawing/2014/main" id="{05E6204C-884F-FF11-223C-9104F978BEE1}"/>
                </a:ext>
              </a:extLst>
            </p:cNvPr>
            <p:cNvGrpSpPr/>
            <p:nvPr/>
          </p:nvGrpSpPr>
          <p:grpSpPr>
            <a:xfrm>
              <a:off x="830552" y="4398827"/>
              <a:ext cx="59604" cy="59604"/>
              <a:chOff x="839734" y="4476949"/>
              <a:chExt cx="59604" cy="59604"/>
            </a:xfrm>
          </p:grpSpPr>
          <p:sp>
            <p:nvSpPr>
              <p:cNvPr id="581" name="Oval 580">
                <a:extLst>
                  <a:ext uri="{FF2B5EF4-FFF2-40B4-BE49-F238E27FC236}">
                    <a16:creationId xmlns:a16="http://schemas.microsoft.com/office/drawing/2014/main" id="{529306C0-E2B4-4520-8F5E-133679082EEB}"/>
                  </a:ext>
                </a:extLst>
              </p:cNvPr>
              <p:cNvSpPr/>
              <p:nvPr/>
            </p:nvSpPr>
            <p:spPr>
              <a:xfrm>
                <a:off x="839734" y="447694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82" name="Connector 581">
                <a:extLst>
                  <a:ext uri="{FF2B5EF4-FFF2-40B4-BE49-F238E27FC236}">
                    <a16:creationId xmlns:a16="http://schemas.microsoft.com/office/drawing/2014/main" id="{9209CB7B-06D0-A7C6-59F1-C40A39180E2E}"/>
                  </a:ext>
                </a:extLst>
              </p:cNvPr>
              <p:cNvCxnSpPr/>
              <p:nvPr/>
            </p:nvCxnSpPr>
            <p:spPr>
              <a:xfrm>
                <a:off x="839734" y="450675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3" name="Connector 582">
                <a:extLst>
                  <a:ext uri="{FF2B5EF4-FFF2-40B4-BE49-F238E27FC236}">
                    <a16:creationId xmlns:a16="http://schemas.microsoft.com/office/drawing/2014/main" id="{7942381A-54CD-4920-BC26-4AB485B24A03}"/>
                  </a:ext>
                </a:extLst>
              </p:cNvPr>
              <p:cNvCxnSpPr/>
              <p:nvPr/>
            </p:nvCxnSpPr>
            <p:spPr>
              <a:xfrm>
                <a:off x="869536" y="447694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4" name="射灯 GU10_GF_客厅_4">
              <a:extLst>
                <a:ext uri="{FF2B5EF4-FFF2-40B4-BE49-F238E27FC236}">
                  <a16:creationId xmlns:a16="http://schemas.microsoft.com/office/drawing/2014/main" id="{846B222E-D5BF-6983-9AAA-4F8F983562BD}"/>
                </a:ext>
              </a:extLst>
            </p:cNvPr>
            <p:cNvGrpSpPr/>
            <p:nvPr/>
          </p:nvGrpSpPr>
          <p:grpSpPr>
            <a:xfrm>
              <a:off x="567162" y="4400235"/>
              <a:ext cx="59604" cy="59604"/>
              <a:chOff x="606388" y="4472486"/>
              <a:chExt cx="59604" cy="59604"/>
            </a:xfrm>
          </p:grpSpPr>
          <p:sp>
            <p:nvSpPr>
              <p:cNvPr id="585" name="Oval 584">
                <a:extLst>
                  <a:ext uri="{FF2B5EF4-FFF2-40B4-BE49-F238E27FC236}">
                    <a16:creationId xmlns:a16="http://schemas.microsoft.com/office/drawing/2014/main" id="{4A135CB6-24E7-C00B-78BA-27BC953D2B71}"/>
                  </a:ext>
                </a:extLst>
              </p:cNvPr>
              <p:cNvSpPr/>
              <p:nvPr/>
            </p:nvSpPr>
            <p:spPr>
              <a:xfrm>
                <a:off x="606388" y="4472486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86" name="Connector 585">
                <a:extLst>
                  <a:ext uri="{FF2B5EF4-FFF2-40B4-BE49-F238E27FC236}">
                    <a16:creationId xmlns:a16="http://schemas.microsoft.com/office/drawing/2014/main" id="{225EDD79-BEE5-893E-8BFF-E980D931B7C9}"/>
                  </a:ext>
                </a:extLst>
              </p:cNvPr>
              <p:cNvCxnSpPr/>
              <p:nvPr/>
            </p:nvCxnSpPr>
            <p:spPr>
              <a:xfrm>
                <a:off x="606388" y="4502288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Connector 586">
                <a:extLst>
                  <a:ext uri="{FF2B5EF4-FFF2-40B4-BE49-F238E27FC236}">
                    <a16:creationId xmlns:a16="http://schemas.microsoft.com/office/drawing/2014/main" id="{7E5AF0FB-E42B-694F-8A83-EA86F7D03B8F}"/>
                  </a:ext>
                </a:extLst>
              </p:cNvPr>
              <p:cNvCxnSpPr/>
              <p:nvPr/>
            </p:nvCxnSpPr>
            <p:spPr>
              <a:xfrm>
                <a:off x="636190" y="4472486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8" name="射灯 GU10_GF_客厅_5">
              <a:extLst>
                <a:ext uri="{FF2B5EF4-FFF2-40B4-BE49-F238E27FC236}">
                  <a16:creationId xmlns:a16="http://schemas.microsoft.com/office/drawing/2014/main" id="{605B3B8E-AFB9-9410-E887-1367CA2F47AD}"/>
                </a:ext>
              </a:extLst>
            </p:cNvPr>
            <p:cNvGrpSpPr/>
            <p:nvPr/>
          </p:nvGrpSpPr>
          <p:grpSpPr>
            <a:xfrm>
              <a:off x="567162" y="4137445"/>
              <a:ext cx="59604" cy="59604"/>
              <a:chOff x="606388" y="4217814"/>
              <a:chExt cx="59604" cy="59604"/>
            </a:xfrm>
          </p:grpSpPr>
          <p:sp>
            <p:nvSpPr>
              <p:cNvPr id="589" name="Oval 588">
                <a:extLst>
                  <a:ext uri="{FF2B5EF4-FFF2-40B4-BE49-F238E27FC236}">
                    <a16:creationId xmlns:a16="http://schemas.microsoft.com/office/drawing/2014/main" id="{A0FD8BBE-C623-1903-C9CC-1A9015E4F199}"/>
                  </a:ext>
                </a:extLst>
              </p:cNvPr>
              <p:cNvSpPr/>
              <p:nvPr/>
            </p:nvSpPr>
            <p:spPr>
              <a:xfrm>
                <a:off x="606388" y="421781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90" name="Connector 589">
                <a:extLst>
                  <a:ext uri="{FF2B5EF4-FFF2-40B4-BE49-F238E27FC236}">
                    <a16:creationId xmlns:a16="http://schemas.microsoft.com/office/drawing/2014/main" id="{FAF2A8D1-07BB-1ECA-F7D9-E6648EF1183E}"/>
                  </a:ext>
                </a:extLst>
              </p:cNvPr>
              <p:cNvCxnSpPr/>
              <p:nvPr/>
            </p:nvCxnSpPr>
            <p:spPr>
              <a:xfrm>
                <a:off x="606388" y="424761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" name="Connector 590">
                <a:extLst>
                  <a:ext uri="{FF2B5EF4-FFF2-40B4-BE49-F238E27FC236}">
                    <a16:creationId xmlns:a16="http://schemas.microsoft.com/office/drawing/2014/main" id="{D9FF4FA5-C9D1-45DF-C5B1-F9C20FD6D1F0}"/>
                  </a:ext>
                </a:extLst>
              </p:cNvPr>
              <p:cNvCxnSpPr/>
              <p:nvPr/>
            </p:nvCxnSpPr>
            <p:spPr>
              <a:xfrm>
                <a:off x="636190" y="421781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2" name="射灯 GU10_GF_客厅_6">
              <a:extLst>
                <a:ext uri="{FF2B5EF4-FFF2-40B4-BE49-F238E27FC236}">
                  <a16:creationId xmlns:a16="http://schemas.microsoft.com/office/drawing/2014/main" id="{E113B0C5-1E47-C112-5DF9-4E629D665BAA}"/>
                </a:ext>
              </a:extLst>
            </p:cNvPr>
            <p:cNvGrpSpPr/>
            <p:nvPr/>
          </p:nvGrpSpPr>
          <p:grpSpPr>
            <a:xfrm>
              <a:off x="571513" y="3834607"/>
              <a:ext cx="59604" cy="59604"/>
              <a:chOff x="614323" y="3852296"/>
              <a:chExt cx="59604" cy="59604"/>
            </a:xfrm>
          </p:grpSpPr>
          <p:sp>
            <p:nvSpPr>
              <p:cNvPr id="593" name="Oval 592">
                <a:extLst>
                  <a:ext uri="{FF2B5EF4-FFF2-40B4-BE49-F238E27FC236}">
                    <a16:creationId xmlns:a16="http://schemas.microsoft.com/office/drawing/2014/main" id="{2A819D71-D087-B913-C80F-6B8E9B0944CA}"/>
                  </a:ext>
                </a:extLst>
              </p:cNvPr>
              <p:cNvSpPr/>
              <p:nvPr/>
            </p:nvSpPr>
            <p:spPr>
              <a:xfrm>
                <a:off x="614323" y="3852296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94" name="Connector 593">
                <a:extLst>
                  <a:ext uri="{FF2B5EF4-FFF2-40B4-BE49-F238E27FC236}">
                    <a16:creationId xmlns:a16="http://schemas.microsoft.com/office/drawing/2014/main" id="{06CB4A07-64EA-8A24-74EC-484F8668477D}"/>
                  </a:ext>
                </a:extLst>
              </p:cNvPr>
              <p:cNvCxnSpPr/>
              <p:nvPr/>
            </p:nvCxnSpPr>
            <p:spPr>
              <a:xfrm>
                <a:off x="614323" y="3882098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5" name="Connector 594">
                <a:extLst>
                  <a:ext uri="{FF2B5EF4-FFF2-40B4-BE49-F238E27FC236}">
                    <a16:creationId xmlns:a16="http://schemas.microsoft.com/office/drawing/2014/main" id="{6244BDE6-1193-3090-0CD5-135A7C0B4FD9}"/>
                  </a:ext>
                </a:extLst>
              </p:cNvPr>
              <p:cNvCxnSpPr/>
              <p:nvPr/>
            </p:nvCxnSpPr>
            <p:spPr>
              <a:xfrm>
                <a:off x="644125" y="3852296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6" name="射灯 GU10_GF_客厅_7">
              <a:extLst>
                <a:ext uri="{FF2B5EF4-FFF2-40B4-BE49-F238E27FC236}">
                  <a16:creationId xmlns:a16="http://schemas.microsoft.com/office/drawing/2014/main" id="{55A33193-20D1-E867-27D8-A55A07BC27E2}"/>
                </a:ext>
              </a:extLst>
            </p:cNvPr>
            <p:cNvGrpSpPr/>
            <p:nvPr/>
          </p:nvGrpSpPr>
          <p:grpSpPr>
            <a:xfrm>
              <a:off x="820493" y="3825898"/>
              <a:ext cx="59604" cy="59604"/>
              <a:chOff x="839734" y="3854032"/>
              <a:chExt cx="59604" cy="59604"/>
            </a:xfrm>
          </p:grpSpPr>
          <p:sp>
            <p:nvSpPr>
              <p:cNvPr id="597" name="Oval 596">
                <a:extLst>
                  <a:ext uri="{FF2B5EF4-FFF2-40B4-BE49-F238E27FC236}">
                    <a16:creationId xmlns:a16="http://schemas.microsoft.com/office/drawing/2014/main" id="{36DCDB58-BC5E-C3C3-1D2E-644F2F433E93}"/>
                  </a:ext>
                </a:extLst>
              </p:cNvPr>
              <p:cNvSpPr/>
              <p:nvPr/>
            </p:nvSpPr>
            <p:spPr>
              <a:xfrm>
                <a:off x="839734" y="3854032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98" name="Connector 597">
                <a:extLst>
                  <a:ext uri="{FF2B5EF4-FFF2-40B4-BE49-F238E27FC236}">
                    <a16:creationId xmlns:a16="http://schemas.microsoft.com/office/drawing/2014/main" id="{88F71DAD-5210-BAF3-C5B6-8FB4D893632C}"/>
                  </a:ext>
                </a:extLst>
              </p:cNvPr>
              <p:cNvCxnSpPr/>
              <p:nvPr/>
            </p:nvCxnSpPr>
            <p:spPr>
              <a:xfrm>
                <a:off x="839734" y="3883834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9" name="Connector 598">
                <a:extLst>
                  <a:ext uri="{FF2B5EF4-FFF2-40B4-BE49-F238E27FC236}">
                    <a16:creationId xmlns:a16="http://schemas.microsoft.com/office/drawing/2014/main" id="{15C9A942-3F37-8B83-9A86-1C784C1C2F17}"/>
                  </a:ext>
                </a:extLst>
              </p:cNvPr>
              <p:cNvCxnSpPr/>
              <p:nvPr/>
            </p:nvCxnSpPr>
            <p:spPr>
              <a:xfrm>
                <a:off x="869536" y="3854032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2" name="射灯 GU10_GF_客厅_11">
              <a:extLst>
                <a:ext uri="{FF2B5EF4-FFF2-40B4-BE49-F238E27FC236}">
                  <a16:creationId xmlns:a16="http://schemas.microsoft.com/office/drawing/2014/main" id="{F27FFC4D-EF57-D941-96B7-7269EBE1DAAF}"/>
                </a:ext>
              </a:extLst>
            </p:cNvPr>
            <p:cNvGrpSpPr/>
            <p:nvPr/>
          </p:nvGrpSpPr>
          <p:grpSpPr>
            <a:xfrm>
              <a:off x="1116724" y="3825898"/>
              <a:ext cx="59604" cy="59604"/>
              <a:chOff x="1116724" y="3838657"/>
              <a:chExt cx="59604" cy="59604"/>
            </a:xfrm>
          </p:grpSpPr>
          <p:sp>
            <p:nvSpPr>
              <p:cNvPr id="613" name="Oval 612">
                <a:extLst>
                  <a:ext uri="{FF2B5EF4-FFF2-40B4-BE49-F238E27FC236}">
                    <a16:creationId xmlns:a16="http://schemas.microsoft.com/office/drawing/2014/main" id="{901861AE-510C-B8B7-434A-B4E183EC52AC}"/>
                  </a:ext>
                </a:extLst>
              </p:cNvPr>
              <p:cNvSpPr/>
              <p:nvPr/>
            </p:nvSpPr>
            <p:spPr>
              <a:xfrm>
                <a:off x="1116724" y="3838657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14" name="Connector 613">
                <a:extLst>
                  <a:ext uri="{FF2B5EF4-FFF2-40B4-BE49-F238E27FC236}">
                    <a16:creationId xmlns:a16="http://schemas.microsoft.com/office/drawing/2014/main" id="{9C262F86-D401-A395-78D4-4BB3D73F4C24}"/>
                  </a:ext>
                </a:extLst>
              </p:cNvPr>
              <p:cNvCxnSpPr/>
              <p:nvPr/>
            </p:nvCxnSpPr>
            <p:spPr>
              <a:xfrm>
                <a:off x="1116724" y="3868459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Connector 614">
                <a:extLst>
                  <a:ext uri="{FF2B5EF4-FFF2-40B4-BE49-F238E27FC236}">
                    <a16:creationId xmlns:a16="http://schemas.microsoft.com/office/drawing/2014/main" id="{576B838A-0BA1-3D2F-794B-C3688D5A5FB6}"/>
                  </a:ext>
                </a:extLst>
              </p:cNvPr>
              <p:cNvCxnSpPr/>
              <p:nvPr/>
            </p:nvCxnSpPr>
            <p:spPr>
              <a:xfrm>
                <a:off x="1146526" y="3838657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0" name="射灯 GU10_GF_洗衣房_1">
              <a:extLst>
                <a:ext uri="{FF2B5EF4-FFF2-40B4-BE49-F238E27FC236}">
                  <a16:creationId xmlns:a16="http://schemas.microsoft.com/office/drawing/2014/main" id="{AFC8F48E-B9E2-C965-495F-62E324FF6F74}"/>
                </a:ext>
              </a:extLst>
            </p:cNvPr>
            <p:cNvGrpSpPr/>
            <p:nvPr/>
          </p:nvGrpSpPr>
          <p:grpSpPr>
            <a:xfrm>
              <a:off x="2262625" y="1206135"/>
              <a:ext cx="59604" cy="59604"/>
              <a:chOff x="2262625" y="1206135"/>
              <a:chExt cx="59604" cy="59604"/>
            </a:xfrm>
          </p:grpSpPr>
          <p:sp>
            <p:nvSpPr>
              <p:cNvPr id="621" name="Oval 620">
                <a:extLst>
                  <a:ext uri="{FF2B5EF4-FFF2-40B4-BE49-F238E27FC236}">
                    <a16:creationId xmlns:a16="http://schemas.microsoft.com/office/drawing/2014/main" id="{57FBC95E-0EF3-8440-4A03-E52278298A4E}"/>
                  </a:ext>
                </a:extLst>
              </p:cNvPr>
              <p:cNvSpPr/>
              <p:nvPr/>
            </p:nvSpPr>
            <p:spPr>
              <a:xfrm>
                <a:off x="2262625" y="120613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22" name="Connector 621">
                <a:extLst>
                  <a:ext uri="{FF2B5EF4-FFF2-40B4-BE49-F238E27FC236}">
                    <a16:creationId xmlns:a16="http://schemas.microsoft.com/office/drawing/2014/main" id="{4A94AF69-D77C-045A-765B-B1F5B2D4EC05}"/>
                  </a:ext>
                </a:extLst>
              </p:cNvPr>
              <p:cNvCxnSpPr/>
              <p:nvPr/>
            </p:nvCxnSpPr>
            <p:spPr>
              <a:xfrm>
                <a:off x="2262625" y="123593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3" name="Connector 622">
                <a:extLst>
                  <a:ext uri="{FF2B5EF4-FFF2-40B4-BE49-F238E27FC236}">
                    <a16:creationId xmlns:a16="http://schemas.microsoft.com/office/drawing/2014/main" id="{620DE26E-3156-52B8-043F-2081A78BB0A5}"/>
                  </a:ext>
                </a:extLst>
              </p:cNvPr>
              <p:cNvCxnSpPr/>
              <p:nvPr/>
            </p:nvCxnSpPr>
            <p:spPr>
              <a:xfrm>
                <a:off x="2292427" y="120613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4" name="射灯 GU10_GF_客厅_13">
              <a:extLst>
                <a:ext uri="{FF2B5EF4-FFF2-40B4-BE49-F238E27FC236}">
                  <a16:creationId xmlns:a16="http://schemas.microsoft.com/office/drawing/2014/main" id="{D8A4B879-6A76-A3B2-7A0F-97ACC7AB4B1B}"/>
                </a:ext>
              </a:extLst>
            </p:cNvPr>
            <p:cNvGrpSpPr/>
            <p:nvPr/>
          </p:nvGrpSpPr>
          <p:grpSpPr>
            <a:xfrm>
              <a:off x="1153920" y="3270046"/>
              <a:ext cx="59604" cy="59604"/>
              <a:chOff x="1153920" y="3270046"/>
              <a:chExt cx="59604" cy="59604"/>
            </a:xfrm>
          </p:grpSpPr>
          <p:sp>
            <p:nvSpPr>
              <p:cNvPr id="625" name="Oval 624">
                <a:extLst>
                  <a:ext uri="{FF2B5EF4-FFF2-40B4-BE49-F238E27FC236}">
                    <a16:creationId xmlns:a16="http://schemas.microsoft.com/office/drawing/2014/main" id="{17A3E94C-52E0-183F-A83A-BAB9243EE7DF}"/>
                  </a:ext>
                </a:extLst>
              </p:cNvPr>
              <p:cNvSpPr/>
              <p:nvPr/>
            </p:nvSpPr>
            <p:spPr>
              <a:xfrm>
                <a:off x="1153920" y="3270046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26" name="Connector 625">
                <a:extLst>
                  <a:ext uri="{FF2B5EF4-FFF2-40B4-BE49-F238E27FC236}">
                    <a16:creationId xmlns:a16="http://schemas.microsoft.com/office/drawing/2014/main" id="{86A28E1F-6D91-D866-0A95-F4E5053855B3}"/>
                  </a:ext>
                </a:extLst>
              </p:cNvPr>
              <p:cNvCxnSpPr/>
              <p:nvPr/>
            </p:nvCxnSpPr>
            <p:spPr>
              <a:xfrm>
                <a:off x="1153920" y="3299848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Connector 626">
                <a:extLst>
                  <a:ext uri="{FF2B5EF4-FFF2-40B4-BE49-F238E27FC236}">
                    <a16:creationId xmlns:a16="http://schemas.microsoft.com/office/drawing/2014/main" id="{E5102F89-B7B5-2496-C0B4-75BD76AADDDB}"/>
                  </a:ext>
                </a:extLst>
              </p:cNvPr>
              <p:cNvCxnSpPr/>
              <p:nvPr/>
            </p:nvCxnSpPr>
            <p:spPr>
              <a:xfrm>
                <a:off x="1183722" y="3270046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8" name="地灯 GroundLED_0">
              <a:extLst>
                <a:ext uri="{FF2B5EF4-FFF2-40B4-BE49-F238E27FC236}">
                  <a16:creationId xmlns:a16="http://schemas.microsoft.com/office/drawing/2014/main" id="{970B8C48-8F82-E7F4-76F3-582712F329EC}"/>
                </a:ext>
              </a:extLst>
            </p:cNvPr>
            <p:cNvSpPr/>
            <p:nvPr/>
          </p:nvSpPr>
          <p:spPr>
            <a:xfrm>
              <a:off x="399978" y="2748954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9" name="地灯 GroundLED_1">
              <a:extLst>
                <a:ext uri="{FF2B5EF4-FFF2-40B4-BE49-F238E27FC236}">
                  <a16:creationId xmlns:a16="http://schemas.microsoft.com/office/drawing/2014/main" id="{2284EB6D-71B2-0473-D0A8-D5249B02DCFE}"/>
                </a:ext>
              </a:extLst>
            </p:cNvPr>
            <p:cNvSpPr/>
            <p:nvPr/>
          </p:nvSpPr>
          <p:spPr>
            <a:xfrm>
              <a:off x="399978" y="2250521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0" name="地灯 GroundLED_2">
              <a:extLst>
                <a:ext uri="{FF2B5EF4-FFF2-40B4-BE49-F238E27FC236}">
                  <a16:creationId xmlns:a16="http://schemas.microsoft.com/office/drawing/2014/main" id="{1A8F3D2B-E280-52F7-94D2-D9F73A9BB1D7}"/>
                </a:ext>
              </a:extLst>
            </p:cNvPr>
            <p:cNvSpPr/>
            <p:nvPr/>
          </p:nvSpPr>
          <p:spPr>
            <a:xfrm>
              <a:off x="399978" y="1791764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2" name="地灯 GroundLED_4">
              <a:extLst>
                <a:ext uri="{FF2B5EF4-FFF2-40B4-BE49-F238E27FC236}">
                  <a16:creationId xmlns:a16="http://schemas.microsoft.com/office/drawing/2014/main" id="{671AE3F5-B5FD-4698-D580-50C5C722406D}"/>
                </a:ext>
              </a:extLst>
            </p:cNvPr>
            <p:cNvSpPr/>
            <p:nvPr/>
          </p:nvSpPr>
          <p:spPr>
            <a:xfrm>
              <a:off x="401233" y="1531388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8" name="墙_V15_Concealed_Door_Leaf">
              <a:extLst>
                <a:ext uri="{FF2B5EF4-FFF2-40B4-BE49-F238E27FC236}">
                  <a16:creationId xmlns:a16="http://schemas.microsoft.com/office/drawing/2014/main" id="{F0F87429-D84C-567E-E4C4-1FA6416F537E}"/>
                </a:ext>
              </a:extLst>
            </p:cNvPr>
            <p:cNvSpPr/>
            <p:nvPr/>
          </p:nvSpPr>
          <p:spPr>
            <a:xfrm flipH="1">
              <a:off x="1273148" y="3978484"/>
              <a:ext cx="45719" cy="900291"/>
            </a:xfrm>
            <a:custGeom>
              <a:avLst/>
              <a:gdLst/>
              <a:ahLst/>
              <a:cxnLst/>
              <a:rect l="l" t="t" r="r" b="b"/>
              <a:pathLst>
                <a:path w="10167" h="248968">
                  <a:moveTo>
                    <a:pt x="248" y="248968"/>
                  </a:moveTo>
                  <a:lnTo>
                    <a:pt x="0" y="248968"/>
                  </a:lnTo>
                  <a:lnTo>
                    <a:pt x="0" y="248968"/>
                  </a:lnTo>
                  <a:lnTo>
                    <a:pt x="0" y="248968"/>
                  </a:lnTo>
                  <a:lnTo>
                    <a:pt x="0" y="248720"/>
                  </a:lnTo>
                  <a:lnTo>
                    <a:pt x="0" y="100182"/>
                  </a:lnTo>
                  <a:lnTo>
                    <a:pt x="0" y="248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48" y="0"/>
                  </a:lnTo>
                  <a:lnTo>
                    <a:pt x="3471" y="0"/>
                  </a:lnTo>
                  <a:lnTo>
                    <a:pt x="5455" y="0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703" y="248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951" y="0"/>
                  </a:lnTo>
                  <a:lnTo>
                    <a:pt x="8431" y="0"/>
                  </a:lnTo>
                  <a:lnTo>
                    <a:pt x="9919" y="0"/>
                  </a:lnTo>
                  <a:lnTo>
                    <a:pt x="10167" y="0"/>
                  </a:lnTo>
                  <a:lnTo>
                    <a:pt x="10167" y="0"/>
                  </a:lnTo>
                  <a:lnTo>
                    <a:pt x="10167" y="0"/>
                  </a:lnTo>
                  <a:lnTo>
                    <a:pt x="10167" y="248"/>
                  </a:lnTo>
                  <a:lnTo>
                    <a:pt x="10167" y="992"/>
                  </a:lnTo>
                  <a:lnTo>
                    <a:pt x="10167" y="2231"/>
                  </a:lnTo>
                  <a:lnTo>
                    <a:pt x="10167" y="2479"/>
                  </a:lnTo>
                  <a:lnTo>
                    <a:pt x="10167" y="2479"/>
                  </a:lnTo>
                  <a:lnTo>
                    <a:pt x="10167" y="2479"/>
                  </a:lnTo>
                  <a:lnTo>
                    <a:pt x="9919" y="2479"/>
                  </a:lnTo>
                  <a:lnTo>
                    <a:pt x="8431" y="2479"/>
                  </a:lnTo>
                  <a:lnTo>
                    <a:pt x="5951" y="2479"/>
                  </a:lnTo>
                  <a:lnTo>
                    <a:pt x="5703" y="2479"/>
                  </a:lnTo>
                  <a:lnTo>
                    <a:pt x="5703" y="2479"/>
                  </a:lnTo>
                  <a:lnTo>
                    <a:pt x="5703" y="2479"/>
                  </a:lnTo>
                  <a:lnTo>
                    <a:pt x="5703" y="2231"/>
                  </a:lnTo>
                  <a:lnTo>
                    <a:pt x="5703" y="992"/>
                  </a:lnTo>
                  <a:lnTo>
                    <a:pt x="5703" y="248"/>
                  </a:lnTo>
                  <a:lnTo>
                    <a:pt x="5703" y="100182"/>
                  </a:lnTo>
                  <a:lnTo>
                    <a:pt x="5703" y="248720"/>
                  </a:lnTo>
                  <a:lnTo>
                    <a:pt x="5703" y="248968"/>
                  </a:lnTo>
                  <a:lnTo>
                    <a:pt x="5703" y="248968"/>
                  </a:lnTo>
                  <a:lnTo>
                    <a:pt x="5703" y="248968"/>
                  </a:lnTo>
                  <a:lnTo>
                    <a:pt x="5455" y="248968"/>
                  </a:lnTo>
                  <a:lnTo>
                    <a:pt x="3471" y="248968"/>
                  </a:lnTo>
                  <a:close/>
                  <a:moveTo>
                    <a:pt x="5951" y="248968"/>
                  </a:moveTo>
                  <a:lnTo>
                    <a:pt x="5703" y="248968"/>
                  </a:lnTo>
                  <a:lnTo>
                    <a:pt x="5703" y="248968"/>
                  </a:lnTo>
                  <a:lnTo>
                    <a:pt x="5703" y="248968"/>
                  </a:lnTo>
                  <a:lnTo>
                    <a:pt x="5703" y="248720"/>
                  </a:lnTo>
                  <a:lnTo>
                    <a:pt x="5703" y="245745"/>
                  </a:lnTo>
                  <a:lnTo>
                    <a:pt x="5703" y="243761"/>
                  </a:lnTo>
                  <a:lnTo>
                    <a:pt x="5703" y="243513"/>
                  </a:lnTo>
                  <a:lnTo>
                    <a:pt x="5703" y="243513"/>
                  </a:lnTo>
                  <a:lnTo>
                    <a:pt x="5703" y="243513"/>
                  </a:lnTo>
                  <a:lnTo>
                    <a:pt x="5951" y="243513"/>
                  </a:lnTo>
                  <a:lnTo>
                    <a:pt x="8431" y="243513"/>
                  </a:lnTo>
                  <a:lnTo>
                    <a:pt x="9919" y="243513"/>
                  </a:lnTo>
                  <a:lnTo>
                    <a:pt x="10167" y="243513"/>
                  </a:lnTo>
                  <a:lnTo>
                    <a:pt x="10167" y="243513"/>
                  </a:lnTo>
                  <a:lnTo>
                    <a:pt x="10167" y="243513"/>
                  </a:lnTo>
                  <a:lnTo>
                    <a:pt x="10167" y="243761"/>
                  </a:lnTo>
                  <a:lnTo>
                    <a:pt x="10167" y="245745"/>
                  </a:lnTo>
                  <a:lnTo>
                    <a:pt x="10167" y="248720"/>
                  </a:lnTo>
                  <a:lnTo>
                    <a:pt x="10167" y="248968"/>
                  </a:lnTo>
                  <a:lnTo>
                    <a:pt x="10167" y="248968"/>
                  </a:lnTo>
                  <a:lnTo>
                    <a:pt x="10167" y="248968"/>
                  </a:lnTo>
                  <a:lnTo>
                    <a:pt x="9919" y="248968"/>
                  </a:lnTo>
                  <a:lnTo>
                    <a:pt x="8431" y="248968"/>
                  </a:lnTo>
                  <a:close/>
                  <a:moveTo>
                    <a:pt x="5951" y="240537"/>
                  </a:moveTo>
                  <a:lnTo>
                    <a:pt x="5703" y="240537"/>
                  </a:lnTo>
                  <a:lnTo>
                    <a:pt x="5703" y="240537"/>
                  </a:lnTo>
                  <a:lnTo>
                    <a:pt x="5703" y="240537"/>
                  </a:lnTo>
                  <a:lnTo>
                    <a:pt x="5703" y="240289"/>
                  </a:lnTo>
                  <a:lnTo>
                    <a:pt x="5703" y="236322"/>
                  </a:lnTo>
                  <a:lnTo>
                    <a:pt x="5703" y="233842"/>
                  </a:lnTo>
                  <a:lnTo>
                    <a:pt x="5703" y="233594"/>
                  </a:lnTo>
                  <a:lnTo>
                    <a:pt x="5703" y="233594"/>
                  </a:lnTo>
                  <a:lnTo>
                    <a:pt x="5703" y="233594"/>
                  </a:lnTo>
                  <a:lnTo>
                    <a:pt x="5951" y="233594"/>
                  </a:lnTo>
                  <a:lnTo>
                    <a:pt x="8431" y="233594"/>
                  </a:lnTo>
                  <a:lnTo>
                    <a:pt x="9919" y="233594"/>
                  </a:lnTo>
                  <a:lnTo>
                    <a:pt x="10167" y="233594"/>
                  </a:lnTo>
                  <a:lnTo>
                    <a:pt x="10167" y="233594"/>
                  </a:lnTo>
                  <a:lnTo>
                    <a:pt x="10167" y="233594"/>
                  </a:lnTo>
                  <a:lnTo>
                    <a:pt x="10167" y="233842"/>
                  </a:lnTo>
                  <a:lnTo>
                    <a:pt x="10167" y="236322"/>
                  </a:lnTo>
                  <a:lnTo>
                    <a:pt x="10167" y="240289"/>
                  </a:lnTo>
                  <a:lnTo>
                    <a:pt x="10167" y="240537"/>
                  </a:lnTo>
                  <a:lnTo>
                    <a:pt x="10167" y="240537"/>
                  </a:lnTo>
                  <a:lnTo>
                    <a:pt x="10167" y="240537"/>
                  </a:lnTo>
                  <a:lnTo>
                    <a:pt x="9919" y="240537"/>
                  </a:lnTo>
                  <a:lnTo>
                    <a:pt x="8431" y="240537"/>
                  </a:lnTo>
                  <a:close/>
                  <a:moveTo>
                    <a:pt x="5951" y="230618"/>
                  </a:moveTo>
                  <a:lnTo>
                    <a:pt x="5703" y="230618"/>
                  </a:lnTo>
                  <a:lnTo>
                    <a:pt x="5703" y="230618"/>
                  </a:lnTo>
                  <a:lnTo>
                    <a:pt x="5703" y="230618"/>
                  </a:lnTo>
                  <a:lnTo>
                    <a:pt x="5703" y="230370"/>
                  </a:lnTo>
                  <a:lnTo>
                    <a:pt x="5703" y="226402"/>
                  </a:lnTo>
                  <a:lnTo>
                    <a:pt x="5703" y="223923"/>
                  </a:lnTo>
                  <a:lnTo>
                    <a:pt x="5703" y="223675"/>
                  </a:lnTo>
                  <a:lnTo>
                    <a:pt x="5703" y="223675"/>
                  </a:lnTo>
                  <a:lnTo>
                    <a:pt x="5703" y="223675"/>
                  </a:lnTo>
                  <a:lnTo>
                    <a:pt x="5951" y="223675"/>
                  </a:lnTo>
                  <a:lnTo>
                    <a:pt x="8431" y="223675"/>
                  </a:lnTo>
                  <a:lnTo>
                    <a:pt x="9919" y="223675"/>
                  </a:lnTo>
                  <a:lnTo>
                    <a:pt x="10167" y="223675"/>
                  </a:lnTo>
                  <a:lnTo>
                    <a:pt x="10167" y="223675"/>
                  </a:lnTo>
                  <a:lnTo>
                    <a:pt x="10167" y="223675"/>
                  </a:lnTo>
                  <a:lnTo>
                    <a:pt x="10167" y="223923"/>
                  </a:lnTo>
                  <a:lnTo>
                    <a:pt x="10167" y="226402"/>
                  </a:lnTo>
                  <a:lnTo>
                    <a:pt x="10167" y="230370"/>
                  </a:lnTo>
                  <a:lnTo>
                    <a:pt x="10167" y="230618"/>
                  </a:lnTo>
                  <a:lnTo>
                    <a:pt x="10167" y="230618"/>
                  </a:lnTo>
                  <a:lnTo>
                    <a:pt x="10167" y="230618"/>
                  </a:lnTo>
                  <a:lnTo>
                    <a:pt x="9919" y="230618"/>
                  </a:lnTo>
                  <a:lnTo>
                    <a:pt x="8431" y="230618"/>
                  </a:lnTo>
                  <a:close/>
                  <a:moveTo>
                    <a:pt x="5951" y="220699"/>
                  </a:moveTo>
                  <a:lnTo>
                    <a:pt x="5703" y="220699"/>
                  </a:lnTo>
                  <a:lnTo>
                    <a:pt x="5703" y="220699"/>
                  </a:lnTo>
                  <a:lnTo>
                    <a:pt x="5703" y="220699"/>
                  </a:lnTo>
                  <a:lnTo>
                    <a:pt x="5703" y="220451"/>
                  </a:lnTo>
                  <a:lnTo>
                    <a:pt x="5703" y="216483"/>
                  </a:lnTo>
                  <a:lnTo>
                    <a:pt x="5703" y="214004"/>
                  </a:lnTo>
                  <a:lnTo>
                    <a:pt x="5703" y="213756"/>
                  </a:lnTo>
                  <a:lnTo>
                    <a:pt x="5703" y="213756"/>
                  </a:lnTo>
                  <a:lnTo>
                    <a:pt x="5703" y="213756"/>
                  </a:lnTo>
                  <a:lnTo>
                    <a:pt x="5951" y="213756"/>
                  </a:lnTo>
                  <a:lnTo>
                    <a:pt x="8431" y="213756"/>
                  </a:lnTo>
                  <a:lnTo>
                    <a:pt x="9919" y="213756"/>
                  </a:lnTo>
                  <a:lnTo>
                    <a:pt x="10167" y="213756"/>
                  </a:lnTo>
                  <a:lnTo>
                    <a:pt x="10167" y="213756"/>
                  </a:lnTo>
                  <a:lnTo>
                    <a:pt x="10167" y="213756"/>
                  </a:lnTo>
                  <a:lnTo>
                    <a:pt x="10167" y="214004"/>
                  </a:lnTo>
                  <a:lnTo>
                    <a:pt x="10167" y="216483"/>
                  </a:lnTo>
                  <a:lnTo>
                    <a:pt x="10167" y="220451"/>
                  </a:lnTo>
                  <a:lnTo>
                    <a:pt x="10167" y="220699"/>
                  </a:lnTo>
                  <a:lnTo>
                    <a:pt x="10167" y="220699"/>
                  </a:lnTo>
                  <a:lnTo>
                    <a:pt x="10167" y="220699"/>
                  </a:lnTo>
                  <a:lnTo>
                    <a:pt x="9919" y="220699"/>
                  </a:lnTo>
                  <a:lnTo>
                    <a:pt x="8431" y="220699"/>
                  </a:lnTo>
                  <a:close/>
                  <a:moveTo>
                    <a:pt x="5951" y="210780"/>
                  </a:moveTo>
                  <a:lnTo>
                    <a:pt x="5703" y="210780"/>
                  </a:lnTo>
                  <a:lnTo>
                    <a:pt x="5703" y="210780"/>
                  </a:lnTo>
                  <a:lnTo>
                    <a:pt x="5703" y="210780"/>
                  </a:lnTo>
                  <a:lnTo>
                    <a:pt x="5703" y="210532"/>
                  </a:lnTo>
                  <a:lnTo>
                    <a:pt x="5703" y="206564"/>
                  </a:lnTo>
                  <a:lnTo>
                    <a:pt x="5703" y="204085"/>
                  </a:lnTo>
                  <a:lnTo>
                    <a:pt x="5703" y="203837"/>
                  </a:lnTo>
                  <a:lnTo>
                    <a:pt x="5703" y="203837"/>
                  </a:lnTo>
                  <a:lnTo>
                    <a:pt x="5703" y="203837"/>
                  </a:lnTo>
                  <a:lnTo>
                    <a:pt x="5951" y="203837"/>
                  </a:lnTo>
                  <a:lnTo>
                    <a:pt x="8431" y="203837"/>
                  </a:lnTo>
                  <a:lnTo>
                    <a:pt x="9919" y="203837"/>
                  </a:lnTo>
                  <a:lnTo>
                    <a:pt x="10167" y="203837"/>
                  </a:lnTo>
                  <a:lnTo>
                    <a:pt x="10167" y="203837"/>
                  </a:lnTo>
                  <a:lnTo>
                    <a:pt x="10167" y="203837"/>
                  </a:lnTo>
                  <a:lnTo>
                    <a:pt x="10167" y="204085"/>
                  </a:lnTo>
                  <a:lnTo>
                    <a:pt x="10167" y="206564"/>
                  </a:lnTo>
                  <a:lnTo>
                    <a:pt x="10167" y="210532"/>
                  </a:lnTo>
                  <a:lnTo>
                    <a:pt x="10167" y="210780"/>
                  </a:lnTo>
                  <a:lnTo>
                    <a:pt x="10167" y="210780"/>
                  </a:lnTo>
                  <a:lnTo>
                    <a:pt x="10167" y="210780"/>
                  </a:lnTo>
                  <a:lnTo>
                    <a:pt x="9919" y="210780"/>
                  </a:lnTo>
                  <a:lnTo>
                    <a:pt x="8431" y="210780"/>
                  </a:lnTo>
                  <a:close/>
                  <a:moveTo>
                    <a:pt x="5951" y="200861"/>
                  </a:moveTo>
                  <a:lnTo>
                    <a:pt x="5703" y="200861"/>
                  </a:lnTo>
                  <a:lnTo>
                    <a:pt x="5703" y="200861"/>
                  </a:lnTo>
                  <a:lnTo>
                    <a:pt x="5703" y="200861"/>
                  </a:lnTo>
                  <a:lnTo>
                    <a:pt x="5703" y="200613"/>
                  </a:lnTo>
                  <a:lnTo>
                    <a:pt x="5703" y="196645"/>
                  </a:lnTo>
                  <a:lnTo>
                    <a:pt x="5703" y="194165"/>
                  </a:lnTo>
                  <a:lnTo>
                    <a:pt x="5703" y="193918"/>
                  </a:lnTo>
                  <a:lnTo>
                    <a:pt x="5703" y="193918"/>
                  </a:lnTo>
                  <a:lnTo>
                    <a:pt x="5703" y="193918"/>
                  </a:lnTo>
                  <a:lnTo>
                    <a:pt x="5951" y="193918"/>
                  </a:lnTo>
                  <a:lnTo>
                    <a:pt x="8431" y="193918"/>
                  </a:lnTo>
                  <a:lnTo>
                    <a:pt x="9919" y="193918"/>
                  </a:lnTo>
                  <a:lnTo>
                    <a:pt x="10167" y="193918"/>
                  </a:lnTo>
                  <a:lnTo>
                    <a:pt x="10167" y="193918"/>
                  </a:lnTo>
                  <a:lnTo>
                    <a:pt x="10167" y="193918"/>
                  </a:lnTo>
                  <a:lnTo>
                    <a:pt x="10167" y="194165"/>
                  </a:lnTo>
                  <a:lnTo>
                    <a:pt x="10167" y="196645"/>
                  </a:lnTo>
                  <a:lnTo>
                    <a:pt x="10167" y="200613"/>
                  </a:lnTo>
                  <a:lnTo>
                    <a:pt x="10167" y="200861"/>
                  </a:lnTo>
                  <a:lnTo>
                    <a:pt x="10167" y="200861"/>
                  </a:lnTo>
                  <a:lnTo>
                    <a:pt x="10167" y="200861"/>
                  </a:lnTo>
                  <a:lnTo>
                    <a:pt x="9919" y="200861"/>
                  </a:lnTo>
                  <a:lnTo>
                    <a:pt x="8431" y="200861"/>
                  </a:lnTo>
                  <a:close/>
                  <a:moveTo>
                    <a:pt x="5951" y="190942"/>
                  </a:moveTo>
                  <a:lnTo>
                    <a:pt x="5703" y="190942"/>
                  </a:lnTo>
                  <a:lnTo>
                    <a:pt x="5703" y="190942"/>
                  </a:lnTo>
                  <a:lnTo>
                    <a:pt x="5703" y="190942"/>
                  </a:lnTo>
                  <a:lnTo>
                    <a:pt x="5703" y="190694"/>
                  </a:lnTo>
                  <a:lnTo>
                    <a:pt x="5703" y="186726"/>
                  </a:lnTo>
                  <a:lnTo>
                    <a:pt x="5703" y="184246"/>
                  </a:lnTo>
                  <a:lnTo>
                    <a:pt x="5703" y="183998"/>
                  </a:lnTo>
                  <a:lnTo>
                    <a:pt x="5703" y="183998"/>
                  </a:lnTo>
                  <a:lnTo>
                    <a:pt x="5703" y="183998"/>
                  </a:lnTo>
                  <a:lnTo>
                    <a:pt x="5951" y="183998"/>
                  </a:lnTo>
                  <a:lnTo>
                    <a:pt x="8431" y="183998"/>
                  </a:lnTo>
                  <a:lnTo>
                    <a:pt x="9919" y="183998"/>
                  </a:lnTo>
                  <a:lnTo>
                    <a:pt x="10167" y="183998"/>
                  </a:lnTo>
                  <a:lnTo>
                    <a:pt x="10167" y="183998"/>
                  </a:lnTo>
                  <a:lnTo>
                    <a:pt x="10167" y="183998"/>
                  </a:lnTo>
                  <a:lnTo>
                    <a:pt x="10167" y="184246"/>
                  </a:lnTo>
                  <a:lnTo>
                    <a:pt x="10167" y="186726"/>
                  </a:lnTo>
                  <a:lnTo>
                    <a:pt x="10167" y="190694"/>
                  </a:lnTo>
                  <a:lnTo>
                    <a:pt x="10167" y="190942"/>
                  </a:lnTo>
                  <a:lnTo>
                    <a:pt x="10167" y="190942"/>
                  </a:lnTo>
                  <a:lnTo>
                    <a:pt x="10167" y="190942"/>
                  </a:lnTo>
                  <a:lnTo>
                    <a:pt x="9919" y="190942"/>
                  </a:lnTo>
                  <a:lnTo>
                    <a:pt x="8431" y="190942"/>
                  </a:lnTo>
                  <a:close/>
                  <a:moveTo>
                    <a:pt x="5951" y="181023"/>
                  </a:moveTo>
                  <a:lnTo>
                    <a:pt x="5703" y="181023"/>
                  </a:lnTo>
                  <a:lnTo>
                    <a:pt x="5703" y="181023"/>
                  </a:lnTo>
                  <a:lnTo>
                    <a:pt x="5703" y="181023"/>
                  </a:lnTo>
                  <a:lnTo>
                    <a:pt x="5703" y="180775"/>
                  </a:lnTo>
                  <a:lnTo>
                    <a:pt x="5703" y="176807"/>
                  </a:lnTo>
                  <a:lnTo>
                    <a:pt x="5703" y="174327"/>
                  </a:lnTo>
                  <a:lnTo>
                    <a:pt x="5703" y="174079"/>
                  </a:lnTo>
                  <a:lnTo>
                    <a:pt x="5703" y="174079"/>
                  </a:lnTo>
                  <a:lnTo>
                    <a:pt x="5703" y="174079"/>
                  </a:lnTo>
                  <a:lnTo>
                    <a:pt x="5951" y="174079"/>
                  </a:lnTo>
                  <a:lnTo>
                    <a:pt x="8431" y="174079"/>
                  </a:lnTo>
                  <a:lnTo>
                    <a:pt x="9919" y="174079"/>
                  </a:lnTo>
                  <a:lnTo>
                    <a:pt x="10167" y="174079"/>
                  </a:lnTo>
                  <a:lnTo>
                    <a:pt x="10167" y="174079"/>
                  </a:lnTo>
                  <a:lnTo>
                    <a:pt x="10167" y="174079"/>
                  </a:lnTo>
                  <a:lnTo>
                    <a:pt x="10167" y="174327"/>
                  </a:lnTo>
                  <a:lnTo>
                    <a:pt x="10167" y="176807"/>
                  </a:lnTo>
                  <a:lnTo>
                    <a:pt x="10167" y="180775"/>
                  </a:lnTo>
                  <a:lnTo>
                    <a:pt x="10167" y="181023"/>
                  </a:lnTo>
                  <a:lnTo>
                    <a:pt x="10167" y="181023"/>
                  </a:lnTo>
                  <a:lnTo>
                    <a:pt x="10167" y="181023"/>
                  </a:lnTo>
                  <a:lnTo>
                    <a:pt x="9919" y="181023"/>
                  </a:lnTo>
                  <a:lnTo>
                    <a:pt x="8431" y="181023"/>
                  </a:lnTo>
                  <a:close/>
                  <a:moveTo>
                    <a:pt x="5951" y="171104"/>
                  </a:moveTo>
                  <a:lnTo>
                    <a:pt x="5703" y="171104"/>
                  </a:lnTo>
                  <a:lnTo>
                    <a:pt x="5703" y="171104"/>
                  </a:lnTo>
                  <a:lnTo>
                    <a:pt x="5703" y="171104"/>
                  </a:lnTo>
                  <a:lnTo>
                    <a:pt x="5703" y="170856"/>
                  </a:lnTo>
                  <a:lnTo>
                    <a:pt x="5703" y="166888"/>
                  </a:lnTo>
                  <a:lnTo>
                    <a:pt x="5703" y="164408"/>
                  </a:lnTo>
                  <a:lnTo>
                    <a:pt x="5703" y="164160"/>
                  </a:lnTo>
                  <a:lnTo>
                    <a:pt x="5703" y="164160"/>
                  </a:lnTo>
                  <a:lnTo>
                    <a:pt x="5703" y="164160"/>
                  </a:lnTo>
                  <a:lnTo>
                    <a:pt x="5951" y="164160"/>
                  </a:lnTo>
                  <a:lnTo>
                    <a:pt x="8431" y="164160"/>
                  </a:lnTo>
                  <a:lnTo>
                    <a:pt x="9919" y="164160"/>
                  </a:lnTo>
                  <a:lnTo>
                    <a:pt x="10167" y="164160"/>
                  </a:lnTo>
                  <a:lnTo>
                    <a:pt x="10167" y="164160"/>
                  </a:lnTo>
                  <a:lnTo>
                    <a:pt x="10167" y="164160"/>
                  </a:lnTo>
                  <a:lnTo>
                    <a:pt x="10167" y="164408"/>
                  </a:lnTo>
                  <a:lnTo>
                    <a:pt x="10167" y="166888"/>
                  </a:lnTo>
                  <a:lnTo>
                    <a:pt x="10167" y="170856"/>
                  </a:lnTo>
                  <a:lnTo>
                    <a:pt x="10167" y="171104"/>
                  </a:lnTo>
                  <a:lnTo>
                    <a:pt x="10167" y="171104"/>
                  </a:lnTo>
                  <a:lnTo>
                    <a:pt x="10167" y="171104"/>
                  </a:lnTo>
                  <a:lnTo>
                    <a:pt x="9919" y="171104"/>
                  </a:lnTo>
                  <a:lnTo>
                    <a:pt x="8431" y="171104"/>
                  </a:lnTo>
                  <a:close/>
                  <a:moveTo>
                    <a:pt x="5951" y="161185"/>
                  </a:moveTo>
                  <a:lnTo>
                    <a:pt x="5703" y="161185"/>
                  </a:lnTo>
                  <a:lnTo>
                    <a:pt x="5703" y="161185"/>
                  </a:lnTo>
                  <a:lnTo>
                    <a:pt x="5703" y="161185"/>
                  </a:lnTo>
                  <a:lnTo>
                    <a:pt x="5703" y="160937"/>
                  </a:lnTo>
                  <a:lnTo>
                    <a:pt x="5703" y="156969"/>
                  </a:lnTo>
                  <a:lnTo>
                    <a:pt x="5703" y="154489"/>
                  </a:lnTo>
                  <a:lnTo>
                    <a:pt x="5703" y="154241"/>
                  </a:lnTo>
                  <a:lnTo>
                    <a:pt x="5703" y="154241"/>
                  </a:lnTo>
                  <a:lnTo>
                    <a:pt x="5703" y="154241"/>
                  </a:lnTo>
                  <a:lnTo>
                    <a:pt x="5951" y="154241"/>
                  </a:lnTo>
                  <a:lnTo>
                    <a:pt x="8431" y="154241"/>
                  </a:lnTo>
                  <a:lnTo>
                    <a:pt x="9919" y="154241"/>
                  </a:lnTo>
                  <a:lnTo>
                    <a:pt x="10167" y="154241"/>
                  </a:lnTo>
                  <a:lnTo>
                    <a:pt x="10167" y="154241"/>
                  </a:lnTo>
                  <a:lnTo>
                    <a:pt x="10167" y="154241"/>
                  </a:lnTo>
                  <a:lnTo>
                    <a:pt x="10167" y="154489"/>
                  </a:lnTo>
                  <a:lnTo>
                    <a:pt x="10167" y="156969"/>
                  </a:lnTo>
                  <a:lnTo>
                    <a:pt x="10167" y="160937"/>
                  </a:lnTo>
                  <a:lnTo>
                    <a:pt x="10167" y="161185"/>
                  </a:lnTo>
                  <a:lnTo>
                    <a:pt x="10167" y="161185"/>
                  </a:lnTo>
                  <a:lnTo>
                    <a:pt x="10167" y="161185"/>
                  </a:lnTo>
                  <a:lnTo>
                    <a:pt x="9919" y="161185"/>
                  </a:lnTo>
                  <a:lnTo>
                    <a:pt x="8431" y="161185"/>
                  </a:lnTo>
                  <a:close/>
                  <a:moveTo>
                    <a:pt x="5951" y="151265"/>
                  </a:moveTo>
                  <a:lnTo>
                    <a:pt x="5703" y="151265"/>
                  </a:lnTo>
                  <a:lnTo>
                    <a:pt x="5703" y="151265"/>
                  </a:lnTo>
                  <a:lnTo>
                    <a:pt x="5703" y="151265"/>
                  </a:lnTo>
                  <a:lnTo>
                    <a:pt x="5703" y="151018"/>
                  </a:lnTo>
                  <a:lnTo>
                    <a:pt x="5703" y="147050"/>
                  </a:lnTo>
                  <a:lnTo>
                    <a:pt x="5703" y="144570"/>
                  </a:lnTo>
                  <a:lnTo>
                    <a:pt x="5703" y="144322"/>
                  </a:lnTo>
                  <a:lnTo>
                    <a:pt x="5703" y="144322"/>
                  </a:lnTo>
                  <a:lnTo>
                    <a:pt x="5703" y="144322"/>
                  </a:lnTo>
                  <a:lnTo>
                    <a:pt x="5951" y="144322"/>
                  </a:lnTo>
                  <a:lnTo>
                    <a:pt x="8431" y="144322"/>
                  </a:lnTo>
                  <a:lnTo>
                    <a:pt x="9919" y="144322"/>
                  </a:lnTo>
                  <a:lnTo>
                    <a:pt x="10167" y="144322"/>
                  </a:lnTo>
                  <a:lnTo>
                    <a:pt x="10167" y="144322"/>
                  </a:lnTo>
                  <a:lnTo>
                    <a:pt x="10167" y="144322"/>
                  </a:lnTo>
                  <a:lnTo>
                    <a:pt x="10167" y="144570"/>
                  </a:lnTo>
                  <a:lnTo>
                    <a:pt x="10167" y="147050"/>
                  </a:lnTo>
                  <a:lnTo>
                    <a:pt x="10167" y="151018"/>
                  </a:lnTo>
                  <a:lnTo>
                    <a:pt x="10167" y="151265"/>
                  </a:lnTo>
                  <a:lnTo>
                    <a:pt x="10167" y="151265"/>
                  </a:lnTo>
                  <a:lnTo>
                    <a:pt x="10167" y="151265"/>
                  </a:lnTo>
                  <a:lnTo>
                    <a:pt x="9919" y="151265"/>
                  </a:lnTo>
                  <a:lnTo>
                    <a:pt x="8431" y="151265"/>
                  </a:lnTo>
                  <a:close/>
                  <a:moveTo>
                    <a:pt x="5951" y="141346"/>
                  </a:moveTo>
                  <a:lnTo>
                    <a:pt x="5703" y="141346"/>
                  </a:lnTo>
                  <a:lnTo>
                    <a:pt x="5703" y="141346"/>
                  </a:lnTo>
                  <a:lnTo>
                    <a:pt x="5703" y="141346"/>
                  </a:lnTo>
                  <a:lnTo>
                    <a:pt x="5703" y="141098"/>
                  </a:lnTo>
                  <a:lnTo>
                    <a:pt x="5703" y="137131"/>
                  </a:lnTo>
                  <a:lnTo>
                    <a:pt x="5703" y="134651"/>
                  </a:lnTo>
                  <a:lnTo>
                    <a:pt x="5703" y="134403"/>
                  </a:lnTo>
                  <a:lnTo>
                    <a:pt x="5703" y="134403"/>
                  </a:lnTo>
                  <a:lnTo>
                    <a:pt x="5703" y="134403"/>
                  </a:lnTo>
                  <a:lnTo>
                    <a:pt x="5951" y="134403"/>
                  </a:lnTo>
                  <a:lnTo>
                    <a:pt x="8431" y="134403"/>
                  </a:lnTo>
                  <a:lnTo>
                    <a:pt x="9919" y="134403"/>
                  </a:lnTo>
                  <a:lnTo>
                    <a:pt x="10167" y="134403"/>
                  </a:lnTo>
                  <a:lnTo>
                    <a:pt x="10167" y="134403"/>
                  </a:lnTo>
                  <a:lnTo>
                    <a:pt x="10167" y="134403"/>
                  </a:lnTo>
                  <a:lnTo>
                    <a:pt x="10167" y="134651"/>
                  </a:lnTo>
                  <a:lnTo>
                    <a:pt x="10167" y="137131"/>
                  </a:lnTo>
                  <a:lnTo>
                    <a:pt x="10167" y="141098"/>
                  </a:lnTo>
                  <a:lnTo>
                    <a:pt x="10167" y="141346"/>
                  </a:lnTo>
                  <a:lnTo>
                    <a:pt x="10167" y="141346"/>
                  </a:lnTo>
                  <a:lnTo>
                    <a:pt x="10167" y="141346"/>
                  </a:lnTo>
                  <a:lnTo>
                    <a:pt x="9919" y="141346"/>
                  </a:lnTo>
                  <a:lnTo>
                    <a:pt x="8431" y="141346"/>
                  </a:lnTo>
                  <a:close/>
                  <a:moveTo>
                    <a:pt x="5951" y="131427"/>
                  </a:moveTo>
                  <a:lnTo>
                    <a:pt x="5703" y="131427"/>
                  </a:lnTo>
                  <a:lnTo>
                    <a:pt x="5703" y="131427"/>
                  </a:lnTo>
                  <a:lnTo>
                    <a:pt x="5703" y="131427"/>
                  </a:lnTo>
                  <a:lnTo>
                    <a:pt x="5703" y="131179"/>
                  </a:lnTo>
                  <a:lnTo>
                    <a:pt x="5703" y="127212"/>
                  </a:lnTo>
                  <a:lnTo>
                    <a:pt x="5703" y="124732"/>
                  </a:lnTo>
                  <a:lnTo>
                    <a:pt x="5703" y="124484"/>
                  </a:lnTo>
                  <a:lnTo>
                    <a:pt x="5703" y="124484"/>
                  </a:lnTo>
                  <a:lnTo>
                    <a:pt x="5703" y="124484"/>
                  </a:lnTo>
                  <a:lnTo>
                    <a:pt x="5951" y="124484"/>
                  </a:lnTo>
                  <a:lnTo>
                    <a:pt x="8431" y="124484"/>
                  </a:lnTo>
                  <a:lnTo>
                    <a:pt x="9919" y="124484"/>
                  </a:lnTo>
                  <a:lnTo>
                    <a:pt x="10167" y="124484"/>
                  </a:lnTo>
                  <a:lnTo>
                    <a:pt x="10167" y="124484"/>
                  </a:lnTo>
                  <a:lnTo>
                    <a:pt x="10167" y="124484"/>
                  </a:lnTo>
                  <a:lnTo>
                    <a:pt x="10167" y="124732"/>
                  </a:lnTo>
                  <a:lnTo>
                    <a:pt x="10167" y="127212"/>
                  </a:lnTo>
                  <a:lnTo>
                    <a:pt x="10167" y="131179"/>
                  </a:lnTo>
                  <a:lnTo>
                    <a:pt x="10167" y="131427"/>
                  </a:lnTo>
                  <a:lnTo>
                    <a:pt x="10167" y="131427"/>
                  </a:lnTo>
                  <a:lnTo>
                    <a:pt x="10167" y="131427"/>
                  </a:lnTo>
                  <a:lnTo>
                    <a:pt x="9919" y="131427"/>
                  </a:lnTo>
                  <a:lnTo>
                    <a:pt x="8431" y="131427"/>
                  </a:lnTo>
                  <a:close/>
                  <a:moveTo>
                    <a:pt x="5951" y="121508"/>
                  </a:moveTo>
                  <a:lnTo>
                    <a:pt x="5703" y="121508"/>
                  </a:lnTo>
                  <a:lnTo>
                    <a:pt x="5703" y="121508"/>
                  </a:lnTo>
                  <a:lnTo>
                    <a:pt x="5703" y="121508"/>
                  </a:lnTo>
                  <a:lnTo>
                    <a:pt x="5703" y="121260"/>
                  </a:lnTo>
                  <a:lnTo>
                    <a:pt x="5703" y="117293"/>
                  </a:lnTo>
                  <a:lnTo>
                    <a:pt x="5703" y="114813"/>
                  </a:lnTo>
                  <a:lnTo>
                    <a:pt x="5703" y="114565"/>
                  </a:lnTo>
                  <a:lnTo>
                    <a:pt x="5703" y="114565"/>
                  </a:lnTo>
                  <a:lnTo>
                    <a:pt x="5703" y="114565"/>
                  </a:lnTo>
                  <a:lnTo>
                    <a:pt x="5951" y="114565"/>
                  </a:lnTo>
                  <a:lnTo>
                    <a:pt x="8431" y="114565"/>
                  </a:lnTo>
                  <a:lnTo>
                    <a:pt x="9919" y="114565"/>
                  </a:lnTo>
                  <a:lnTo>
                    <a:pt x="10167" y="114565"/>
                  </a:lnTo>
                  <a:lnTo>
                    <a:pt x="10167" y="114565"/>
                  </a:lnTo>
                  <a:lnTo>
                    <a:pt x="10167" y="114565"/>
                  </a:lnTo>
                  <a:lnTo>
                    <a:pt x="10167" y="114813"/>
                  </a:lnTo>
                  <a:lnTo>
                    <a:pt x="10167" y="117293"/>
                  </a:lnTo>
                  <a:lnTo>
                    <a:pt x="10167" y="121260"/>
                  </a:lnTo>
                  <a:lnTo>
                    <a:pt x="10167" y="121508"/>
                  </a:lnTo>
                  <a:lnTo>
                    <a:pt x="10167" y="121508"/>
                  </a:lnTo>
                  <a:lnTo>
                    <a:pt x="10167" y="121508"/>
                  </a:lnTo>
                  <a:lnTo>
                    <a:pt x="9919" y="121508"/>
                  </a:lnTo>
                  <a:lnTo>
                    <a:pt x="8431" y="121508"/>
                  </a:lnTo>
                  <a:close/>
                  <a:moveTo>
                    <a:pt x="5951" y="111589"/>
                  </a:moveTo>
                  <a:lnTo>
                    <a:pt x="5703" y="111589"/>
                  </a:lnTo>
                  <a:lnTo>
                    <a:pt x="5703" y="111589"/>
                  </a:lnTo>
                  <a:lnTo>
                    <a:pt x="5703" y="111589"/>
                  </a:lnTo>
                  <a:lnTo>
                    <a:pt x="5703" y="111341"/>
                  </a:lnTo>
                  <a:lnTo>
                    <a:pt x="5703" y="107374"/>
                  </a:lnTo>
                  <a:lnTo>
                    <a:pt x="5703" y="104894"/>
                  </a:lnTo>
                  <a:lnTo>
                    <a:pt x="5703" y="104646"/>
                  </a:lnTo>
                  <a:lnTo>
                    <a:pt x="5703" y="104646"/>
                  </a:lnTo>
                  <a:lnTo>
                    <a:pt x="5703" y="104646"/>
                  </a:lnTo>
                  <a:lnTo>
                    <a:pt x="5951" y="104646"/>
                  </a:lnTo>
                  <a:lnTo>
                    <a:pt x="8431" y="104646"/>
                  </a:lnTo>
                  <a:lnTo>
                    <a:pt x="9919" y="104646"/>
                  </a:lnTo>
                  <a:lnTo>
                    <a:pt x="10167" y="104646"/>
                  </a:lnTo>
                  <a:lnTo>
                    <a:pt x="10167" y="104646"/>
                  </a:lnTo>
                  <a:lnTo>
                    <a:pt x="10167" y="104646"/>
                  </a:lnTo>
                  <a:lnTo>
                    <a:pt x="10167" y="104894"/>
                  </a:lnTo>
                  <a:lnTo>
                    <a:pt x="10167" y="107374"/>
                  </a:lnTo>
                  <a:lnTo>
                    <a:pt x="10167" y="111341"/>
                  </a:lnTo>
                  <a:lnTo>
                    <a:pt x="10167" y="111589"/>
                  </a:lnTo>
                  <a:lnTo>
                    <a:pt x="10167" y="111589"/>
                  </a:lnTo>
                  <a:lnTo>
                    <a:pt x="10167" y="111589"/>
                  </a:lnTo>
                  <a:lnTo>
                    <a:pt x="9919" y="111589"/>
                  </a:lnTo>
                  <a:lnTo>
                    <a:pt x="8431" y="111589"/>
                  </a:lnTo>
                  <a:close/>
                  <a:moveTo>
                    <a:pt x="5951" y="101670"/>
                  </a:moveTo>
                  <a:lnTo>
                    <a:pt x="5703" y="101670"/>
                  </a:lnTo>
                  <a:lnTo>
                    <a:pt x="5703" y="101670"/>
                  </a:lnTo>
                  <a:lnTo>
                    <a:pt x="5703" y="101670"/>
                  </a:lnTo>
                  <a:lnTo>
                    <a:pt x="5703" y="101422"/>
                  </a:lnTo>
                  <a:lnTo>
                    <a:pt x="5703" y="97455"/>
                  </a:lnTo>
                  <a:lnTo>
                    <a:pt x="5703" y="94975"/>
                  </a:lnTo>
                  <a:lnTo>
                    <a:pt x="5703" y="94727"/>
                  </a:lnTo>
                  <a:lnTo>
                    <a:pt x="5703" y="94727"/>
                  </a:lnTo>
                  <a:lnTo>
                    <a:pt x="5703" y="94727"/>
                  </a:lnTo>
                  <a:lnTo>
                    <a:pt x="5951" y="94727"/>
                  </a:lnTo>
                  <a:lnTo>
                    <a:pt x="8431" y="94727"/>
                  </a:lnTo>
                  <a:lnTo>
                    <a:pt x="9919" y="94727"/>
                  </a:lnTo>
                  <a:lnTo>
                    <a:pt x="10167" y="94727"/>
                  </a:lnTo>
                  <a:lnTo>
                    <a:pt x="10167" y="94727"/>
                  </a:lnTo>
                  <a:lnTo>
                    <a:pt x="10167" y="94727"/>
                  </a:lnTo>
                  <a:lnTo>
                    <a:pt x="10167" y="94975"/>
                  </a:lnTo>
                  <a:lnTo>
                    <a:pt x="10167" y="97455"/>
                  </a:lnTo>
                  <a:lnTo>
                    <a:pt x="10167" y="101422"/>
                  </a:lnTo>
                  <a:lnTo>
                    <a:pt x="10167" y="101670"/>
                  </a:lnTo>
                  <a:lnTo>
                    <a:pt x="10167" y="101670"/>
                  </a:lnTo>
                  <a:lnTo>
                    <a:pt x="10167" y="101670"/>
                  </a:lnTo>
                  <a:lnTo>
                    <a:pt x="9919" y="101670"/>
                  </a:lnTo>
                  <a:lnTo>
                    <a:pt x="8431" y="101670"/>
                  </a:lnTo>
                  <a:close/>
                  <a:moveTo>
                    <a:pt x="5951" y="91751"/>
                  </a:moveTo>
                  <a:lnTo>
                    <a:pt x="5703" y="91751"/>
                  </a:lnTo>
                  <a:lnTo>
                    <a:pt x="5703" y="91751"/>
                  </a:lnTo>
                  <a:lnTo>
                    <a:pt x="5703" y="91751"/>
                  </a:lnTo>
                  <a:lnTo>
                    <a:pt x="5703" y="91503"/>
                  </a:lnTo>
                  <a:lnTo>
                    <a:pt x="5703" y="87535"/>
                  </a:lnTo>
                  <a:lnTo>
                    <a:pt x="5703" y="85056"/>
                  </a:lnTo>
                  <a:lnTo>
                    <a:pt x="5703" y="84808"/>
                  </a:lnTo>
                  <a:lnTo>
                    <a:pt x="5703" y="84808"/>
                  </a:lnTo>
                  <a:lnTo>
                    <a:pt x="5703" y="84808"/>
                  </a:lnTo>
                  <a:lnTo>
                    <a:pt x="5951" y="84808"/>
                  </a:lnTo>
                  <a:lnTo>
                    <a:pt x="8431" y="84808"/>
                  </a:lnTo>
                  <a:lnTo>
                    <a:pt x="9919" y="84808"/>
                  </a:lnTo>
                  <a:lnTo>
                    <a:pt x="10167" y="84808"/>
                  </a:lnTo>
                  <a:lnTo>
                    <a:pt x="10167" y="84808"/>
                  </a:lnTo>
                  <a:lnTo>
                    <a:pt x="10167" y="84808"/>
                  </a:lnTo>
                  <a:lnTo>
                    <a:pt x="10167" y="85056"/>
                  </a:lnTo>
                  <a:lnTo>
                    <a:pt x="10167" y="87535"/>
                  </a:lnTo>
                  <a:lnTo>
                    <a:pt x="10167" y="91503"/>
                  </a:lnTo>
                  <a:lnTo>
                    <a:pt x="10167" y="91751"/>
                  </a:lnTo>
                  <a:lnTo>
                    <a:pt x="10167" y="91751"/>
                  </a:lnTo>
                  <a:lnTo>
                    <a:pt x="10167" y="91751"/>
                  </a:lnTo>
                  <a:lnTo>
                    <a:pt x="9919" y="91751"/>
                  </a:lnTo>
                  <a:lnTo>
                    <a:pt x="8431" y="91751"/>
                  </a:lnTo>
                  <a:close/>
                  <a:moveTo>
                    <a:pt x="5951" y="81832"/>
                  </a:moveTo>
                  <a:lnTo>
                    <a:pt x="5703" y="81832"/>
                  </a:lnTo>
                  <a:lnTo>
                    <a:pt x="5703" y="81832"/>
                  </a:lnTo>
                  <a:lnTo>
                    <a:pt x="5703" y="81832"/>
                  </a:lnTo>
                  <a:lnTo>
                    <a:pt x="5703" y="81584"/>
                  </a:lnTo>
                  <a:lnTo>
                    <a:pt x="5703" y="77616"/>
                  </a:lnTo>
                  <a:lnTo>
                    <a:pt x="5703" y="75137"/>
                  </a:lnTo>
                  <a:lnTo>
                    <a:pt x="5703" y="74889"/>
                  </a:lnTo>
                  <a:lnTo>
                    <a:pt x="5703" y="74889"/>
                  </a:lnTo>
                  <a:lnTo>
                    <a:pt x="5703" y="74889"/>
                  </a:lnTo>
                  <a:lnTo>
                    <a:pt x="5951" y="74889"/>
                  </a:lnTo>
                  <a:lnTo>
                    <a:pt x="8431" y="74889"/>
                  </a:lnTo>
                  <a:lnTo>
                    <a:pt x="9919" y="74889"/>
                  </a:lnTo>
                  <a:lnTo>
                    <a:pt x="10167" y="74889"/>
                  </a:lnTo>
                  <a:lnTo>
                    <a:pt x="10167" y="74889"/>
                  </a:lnTo>
                  <a:lnTo>
                    <a:pt x="10167" y="74889"/>
                  </a:lnTo>
                  <a:lnTo>
                    <a:pt x="10167" y="75137"/>
                  </a:lnTo>
                  <a:lnTo>
                    <a:pt x="10167" y="77616"/>
                  </a:lnTo>
                  <a:lnTo>
                    <a:pt x="10167" y="81584"/>
                  </a:lnTo>
                  <a:lnTo>
                    <a:pt x="10167" y="81832"/>
                  </a:lnTo>
                  <a:lnTo>
                    <a:pt x="10167" y="81832"/>
                  </a:lnTo>
                  <a:lnTo>
                    <a:pt x="10167" y="81832"/>
                  </a:lnTo>
                  <a:lnTo>
                    <a:pt x="9919" y="81832"/>
                  </a:lnTo>
                  <a:lnTo>
                    <a:pt x="8431" y="81832"/>
                  </a:lnTo>
                  <a:close/>
                  <a:moveTo>
                    <a:pt x="5951" y="71913"/>
                  </a:moveTo>
                  <a:lnTo>
                    <a:pt x="5703" y="71913"/>
                  </a:lnTo>
                  <a:lnTo>
                    <a:pt x="5703" y="71913"/>
                  </a:lnTo>
                  <a:lnTo>
                    <a:pt x="5703" y="71913"/>
                  </a:lnTo>
                  <a:lnTo>
                    <a:pt x="5703" y="71665"/>
                  </a:lnTo>
                  <a:lnTo>
                    <a:pt x="5703" y="67697"/>
                  </a:lnTo>
                  <a:lnTo>
                    <a:pt x="5703" y="65218"/>
                  </a:lnTo>
                  <a:lnTo>
                    <a:pt x="5703" y="64970"/>
                  </a:lnTo>
                  <a:lnTo>
                    <a:pt x="5703" y="64970"/>
                  </a:lnTo>
                  <a:lnTo>
                    <a:pt x="5703" y="64970"/>
                  </a:lnTo>
                  <a:lnTo>
                    <a:pt x="5951" y="64970"/>
                  </a:lnTo>
                  <a:lnTo>
                    <a:pt x="8431" y="64970"/>
                  </a:lnTo>
                  <a:lnTo>
                    <a:pt x="9919" y="64970"/>
                  </a:lnTo>
                  <a:lnTo>
                    <a:pt x="10167" y="64970"/>
                  </a:lnTo>
                  <a:lnTo>
                    <a:pt x="10167" y="64970"/>
                  </a:lnTo>
                  <a:lnTo>
                    <a:pt x="10167" y="64970"/>
                  </a:lnTo>
                  <a:lnTo>
                    <a:pt x="10167" y="65218"/>
                  </a:lnTo>
                  <a:lnTo>
                    <a:pt x="10167" y="67697"/>
                  </a:lnTo>
                  <a:lnTo>
                    <a:pt x="10167" y="71665"/>
                  </a:lnTo>
                  <a:lnTo>
                    <a:pt x="10167" y="71913"/>
                  </a:lnTo>
                  <a:lnTo>
                    <a:pt x="10167" y="71913"/>
                  </a:lnTo>
                  <a:lnTo>
                    <a:pt x="10167" y="71913"/>
                  </a:lnTo>
                  <a:lnTo>
                    <a:pt x="9919" y="71913"/>
                  </a:lnTo>
                  <a:lnTo>
                    <a:pt x="8431" y="71913"/>
                  </a:lnTo>
                  <a:close/>
                  <a:moveTo>
                    <a:pt x="5951" y="61994"/>
                  </a:moveTo>
                  <a:lnTo>
                    <a:pt x="5703" y="61994"/>
                  </a:lnTo>
                  <a:lnTo>
                    <a:pt x="5703" y="61994"/>
                  </a:lnTo>
                  <a:lnTo>
                    <a:pt x="5703" y="61994"/>
                  </a:lnTo>
                  <a:lnTo>
                    <a:pt x="5703" y="61746"/>
                  </a:lnTo>
                  <a:lnTo>
                    <a:pt x="5703" y="57778"/>
                  </a:lnTo>
                  <a:lnTo>
                    <a:pt x="5703" y="55298"/>
                  </a:lnTo>
                  <a:lnTo>
                    <a:pt x="5703" y="55050"/>
                  </a:lnTo>
                  <a:lnTo>
                    <a:pt x="5703" y="55050"/>
                  </a:lnTo>
                  <a:lnTo>
                    <a:pt x="5703" y="55050"/>
                  </a:lnTo>
                  <a:lnTo>
                    <a:pt x="5951" y="55050"/>
                  </a:lnTo>
                  <a:lnTo>
                    <a:pt x="8431" y="55050"/>
                  </a:lnTo>
                  <a:lnTo>
                    <a:pt x="9919" y="55050"/>
                  </a:lnTo>
                  <a:lnTo>
                    <a:pt x="10167" y="55050"/>
                  </a:lnTo>
                  <a:lnTo>
                    <a:pt x="10167" y="55050"/>
                  </a:lnTo>
                  <a:lnTo>
                    <a:pt x="10167" y="55050"/>
                  </a:lnTo>
                  <a:lnTo>
                    <a:pt x="10167" y="55298"/>
                  </a:lnTo>
                  <a:lnTo>
                    <a:pt x="10167" y="57778"/>
                  </a:lnTo>
                  <a:lnTo>
                    <a:pt x="10167" y="61746"/>
                  </a:lnTo>
                  <a:lnTo>
                    <a:pt x="10167" y="61994"/>
                  </a:lnTo>
                  <a:lnTo>
                    <a:pt x="10167" y="61994"/>
                  </a:lnTo>
                  <a:lnTo>
                    <a:pt x="10167" y="61994"/>
                  </a:lnTo>
                  <a:lnTo>
                    <a:pt x="9919" y="61994"/>
                  </a:lnTo>
                  <a:lnTo>
                    <a:pt x="8431" y="61994"/>
                  </a:lnTo>
                  <a:close/>
                  <a:moveTo>
                    <a:pt x="5951" y="52075"/>
                  </a:moveTo>
                  <a:lnTo>
                    <a:pt x="5703" y="52075"/>
                  </a:lnTo>
                  <a:lnTo>
                    <a:pt x="5703" y="52075"/>
                  </a:lnTo>
                  <a:lnTo>
                    <a:pt x="5703" y="52075"/>
                  </a:lnTo>
                  <a:lnTo>
                    <a:pt x="5703" y="51827"/>
                  </a:lnTo>
                  <a:lnTo>
                    <a:pt x="5703" y="47859"/>
                  </a:lnTo>
                  <a:lnTo>
                    <a:pt x="5703" y="45379"/>
                  </a:lnTo>
                  <a:lnTo>
                    <a:pt x="5703" y="45131"/>
                  </a:lnTo>
                  <a:lnTo>
                    <a:pt x="5703" y="45131"/>
                  </a:lnTo>
                  <a:lnTo>
                    <a:pt x="5703" y="45131"/>
                  </a:lnTo>
                  <a:lnTo>
                    <a:pt x="5951" y="45131"/>
                  </a:lnTo>
                  <a:lnTo>
                    <a:pt x="8431" y="45131"/>
                  </a:lnTo>
                  <a:lnTo>
                    <a:pt x="9919" y="45131"/>
                  </a:lnTo>
                  <a:lnTo>
                    <a:pt x="10167" y="45131"/>
                  </a:lnTo>
                  <a:lnTo>
                    <a:pt x="10167" y="45131"/>
                  </a:lnTo>
                  <a:lnTo>
                    <a:pt x="10167" y="45131"/>
                  </a:lnTo>
                  <a:lnTo>
                    <a:pt x="10167" y="45379"/>
                  </a:lnTo>
                  <a:lnTo>
                    <a:pt x="10167" y="47859"/>
                  </a:lnTo>
                  <a:lnTo>
                    <a:pt x="10167" y="51827"/>
                  </a:lnTo>
                  <a:lnTo>
                    <a:pt x="10167" y="52075"/>
                  </a:lnTo>
                  <a:lnTo>
                    <a:pt x="10167" y="52075"/>
                  </a:lnTo>
                  <a:lnTo>
                    <a:pt x="10167" y="52075"/>
                  </a:lnTo>
                  <a:lnTo>
                    <a:pt x="9919" y="52075"/>
                  </a:lnTo>
                  <a:lnTo>
                    <a:pt x="8431" y="52075"/>
                  </a:lnTo>
                  <a:close/>
                  <a:moveTo>
                    <a:pt x="5951" y="42156"/>
                  </a:moveTo>
                  <a:lnTo>
                    <a:pt x="5703" y="42156"/>
                  </a:lnTo>
                  <a:lnTo>
                    <a:pt x="5703" y="42156"/>
                  </a:lnTo>
                  <a:lnTo>
                    <a:pt x="5703" y="42156"/>
                  </a:lnTo>
                  <a:lnTo>
                    <a:pt x="5703" y="41908"/>
                  </a:lnTo>
                  <a:lnTo>
                    <a:pt x="5703" y="37940"/>
                  </a:lnTo>
                  <a:lnTo>
                    <a:pt x="5703" y="35460"/>
                  </a:lnTo>
                  <a:lnTo>
                    <a:pt x="5703" y="35212"/>
                  </a:lnTo>
                  <a:lnTo>
                    <a:pt x="5703" y="35212"/>
                  </a:lnTo>
                  <a:lnTo>
                    <a:pt x="5703" y="35212"/>
                  </a:lnTo>
                  <a:lnTo>
                    <a:pt x="5951" y="35212"/>
                  </a:lnTo>
                  <a:lnTo>
                    <a:pt x="8431" y="35212"/>
                  </a:lnTo>
                  <a:lnTo>
                    <a:pt x="9919" y="35212"/>
                  </a:lnTo>
                  <a:lnTo>
                    <a:pt x="10167" y="35212"/>
                  </a:lnTo>
                  <a:lnTo>
                    <a:pt x="10167" y="35212"/>
                  </a:lnTo>
                  <a:lnTo>
                    <a:pt x="10167" y="35212"/>
                  </a:lnTo>
                  <a:lnTo>
                    <a:pt x="10167" y="35460"/>
                  </a:lnTo>
                  <a:lnTo>
                    <a:pt x="10167" y="37940"/>
                  </a:lnTo>
                  <a:lnTo>
                    <a:pt x="10167" y="41908"/>
                  </a:lnTo>
                  <a:lnTo>
                    <a:pt x="10167" y="42156"/>
                  </a:lnTo>
                  <a:lnTo>
                    <a:pt x="10167" y="42156"/>
                  </a:lnTo>
                  <a:lnTo>
                    <a:pt x="10167" y="42156"/>
                  </a:lnTo>
                  <a:lnTo>
                    <a:pt x="9919" y="42156"/>
                  </a:lnTo>
                  <a:lnTo>
                    <a:pt x="8431" y="42156"/>
                  </a:lnTo>
                  <a:close/>
                  <a:moveTo>
                    <a:pt x="5951" y="32237"/>
                  </a:moveTo>
                  <a:lnTo>
                    <a:pt x="5703" y="32237"/>
                  </a:lnTo>
                  <a:lnTo>
                    <a:pt x="5703" y="32237"/>
                  </a:lnTo>
                  <a:lnTo>
                    <a:pt x="5703" y="32237"/>
                  </a:lnTo>
                  <a:lnTo>
                    <a:pt x="5703" y="31989"/>
                  </a:lnTo>
                  <a:lnTo>
                    <a:pt x="5703" y="28021"/>
                  </a:lnTo>
                  <a:lnTo>
                    <a:pt x="5703" y="25541"/>
                  </a:lnTo>
                  <a:lnTo>
                    <a:pt x="5703" y="25293"/>
                  </a:lnTo>
                  <a:lnTo>
                    <a:pt x="5703" y="25293"/>
                  </a:lnTo>
                  <a:lnTo>
                    <a:pt x="5703" y="25293"/>
                  </a:lnTo>
                  <a:lnTo>
                    <a:pt x="5951" y="25293"/>
                  </a:lnTo>
                  <a:lnTo>
                    <a:pt x="8431" y="25293"/>
                  </a:lnTo>
                  <a:lnTo>
                    <a:pt x="9919" y="25293"/>
                  </a:lnTo>
                  <a:lnTo>
                    <a:pt x="10167" y="25293"/>
                  </a:lnTo>
                  <a:lnTo>
                    <a:pt x="10167" y="25293"/>
                  </a:lnTo>
                  <a:lnTo>
                    <a:pt x="10167" y="25293"/>
                  </a:lnTo>
                  <a:lnTo>
                    <a:pt x="10167" y="25541"/>
                  </a:lnTo>
                  <a:lnTo>
                    <a:pt x="10167" y="28021"/>
                  </a:lnTo>
                  <a:lnTo>
                    <a:pt x="10167" y="31989"/>
                  </a:lnTo>
                  <a:lnTo>
                    <a:pt x="10167" y="32237"/>
                  </a:lnTo>
                  <a:lnTo>
                    <a:pt x="10167" y="32237"/>
                  </a:lnTo>
                  <a:lnTo>
                    <a:pt x="10167" y="32237"/>
                  </a:lnTo>
                  <a:lnTo>
                    <a:pt x="9919" y="32237"/>
                  </a:lnTo>
                  <a:lnTo>
                    <a:pt x="8431" y="32237"/>
                  </a:lnTo>
                  <a:close/>
                  <a:moveTo>
                    <a:pt x="5951" y="22318"/>
                  </a:moveTo>
                  <a:lnTo>
                    <a:pt x="5703" y="22318"/>
                  </a:lnTo>
                  <a:lnTo>
                    <a:pt x="5703" y="22318"/>
                  </a:lnTo>
                  <a:lnTo>
                    <a:pt x="5703" y="22318"/>
                  </a:lnTo>
                  <a:lnTo>
                    <a:pt x="5703" y="22070"/>
                  </a:lnTo>
                  <a:lnTo>
                    <a:pt x="5703" y="18102"/>
                  </a:lnTo>
                  <a:lnTo>
                    <a:pt x="5703" y="15622"/>
                  </a:lnTo>
                  <a:lnTo>
                    <a:pt x="5703" y="15374"/>
                  </a:lnTo>
                  <a:lnTo>
                    <a:pt x="5703" y="15374"/>
                  </a:lnTo>
                  <a:lnTo>
                    <a:pt x="5703" y="15374"/>
                  </a:lnTo>
                  <a:lnTo>
                    <a:pt x="5951" y="15374"/>
                  </a:lnTo>
                  <a:lnTo>
                    <a:pt x="8431" y="15374"/>
                  </a:lnTo>
                  <a:lnTo>
                    <a:pt x="9919" y="15374"/>
                  </a:lnTo>
                  <a:lnTo>
                    <a:pt x="10167" y="15374"/>
                  </a:lnTo>
                  <a:lnTo>
                    <a:pt x="10167" y="15374"/>
                  </a:lnTo>
                  <a:lnTo>
                    <a:pt x="10167" y="15374"/>
                  </a:lnTo>
                  <a:lnTo>
                    <a:pt x="10167" y="15622"/>
                  </a:lnTo>
                  <a:lnTo>
                    <a:pt x="10167" y="18102"/>
                  </a:lnTo>
                  <a:lnTo>
                    <a:pt x="10167" y="22070"/>
                  </a:lnTo>
                  <a:lnTo>
                    <a:pt x="10167" y="22318"/>
                  </a:lnTo>
                  <a:lnTo>
                    <a:pt x="10167" y="22318"/>
                  </a:lnTo>
                  <a:lnTo>
                    <a:pt x="10167" y="22318"/>
                  </a:lnTo>
                  <a:lnTo>
                    <a:pt x="9919" y="22318"/>
                  </a:lnTo>
                  <a:lnTo>
                    <a:pt x="8431" y="22318"/>
                  </a:lnTo>
                  <a:close/>
                  <a:moveTo>
                    <a:pt x="5951" y="12398"/>
                  </a:moveTo>
                  <a:lnTo>
                    <a:pt x="5703" y="12398"/>
                  </a:lnTo>
                  <a:lnTo>
                    <a:pt x="5703" y="12398"/>
                  </a:lnTo>
                  <a:lnTo>
                    <a:pt x="5703" y="12398"/>
                  </a:lnTo>
                  <a:lnTo>
                    <a:pt x="5703" y="12150"/>
                  </a:lnTo>
                  <a:lnTo>
                    <a:pt x="5703" y="8183"/>
                  </a:lnTo>
                  <a:lnTo>
                    <a:pt x="5703" y="5703"/>
                  </a:lnTo>
                  <a:lnTo>
                    <a:pt x="5703" y="5455"/>
                  </a:lnTo>
                  <a:lnTo>
                    <a:pt x="5703" y="5455"/>
                  </a:lnTo>
                  <a:lnTo>
                    <a:pt x="5703" y="5455"/>
                  </a:lnTo>
                  <a:lnTo>
                    <a:pt x="5951" y="5455"/>
                  </a:lnTo>
                  <a:lnTo>
                    <a:pt x="8431" y="5455"/>
                  </a:lnTo>
                  <a:lnTo>
                    <a:pt x="9919" y="5455"/>
                  </a:lnTo>
                  <a:lnTo>
                    <a:pt x="10167" y="5455"/>
                  </a:lnTo>
                  <a:lnTo>
                    <a:pt x="10167" y="5455"/>
                  </a:lnTo>
                  <a:lnTo>
                    <a:pt x="10167" y="5455"/>
                  </a:lnTo>
                  <a:lnTo>
                    <a:pt x="10167" y="5703"/>
                  </a:lnTo>
                  <a:lnTo>
                    <a:pt x="10167" y="8183"/>
                  </a:lnTo>
                  <a:lnTo>
                    <a:pt x="10167" y="12150"/>
                  </a:lnTo>
                  <a:lnTo>
                    <a:pt x="10167" y="12398"/>
                  </a:lnTo>
                  <a:lnTo>
                    <a:pt x="10167" y="12398"/>
                  </a:lnTo>
                  <a:lnTo>
                    <a:pt x="10167" y="12398"/>
                  </a:lnTo>
                  <a:lnTo>
                    <a:pt x="9919" y="12398"/>
                  </a:lnTo>
                  <a:lnTo>
                    <a:pt x="8431" y="123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cxnSp>
        <p:nvCxnSpPr>
          <p:cNvPr id="908" name="单联开关 1 连线"/>
          <p:cNvCxnSpPr/>
          <p:nvPr/>
        </p:nvCxnSpPr>
        <p:spPr>
          <a:xfrm>
            <a:off x="5459849" y="3270568"/>
            <a:ext cx="852051" cy="1098232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09" name="单联开关 2 连线"/>
          <p:cNvCxnSpPr/>
          <p:nvPr/>
        </p:nvCxnSpPr>
        <p:spPr>
          <a:xfrm>
            <a:off x="5740400" y="2667000"/>
            <a:ext cx="1943100" cy="23021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0" name="单联开关 3 连线"/>
          <p:cNvCxnSpPr/>
          <p:nvPr/>
        </p:nvCxnSpPr>
        <p:spPr>
          <a:xfrm>
            <a:off x="7785100" y="4686300"/>
            <a:ext cx="600327" cy="977900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1" name="单联开关 4 连线"/>
          <p:cNvCxnSpPr/>
          <p:nvPr/>
        </p:nvCxnSpPr>
        <p:spPr>
          <a:xfrm>
            <a:off x="10141377" y="3724605"/>
            <a:ext cx="247223" cy="1469695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2" name="单联开关 5 连线"/>
          <p:cNvCxnSpPr/>
          <p:nvPr/>
        </p:nvCxnSpPr>
        <p:spPr>
          <a:xfrm flipH="1">
            <a:off x="10883900" y="3216605"/>
            <a:ext cx="520082" cy="1977695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3" name="单联开关 6 连线"/>
          <p:cNvCxnSpPr/>
          <p:nvPr/>
        </p:nvCxnSpPr>
        <p:spPr>
          <a:xfrm>
            <a:off x="1459349" y="2602208"/>
            <a:ext cx="3023751" cy="3608092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4" name="双联开关 1 连线"/>
          <p:cNvCxnSpPr/>
          <p:nvPr/>
        </p:nvCxnSpPr>
        <p:spPr>
          <a:xfrm>
            <a:off x="1457438" y="5786511"/>
            <a:ext cx="1298462" cy="4689"/>
          </a:xfrm>
          <a:prstGeom prst="line">
            <a:avLst/>
          </a:prstGeom>
          <a:ln w="12700">
            <a:solidFill>
              <a:schemeClr val="accent3"/>
            </a:solidFill>
          </a:ln>
        </p:spPr>
      </p:cxnSp>
      <p:cxnSp>
        <p:nvCxnSpPr>
          <p:cNvPr id="915" name="双联开关 3 连线"/>
          <p:cNvCxnSpPr/>
          <p:nvPr/>
        </p:nvCxnSpPr>
        <p:spPr>
          <a:xfrm>
            <a:off x="6311900" y="1651000"/>
            <a:ext cx="228600" cy="131874"/>
          </a:xfrm>
          <a:prstGeom prst="line">
            <a:avLst/>
          </a:prstGeom>
          <a:ln w="12700">
            <a:solidFill>
              <a:schemeClr val="accent3"/>
            </a:solidFill>
          </a:ln>
        </p:spPr>
      </p:cxnSp>
      <p:cxnSp>
        <p:nvCxnSpPr>
          <p:cNvPr id="916" name="风扇隔离开关 1 连线"/>
          <p:cNvCxnSpPr/>
          <p:nvPr/>
        </p:nvCxnSpPr>
        <p:spPr>
          <a:xfrm>
            <a:off x="6045200" y="2705100"/>
            <a:ext cx="495300" cy="306399"/>
          </a:xfrm>
          <a:prstGeom prst="line">
            <a:avLst/>
          </a:prstGeom>
          <a:ln w="12700">
            <a:solidFill>
              <a:schemeClr val="accent4"/>
            </a:solidFill>
          </a:ln>
        </p:spPr>
      </p:cxnSp>
      <p:cxnSp>
        <p:nvCxnSpPr>
          <p:cNvPr id="917" name="带保险插座开关 1 连线"/>
          <p:cNvCxnSpPr/>
          <p:nvPr/>
        </p:nvCxnSpPr>
        <p:spPr>
          <a:xfrm>
            <a:off x="9209904" y="2711570"/>
            <a:ext cx="518296" cy="3524130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18" name="带保险插座开关 2 连线"/>
          <p:cNvCxnSpPr/>
          <p:nvPr/>
        </p:nvCxnSpPr>
        <p:spPr>
          <a:xfrm>
            <a:off x="9253860" y="5124570"/>
            <a:ext cx="131440" cy="1174630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19" name="带保险插座开关 3 连线"/>
          <p:cNvCxnSpPr/>
          <p:nvPr/>
        </p:nvCxnSpPr>
        <p:spPr>
          <a:xfrm>
            <a:off x="6889859" y="6130474"/>
            <a:ext cx="1200041" cy="105226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20" name="带保险插座开关 4 连线"/>
          <p:cNvCxnSpPr/>
          <p:nvPr/>
        </p:nvCxnSpPr>
        <p:spPr>
          <a:xfrm flipH="1">
            <a:off x="10782300" y="4489570"/>
            <a:ext cx="429635" cy="1720730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21" name="带保险插座开关 5 连线"/>
          <p:cNvCxnSpPr/>
          <p:nvPr/>
        </p:nvCxnSpPr>
        <p:spPr>
          <a:xfrm>
            <a:off x="10462103" y="2648070"/>
            <a:ext cx="2697" cy="3536830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22" name="四联开关 1 连线"/>
          <p:cNvCxnSpPr/>
          <p:nvPr/>
        </p:nvCxnSpPr>
        <p:spPr>
          <a:xfrm flipH="1">
            <a:off x="4229100" y="1806648"/>
            <a:ext cx="776035" cy="1406452"/>
          </a:xfrm>
          <a:prstGeom prst="line">
            <a:avLst/>
          </a:prstGeom>
          <a:ln w="12700">
            <a:solidFill>
              <a:schemeClr val="accent6"/>
            </a:solidFill>
          </a:ln>
        </p:spPr>
      </p:cxnSp>
      <p:cxnSp>
        <p:nvCxnSpPr>
          <p:cNvPr id="923" name="四联开关 2 连线"/>
          <p:cNvCxnSpPr/>
          <p:nvPr/>
        </p:nvCxnSpPr>
        <p:spPr>
          <a:xfrm>
            <a:off x="2565517" y="1824429"/>
            <a:ext cx="241183" cy="80571"/>
          </a:xfrm>
          <a:prstGeom prst="line">
            <a:avLst/>
          </a:prstGeom>
          <a:ln w="12700">
            <a:solidFill>
              <a:schemeClr val="accent6"/>
            </a:solidFill>
          </a:ln>
        </p:spPr>
      </p:cxnSp>
      <p:cxnSp>
        <p:nvCxnSpPr>
          <p:cNvPr id="924" name="四联开关 3 连线"/>
          <p:cNvCxnSpPr/>
          <p:nvPr/>
        </p:nvCxnSpPr>
        <p:spPr>
          <a:xfrm>
            <a:off x="1301855" y="3584648"/>
            <a:ext cx="704745" cy="1876352"/>
          </a:xfrm>
          <a:prstGeom prst="line">
            <a:avLst/>
          </a:prstGeom>
          <a:ln w="12700">
            <a:solidFill>
              <a:schemeClr val="accent6"/>
            </a:solidFill>
          </a:ln>
        </p:spPr>
      </p:cxnSp>
      <p:cxnSp>
        <p:nvCxnSpPr>
          <p:cNvPr id="925" name="四联开关 4 连线"/>
          <p:cNvCxnSpPr/>
          <p:nvPr/>
        </p:nvCxnSpPr>
        <p:spPr>
          <a:xfrm flipH="1">
            <a:off x="4381500" y="5558564"/>
            <a:ext cx="571500" cy="16736"/>
          </a:xfrm>
          <a:prstGeom prst="line">
            <a:avLst/>
          </a:prstGeom>
          <a:ln w="12700">
            <a:solidFill>
              <a:schemeClr val="accent6"/>
            </a:solidFill>
          </a:ln>
        </p:spPr>
      </p:cxnSp>
      <p:cxnSp>
        <p:nvCxnSpPr>
          <p:cNvPr id="926" name="三联开关 1 连线"/>
          <p:cNvCxnSpPr/>
          <p:nvPr/>
        </p:nvCxnSpPr>
        <p:spPr>
          <a:xfrm>
            <a:off x="3088350" y="3560662"/>
            <a:ext cx="1394750" cy="1722538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927" name="三联开关 2 连线"/>
          <p:cNvCxnSpPr/>
          <p:nvPr/>
        </p:nvCxnSpPr>
        <p:spPr>
          <a:xfrm>
            <a:off x="1437350" y="4651365"/>
            <a:ext cx="2766350" cy="428635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850" name="单联开关 1 位置点"/>
          <p:cNvSpPr/>
          <p:nvPr/>
        </p:nvSpPr>
        <p:spPr>
          <a:xfrm>
            <a:off x="6267450" y="43243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53" name="单联开关 2 位置点"/>
          <p:cNvSpPr/>
          <p:nvPr/>
        </p:nvSpPr>
        <p:spPr>
          <a:xfrm>
            <a:off x="5695950" y="26225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55" name="单联开关 3 位置点"/>
          <p:cNvSpPr/>
          <p:nvPr/>
        </p:nvSpPr>
        <p:spPr>
          <a:xfrm>
            <a:off x="7740650" y="46418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58" name="单联开关 4 位置点"/>
          <p:cNvSpPr/>
          <p:nvPr/>
        </p:nvSpPr>
        <p:spPr>
          <a:xfrm>
            <a:off x="10344150" y="51498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61" name="单联开关 5 位置点"/>
          <p:cNvSpPr/>
          <p:nvPr/>
        </p:nvSpPr>
        <p:spPr>
          <a:xfrm>
            <a:off x="10839450" y="51498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64" name="单联开关 6 位置点"/>
          <p:cNvSpPr/>
          <p:nvPr/>
        </p:nvSpPr>
        <p:spPr>
          <a:xfrm>
            <a:off x="4438650" y="61658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67" name="双联开关 1 位置点"/>
          <p:cNvSpPr/>
          <p:nvPr/>
        </p:nvSpPr>
        <p:spPr>
          <a:xfrm>
            <a:off x="2711450" y="5746750"/>
            <a:ext cx="88900" cy="8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0" name="双联开关 2 位置点"/>
          <p:cNvSpPr/>
          <p:nvPr/>
        </p:nvSpPr>
        <p:spPr>
          <a:xfrm>
            <a:off x="6648450" y="5137150"/>
            <a:ext cx="88900" cy="8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2" name="双联开关 3 位置点"/>
          <p:cNvSpPr/>
          <p:nvPr/>
        </p:nvSpPr>
        <p:spPr>
          <a:xfrm>
            <a:off x="6267450" y="1606550"/>
            <a:ext cx="88900" cy="8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5" name="风扇隔离开关 1 位置点"/>
          <p:cNvSpPr/>
          <p:nvPr/>
        </p:nvSpPr>
        <p:spPr>
          <a:xfrm>
            <a:off x="6000750" y="2660650"/>
            <a:ext cx="88900" cy="88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8" name="带保险插座开关 1 位置点"/>
          <p:cNvSpPr/>
          <p:nvPr/>
        </p:nvSpPr>
        <p:spPr>
          <a:xfrm>
            <a:off x="9683750" y="61912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81" name="带保险插座开关 2 位置点"/>
          <p:cNvSpPr/>
          <p:nvPr/>
        </p:nvSpPr>
        <p:spPr>
          <a:xfrm>
            <a:off x="9340850" y="62547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84" name="带保险插座开关 3 位置点"/>
          <p:cNvSpPr/>
          <p:nvPr/>
        </p:nvSpPr>
        <p:spPr>
          <a:xfrm>
            <a:off x="8045450" y="61912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87" name="带保险插座开关 4 位置点"/>
          <p:cNvSpPr/>
          <p:nvPr/>
        </p:nvSpPr>
        <p:spPr>
          <a:xfrm>
            <a:off x="10737850" y="61658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90" name="带保险插座开关 5 位置点"/>
          <p:cNvSpPr/>
          <p:nvPr/>
        </p:nvSpPr>
        <p:spPr>
          <a:xfrm>
            <a:off x="10420350" y="61404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93" name="四联开关 1 位置点"/>
          <p:cNvSpPr/>
          <p:nvPr/>
        </p:nvSpPr>
        <p:spPr>
          <a:xfrm>
            <a:off x="4184650" y="3168650"/>
            <a:ext cx="88900" cy="8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95" name="四联开关 2 位置点"/>
          <p:cNvSpPr/>
          <p:nvPr/>
        </p:nvSpPr>
        <p:spPr>
          <a:xfrm>
            <a:off x="2762250" y="1860550"/>
            <a:ext cx="88900" cy="8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98" name="四联开关 3 位置点"/>
          <p:cNvSpPr/>
          <p:nvPr/>
        </p:nvSpPr>
        <p:spPr>
          <a:xfrm>
            <a:off x="1962150" y="5416550"/>
            <a:ext cx="88900" cy="8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01" name="四联开关 4 位置点"/>
          <p:cNvSpPr/>
          <p:nvPr/>
        </p:nvSpPr>
        <p:spPr>
          <a:xfrm>
            <a:off x="4337050" y="5530850"/>
            <a:ext cx="88900" cy="8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04" name="三联开关 1 位置点"/>
          <p:cNvSpPr/>
          <p:nvPr/>
        </p:nvSpPr>
        <p:spPr>
          <a:xfrm>
            <a:off x="4438650" y="5238750"/>
            <a:ext cx="88900" cy="88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07" name="三联开关 2 位置点"/>
          <p:cNvSpPr/>
          <p:nvPr/>
        </p:nvSpPr>
        <p:spPr>
          <a:xfrm>
            <a:off x="4159250" y="5035550"/>
            <a:ext cx="88900" cy="88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grpSp>
        <p:nvGrpSpPr>
          <p:cNvPr id="825" name="单联开关 1"/>
          <p:cNvGrpSpPr/>
          <p:nvPr/>
        </p:nvGrpSpPr>
        <p:grpSpPr>
          <a:xfrm>
            <a:off x="4762500" y="2362200"/>
            <a:ext cx="697349" cy="917905"/>
            <a:chOff x="6229926" y="3884447"/>
            <a:chExt cx="697349" cy="917905"/>
          </a:xfrm>
        </p:grpSpPr>
        <p:pic>
          <p:nvPicPr>
            <p:cNvPr id="767" name="单联开关 1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68026" y="3922547"/>
              <a:ext cx="621149" cy="663905"/>
            </a:xfrm>
            <a:prstGeom prst="rect">
              <a:avLst/>
            </a:prstGeom>
          </p:spPr>
        </p:pic>
        <p:sp>
          <p:nvSpPr>
            <p:cNvPr id="824" name="按键 28"/>
            <p:cNvSpPr/>
            <p:nvPr/>
          </p:nvSpPr>
          <p:spPr>
            <a:xfrm>
              <a:off x="6502401" y="4611852"/>
              <a:ext cx="152400" cy="152400"/>
            </a:xfrm>
            <a:prstGeom prst="ellipse">
              <a:avLst/>
            </a:prstGeom>
            <a:solidFill>
              <a:srgbClr val="9A632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28</a:t>
              </a:r>
            </a:p>
          </p:txBody>
        </p:sp>
        <p:sp>
          <p:nvSpPr>
            <p:cNvPr id="849" name="单联开关 1 框"/>
            <p:cNvSpPr/>
            <p:nvPr/>
          </p:nvSpPr>
          <p:spPr>
            <a:xfrm>
              <a:off x="6229926" y="3884447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16" name="单联开关 2"/>
          <p:cNvGrpSpPr/>
          <p:nvPr/>
        </p:nvGrpSpPr>
        <p:grpSpPr>
          <a:xfrm>
            <a:off x="7683500" y="2235200"/>
            <a:ext cx="697349" cy="917905"/>
            <a:chOff x="4947346" y="2599947"/>
            <a:chExt cx="697349" cy="917905"/>
          </a:xfrm>
        </p:grpSpPr>
        <p:pic>
          <p:nvPicPr>
            <p:cNvPr id="768" name="单联开关 2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5446" y="2638047"/>
              <a:ext cx="621149" cy="663905"/>
            </a:xfrm>
            <a:prstGeom prst="rect">
              <a:avLst/>
            </a:prstGeom>
          </p:spPr>
        </p:pic>
        <p:sp>
          <p:nvSpPr>
            <p:cNvPr id="815" name="按键 22"/>
            <p:cNvSpPr/>
            <p:nvPr/>
          </p:nvSpPr>
          <p:spPr>
            <a:xfrm>
              <a:off x="5219821" y="3327352"/>
              <a:ext cx="152400" cy="152400"/>
            </a:xfrm>
            <a:prstGeom prst="ellipse">
              <a:avLst/>
            </a:prstGeom>
            <a:solidFill>
              <a:srgbClr val="911EB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22</a:t>
              </a:r>
            </a:p>
          </p:txBody>
        </p:sp>
        <p:sp>
          <p:nvSpPr>
            <p:cNvPr id="851" name="单联开关 2 框"/>
            <p:cNvSpPr/>
            <p:nvPr/>
          </p:nvSpPr>
          <p:spPr>
            <a:xfrm>
              <a:off x="4947346" y="2599947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4" name="单联开关 3"/>
          <p:cNvGrpSpPr/>
          <p:nvPr/>
        </p:nvGrpSpPr>
        <p:grpSpPr>
          <a:xfrm>
            <a:off x="8251965" y="5635856"/>
            <a:ext cx="697349" cy="917905"/>
            <a:chOff x="7417376" y="4168952"/>
            <a:chExt cx="697349" cy="917905"/>
          </a:xfrm>
        </p:grpSpPr>
        <p:pic>
          <p:nvPicPr>
            <p:cNvPr id="769" name="单联开关 3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7459456" y="4207052"/>
              <a:ext cx="613189" cy="663905"/>
            </a:xfrm>
            <a:prstGeom prst="rect">
              <a:avLst/>
            </a:prstGeom>
          </p:spPr>
        </p:pic>
        <p:sp>
          <p:nvSpPr>
            <p:cNvPr id="854" name="单联开关 3 框"/>
            <p:cNvSpPr/>
            <p:nvPr/>
          </p:nvSpPr>
          <p:spPr>
            <a:xfrm>
              <a:off x="7417376" y="4168952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4" name="单联开关 4"/>
          <p:cNvGrpSpPr/>
          <p:nvPr/>
        </p:nvGrpSpPr>
        <p:grpSpPr>
          <a:xfrm>
            <a:off x="9715500" y="2806700"/>
            <a:ext cx="697349" cy="917905"/>
            <a:chOff x="10396800" y="4366490"/>
            <a:chExt cx="697349" cy="917905"/>
          </a:xfrm>
        </p:grpSpPr>
        <p:pic>
          <p:nvPicPr>
            <p:cNvPr id="770" name="单联开关 4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34900" y="4404590"/>
              <a:ext cx="621149" cy="663905"/>
            </a:xfrm>
            <a:prstGeom prst="rect">
              <a:avLst/>
            </a:prstGeom>
          </p:spPr>
        </p:pic>
        <p:sp>
          <p:nvSpPr>
            <p:cNvPr id="843" name="按键 38"/>
            <p:cNvSpPr/>
            <p:nvPr/>
          </p:nvSpPr>
          <p:spPr>
            <a:xfrm>
              <a:off x="10669275" y="5093895"/>
              <a:ext cx="152400" cy="152400"/>
            </a:xfrm>
            <a:prstGeom prst="ellipse">
              <a:avLst/>
            </a:prstGeom>
            <a:solidFill>
              <a:srgbClr val="911EB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38</a:t>
              </a:r>
            </a:p>
          </p:txBody>
        </p:sp>
        <p:sp>
          <p:nvSpPr>
            <p:cNvPr id="856" name="单联开关 4 框"/>
            <p:cNvSpPr/>
            <p:nvPr/>
          </p:nvSpPr>
          <p:spPr>
            <a:xfrm>
              <a:off x="10396800" y="4366490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8" name="单联开关 5"/>
          <p:cNvGrpSpPr/>
          <p:nvPr/>
        </p:nvGrpSpPr>
        <p:grpSpPr>
          <a:xfrm>
            <a:off x="11176000" y="2298700"/>
            <a:ext cx="697349" cy="917905"/>
            <a:chOff x="11120873" y="4284450"/>
            <a:chExt cx="697349" cy="917905"/>
          </a:xfrm>
        </p:grpSpPr>
        <p:pic>
          <p:nvPicPr>
            <p:cNvPr id="771" name="单联开关 5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58973" y="4322550"/>
              <a:ext cx="621149" cy="663905"/>
            </a:xfrm>
            <a:prstGeom prst="rect">
              <a:avLst/>
            </a:prstGeom>
          </p:spPr>
        </p:pic>
        <p:sp>
          <p:nvSpPr>
            <p:cNvPr id="847" name="按键 40"/>
            <p:cNvSpPr/>
            <p:nvPr/>
          </p:nvSpPr>
          <p:spPr>
            <a:xfrm>
              <a:off x="11393348" y="5011855"/>
              <a:ext cx="152400" cy="152400"/>
            </a:xfrm>
            <a:prstGeom prst="ellipse">
              <a:avLst/>
            </a:prstGeom>
            <a:solidFill>
              <a:srgbClr val="F032E6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40</a:t>
              </a:r>
            </a:p>
          </p:txBody>
        </p:sp>
        <p:sp>
          <p:nvSpPr>
            <p:cNvPr id="859" name="单联开关 5 框"/>
            <p:cNvSpPr/>
            <p:nvPr/>
          </p:nvSpPr>
          <p:spPr>
            <a:xfrm>
              <a:off x="11120873" y="4284450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9" name="单联开关 6"/>
          <p:cNvGrpSpPr/>
          <p:nvPr/>
        </p:nvGrpSpPr>
        <p:grpSpPr>
          <a:xfrm>
            <a:off x="596748" y="1727200"/>
            <a:ext cx="1019867" cy="924958"/>
            <a:chOff x="6521874" y="5725947"/>
            <a:chExt cx="1019867" cy="924958"/>
          </a:xfrm>
        </p:grpSpPr>
        <p:pic>
          <p:nvPicPr>
            <p:cNvPr id="772" name="单联开关 6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25226" y="5764047"/>
              <a:ext cx="621149" cy="663905"/>
            </a:xfrm>
            <a:prstGeom prst="rect">
              <a:avLst/>
            </a:prstGeom>
          </p:spPr>
        </p:pic>
        <p:sp>
          <p:nvSpPr>
            <p:cNvPr id="828" name="按键 30"/>
            <p:cNvSpPr/>
            <p:nvPr/>
          </p:nvSpPr>
          <p:spPr>
            <a:xfrm>
              <a:off x="6521874" y="6444860"/>
              <a:ext cx="1019867" cy="206045"/>
            </a:xfrm>
            <a:prstGeom prst="ellipse">
              <a:avLst/>
            </a:prstGeom>
            <a:solidFill>
              <a:srgbClr val="808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30</a:t>
              </a:r>
              <a:r>
                <a:rPr lang="zh-CN" altLang="en-US" sz="700" b="1" dirty="0">
                  <a:solidFill>
                    <a:srgbClr val="FFFFFF"/>
                  </a:solidFill>
                </a:rPr>
                <a:t>控制楼梯吊灯</a:t>
              </a:r>
              <a:endParaRPr lang="en-US" sz="700" b="1" dirty="0">
                <a:solidFill>
                  <a:srgbClr val="FFFFFF"/>
                </a:solidFill>
              </a:endParaRPr>
            </a:p>
          </p:txBody>
        </p:sp>
        <p:sp>
          <p:nvSpPr>
            <p:cNvPr id="862" name="单联开关 6 框"/>
            <p:cNvSpPr/>
            <p:nvPr/>
          </p:nvSpPr>
          <p:spPr>
            <a:xfrm>
              <a:off x="6687126" y="5725947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90" name="双联开关 1"/>
          <p:cNvGrpSpPr/>
          <p:nvPr/>
        </p:nvGrpSpPr>
        <p:grpSpPr>
          <a:xfrm>
            <a:off x="571500" y="5219700"/>
            <a:ext cx="885938" cy="1130422"/>
            <a:chOff x="464933" y="4600138"/>
            <a:chExt cx="885938" cy="1130422"/>
          </a:xfrm>
        </p:grpSpPr>
        <p:pic>
          <p:nvPicPr>
            <p:cNvPr id="773" name="双联开关 1 图片">
              <a:extLst>
                <a:ext uri="{FF2B5EF4-FFF2-40B4-BE49-F238E27FC236}">
                  <a16:creationId xmlns:a16="http://schemas.microsoft.com/office/drawing/2014/main" id="{8861F795-7AFE-2061-C22A-F09E2EDCC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3033" y="4638238"/>
              <a:ext cx="809738" cy="876422"/>
            </a:xfrm>
            <a:prstGeom prst="rect">
              <a:avLst/>
            </a:prstGeom>
          </p:spPr>
        </p:pic>
        <p:sp>
          <p:nvSpPr>
            <p:cNvPr id="788" name="按键 1"/>
            <p:cNvSpPr/>
            <p:nvPr/>
          </p:nvSpPr>
          <p:spPr>
            <a:xfrm>
              <a:off x="629268" y="5540060"/>
              <a:ext cx="152400" cy="152400"/>
            </a:xfrm>
            <a:prstGeom prst="ellipse">
              <a:avLst/>
            </a:prstGeom>
            <a:solidFill>
              <a:srgbClr val="E619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789" name="按键 2"/>
            <p:cNvSpPr/>
            <p:nvPr/>
          </p:nvSpPr>
          <p:spPr>
            <a:xfrm>
              <a:off x="1034137" y="5540060"/>
              <a:ext cx="152400" cy="152400"/>
            </a:xfrm>
            <a:prstGeom prst="ellipse">
              <a:avLst/>
            </a:prstGeom>
            <a:solidFill>
              <a:srgbClr val="3CB4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865" name="双联开关 1 框"/>
            <p:cNvSpPr/>
            <p:nvPr/>
          </p:nvSpPr>
          <p:spPr>
            <a:xfrm>
              <a:off x="464933" y="4600138"/>
              <a:ext cx="885938" cy="1130422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2" name="双联开关 2"/>
          <p:cNvGrpSpPr/>
          <p:nvPr/>
        </p:nvGrpSpPr>
        <p:grpSpPr>
          <a:xfrm>
            <a:off x="6540500" y="4140200"/>
            <a:ext cx="885938" cy="1130422"/>
            <a:chOff x="7329459" y="2975360"/>
            <a:chExt cx="885938" cy="1130422"/>
          </a:xfrm>
        </p:grpSpPr>
        <p:pic>
          <p:nvPicPr>
            <p:cNvPr id="774" name="双联开关 2 图片">
              <a:extLst>
                <a:ext uri="{FF2B5EF4-FFF2-40B4-BE49-F238E27FC236}">
                  <a16:creationId xmlns:a16="http://schemas.microsoft.com/office/drawing/2014/main" id="{8861F795-7AFE-2061-C22A-F09E2EDCC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67559" y="3013460"/>
              <a:ext cx="809738" cy="876422"/>
            </a:xfrm>
            <a:prstGeom prst="rect">
              <a:avLst/>
            </a:prstGeom>
          </p:spPr>
        </p:pic>
        <p:sp>
          <p:nvSpPr>
            <p:cNvPr id="830" name="按键 31"/>
            <p:cNvSpPr/>
            <p:nvPr/>
          </p:nvSpPr>
          <p:spPr>
            <a:xfrm>
              <a:off x="7493794" y="3915282"/>
              <a:ext cx="152400" cy="152400"/>
            </a:xfrm>
            <a:prstGeom prst="ellipse">
              <a:avLst/>
            </a:prstGeom>
            <a:solidFill>
              <a:srgbClr val="00007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31</a:t>
              </a:r>
            </a:p>
          </p:txBody>
        </p:sp>
        <p:sp>
          <p:nvSpPr>
            <p:cNvPr id="831" name="按键 32"/>
            <p:cNvSpPr/>
            <p:nvPr/>
          </p:nvSpPr>
          <p:spPr>
            <a:xfrm>
              <a:off x="7898663" y="3915282"/>
              <a:ext cx="152400" cy="152400"/>
            </a:xfrm>
            <a:prstGeom prst="ellipse">
              <a:avLst/>
            </a:prstGeom>
            <a:solidFill>
              <a:srgbClr val="A9A9A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32</a:t>
              </a:r>
            </a:p>
          </p:txBody>
        </p:sp>
        <p:sp>
          <p:nvSpPr>
            <p:cNvPr id="868" name="双联开关 2 框"/>
            <p:cNvSpPr/>
            <p:nvPr/>
          </p:nvSpPr>
          <p:spPr>
            <a:xfrm>
              <a:off x="7329459" y="2975360"/>
              <a:ext cx="885938" cy="1130422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3" name="双联开关 3"/>
          <p:cNvGrpSpPr/>
          <p:nvPr/>
        </p:nvGrpSpPr>
        <p:grpSpPr>
          <a:xfrm>
            <a:off x="6540500" y="1473200"/>
            <a:ext cx="885938" cy="1130422"/>
            <a:chOff x="6097530" y="1060389"/>
            <a:chExt cx="885938" cy="1130422"/>
          </a:xfrm>
        </p:grpSpPr>
        <p:pic>
          <p:nvPicPr>
            <p:cNvPr id="775" name="双联开关 3 图片">
              <a:extLst>
                <a:ext uri="{FF2B5EF4-FFF2-40B4-BE49-F238E27FC236}">
                  <a16:creationId xmlns:a16="http://schemas.microsoft.com/office/drawing/2014/main" id="{8861F795-7AFE-2061-C22A-F09E2EDCC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35630" y="1098489"/>
              <a:ext cx="809738" cy="876422"/>
            </a:xfrm>
            <a:prstGeom prst="rect">
              <a:avLst/>
            </a:prstGeom>
          </p:spPr>
        </p:pic>
        <p:sp>
          <p:nvSpPr>
            <p:cNvPr id="821" name="按键 26"/>
            <p:cNvSpPr/>
            <p:nvPr/>
          </p:nvSpPr>
          <p:spPr>
            <a:xfrm>
              <a:off x="6261865" y="2000311"/>
              <a:ext cx="152400" cy="152400"/>
            </a:xfrm>
            <a:prstGeom prst="ellipse">
              <a:avLst/>
            </a:prstGeom>
            <a:solidFill>
              <a:srgbClr val="FABED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26</a:t>
              </a:r>
            </a:p>
          </p:txBody>
        </p:sp>
        <p:sp>
          <p:nvSpPr>
            <p:cNvPr id="822" name="按键 27"/>
            <p:cNvSpPr/>
            <p:nvPr/>
          </p:nvSpPr>
          <p:spPr>
            <a:xfrm>
              <a:off x="6575797" y="2009331"/>
              <a:ext cx="152400" cy="152400"/>
            </a:xfrm>
            <a:prstGeom prst="ellipse">
              <a:avLst/>
            </a:prstGeom>
            <a:solidFill>
              <a:srgbClr val="46999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27</a:t>
              </a:r>
            </a:p>
          </p:txBody>
        </p:sp>
        <p:sp>
          <p:nvSpPr>
            <p:cNvPr id="871" name="双联开关 3 框"/>
            <p:cNvSpPr/>
            <p:nvPr/>
          </p:nvSpPr>
          <p:spPr>
            <a:xfrm>
              <a:off x="6097530" y="1060389"/>
              <a:ext cx="885938" cy="1130422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7" name="风扇隔离开关 1"/>
          <p:cNvGrpSpPr/>
          <p:nvPr/>
        </p:nvGrpSpPr>
        <p:grpSpPr>
          <a:xfrm>
            <a:off x="6540500" y="2743200"/>
            <a:ext cx="990728" cy="1149475"/>
            <a:chOff x="6296727" y="2255950"/>
            <a:chExt cx="990728" cy="1149475"/>
          </a:xfrm>
        </p:grpSpPr>
        <p:pic>
          <p:nvPicPr>
            <p:cNvPr id="776" name="风扇隔离开关 1 图片">
              <a:extLst>
                <a:ext uri="{FF2B5EF4-FFF2-40B4-BE49-F238E27FC236}">
                  <a16:creationId xmlns:a16="http://schemas.microsoft.com/office/drawing/2014/main" id="{F6AF25CB-21AA-75C3-D359-A813AD7B1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34827" y="2294050"/>
              <a:ext cx="914528" cy="895475"/>
            </a:xfrm>
            <a:prstGeom prst="rect">
              <a:avLst/>
            </a:prstGeom>
          </p:spPr>
        </p:pic>
        <p:sp>
          <p:nvSpPr>
            <p:cNvPr id="826" name="按键 29"/>
            <p:cNvSpPr/>
            <p:nvPr/>
          </p:nvSpPr>
          <p:spPr>
            <a:xfrm>
              <a:off x="6715891" y="3214925"/>
              <a:ext cx="152400" cy="152400"/>
            </a:xfrm>
            <a:prstGeom prst="ellipse">
              <a:avLst/>
            </a:prstGeom>
            <a:solidFill>
              <a:srgbClr val="800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29</a:t>
              </a:r>
            </a:p>
          </p:txBody>
        </p:sp>
        <p:sp>
          <p:nvSpPr>
            <p:cNvPr id="873" name="风扇隔离开关 1 框"/>
            <p:cNvSpPr/>
            <p:nvPr/>
          </p:nvSpPr>
          <p:spPr>
            <a:xfrm>
              <a:off x="6296727" y="2255950"/>
              <a:ext cx="990728" cy="1149475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2" name="带保险插座开关 1"/>
          <p:cNvGrpSpPr/>
          <p:nvPr/>
        </p:nvGrpSpPr>
        <p:grpSpPr>
          <a:xfrm>
            <a:off x="8699500" y="1600200"/>
            <a:ext cx="857359" cy="1111370"/>
            <a:chOff x="9959694" y="3031308"/>
            <a:chExt cx="857359" cy="1111370"/>
          </a:xfrm>
        </p:grpSpPr>
        <p:pic>
          <p:nvPicPr>
            <p:cNvPr id="777" name="带保险插座开关 1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997794" y="3069408"/>
              <a:ext cx="781159" cy="857370"/>
            </a:xfrm>
            <a:prstGeom prst="rect">
              <a:avLst/>
            </a:prstGeom>
          </p:spPr>
        </p:pic>
        <p:sp>
          <p:nvSpPr>
            <p:cNvPr id="841" name="按键 37"/>
            <p:cNvSpPr/>
            <p:nvPr/>
          </p:nvSpPr>
          <p:spPr>
            <a:xfrm>
              <a:off x="10312174" y="3952178"/>
              <a:ext cx="152400" cy="152400"/>
            </a:xfrm>
            <a:prstGeom prst="ellipse">
              <a:avLst/>
            </a:prstGeom>
            <a:solidFill>
              <a:srgbClr val="F5823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37</a:t>
              </a:r>
            </a:p>
          </p:txBody>
        </p:sp>
        <p:sp>
          <p:nvSpPr>
            <p:cNvPr id="876" name="带保险插座开关 1 框"/>
            <p:cNvSpPr/>
            <p:nvPr/>
          </p:nvSpPr>
          <p:spPr>
            <a:xfrm>
              <a:off x="9959694" y="3031308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6" name="带保险插座开关 2"/>
          <p:cNvGrpSpPr/>
          <p:nvPr/>
        </p:nvGrpSpPr>
        <p:grpSpPr>
          <a:xfrm>
            <a:off x="8763000" y="4013200"/>
            <a:ext cx="857359" cy="1111370"/>
            <a:chOff x="10863244" y="3100355"/>
            <a:chExt cx="857359" cy="1111370"/>
          </a:xfrm>
        </p:grpSpPr>
        <p:pic>
          <p:nvPicPr>
            <p:cNvPr id="778" name="带保险插座开关 2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01344" y="3138455"/>
              <a:ext cx="781159" cy="857370"/>
            </a:xfrm>
            <a:prstGeom prst="rect">
              <a:avLst/>
            </a:prstGeom>
          </p:spPr>
        </p:pic>
        <p:sp>
          <p:nvSpPr>
            <p:cNvPr id="845" name="按键 39"/>
            <p:cNvSpPr/>
            <p:nvPr/>
          </p:nvSpPr>
          <p:spPr>
            <a:xfrm>
              <a:off x="11215724" y="4021225"/>
              <a:ext cx="152400" cy="152400"/>
            </a:xfrm>
            <a:prstGeom prst="ellipse">
              <a:avLst/>
            </a:prstGeom>
            <a:solidFill>
              <a:srgbClr val="42D4F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39</a:t>
              </a:r>
            </a:p>
          </p:txBody>
        </p:sp>
        <p:sp>
          <p:nvSpPr>
            <p:cNvPr id="879" name="带保险插座开关 2 框"/>
            <p:cNvSpPr/>
            <p:nvPr/>
          </p:nvSpPr>
          <p:spPr>
            <a:xfrm>
              <a:off x="10863244" y="3100355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0" name="带保险插座开关 3"/>
          <p:cNvGrpSpPr/>
          <p:nvPr/>
        </p:nvGrpSpPr>
        <p:grpSpPr>
          <a:xfrm>
            <a:off x="6032500" y="5537200"/>
            <a:ext cx="857359" cy="1111370"/>
            <a:chOff x="9059618" y="2775892"/>
            <a:chExt cx="857359" cy="1111370"/>
          </a:xfrm>
        </p:grpSpPr>
        <p:pic>
          <p:nvPicPr>
            <p:cNvPr id="779" name="带保险插座开关 3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97718" y="2813992"/>
              <a:ext cx="781159" cy="857370"/>
            </a:xfrm>
            <a:prstGeom prst="rect">
              <a:avLst/>
            </a:prstGeom>
          </p:spPr>
        </p:pic>
        <p:sp>
          <p:nvSpPr>
            <p:cNvPr id="839" name="按键 36"/>
            <p:cNvSpPr/>
            <p:nvPr/>
          </p:nvSpPr>
          <p:spPr>
            <a:xfrm>
              <a:off x="9412098" y="3696762"/>
              <a:ext cx="152400" cy="152400"/>
            </a:xfrm>
            <a:prstGeom prst="ellipse">
              <a:avLst/>
            </a:prstGeom>
            <a:solidFill>
              <a:srgbClr val="4363D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36</a:t>
              </a:r>
            </a:p>
          </p:txBody>
        </p:sp>
        <p:sp>
          <p:nvSpPr>
            <p:cNvPr id="882" name="带保险插座开关 3 框"/>
            <p:cNvSpPr/>
            <p:nvPr/>
          </p:nvSpPr>
          <p:spPr>
            <a:xfrm>
              <a:off x="9059618" y="2775892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8" name="带保险插座开关 4"/>
          <p:cNvGrpSpPr/>
          <p:nvPr/>
        </p:nvGrpSpPr>
        <p:grpSpPr>
          <a:xfrm>
            <a:off x="10922000" y="3378200"/>
            <a:ext cx="857359" cy="1111370"/>
            <a:chOff x="8840050" y="3967240"/>
            <a:chExt cx="857359" cy="1111370"/>
          </a:xfrm>
        </p:grpSpPr>
        <p:pic>
          <p:nvPicPr>
            <p:cNvPr id="780" name="带保险插座开关 4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78150" y="4005340"/>
              <a:ext cx="781159" cy="857370"/>
            </a:xfrm>
            <a:prstGeom prst="rect">
              <a:avLst/>
            </a:prstGeom>
          </p:spPr>
        </p:pic>
        <p:sp>
          <p:nvSpPr>
            <p:cNvPr id="837" name="按键 35"/>
            <p:cNvSpPr/>
            <p:nvPr/>
          </p:nvSpPr>
          <p:spPr>
            <a:xfrm>
              <a:off x="9192530" y="4888110"/>
              <a:ext cx="152400" cy="152400"/>
            </a:xfrm>
            <a:prstGeom prst="ellipse">
              <a:avLst/>
            </a:prstGeom>
            <a:solidFill>
              <a:srgbClr val="FFE11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35</a:t>
              </a:r>
            </a:p>
          </p:txBody>
        </p:sp>
        <p:sp>
          <p:nvSpPr>
            <p:cNvPr id="885" name="带保险插座开关 4 框"/>
            <p:cNvSpPr/>
            <p:nvPr/>
          </p:nvSpPr>
          <p:spPr>
            <a:xfrm>
              <a:off x="8840050" y="3967240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6" name="带保险插座开关 5"/>
          <p:cNvGrpSpPr/>
          <p:nvPr/>
        </p:nvGrpSpPr>
        <p:grpSpPr>
          <a:xfrm>
            <a:off x="10033000" y="1536700"/>
            <a:ext cx="857359" cy="1111370"/>
            <a:chOff x="8474484" y="5641853"/>
            <a:chExt cx="857359" cy="1111370"/>
          </a:xfrm>
        </p:grpSpPr>
        <p:pic>
          <p:nvPicPr>
            <p:cNvPr id="781" name="带保险插座开关 5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12584" y="5679953"/>
              <a:ext cx="781159" cy="857370"/>
            </a:xfrm>
            <a:prstGeom prst="rect">
              <a:avLst/>
            </a:prstGeom>
          </p:spPr>
        </p:pic>
        <p:sp>
          <p:nvSpPr>
            <p:cNvPr id="835" name="按键 34"/>
            <p:cNvSpPr/>
            <p:nvPr/>
          </p:nvSpPr>
          <p:spPr>
            <a:xfrm>
              <a:off x="8826964" y="6562723"/>
              <a:ext cx="152400" cy="152400"/>
            </a:xfrm>
            <a:prstGeom prst="ellipse">
              <a:avLst/>
            </a:prstGeom>
            <a:solidFill>
              <a:srgbClr val="3CB4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34</a:t>
              </a:r>
            </a:p>
          </p:txBody>
        </p:sp>
        <p:sp>
          <p:nvSpPr>
            <p:cNvPr id="888" name="带保险插座开关 5 框"/>
            <p:cNvSpPr/>
            <p:nvPr/>
          </p:nvSpPr>
          <p:spPr>
            <a:xfrm>
              <a:off x="8474484" y="5641853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04" name="四联开关 1"/>
          <p:cNvGrpSpPr/>
          <p:nvPr/>
        </p:nvGrpSpPr>
        <p:grpSpPr>
          <a:xfrm>
            <a:off x="4762500" y="1028700"/>
            <a:ext cx="914517" cy="777948"/>
            <a:chOff x="2133985" y="2836847"/>
            <a:chExt cx="914517" cy="777948"/>
          </a:xfrm>
        </p:grpSpPr>
        <p:pic>
          <p:nvPicPr>
            <p:cNvPr id="782" name="四联开关 1 图片">
              <a:extLst>
                <a:ext uri="{FF2B5EF4-FFF2-40B4-BE49-F238E27FC236}">
                  <a16:creationId xmlns:a16="http://schemas.microsoft.com/office/drawing/2014/main" id="{7A87F72E-7D7B-410F-350E-62EEE89F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72085" y="2874947"/>
              <a:ext cx="838317" cy="523948"/>
            </a:xfrm>
            <a:prstGeom prst="rect">
              <a:avLst/>
            </a:prstGeom>
          </p:spPr>
        </p:pic>
        <p:sp>
          <p:nvSpPr>
            <p:cNvPr id="800" name="按键 10"/>
            <p:cNvSpPr/>
            <p:nvPr/>
          </p:nvSpPr>
          <p:spPr>
            <a:xfrm>
              <a:off x="2200675" y="3424295"/>
              <a:ext cx="152400" cy="152400"/>
            </a:xfrm>
            <a:prstGeom prst="ellipse">
              <a:avLst/>
            </a:prstGeom>
            <a:solidFill>
              <a:srgbClr val="FABED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801" name="按键 11"/>
            <p:cNvSpPr/>
            <p:nvPr/>
          </p:nvSpPr>
          <p:spPr>
            <a:xfrm>
              <a:off x="2410254" y="3424295"/>
              <a:ext cx="152400" cy="152400"/>
            </a:xfrm>
            <a:prstGeom prst="ellipse">
              <a:avLst/>
            </a:prstGeom>
            <a:solidFill>
              <a:srgbClr val="46999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11</a:t>
              </a:r>
            </a:p>
          </p:txBody>
        </p:sp>
        <p:sp>
          <p:nvSpPr>
            <p:cNvPr id="802" name="按键 12"/>
            <p:cNvSpPr/>
            <p:nvPr/>
          </p:nvSpPr>
          <p:spPr>
            <a:xfrm>
              <a:off x="2619833" y="3424295"/>
              <a:ext cx="152400" cy="152400"/>
            </a:xfrm>
            <a:prstGeom prst="ellipse">
              <a:avLst/>
            </a:prstGeom>
            <a:solidFill>
              <a:srgbClr val="9A632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12</a:t>
              </a:r>
            </a:p>
          </p:txBody>
        </p:sp>
        <p:sp>
          <p:nvSpPr>
            <p:cNvPr id="803" name="按键 13"/>
            <p:cNvSpPr/>
            <p:nvPr/>
          </p:nvSpPr>
          <p:spPr>
            <a:xfrm>
              <a:off x="2829412" y="3424295"/>
              <a:ext cx="152400" cy="152400"/>
            </a:xfrm>
            <a:prstGeom prst="ellipse">
              <a:avLst/>
            </a:prstGeom>
            <a:solidFill>
              <a:srgbClr val="800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13</a:t>
              </a:r>
            </a:p>
          </p:txBody>
        </p:sp>
        <p:sp>
          <p:nvSpPr>
            <p:cNvPr id="891" name="四联开关 1 框"/>
            <p:cNvSpPr/>
            <p:nvPr/>
          </p:nvSpPr>
          <p:spPr>
            <a:xfrm>
              <a:off x="2133985" y="2836847"/>
              <a:ext cx="914517" cy="77794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09" name="四联开关 2"/>
          <p:cNvGrpSpPr/>
          <p:nvPr/>
        </p:nvGrpSpPr>
        <p:grpSpPr>
          <a:xfrm>
            <a:off x="1651000" y="1282700"/>
            <a:ext cx="914517" cy="777948"/>
            <a:chOff x="2155155" y="1255773"/>
            <a:chExt cx="914517" cy="777948"/>
          </a:xfrm>
        </p:grpSpPr>
        <p:pic>
          <p:nvPicPr>
            <p:cNvPr id="783" name="四联开关 2 图片">
              <a:extLst>
                <a:ext uri="{FF2B5EF4-FFF2-40B4-BE49-F238E27FC236}">
                  <a16:creationId xmlns:a16="http://schemas.microsoft.com/office/drawing/2014/main" id="{7A87F72E-7D7B-410F-350E-62EEE89F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93255" y="1293873"/>
              <a:ext cx="838317" cy="523948"/>
            </a:xfrm>
            <a:prstGeom prst="rect">
              <a:avLst/>
            </a:prstGeom>
          </p:spPr>
        </p:pic>
        <p:sp>
          <p:nvSpPr>
            <p:cNvPr id="805" name="按键 14"/>
            <p:cNvSpPr/>
            <p:nvPr/>
          </p:nvSpPr>
          <p:spPr>
            <a:xfrm>
              <a:off x="2221845" y="1843221"/>
              <a:ext cx="152400" cy="152400"/>
            </a:xfrm>
            <a:prstGeom prst="ellipse">
              <a:avLst/>
            </a:prstGeom>
            <a:solidFill>
              <a:srgbClr val="808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14</a:t>
              </a:r>
            </a:p>
          </p:txBody>
        </p:sp>
        <p:sp>
          <p:nvSpPr>
            <p:cNvPr id="806" name="按键 15"/>
            <p:cNvSpPr/>
            <p:nvPr/>
          </p:nvSpPr>
          <p:spPr>
            <a:xfrm>
              <a:off x="2431424" y="1843221"/>
              <a:ext cx="152400" cy="152400"/>
            </a:xfrm>
            <a:prstGeom prst="ellipse">
              <a:avLst/>
            </a:prstGeom>
            <a:solidFill>
              <a:srgbClr val="00007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15</a:t>
              </a:r>
            </a:p>
          </p:txBody>
        </p:sp>
        <p:sp>
          <p:nvSpPr>
            <p:cNvPr id="807" name="按键 16"/>
            <p:cNvSpPr/>
            <p:nvPr/>
          </p:nvSpPr>
          <p:spPr>
            <a:xfrm>
              <a:off x="2641003" y="1843221"/>
              <a:ext cx="152400" cy="152400"/>
            </a:xfrm>
            <a:prstGeom prst="ellipse">
              <a:avLst/>
            </a:prstGeom>
            <a:solidFill>
              <a:srgbClr val="A9A9A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16</a:t>
              </a:r>
            </a:p>
          </p:txBody>
        </p:sp>
        <p:sp>
          <p:nvSpPr>
            <p:cNvPr id="808" name="按键 17"/>
            <p:cNvSpPr/>
            <p:nvPr/>
          </p:nvSpPr>
          <p:spPr>
            <a:xfrm>
              <a:off x="2850582" y="1843221"/>
              <a:ext cx="152400" cy="152400"/>
            </a:xfrm>
            <a:prstGeom prst="ellipse">
              <a:avLst/>
            </a:prstGeom>
            <a:solidFill>
              <a:srgbClr val="E619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17</a:t>
              </a:r>
            </a:p>
          </p:txBody>
        </p:sp>
        <p:sp>
          <p:nvSpPr>
            <p:cNvPr id="894" name="四联开关 2 框"/>
            <p:cNvSpPr/>
            <p:nvPr/>
          </p:nvSpPr>
          <p:spPr>
            <a:xfrm>
              <a:off x="2155155" y="1255773"/>
              <a:ext cx="914517" cy="77794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95" name="四联开关 3"/>
          <p:cNvGrpSpPr/>
          <p:nvPr/>
        </p:nvGrpSpPr>
        <p:grpSpPr>
          <a:xfrm>
            <a:off x="698500" y="2806700"/>
            <a:ext cx="914517" cy="777948"/>
            <a:chOff x="701633" y="5813332"/>
            <a:chExt cx="914517" cy="777948"/>
          </a:xfrm>
        </p:grpSpPr>
        <p:pic>
          <p:nvPicPr>
            <p:cNvPr id="784" name="四联开关 3 图片">
              <a:extLst>
                <a:ext uri="{FF2B5EF4-FFF2-40B4-BE49-F238E27FC236}">
                  <a16:creationId xmlns:a16="http://schemas.microsoft.com/office/drawing/2014/main" id="{7A87F72E-7D7B-410F-350E-62EEE89F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9733" y="5851432"/>
              <a:ext cx="838317" cy="523948"/>
            </a:xfrm>
            <a:prstGeom prst="rect">
              <a:avLst/>
            </a:prstGeom>
          </p:spPr>
        </p:pic>
        <p:sp>
          <p:nvSpPr>
            <p:cNvPr id="791" name="按键 3"/>
            <p:cNvSpPr/>
            <p:nvPr/>
          </p:nvSpPr>
          <p:spPr>
            <a:xfrm>
              <a:off x="768323" y="6400780"/>
              <a:ext cx="152400" cy="152400"/>
            </a:xfrm>
            <a:prstGeom prst="ellipse">
              <a:avLst/>
            </a:prstGeom>
            <a:solidFill>
              <a:srgbClr val="FFE11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792" name="按键 4"/>
            <p:cNvSpPr/>
            <p:nvPr/>
          </p:nvSpPr>
          <p:spPr>
            <a:xfrm>
              <a:off x="977902" y="6400780"/>
              <a:ext cx="152400" cy="152400"/>
            </a:xfrm>
            <a:prstGeom prst="ellipse">
              <a:avLst/>
            </a:prstGeom>
            <a:solidFill>
              <a:srgbClr val="4363D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793" name="按键 5"/>
            <p:cNvSpPr/>
            <p:nvPr/>
          </p:nvSpPr>
          <p:spPr>
            <a:xfrm>
              <a:off x="1187481" y="6400780"/>
              <a:ext cx="152400" cy="152400"/>
            </a:xfrm>
            <a:prstGeom prst="ellipse">
              <a:avLst/>
            </a:prstGeom>
            <a:solidFill>
              <a:srgbClr val="F5823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794" name="按键 6"/>
            <p:cNvSpPr/>
            <p:nvPr/>
          </p:nvSpPr>
          <p:spPr>
            <a:xfrm>
              <a:off x="1397060" y="6400780"/>
              <a:ext cx="152400" cy="152400"/>
            </a:xfrm>
            <a:prstGeom prst="ellipse">
              <a:avLst/>
            </a:prstGeom>
            <a:solidFill>
              <a:srgbClr val="911EB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6</a:t>
              </a:r>
            </a:p>
          </p:txBody>
        </p:sp>
        <p:sp>
          <p:nvSpPr>
            <p:cNvPr id="896" name="四联开关 3 框"/>
            <p:cNvSpPr/>
            <p:nvPr/>
          </p:nvSpPr>
          <p:spPr>
            <a:xfrm>
              <a:off x="701633" y="5813332"/>
              <a:ext cx="914517" cy="77794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14" name="四联开关 4"/>
          <p:cNvGrpSpPr/>
          <p:nvPr/>
        </p:nvGrpSpPr>
        <p:grpSpPr>
          <a:xfrm>
            <a:off x="4953000" y="5156200"/>
            <a:ext cx="914517" cy="777948"/>
            <a:chOff x="4147939" y="5849395"/>
            <a:chExt cx="914517" cy="777948"/>
          </a:xfrm>
        </p:grpSpPr>
        <p:pic>
          <p:nvPicPr>
            <p:cNvPr id="785" name="四联开关 4 图片">
              <a:extLst>
                <a:ext uri="{FF2B5EF4-FFF2-40B4-BE49-F238E27FC236}">
                  <a16:creationId xmlns:a16="http://schemas.microsoft.com/office/drawing/2014/main" id="{7A87F72E-7D7B-410F-350E-62EEE89F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86039" y="5887495"/>
              <a:ext cx="838317" cy="523948"/>
            </a:xfrm>
            <a:prstGeom prst="rect">
              <a:avLst/>
            </a:prstGeom>
          </p:spPr>
        </p:pic>
        <p:sp>
          <p:nvSpPr>
            <p:cNvPr id="810" name="按键 18"/>
            <p:cNvSpPr/>
            <p:nvPr/>
          </p:nvSpPr>
          <p:spPr>
            <a:xfrm>
              <a:off x="4214629" y="6436843"/>
              <a:ext cx="152400" cy="152400"/>
            </a:xfrm>
            <a:prstGeom prst="ellipse">
              <a:avLst/>
            </a:prstGeom>
            <a:solidFill>
              <a:srgbClr val="3CB4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18</a:t>
              </a:r>
            </a:p>
          </p:txBody>
        </p:sp>
        <p:sp>
          <p:nvSpPr>
            <p:cNvPr id="811" name="按键 19"/>
            <p:cNvSpPr/>
            <p:nvPr/>
          </p:nvSpPr>
          <p:spPr>
            <a:xfrm>
              <a:off x="4424208" y="6436843"/>
              <a:ext cx="152400" cy="152400"/>
            </a:xfrm>
            <a:prstGeom prst="ellipse">
              <a:avLst/>
            </a:prstGeom>
            <a:solidFill>
              <a:srgbClr val="FFE11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19</a:t>
              </a:r>
            </a:p>
          </p:txBody>
        </p:sp>
        <p:sp>
          <p:nvSpPr>
            <p:cNvPr id="812" name="按键 20"/>
            <p:cNvSpPr/>
            <p:nvPr/>
          </p:nvSpPr>
          <p:spPr>
            <a:xfrm>
              <a:off x="4633787" y="6436843"/>
              <a:ext cx="152400" cy="152400"/>
            </a:xfrm>
            <a:prstGeom prst="ellipse">
              <a:avLst/>
            </a:prstGeom>
            <a:solidFill>
              <a:srgbClr val="4363D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20</a:t>
              </a:r>
            </a:p>
          </p:txBody>
        </p:sp>
        <p:sp>
          <p:nvSpPr>
            <p:cNvPr id="813" name="按键 21"/>
            <p:cNvSpPr/>
            <p:nvPr/>
          </p:nvSpPr>
          <p:spPr>
            <a:xfrm>
              <a:off x="4843366" y="6436843"/>
              <a:ext cx="152400" cy="152400"/>
            </a:xfrm>
            <a:prstGeom prst="ellipse">
              <a:avLst/>
            </a:prstGeom>
            <a:solidFill>
              <a:srgbClr val="F5823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21</a:t>
              </a:r>
            </a:p>
          </p:txBody>
        </p:sp>
        <p:sp>
          <p:nvSpPr>
            <p:cNvPr id="899" name="四联开关 4 框"/>
            <p:cNvSpPr/>
            <p:nvPr/>
          </p:nvSpPr>
          <p:spPr>
            <a:xfrm>
              <a:off x="4147939" y="5849395"/>
              <a:ext cx="914517" cy="77794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99" name="三联开关 1"/>
          <p:cNvGrpSpPr/>
          <p:nvPr/>
        </p:nvGrpSpPr>
        <p:grpSpPr>
          <a:xfrm>
            <a:off x="2286000" y="2552700"/>
            <a:ext cx="802350" cy="1025009"/>
            <a:chOff x="1377093" y="4707188"/>
            <a:chExt cx="802350" cy="1025009"/>
          </a:xfrm>
        </p:grpSpPr>
        <p:pic>
          <p:nvPicPr>
            <p:cNvPr id="786" name="三联开关 1 图片">
              <a:extLst>
                <a:ext uri="{FF2B5EF4-FFF2-40B4-BE49-F238E27FC236}">
                  <a16:creationId xmlns:a16="http://schemas.microsoft.com/office/drawing/2014/main" id="{6D6F195C-034C-1D79-F3E5-0F4CD4F58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15193" y="4745288"/>
              <a:ext cx="726150" cy="771009"/>
            </a:xfrm>
            <a:prstGeom prst="rect">
              <a:avLst/>
            </a:prstGeom>
          </p:spPr>
        </p:pic>
        <p:sp>
          <p:nvSpPr>
            <p:cNvPr id="796" name="按键 7"/>
            <p:cNvSpPr/>
            <p:nvPr/>
          </p:nvSpPr>
          <p:spPr>
            <a:xfrm>
              <a:off x="1460018" y="5541697"/>
              <a:ext cx="152400" cy="152400"/>
            </a:xfrm>
            <a:prstGeom prst="ellipse">
              <a:avLst/>
            </a:prstGeom>
            <a:solidFill>
              <a:srgbClr val="42D4F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797" name="按键 8"/>
            <p:cNvSpPr/>
            <p:nvPr/>
          </p:nvSpPr>
          <p:spPr>
            <a:xfrm>
              <a:off x="1702068" y="5541697"/>
              <a:ext cx="152400" cy="152400"/>
            </a:xfrm>
            <a:prstGeom prst="ellipse">
              <a:avLst/>
            </a:prstGeom>
            <a:solidFill>
              <a:srgbClr val="F032E6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8</a:t>
              </a:r>
            </a:p>
          </p:txBody>
        </p:sp>
        <p:sp>
          <p:nvSpPr>
            <p:cNvPr id="798" name="按键 9"/>
            <p:cNvSpPr/>
            <p:nvPr/>
          </p:nvSpPr>
          <p:spPr>
            <a:xfrm>
              <a:off x="1944118" y="5541697"/>
              <a:ext cx="152400" cy="152400"/>
            </a:xfrm>
            <a:prstGeom prst="ellipse">
              <a:avLst/>
            </a:prstGeom>
            <a:solidFill>
              <a:srgbClr val="BFEF4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902" name="三联开关 1 框"/>
            <p:cNvSpPr/>
            <p:nvPr/>
          </p:nvSpPr>
          <p:spPr>
            <a:xfrm>
              <a:off x="1377093" y="4707188"/>
              <a:ext cx="802350" cy="10250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0" name="三联开关 2"/>
          <p:cNvGrpSpPr/>
          <p:nvPr/>
        </p:nvGrpSpPr>
        <p:grpSpPr>
          <a:xfrm>
            <a:off x="635000" y="4076700"/>
            <a:ext cx="802350" cy="1025009"/>
            <a:chOff x="5849699" y="5143200"/>
            <a:chExt cx="802350" cy="1025009"/>
          </a:xfrm>
        </p:grpSpPr>
        <p:pic>
          <p:nvPicPr>
            <p:cNvPr id="787" name="三联开关 2 图片">
              <a:extLst>
                <a:ext uri="{FF2B5EF4-FFF2-40B4-BE49-F238E27FC236}">
                  <a16:creationId xmlns:a16="http://schemas.microsoft.com/office/drawing/2014/main" id="{6D6F195C-034C-1D79-F3E5-0F4CD4F58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87799" y="5181300"/>
              <a:ext cx="726150" cy="771009"/>
            </a:xfrm>
            <a:prstGeom prst="rect">
              <a:avLst/>
            </a:prstGeom>
          </p:spPr>
        </p:pic>
        <p:sp>
          <p:nvSpPr>
            <p:cNvPr id="817" name="按键 23"/>
            <p:cNvSpPr/>
            <p:nvPr/>
          </p:nvSpPr>
          <p:spPr>
            <a:xfrm>
              <a:off x="5932624" y="5977709"/>
              <a:ext cx="152400" cy="152400"/>
            </a:xfrm>
            <a:prstGeom prst="ellipse">
              <a:avLst/>
            </a:prstGeom>
            <a:solidFill>
              <a:srgbClr val="42D4F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23</a:t>
              </a:r>
            </a:p>
          </p:txBody>
        </p:sp>
        <p:sp>
          <p:nvSpPr>
            <p:cNvPr id="818" name="按键 24"/>
            <p:cNvSpPr/>
            <p:nvPr/>
          </p:nvSpPr>
          <p:spPr>
            <a:xfrm>
              <a:off x="6174674" y="5977709"/>
              <a:ext cx="152400" cy="152400"/>
            </a:xfrm>
            <a:prstGeom prst="ellipse">
              <a:avLst/>
            </a:prstGeom>
            <a:solidFill>
              <a:srgbClr val="F032E6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24</a:t>
              </a:r>
            </a:p>
          </p:txBody>
        </p:sp>
        <p:sp>
          <p:nvSpPr>
            <p:cNvPr id="819" name="按键 25"/>
            <p:cNvSpPr/>
            <p:nvPr/>
          </p:nvSpPr>
          <p:spPr>
            <a:xfrm>
              <a:off x="6416724" y="5977709"/>
              <a:ext cx="152400" cy="152400"/>
            </a:xfrm>
            <a:prstGeom prst="ellipse">
              <a:avLst/>
            </a:prstGeom>
            <a:solidFill>
              <a:srgbClr val="BFEF4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25</a:t>
              </a:r>
            </a:p>
          </p:txBody>
        </p:sp>
        <p:sp>
          <p:nvSpPr>
            <p:cNvPr id="905" name="三联开关 2 框"/>
            <p:cNvSpPr/>
            <p:nvPr/>
          </p:nvSpPr>
          <p:spPr>
            <a:xfrm>
              <a:off x="5849699" y="5143200"/>
              <a:ext cx="802350" cy="10250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5646140F-F015-30F2-CBE6-7190BF0BCF66}"/>
              </a:ext>
            </a:extLst>
          </p:cNvPr>
          <p:cNvSpPr/>
          <p:nvPr/>
        </p:nvSpPr>
        <p:spPr>
          <a:xfrm>
            <a:off x="2308342" y="5873789"/>
            <a:ext cx="425226" cy="312174"/>
          </a:xfrm>
          <a:prstGeom prst="rect">
            <a:avLst/>
          </a:prstGeom>
          <a:noFill/>
          <a:ln w="76200">
            <a:solidFill>
              <a:srgbClr val="E61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655A0D11-B247-6F12-D3A0-68177E6371A1}"/>
              </a:ext>
            </a:extLst>
          </p:cNvPr>
          <p:cNvSpPr/>
          <p:nvPr/>
        </p:nvSpPr>
        <p:spPr>
          <a:xfrm>
            <a:off x="3071660" y="5815698"/>
            <a:ext cx="425226" cy="312174"/>
          </a:xfrm>
          <a:prstGeom prst="rect">
            <a:avLst/>
          </a:prstGeom>
          <a:noFill/>
          <a:ln w="76200">
            <a:solidFill>
              <a:srgbClr val="3C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6" name="Rectangle 905">
            <a:extLst>
              <a:ext uri="{FF2B5EF4-FFF2-40B4-BE49-F238E27FC236}">
                <a16:creationId xmlns:a16="http://schemas.microsoft.com/office/drawing/2014/main" id="{B6BB61FA-E869-FAE6-5998-90AF28E012C0}"/>
              </a:ext>
            </a:extLst>
          </p:cNvPr>
          <p:cNvSpPr/>
          <p:nvPr/>
        </p:nvSpPr>
        <p:spPr>
          <a:xfrm>
            <a:off x="1681443" y="5824611"/>
            <a:ext cx="425226" cy="312174"/>
          </a:xfrm>
          <a:prstGeom prst="rect">
            <a:avLst/>
          </a:prstGeom>
          <a:noFill/>
          <a:ln w="76200">
            <a:solidFill>
              <a:srgbClr val="FFE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9" name="Rectangle 928">
            <a:extLst>
              <a:ext uri="{FF2B5EF4-FFF2-40B4-BE49-F238E27FC236}">
                <a16:creationId xmlns:a16="http://schemas.microsoft.com/office/drawing/2014/main" id="{CB36A0FD-F5BE-612B-3F59-3C9C182B03E8}"/>
              </a:ext>
            </a:extLst>
          </p:cNvPr>
          <p:cNvSpPr/>
          <p:nvPr/>
        </p:nvSpPr>
        <p:spPr>
          <a:xfrm>
            <a:off x="2853025" y="4300748"/>
            <a:ext cx="425226" cy="312174"/>
          </a:xfrm>
          <a:prstGeom prst="rect">
            <a:avLst/>
          </a:prstGeom>
          <a:noFill/>
          <a:ln w="76200">
            <a:solidFill>
              <a:srgbClr val="43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1" name="Rectangle 930">
            <a:extLst>
              <a:ext uri="{FF2B5EF4-FFF2-40B4-BE49-F238E27FC236}">
                <a16:creationId xmlns:a16="http://schemas.microsoft.com/office/drawing/2014/main" id="{0A7C3F40-FAD5-B022-B82A-002A50F14C4A}"/>
              </a:ext>
            </a:extLst>
          </p:cNvPr>
          <p:cNvSpPr/>
          <p:nvPr/>
        </p:nvSpPr>
        <p:spPr>
          <a:xfrm>
            <a:off x="2139451" y="3754790"/>
            <a:ext cx="425226" cy="926760"/>
          </a:xfrm>
          <a:prstGeom prst="rect">
            <a:avLst/>
          </a:prstGeom>
          <a:noFill/>
          <a:ln w="76200">
            <a:solidFill>
              <a:srgbClr val="F5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3" name="Rectangle 932">
            <a:extLst>
              <a:ext uri="{FF2B5EF4-FFF2-40B4-BE49-F238E27FC236}">
                <a16:creationId xmlns:a16="http://schemas.microsoft.com/office/drawing/2014/main" id="{656AE0D2-6142-ECA2-3264-FAF8C4EF03C9}"/>
              </a:ext>
            </a:extLst>
          </p:cNvPr>
          <p:cNvSpPr/>
          <p:nvPr/>
        </p:nvSpPr>
        <p:spPr>
          <a:xfrm>
            <a:off x="2559010" y="3730945"/>
            <a:ext cx="1654371" cy="350530"/>
          </a:xfrm>
          <a:prstGeom prst="rect">
            <a:avLst/>
          </a:prstGeom>
          <a:noFill/>
          <a:ln w="76200">
            <a:solidFill>
              <a:srgbClr val="F5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5" name="Rectangle 934">
            <a:extLst>
              <a:ext uri="{FF2B5EF4-FFF2-40B4-BE49-F238E27FC236}">
                <a16:creationId xmlns:a16="http://schemas.microsoft.com/office/drawing/2014/main" id="{6EC84699-F8E7-909D-57D1-F54463C61079}"/>
              </a:ext>
            </a:extLst>
          </p:cNvPr>
          <p:cNvSpPr/>
          <p:nvPr/>
        </p:nvSpPr>
        <p:spPr>
          <a:xfrm>
            <a:off x="3483537" y="4314951"/>
            <a:ext cx="425226" cy="926760"/>
          </a:xfrm>
          <a:prstGeom prst="rect">
            <a:avLst/>
          </a:prstGeom>
          <a:noFill/>
          <a:ln w="76200">
            <a:solidFill>
              <a:srgbClr val="911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7" name="Rectangle 936">
            <a:extLst>
              <a:ext uri="{FF2B5EF4-FFF2-40B4-BE49-F238E27FC236}">
                <a16:creationId xmlns:a16="http://schemas.microsoft.com/office/drawing/2014/main" id="{DCFB714C-5640-E6A3-5922-F91BD768435D}"/>
              </a:ext>
            </a:extLst>
          </p:cNvPr>
          <p:cNvSpPr/>
          <p:nvPr/>
        </p:nvSpPr>
        <p:spPr>
          <a:xfrm>
            <a:off x="2164094" y="4934070"/>
            <a:ext cx="1261253" cy="290128"/>
          </a:xfrm>
          <a:prstGeom prst="rect">
            <a:avLst/>
          </a:prstGeom>
          <a:noFill/>
          <a:ln w="76200">
            <a:solidFill>
              <a:srgbClr val="911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9" name="Rectangle 938">
            <a:extLst>
              <a:ext uri="{FF2B5EF4-FFF2-40B4-BE49-F238E27FC236}">
                <a16:creationId xmlns:a16="http://schemas.microsoft.com/office/drawing/2014/main" id="{35E55B6A-4BAA-A440-1C95-39EAE37EB169}"/>
              </a:ext>
            </a:extLst>
          </p:cNvPr>
          <p:cNvSpPr/>
          <p:nvPr/>
        </p:nvSpPr>
        <p:spPr>
          <a:xfrm>
            <a:off x="5158409" y="4245882"/>
            <a:ext cx="425226" cy="312174"/>
          </a:xfrm>
          <a:prstGeom prst="rect">
            <a:avLst/>
          </a:prstGeom>
          <a:noFill/>
          <a:ln w="76200">
            <a:solidFill>
              <a:srgbClr val="42D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1" name="Rectangle 940">
            <a:extLst>
              <a:ext uri="{FF2B5EF4-FFF2-40B4-BE49-F238E27FC236}">
                <a16:creationId xmlns:a16="http://schemas.microsoft.com/office/drawing/2014/main" id="{416AC2AD-D8C3-A003-2E79-42D8D852ECFD}"/>
              </a:ext>
            </a:extLst>
          </p:cNvPr>
          <p:cNvSpPr/>
          <p:nvPr/>
        </p:nvSpPr>
        <p:spPr>
          <a:xfrm>
            <a:off x="4405449" y="3721849"/>
            <a:ext cx="1805920" cy="312174"/>
          </a:xfrm>
          <a:prstGeom prst="rect">
            <a:avLst/>
          </a:prstGeom>
          <a:noFill/>
          <a:ln w="76200">
            <a:solidFill>
              <a:srgbClr val="F03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3" name="Rectangle 942">
            <a:extLst>
              <a:ext uri="{FF2B5EF4-FFF2-40B4-BE49-F238E27FC236}">
                <a16:creationId xmlns:a16="http://schemas.microsoft.com/office/drawing/2014/main" id="{842BC364-55B5-1FDC-F298-BA009FC09490}"/>
              </a:ext>
            </a:extLst>
          </p:cNvPr>
          <p:cNvSpPr/>
          <p:nvPr/>
        </p:nvSpPr>
        <p:spPr>
          <a:xfrm>
            <a:off x="4364842" y="4061737"/>
            <a:ext cx="513445" cy="477626"/>
          </a:xfrm>
          <a:prstGeom prst="rect">
            <a:avLst/>
          </a:prstGeom>
          <a:noFill/>
          <a:ln w="76200">
            <a:solidFill>
              <a:srgbClr val="F03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D82E02C8-D57D-844F-3A7C-90CB4185A03E}"/>
              </a:ext>
            </a:extLst>
          </p:cNvPr>
          <p:cNvSpPr/>
          <p:nvPr/>
        </p:nvSpPr>
        <p:spPr>
          <a:xfrm>
            <a:off x="5775441" y="4156261"/>
            <a:ext cx="513445" cy="477626"/>
          </a:xfrm>
          <a:prstGeom prst="rect">
            <a:avLst/>
          </a:prstGeom>
          <a:noFill/>
          <a:ln w="76200">
            <a:solidFill>
              <a:srgbClr val="BFE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7" name="Rectangle 946">
            <a:extLst>
              <a:ext uri="{FF2B5EF4-FFF2-40B4-BE49-F238E27FC236}">
                <a16:creationId xmlns:a16="http://schemas.microsoft.com/office/drawing/2014/main" id="{389693D8-E04A-294A-5867-4ED1F8584928}"/>
              </a:ext>
            </a:extLst>
          </p:cNvPr>
          <p:cNvSpPr/>
          <p:nvPr/>
        </p:nvSpPr>
        <p:spPr>
          <a:xfrm>
            <a:off x="4394141" y="4787012"/>
            <a:ext cx="1894745" cy="287495"/>
          </a:xfrm>
          <a:prstGeom prst="rect">
            <a:avLst/>
          </a:prstGeom>
          <a:noFill/>
          <a:ln w="76200">
            <a:solidFill>
              <a:srgbClr val="BFE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9" name="Rectangle 948">
            <a:extLst>
              <a:ext uri="{FF2B5EF4-FFF2-40B4-BE49-F238E27FC236}">
                <a16:creationId xmlns:a16="http://schemas.microsoft.com/office/drawing/2014/main" id="{A4289A80-905D-4711-0842-6D71027A8195}"/>
              </a:ext>
            </a:extLst>
          </p:cNvPr>
          <p:cNvSpPr/>
          <p:nvPr/>
        </p:nvSpPr>
        <p:spPr>
          <a:xfrm>
            <a:off x="4288993" y="5219700"/>
            <a:ext cx="295707" cy="266700"/>
          </a:xfrm>
          <a:prstGeom prst="rect">
            <a:avLst/>
          </a:prstGeom>
          <a:noFill/>
          <a:ln w="76200">
            <a:solidFill>
              <a:srgbClr val="3C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1" name="Rectangle 950">
            <a:extLst>
              <a:ext uri="{FF2B5EF4-FFF2-40B4-BE49-F238E27FC236}">
                <a16:creationId xmlns:a16="http://schemas.microsoft.com/office/drawing/2014/main" id="{48A6FE17-4ACC-A7FC-E6FE-B0C4C3B51D42}"/>
              </a:ext>
            </a:extLst>
          </p:cNvPr>
          <p:cNvSpPr/>
          <p:nvPr/>
        </p:nvSpPr>
        <p:spPr>
          <a:xfrm>
            <a:off x="2926306" y="4372896"/>
            <a:ext cx="282427" cy="215487"/>
          </a:xfrm>
          <a:prstGeom prst="rect">
            <a:avLst/>
          </a:prstGeom>
          <a:noFill/>
          <a:ln w="76200">
            <a:solidFill>
              <a:srgbClr val="FFE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5" name="Rectangle 954">
            <a:extLst>
              <a:ext uri="{FF2B5EF4-FFF2-40B4-BE49-F238E27FC236}">
                <a16:creationId xmlns:a16="http://schemas.microsoft.com/office/drawing/2014/main" id="{030FADF4-13D7-ED25-6125-1560CE5A6F8E}"/>
              </a:ext>
            </a:extLst>
          </p:cNvPr>
          <p:cNvSpPr/>
          <p:nvPr/>
        </p:nvSpPr>
        <p:spPr>
          <a:xfrm>
            <a:off x="2217152" y="3813720"/>
            <a:ext cx="282427" cy="783140"/>
          </a:xfrm>
          <a:prstGeom prst="rect">
            <a:avLst/>
          </a:prstGeom>
          <a:noFill/>
          <a:ln w="76200">
            <a:solidFill>
              <a:srgbClr val="43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01377B4D-8F35-4542-0FC4-C6E79AC3C1C2}"/>
              </a:ext>
            </a:extLst>
          </p:cNvPr>
          <p:cNvSpPr/>
          <p:nvPr/>
        </p:nvSpPr>
        <p:spPr>
          <a:xfrm>
            <a:off x="2887955" y="3768296"/>
            <a:ext cx="1047594" cy="244904"/>
          </a:xfrm>
          <a:prstGeom prst="rect">
            <a:avLst/>
          </a:prstGeom>
          <a:noFill/>
          <a:ln w="76200">
            <a:solidFill>
              <a:srgbClr val="43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6572CDD6-E7B5-4803-4809-731296B55FAE}"/>
              </a:ext>
            </a:extLst>
          </p:cNvPr>
          <p:cNvSpPr/>
          <p:nvPr/>
        </p:nvSpPr>
        <p:spPr>
          <a:xfrm>
            <a:off x="3574250" y="4407779"/>
            <a:ext cx="282427" cy="783140"/>
          </a:xfrm>
          <a:prstGeom prst="rect">
            <a:avLst/>
          </a:prstGeom>
          <a:noFill/>
          <a:ln w="76200">
            <a:solidFill>
              <a:srgbClr val="F5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3F18C876-251E-DEEF-1B32-2ECB753FF537}"/>
              </a:ext>
            </a:extLst>
          </p:cNvPr>
          <p:cNvSpPr/>
          <p:nvPr/>
        </p:nvSpPr>
        <p:spPr>
          <a:xfrm>
            <a:off x="2195052" y="5004216"/>
            <a:ext cx="1195827" cy="162533"/>
          </a:xfrm>
          <a:prstGeom prst="rect">
            <a:avLst/>
          </a:prstGeom>
          <a:noFill/>
          <a:ln w="76200">
            <a:solidFill>
              <a:srgbClr val="F5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6C1BC5B5-71C3-7E03-1CC2-9B31D5A029B3}"/>
              </a:ext>
            </a:extLst>
          </p:cNvPr>
          <p:cNvSpPr/>
          <p:nvPr/>
        </p:nvSpPr>
        <p:spPr>
          <a:xfrm>
            <a:off x="5437691" y="1860550"/>
            <a:ext cx="450190" cy="326508"/>
          </a:xfrm>
          <a:prstGeom prst="rect">
            <a:avLst/>
          </a:prstGeom>
          <a:noFill/>
          <a:ln w="76200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5F24B54F-2A61-0CEB-F64D-21130F39B783}"/>
              </a:ext>
            </a:extLst>
          </p:cNvPr>
          <p:cNvSpPr/>
          <p:nvPr/>
        </p:nvSpPr>
        <p:spPr>
          <a:xfrm>
            <a:off x="3123446" y="1602303"/>
            <a:ext cx="1610500" cy="331492"/>
          </a:xfrm>
          <a:prstGeom prst="rect">
            <a:avLst/>
          </a:prstGeom>
          <a:noFill/>
          <a:ln w="76200">
            <a:solidFill>
              <a:srgbClr val="A9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F619DE07-8EF1-137A-8FC9-3F57EE6711F8}"/>
              </a:ext>
            </a:extLst>
          </p:cNvPr>
          <p:cNvSpPr/>
          <p:nvPr/>
        </p:nvSpPr>
        <p:spPr>
          <a:xfrm>
            <a:off x="3093063" y="2211801"/>
            <a:ext cx="403823" cy="331492"/>
          </a:xfrm>
          <a:prstGeom prst="rect">
            <a:avLst/>
          </a:prstGeom>
          <a:noFill/>
          <a:ln w="76200">
            <a:solidFill>
              <a:srgbClr val="A9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F06286A-343C-93DF-EA9C-EE90225A4CBE}"/>
              </a:ext>
            </a:extLst>
          </p:cNvPr>
          <p:cNvSpPr/>
          <p:nvPr/>
        </p:nvSpPr>
        <p:spPr>
          <a:xfrm>
            <a:off x="4374289" y="2211801"/>
            <a:ext cx="403823" cy="331492"/>
          </a:xfrm>
          <a:prstGeom prst="rect">
            <a:avLst/>
          </a:prstGeom>
          <a:noFill/>
          <a:ln w="76200">
            <a:solidFill>
              <a:srgbClr val="E61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DD58822-DFC1-545A-9460-68C2607E285B}"/>
              </a:ext>
            </a:extLst>
          </p:cNvPr>
          <p:cNvSpPr/>
          <p:nvPr/>
        </p:nvSpPr>
        <p:spPr>
          <a:xfrm>
            <a:off x="3100839" y="2849303"/>
            <a:ext cx="1677273" cy="331492"/>
          </a:xfrm>
          <a:prstGeom prst="rect">
            <a:avLst/>
          </a:prstGeom>
          <a:noFill/>
          <a:ln w="76200">
            <a:solidFill>
              <a:srgbClr val="E61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E5ED4F2-7C58-D79E-3DA1-E432D40E2106}"/>
              </a:ext>
            </a:extLst>
          </p:cNvPr>
          <p:cNvSpPr/>
          <p:nvPr/>
        </p:nvSpPr>
        <p:spPr>
          <a:xfrm>
            <a:off x="3630293" y="2196163"/>
            <a:ext cx="520060" cy="402363"/>
          </a:xfrm>
          <a:prstGeom prst="rect">
            <a:avLst/>
          </a:prstGeom>
          <a:noFill/>
          <a:ln w="76200">
            <a:solidFill>
              <a:srgbClr val="8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9EDDBCD-CD9A-FEBE-FDF8-267EA2276D61}"/>
              </a:ext>
            </a:extLst>
          </p:cNvPr>
          <p:cNvSpPr/>
          <p:nvPr/>
        </p:nvSpPr>
        <p:spPr>
          <a:xfrm>
            <a:off x="3714483" y="2302353"/>
            <a:ext cx="367660" cy="216959"/>
          </a:xfrm>
          <a:prstGeom prst="rect">
            <a:avLst/>
          </a:prstGeom>
          <a:noFill/>
          <a:ln w="76200">
            <a:solidFill>
              <a:srgbClr val="FAB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8CBA757-D097-9252-C413-B231505B8DB4}"/>
              </a:ext>
            </a:extLst>
          </p:cNvPr>
          <p:cNvSpPr/>
          <p:nvPr/>
        </p:nvSpPr>
        <p:spPr>
          <a:xfrm>
            <a:off x="5494401" y="1944786"/>
            <a:ext cx="373116" cy="179837"/>
          </a:xfrm>
          <a:prstGeom prst="rect">
            <a:avLst/>
          </a:prstGeom>
          <a:noFill/>
          <a:ln w="76200">
            <a:solidFill>
              <a:srgbClr val="469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6B5CA33-A188-325B-5E17-3E13485A8ABE}"/>
              </a:ext>
            </a:extLst>
          </p:cNvPr>
          <p:cNvSpPr/>
          <p:nvPr/>
        </p:nvSpPr>
        <p:spPr>
          <a:xfrm>
            <a:off x="3040024" y="1503320"/>
            <a:ext cx="1760576" cy="546769"/>
          </a:xfrm>
          <a:prstGeom prst="rect">
            <a:avLst/>
          </a:prstGeom>
          <a:noFill/>
          <a:ln w="76200">
            <a:solidFill>
              <a:srgbClr val="9A6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585811F-3626-155E-5746-5FD4D8ADACB1}"/>
              </a:ext>
            </a:extLst>
          </p:cNvPr>
          <p:cNvSpPr/>
          <p:nvPr/>
        </p:nvSpPr>
        <p:spPr>
          <a:xfrm>
            <a:off x="3204914" y="2301237"/>
            <a:ext cx="220434" cy="179933"/>
          </a:xfrm>
          <a:prstGeom prst="rect">
            <a:avLst/>
          </a:prstGeom>
          <a:noFill/>
          <a:ln w="76200">
            <a:solidFill>
              <a:srgbClr val="9A6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B3185BE-E104-0489-46C3-D3C3BF2A5C70}"/>
              </a:ext>
            </a:extLst>
          </p:cNvPr>
          <p:cNvSpPr/>
          <p:nvPr/>
        </p:nvSpPr>
        <p:spPr>
          <a:xfrm>
            <a:off x="2971363" y="2727522"/>
            <a:ext cx="1906924" cy="599664"/>
          </a:xfrm>
          <a:prstGeom prst="rect">
            <a:avLst/>
          </a:prstGeom>
          <a:noFill/>
          <a:ln w="762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B8C26475-EBC7-8E35-14D3-F7442C51A3A9}"/>
              </a:ext>
            </a:extLst>
          </p:cNvPr>
          <p:cNvSpPr/>
          <p:nvPr/>
        </p:nvSpPr>
        <p:spPr>
          <a:xfrm>
            <a:off x="4476298" y="2265292"/>
            <a:ext cx="251423" cy="226599"/>
          </a:xfrm>
          <a:prstGeom prst="rect">
            <a:avLst/>
          </a:prstGeom>
          <a:noFill/>
          <a:ln w="762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3" name="Rectangle 902">
            <a:extLst>
              <a:ext uri="{FF2B5EF4-FFF2-40B4-BE49-F238E27FC236}">
                <a16:creationId xmlns:a16="http://schemas.microsoft.com/office/drawing/2014/main" id="{ABDD508A-E79C-85BE-11B0-66D8595A7AA3}"/>
              </a:ext>
            </a:extLst>
          </p:cNvPr>
          <p:cNvSpPr/>
          <p:nvPr/>
        </p:nvSpPr>
        <p:spPr>
          <a:xfrm>
            <a:off x="5693911" y="3039561"/>
            <a:ext cx="373116" cy="179837"/>
          </a:xfrm>
          <a:prstGeom prst="rect">
            <a:avLst/>
          </a:prstGeom>
          <a:noFill/>
          <a:ln w="76200">
            <a:solidFill>
              <a:srgbClr val="AB5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0" name="Rectangle 929">
            <a:extLst>
              <a:ext uri="{FF2B5EF4-FFF2-40B4-BE49-F238E27FC236}">
                <a16:creationId xmlns:a16="http://schemas.microsoft.com/office/drawing/2014/main" id="{3C88C374-7820-6B96-F340-D09FC2E3EBC3}"/>
              </a:ext>
            </a:extLst>
          </p:cNvPr>
          <p:cNvSpPr/>
          <p:nvPr/>
        </p:nvSpPr>
        <p:spPr>
          <a:xfrm>
            <a:off x="7015221" y="1255247"/>
            <a:ext cx="3253005" cy="281453"/>
          </a:xfrm>
          <a:prstGeom prst="rect">
            <a:avLst/>
          </a:prstGeom>
          <a:noFill/>
          <a:ln w="76200">
            <a:solidFill>
              <a:srgbClr val="469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84B63FC7-8423-61DF-145A-F8490C5ED22D}"/>
              </a:ext>
            </a:extLst>
          </p:cNvPr>
          <p:cNvSpPr/>
          <p:nvPr/>
        </p:nvSpPr>
        <p:spPr>
          <a:xfrm>
            <a:off x="8127098" y="4251541"/>
            <a:ext cx="466856" cy="281453"/>
          </a:xfrm>
          <a:prstGeom prst="rect">
            <a:avLst/>
          </a:prstGeom>
          <a:noFill/>
          <a:ln w="76200">
            <a:solidFill>
              <a:srgbClr val="FAB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8" name="Rectangle 937">
            <a:extLst>
              <a:ext uri="{FF2B5EF4-FFF2-40B4-BE49-F238E27FC236}">
                <a16:creationId xmlns:a16="http://schemas.microsoft.com/office/drawing/2014/main" id="{CFBC3517-D33F-C1C5-6A16-DD7253E0B892}"/>
              </a:ext>
            </a:extLst>
          </p:cNvPr>
          <p:cNvSpPr/>
          <p:nvPr/>
        </p:nvSpPr>
        <p:spPr>
          <a:xfrm>
            <a:off x="9750422" y="4230449"/>
            <a:ext cx="466856" cy="281453"/>
          </a:xfrm>
          <a:prstGeom prst="rect">
            <a:avLst/>
          </a:prstGeom>
          <a:noFill/>
          <a:ln w="76200">
            <a:solidFill>
              <a:srgbClr val="FAB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2" name="Rectangle 941">
            <a:extLst>
              <a:ext uri="{FF2B5EF4-FFF2-40B4-BE49-F238E27FC236}">
                <a16:creationId xmlns:a16="http://schemas.microsoft.com/office/drawing/2014/main" id="{DBCC7854-9A84-BC7D-7A26-CE56F300638F}"/>
              </a:ext>
            </a:extLst>
          </p:cNvPr>
          <p:cNvSpPr/>
          <p:nvPr/>
        </p:nvSpPr>
        <p:spPr>
          <a:xfrm>
            <a:off x="7613911" y="5169648"/>
            <a:ext cx="466856" cy="654963"/>
          </a:xfrm>
          <a:prstGeom prst="rect">
            <a:avLst/>
          </a:prstGeom>
          <a:noFill/>
          <a:ln w="76200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6" name="Rectangle 945">
            <a:extLst>
              <a:ext uri="{FF2B5EF4-FFF2-40B4-BE49-F238E27FC236}">
                <a16:creationId xmlns:a16="http://schemas.microsoft.com/office/drawing/2014/main" id="{5BD49F12-D829-05FF-02DC-DEC0B1D85613}"/>
              </a:ext>
            </a:extLst>
          </p:cNvPr>
          <p:cNvSpPr/>
          <p:nvPr/>
        </p:nvSpPr>
        <p:spPr>
          <a:xfrm>
            <a:off x="9376607" y="5137492"/>
            <a:ext cx="466856" cy="654963"/>
          </a:xfrm>
          <a:prstGeom prst="rect">
            <a:avLst/>
          </a:prstGeom>
          <a:noFill/>
          <a:ln w="76200">
            <a:solidFill>
              <a:srgbClr val="A9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0" name="Rectangle 949">
            <a:extLst>
              <a:ext uri="{FF2B5EF4-FFF2-40B4-BE49-F238E27FC236}">
                <a16:creationId xmlns:a16="http://schemas.microsoft.com/office/drawing/2014/main" id="{7E969A4E-E863-280A-9D05-9DB4BE949FB0}"/>
              </a:ext>
            </a:extLst>
          </p:cNvPr>
          <p:cNvSpPr/>
          <p:nvPr/>
        </p:nvSpPr>
        <p:spPr>
          <a:xfrm>
            <a:off x="11176000" y="5226050"/>
            <a:ext cx="466856" cy="654963"/>
          </a:xfrm>
          <a:prstGeom prst="rect">
            <a:avLst/>
          </a:prstGeom>
          <a:noFill/>
          <a:ln w="76200">
            <a:solidFill>
              <a:srgbClr val="F03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3" name="按键 26">
            <a:extLst>
              <a:ext uri="{FF2B5EF4-FFF2-40B4-BE49-F238E27FC236}">
                <a16:creationId xmlns:a16="http://schemas.microsoft.com/office/drawing/2014/main" id="{123BE1BD-EE14-E743-6A84-1BF65DC1F430}"/>
              </a:ext>
            </a:extLst>
          </p:cNvPr>
          <p:cNvSpPr/>
          <p:nvPr/>
        </p:nvSpPr>
        <p:spPr>
          <a:xfrm>
            <a:off x="8342749" y="6350122"/>
            <a:ext cx="152400" cy="152400"/>
          </a:xfrm>
          <a:prstGeom prst="ellipse">
            <a:avLst/>
          </a:prstGeom>
          <a:solidFill>
            <a:srgbClr val="FABED4"/>
          </a:solidFill>
          <a:ln w="6350">
            <a:solidFill>
              <a:srgbClr val="FFFFF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000000"/>
                </a:solidFill>
              </a:rPr>
              <a:t>26</a:t>
            </a:r>
          </a:p>
        </p:txBody>
      </p:sp>
      <p:sp>
        <p:nvSpPr>
          <p:cNvPr id="956" name="按键 27">
            <a:extLst>
              <a:ext uri="{FF2B5EF4-FFF2-40B4-BE49-F238E27FC236}">
                <a16:creationId xmlns:a16="http://schemas.microsoft.com/office/drawing/2014/main" id="{04A260D3-C471-0BEE-B7F6-067A18B8D12E}"/>
              </a:ext>
            </a:extLst>
          </p:cNvPr>
          <p:cNvSpPr/>
          <p:nvPr/>
        </p:nvSpPr>
        <p:spPr>
          <a:xfrm>
            <a:off x="8623300" y="6381870"/>
            <a:ext cx="152400" cy="152400"/>
          </a:xfrm>
          <a:prstGeom prst="ellipse">
            <a:avLst/>
          </a:prstGeom>
          <a:solidFill>
            <a:srgbClr val="469990"/>
          </a:solidFill>
          <a:ln w="6350">
            <a:solidFill>
              <a:srgbClr val="FFFFF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FFFFFF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320837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墙_V15_Concealed_Door_Leaf">
            <a:extLst>
              <a:ext uri="{FF2B5EF4-FFF2-40B4-BE49-F238E27FC236}">
                <a16:creationId xmlns:a16="http://schemas.microsoft.com/office/drawing/2014/main" id="{A47C6210-61CF-5D53-8F40-BC5EDB06DE27}"/>
              </a:ext>
            </a:extLst>
          </p:cNvPr>
          <p:cNvSpPr/>
          <p:nvPr/>
        </p:nvSpPr>
        <p:spPr>
          <a:xfrm flipH="1">
            <a:off x="1290949" y="3978484"/>
            <a:ext cx="45719" cy="900291"/>
          </a:xfrm>
          <a:custGeom>
            <a:avLst/>
            <a:gdLst/>
            <a:ahLst/>
            <a:cxnLst/>
            <a:rect l="l" t="t" r="r" b="b"/>
            <a:pathLst>
              <a:path w="10167" h="248968">
                <a:moveTo>
                  <a:pt x="248" y="248968"/>
                </a:moveTo>
                <a:lnTo>
                  <a:pt x="0" y="248968"/>
                </a:lnTo>
                <a:lnTo>
                  <a:pt x="0" y="248968"/>
                </a:lnTo>
                <a:lnTo>
                  <a:pt x="0" y="248968"/>
                </a:lnTo>
                <a:lnTo>
                  <a:pt x="0" y="248720"/>
                </a:lnTo>
                <a:lnTo>
                  <a:pt x="0" y="100182"/>
                </a:lnTo>
                <a:lnTo>
                  <a:pt x="0" y="248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248" y="0"/>
                </a:lnTo>
                <a:lnTo>
                  <a:pt x="3471" y="0"/>
                </a:lnTo>
                <a:lnTo>
                  <a:pt x="5455" y="0"/>
                </a:lnTo>
                <a:lnTo>
                  <a:pt x="5703" y="0"/>
                </a:lnTo>
                <a:lnTo>
                  <a:pt x="5703" y="0"/>
                </a:lnTo>
                <a:lnTo>
                  <a:pt x="5703" y="0"/>
                </a:lnTo>
                <a:lnTo>
                  <a:pt x="5703" y="248"/>
                </a:lnTo>
                <a:lnTo>
                  <a:pt x="5703" y="0"/>
                </a:lnTo>
                <a:lnTo>
                  <a:pt x="5703" y="0"/>
                </a:lnTo>
                <a:lnTo>
                  <a:pt x="5703" y="0"/>
                </a:lnTo>
                <a:lnTo>
                  <a:pt x="5951" y="0"/>
                </a:lnTo>
                <a:lnTo>
                  <a:pt x="8431" y="0"/>
                </a:lnTo>
                <a:lnTo>
                  <a:pt x="9919" y="0"/>
                </a:lnTo>
                <a:lnTo>
                  <a:pt x="10167" y="0"/>
                </a:lnTo>
                <a:lnTo>
                  <a:pt x="10167" y="0"/>
                </a:lnTo>
                <a:lnTo>
                  <a:pt x="10167" y="0"/>
                </a:lnTo>
                <a:lnTo>
                  <a:pt x="10167" y="248"/>
                </a:lnTo>
                <a:lnTo>
                  <a:pt x="10167" y="992"/>
                </a:lnTo>
                <a:lnTo>
                  <a:pt x="10167" y="2231"/>
                </a:lnTo>
                <a:lnTo>
                  <a:pt x="10167" y="2479"/>
                </a:lnTo>
                <a:lnTo>
                  <a:pt x="10167" y="2479"/>
                </a:lnTo>
                <a:lnTo>
                  <a:pt x="10167" y="2479"/>
                </a:lnTo>
                <a:lnTo>
                  <a:pt x="9919" y="2479"/>
                </a:lnTo>
                <a:lnTo>
                  <a:pt x="8431" y="2479"/>
                </a:lnTo>
                <a:lnTo>
                  <a:pt x="5951" y="2479"/>
                </a:lnTo>
                <a:lnTo>
                  <a:pt x="5703" y="2479"/>
                </a:lnTo>
                <a:lnTo>
                  <a:pt x="5703" y="2479"/>
                </a:lnTo>
                <a:lnTo>
                  <a:pt x="5703" y="2479"/>
                </a:lnTo>
                <a:lnTo>
                  <a:pt x="5703" y="2231"/>
                </a:lnTo>
                <a:lnTo>
                  <a:pt x="5703" y="992"/>
                </a:lnTo>
                <a:lnTo>
                  <a:pt x="5703" y="248"/>
                </a:lnTo>
                <a:lnTo>
                  <a:pt x="5703" y="100182"/>
                </a:lnTo>
                <a:lnTo>
                  <a:pt x="5703" y="248720"/>
                </a:lnTo>
                <a:lnTo>
                  <a:pt x="5703" y="248968"/>
                </a:lnTo>
                <a:lnTo>
                  <a:pt x="5703" y="248968"/>
                </a:lnTo>
                <a:lnTo>
                  <a:pt x="5703" y="248968"/>
                </a:lnTo>
                <a:lnTo>
                  <a:pt x="5455" y="248968"/>
                </a:lnTo>
                <a:lnTo>
                  <a:pt x="3471" y="248968"/>
                </a:lnTo>
                <a:close/>
                <a:moveTo>
                  <a:pt x="5951" y="248968"/>
                </a:moveTo>
                <a:lnTo>
                  <a:pt x="5703" y="248968"/>
                </a:lnTo>
                <a:lnTo>
                  <a:pt x="5703" y="248968"/>
                </a:lnTo>
                <a:lnTo>
                  <a:pt x="5703" y="248968"/>
                </a:lnTo>
                <a:lnTo>
                  <a:pt x="5703" y="248720"/>
                </a:lnTo>
                <a:lnTo>
                  <a:pt x="5703" y="245745"/>
                </a:lnTo>
                <a:lnTo>
                  <a:pt x="5703" y="243761"/>
                </a:lnTo>
                <a:lnTo>
                  <a:pt x="5703" y="243513"/>
                </a:lnTo>
                <a:lnTo>
                  <a:pt x="5703" y="243513"/>
                </a:lnTo>
                <a:lnTo>
                  <a:pt x="5703" y="243513"/>
                </a:lnTo>
                <a:lnTo>
                  <a:pt x="5951" y="243513"/>
                </a:lnTo>
                <a:lnTo>
                  <a:pt x="8431" y="243513"/>
                </a:lnTo>
                <a:lnTo>
                  <a:pt x="9919" y="243513"/>
                </a:lnTo>
                <a:lnTo>
                  <a:pt x="10167" y="243513"/>
                </a:lnTo>
                <a:lnTo>
                  <a:pt x="10167" y="243513"/>
                </a:lnTo>
                <a:lnTo>
                  <a:pt x="10167" y="243513"/>
                </a:lnTo>
                <a:lnTo>
                  <a:pt x="10167" y="243761"/>
                </a:lnTo>
                <a:lnTo>
                  <a:pt x="10167" y="245745"/>
                </a:lnTo>
                <a:lnTo>
                  <a:pt x="10167" y="248720"/>
                </a:lnTo>
                <a:lnTo>
                  <a:pt x="10167" y="248968"/>
                </a:lnTo>
                <a:lnTo>
                  <a:pt x="10167" y="248968"/>
                </a:lnTo>
                <a:lnTo>
                  <a:pt x="10167" y="248968"/>
                </a:lnTo>
                <a:lnTo>
                  <a:pt x="9919" y="248968"/>
                </a:lnTo>
                <a:lnTo>
                  <a:pt x="8431" y="248968"/>
                </a:lnTo>
                <a:close/>
                <a:moveTo>
                  <a:pt x="5951" y="240537"/>
                </a:moveTo>
                <a:lnTo>
                  <a:pt x="5703" y="240537"/>
                </a:lnTo>
                <a:lnTo>
                  <a:pt x="5703" y="240537"/>
                </a:lnTo>
                <a:lnTo>
                  <a:pt x="5703" y="240537"/>
                </a:lnTo>
                <a:lnTo>
                  <a:pt x="5703" y="240289"/>
                </a:lnTo>
                <a:lnTo>
                  <a:pt x="5703" y="236322"/>
                </a:lnTo>
                <a:lnTo>
                  <a:pt x="5703" y="233842"/>
                </a:lnTo>
                <a:lnTo>
                  <a:pt x="5703" y="233594"/>
                </a:lnTo>
                <a:lnTo>
                  <a:pt x="5703" y="233594"/>
                </a:lnTo>
                <a:lnTo>
                  <a:pt x="5703" y="233594"/>
                </a:lnTo>
                <a:lnTo>
                  <a:pt x="5951" y="233594"/>
                </a:lnTo>
                <a:lnTo>
                  <a:pt x="8431" y="233594"/>
                </a:lnTo>
                <a:lnTo>
                  <a:pt x="9919" y="233594"/>
                </a:lnTo>
                <a:lnTo>
                  <a:pt x="10167" y="233594"/>
                </a:lnTo>
                <a:lnTo>
                  <a:pt x="10167" y="233594"/>
                </a:lnTo>
                <a:lnTo>
                  <a:pt x="10167" y="233594"/>
                </a:lnTo>
                <a:lnTo>
                  <a:pt x="10167" y="233842"/>
                </a:lnTo>
                <a:lnTo>
                  <a:pt x="10167" y="236322"/>
                </a:lnTo>
                <a:lnTo>
                  <a:pt x="10167" y="240289"/>
                </a:lnTo>
                <a:lnTo>
                  <a:pt x="10167" y="240537"/>
                </a:lnTo>
                <a:lnTo>
                  <a:pt x="10167" y="240537"/>
                </a:lnTo>
                <a:lnTo>
                  <a:pt x="10167" y="240537"/>
                </a:lnTo>
                <a:lnTo>
                  <a:pt x="9919" y="240537"/>
                </a:lnTo>
                <a:lnTo>
                  <a:pt x="8431" y="240537"/>
                </a:lnTo>
                <a:close/>
                <a:moveTo>
                  <a:pt x="5951" y="230618"/>
                </a:moveTo>
                <a:lnTo>
                  <a:pt x="5703" y="230618"/>
                </a:lnTo>
                <a:lnTo>
                  <a:pt x="5703" y="230618"/>
                </a:lnTo>
                <a:lnTo>
                  <a:pt x="5703" y="230618"/>
                </a:lnTo>
                <a:lnTo>
                  <a:pt x="5703" y="230370"/>
                </a:lnTo>
                <a:lnTo>
                  <a:pt x="5703" y="226402"/>
                </a:lnTo>
                <a:lnTo>
                  <a:pt x="5703" y="223923"/>
                </a:lnTo>
                <a:lnTo>
                  <a:pt x="5703" y="223675"/>
                </a:lnTo>
                <a:lnTo>
                  <a:pt x="5703" y="223675"/>
                </a:lnTo>
                <a:lnTo>
                  <a:pt x="5703" y="223675"/>
                </a:lnTo>
                <a:lnTo>
                  <a:pt x="5951" y="223675"/>
                </a:lnTo>
                <a:lnTo>
                  <a:pt x="8431" y="223675"/>
                </a:lnTo>
                <a:lnTo>
                  <a:pt x="9919" y="223675"/>
                </a:lnTo>
                <a:lnTo>
                  <a:pt x="10167" y="223675"/>
                </a:lnTo>
                <a:lnTo>
                  <a:pt x="10167" y="223675"/>
                </a:lnTo>
                <a:lnTo>
                  <a:pt x="10167" y="223675"/>
                </a:lnTo>
                <a:lnTo>
                  <a:pt x="10167" y="223923"/>
                </a:lnTo>
                <a:lnTo>
                  <a:pt x="10167" y="226402"/>
                </a:lnTo>
                <a:lnTo>
                  <a:pt x="10167" y="230370"/>
                </a:lnTo>
                <a:lnTo>
                  <a:pt x="10167" y="230618"/>
                </a:lnTo>
                <a:lnTo>
                  <a:pt x="10167" y="230618"/>
                </a:lnTo>
                <a:lnTo>
                  <a:pt x="10167" y="230618"/>
                </a:lnTo>
                <a:lnTo>
                  <a:pt x="9919" y="230618"/>
                </a:lnTo>
                <a:lnTo>
                  <a:pt x="8431" y="230618"/>
                </a:lnTo>
                <a:close/>
                <a:moveTo>
                  <a:pt x="5951" y="220699"/>
                </a:moveTo>
                <a:lnTo>
                  <a:pt x="5703" y="220699"/>
                </a:lnTo>
                <a:lnTo>
                  <a:pt x="5703" y="220699"/>
                </a:lnTo>
                <a:lnTo>
                  <a:pt x="5703" y="220699"/>
                </a:lnTo>
                <a:lnTo>
                  <a:pt x="5703" y="220451"/>
                </a:lnTo>
                <a:lnTo>
                  <a:pt x="5703" y="216483"/>
                </a:lnTo>
                <a:lnTo>
                  <a:pt x="5703" y="214004"/>
                </a:lnTo>
                <a:lnTo>
                  <a:pt x="5703" y="213756"/>
                </a:lnTo>
                <a:lnTo>
                  <a:pt x="5703" y="213756"/>
                </a:lnTo>
                <a:lnTo>
                  <a:pt x="5703" y="213756"/>
                </a:lnTo>
                <a:lnTo>
                  <a:pt x="5951" y="213756"/>
                </a:lnTo>
                <a:lnTo>
                  <a:pt x="8431" y="213756"/>
                </a:lnTo>
                <a:lnTo>
                  <a:pt x="9919" y="213756"/>
                </a:lnTo>
                <a:lnTo>
                  <a:pt x="10167" y="213756"/>
                </a:lnTo>
                <a:lnTo>
                  <a:pt x="10167" y="213756"/>
                </a:lnTo>
                <a:lnTo>
                  <a:pt x="10167" y="213756"/>
                </a:lnTo>
                <a:lnTo>
                  <a:pt x="10167" y="214004"/>
                </a:lnTo>
                <a:lnTo>
                  <a:pt x="10167" y="216483"/>
                </a:lnTo>
                <a:lnTo>
                  <a:pt x="10167" y="220451"/>
                </a:lnTo>
                <a:lnTo>
                  <a:pt x="10167" y="220699"/>
                </a:lnTo>
                <a:lnTo>
                  <a:pt x="10167" y="220699"/>
                </a:lnTo>
                <a:lnTo>
                  <a:pt x="10167" y="220699"/>
                </a:lnTo>
                <a:lnTo>
                  <a:pt x="9919" y="220699"/>
                </a:lnTo>
                <a:lnTo>
                  <a:pt x="8431" y="220699"/>
                </a:lnTo>
                <a:close/>
                <a:moveTo>
                  <a:pt x="5951" y="210780"/>
                </a:moveTo>
                <a:lnTo>
                  <a:pt x="5703" y="210780"/>
                </a:lnTo>
                <a:lnTo>
                  <a:pt x="5703" y="210780"/>
                </a:lnTo>
                <a:lnTo>
                  <a:pt x="5703" y="210780"/>
                </a:lnTo>
                <a:lnTo>
                  <a:pt x="5703" y="210532"/>
                </a:lnTo>
                <a:lnTo>
                  <a:pt x="5703" y="206564"/>
                </a:lnTo>
                <a:lnTo>
                  <a:pt x="5703" y="204085"/>
                </a:lnTo>
                <a:lnTo>
                  <a:pt x="5703" y="203837"/>
                </a:lnTo>
                <a:lnTo>
                  <a:pt x="5703" y="203837"/>
                </a:lnTo>
                <a:lnTo>
                  <a:pt x="5703" y="203837"/>
                </a:lnTo>
                <a:lnTo>
                  <a:pt x="5951" y="203837"/>
                </a:lnTo>
                <a:lnTo>
                  <a:pt x="8431" y="203837"/>
                </a:lnTo>
                <a:lnTo>
                  <a:pt x="9919" y="203837"/>
                </a:lnTo>
                <a:lnTo>
                  <a:pt x="10167" y="203837"/>
                </a:lnTo>
                <a:lnTo>
                  <a:pt x="10167" y="203837"/>
                </a:lnTo>
                <a:lnTo>
                  <a:pt x="10167" y="203837"/>
                </a:lnTo>
                <a:lnTo>
                  <a:pt x="10167" y="204085"/>
                </a:lnTo>
                <a:lnTo>
                  <a:pt x="10167" y="206564"/>
                </a:lnTo>
                <a:lnTo>
                  <a:pt x="10167" y="210532"/>
                </a:lnTo>
                <a:lnTo>
                  <a:pt x="10167" y="210780"/>
                </a:lnTo>
                <a:lnTo>
                  <a:pt x="10167" y="210780"/>
                </a:lnTo>
                <a:lnTo>
                  <a:pt x="10167" y="210780"/>
                </a:lnTo>
                <a:lnTo>
                  <a:pt x="9919" y="210780"/>
                </a:lnTo>
                <a:lnTo>
                  <a:pt x="8431" y="210780"/>
                </a:lnTo>
                <a:close/>
                <a:moveTo>
                  <a:pt x="5951" y="200861"/>
                </a:moveTo>
                <a:lnTo>
                  <a:pt x="5703" y="200861"/>
                </a:lnTo>
                <a:lnTo>
                  <a:pt x="5703" y="200861"/>
                </a:lnTo>
                <a:lnTo>
                  <a:pt x="5703" y="200861"/>
                </a:lnTo>
                <a:lnTo>
                  <a:pt x="5703" y="200613"/>
                </a:lnTo>
                <a:lnTo>
                  <a:pt x="5703" y="196645"/>
                </a:lnTo>
                <a:lnTo>
                  <a:pt x="5703" y="194165"/>
                </a:lnTo>
                <a:lnTo>
                  <a:pt x="5703" y="193918"/>
                </a:lnTo>
                <a:lnTo>
                  <a:pt x="5703" y="193918"/>
                </a:lnTo>
                <a:lnTo>
                  <a:pt x="5703" y="193918"/>
                </a:lnTo>
                <a:lnTo>
                  <a:pt x="5951" y="193918"/>
                </a:lnTo>
                <a:lnTo>
                  <a:pt x="8431" y="193918"/>
                </a:lnTo>
                <a:lnTo>
                  <a:pt x="9919" y="193918"/>
                </a:lnTo>
                <a:lnTo>
                  <a:pt x="10167" y="193918"/>
                </a:lnTo>
                <a:lnTo>
                  <a:pt x="10167" y="193918"/>
                </a:lnTo>
                <a:lnTo>
                  <a:pt x="10167" y="193918"/>
                </a:lnTo>
                <a:lnTo>
                  <a:pt x="10167" y="194165"/>
                </a:lnTo>
                <a:lnTo>
                  <a:pt x="10167" y="196645"/>
                </a:lnTo>
                <a:lnTo>
                  <a:pt x="10167" y="200613"/>
                </a:lnTo>
                <a:lnTo>
                  <a:pt x="10167" y="200861"/>
                </a:lnTo>
                <a:lnTo>
                  <a:pt x="10167" y="200861"/>
                </a:lnTo>
                <a:lnTo>
                  <a:pt x="10167" y="200861"/>
                </a:lnTo>
                <a:lnTo>
                  <a:pt x="9919" y="200861"/>
                </a:lnTo>
                <a:lnTo>
                  <a:pt x="8431" y="200861"/>
                </a:lnTo>
                <a:close/>
                <a:moveTo>
                  <a:pt x="5951" y="190942"/>
                </a:moveTo>
                <a:lnTo>
                  <a:pt x="5703" y="190942"/>
                </a:lnTo>
                <a:lnTo>
                  <a:pt x="5703" y="190942"/>
                </a:lnTo>
                <a:lnTo>
                  <a:pt x="5703" y="190942"/>
                </a:lnTo>
                <a:lnTo>
                  <a:pt x="5703" y="190694"/>
                </a:lnTo>
                <a:lnTo>
                  <a:pt x="5703" y="186726"/>
                </a:lnTo>
                <a:lnTo>
                  <a:pt x="5703" y="184246"/>
                </a:lnTo>
                <a:lnTo>
                  <a:pt x="5703" y="183998"/>
                </a:lnTo>
                <a:lnTo>
                  <a:pt x="5703" y="183998"/>
                </a:lnTo>
                <a:lnTo>
                  <a:pt x="5703" y="183998"/>
                </a:lnTo>
                <a:lnTo>
                  <a:pt x="5951" y="183998"/>
                </a:lnTo>
                <a:lnTo>
                  <a:pt x="8431" y="183998"/>
                </a:lnTo>
                <a:lnTo>
                  <a:pt x="9919" y="183998"/>
                </a:lnTo>
                <a:lnTo>
                  <a:pt x="10167" y="183998"/>
                </a:lnTo>
                <a:lnTo>
                  <a:pt x="10167" y="183998"/>
                </a:lnTo>
                <a:lnTo>
                  <a:pt x="10167" y="183998"/>
                </a:lnTo>
                <a:lnTo>
                  <a:pt x="10167" y="184246"/>
                </a:lnTo>
                <a:lnTo>
                  <a:pt x="10167" y="186726"/>
                </a:lnTo>
                <a:lnTo>
                  <a:pt x="10167" y="190694"/>
                </a:lnTo>
                <a:lnTo>
                  <a:pt x="10167" y="190942"/>
                </a:lnTo>
                <a:lnTo>
                  <a:pt x="10167" y="190942"/>
                </a:lnTo>
                <a:lnTo>
                  <a:pt x="10167" y="190942"/>
                </a:lnTo>
                <a:lnTo>
                  <a:pt x="9919" y="190942"/>
                </a:lnTo>
                <a:lnTo>
                  <a:pt x="8431" y="190942"/>
                </a:lnTo>
                <a:close/>
                <a:moveTo>
                  <a:pt x="5951" y="181023"/>
                </a:moveTo>
                <a:lnTo>
                  <a:pt x="5703" y="181023"/>
                </a:lnTo>
                <a:lnTo>
                  <a:pt x="5703" y="181023"/>
                </a:lnTo>
                <a:lnTo>
                  <a:pt x="5703" y="181023"/>
                </a:lnTo>
                <a:lnTo>
                  <a:pt x="5703" y="180775"/>
                </a:lnTo>
                <a:lnTo>
                  <a:pt x="5703" y="176807"/>
                </a:lnTo>
                <a:lnTo>
                  <a:pt x="5703" y="174327"/>
                </a:lnTo>
                <a:lnTo>
                  <a:pt x="5703" y="174079"/>
                </a:lnTo>
                <a:lnTo>
                  <a:pt x="5703" y="174079"/>
                </a:lnTo>
                <a:lnTo>
                  <a:pt x="5703" y="174079"/>
                </a:lnTo>
                <a:lnTo>
                  <a:pt x="5951" y="174079"/>
                </a:lnTo>
                <a:lnTo>
                  <a:pt x="8431" y="174079"/>
                </a:lnTo>
                <a:lnTo>
                  <a:pt x="9919" y="174079"/>
                </a:lnTo>
                <a:lnTo>
                  <a:pt x="10167" y="174079"/>
                </a:lnTo>
                <a:lnTo>
                  <a:pt x="10167" y="174079"/>
                </a:lnTo>
                <a:lnTo>
                  <a:pt x="10167" y="174079"/>
                </a:lnTo>
                <a:lnTo>
                  <a:pt x="10167" y="174327"/>
                </a:lnTo>
                <a:lnTo>
                  <a:pt x="10167" y="176807"/>
                </a:lnTo>
                <a:lnTo>
                  <a:pt x="10167" y="180775"/>
                </a:lnTo>
                <a:lnTo>
                  <a:pt x="10167" y="181023"/>
                </a:lnTo>
                <a:lnTo>
                  <a:pt x="10167" y="181023"/>
                </a:lnTo>
                <a:lnTo>
                  <a:pt x="10167" y="181023"/>
                </a:lnTo>
                <a:lnTo>
                  <a:pt x="9919" y="181023"/>
                </a:lnTo>
                <a:lnTo>
                  <a:pt x="8431" y="181023"/>
                </a:lnTo>
                <a:close/>
                <a:moveTo>
                  <a:pt x="5951" y="171104"/>
                </a:moveTo>
                <a:lnTo>
                  <a:pt x="5703" y="171104"/>
                </a:lnTo>
                <a:lnTo>
                  <a:pt x="5703" y="171104"/>
                </a:lnTo>
                <a:lnTo>
                  <a:pt x="5703" y="171104"/>
                </a:lnTo>
                <a:lnTo>
                  <a:pt x="5703" y="170856"/>
                </a:lnTo>
                <a:lnTo>
                  <a:pt x="5703" y="166888"/>
                </a:lnTo>
                <a:lnTo>
                  <a:pt x="5703" y="164408"/>
                </a:lnTo>
                <a:lnTo>
                  <a:pt x="5703" y="164160"/>
                </a:lnTo>
                <a:lnTo>
                  <a:pt x="5703" y="164160"/>
                </a:lnTo>
                <a:lnTo>
                  <a:pt x="5703" y="164160"/>
                </a:lnTo>
                <a:lnTo>
                  <a:pt x="5951" y="164160"/>
                </a:lnTo>
                <a:lnTo>
                  <a:pt x="8431" y="164160"/>
                </a:lnTo>
                <a:lnTo>
                  <a:pt x="9919" y="164160"/>
                </a:lnTo>
                <a:lnTo>
                  <a:pt x="10167" y="164160"/>
                </a:lnTo>
                <a:lnTo>
                  <a:pt x="10167" y="164160"/>
                </a:lnTo>
                <a:lnTo>
                  <a:pt x="10167" y="164160"/>
                </a:lnTo>
                <a:lnTo>
                  <a:pt x="10167" y="164408"/>
                </a:lnTo>
                <a:lnTo>
                  <a:pt x="10167" y="166888"/>
                </a:lnTo>
                <a:lnTo>
                  <a:pt x="10167" y="170856"/>
                </a:lnTo>
                <a:lnTo>
                  <a:pt x="10167" y="171104"/>
                </a:lnTo>
                <a:lnTo>
                  <a:pt x="10167" y="171104"/>
                </a:lnTo>
                <a:lnTo>
                  <a:pt x="10167" y="171104"/>
                </a:lnTo>
                <a:lnTo>
                  <a:pt x="9919" y="171104"/>
                </a:lnTo>
                <a:lnTo>
                  <a:pt x="8431" y="171104"/>
                </a:lnTo>
                <a:close/>
                <a:moveTo>
                  <a:pt x="5951" y="161185"/>
                </a:moveTo>
                <a:lnTo>
                  <a:pt x="5703" y="161185"/>
                </a:lnTo>
                <a:lnTo>
                  <a:pt x="5703" y="161185"/>
                </a:lnTo>
                <a:lnTo>
                  <a:pt x="5703" y="161185"/>
                </a:lnTo>
                <a:lnTo>
                  <a:pt x="5703" y="160937"/>
                </a:lnTo>
                <a:lnTo>
                  <a:pt x="5703" y="156969"/>
                </a:lnTo>
                <a:lnTo>
                  <a:pt x="5703" y="154489"/>
                </a:lnTo>
                <a:lnTo>
                  <a:pt x="5703" y="154241"/>
                </a:lnTo>
                <a:lnTo>
                  <a:pt x="5703" y="154241"/>
                </a:lnTo>
                <a:lnTo>
                  <a:pt x="5703" y="154241"/>
                </a:lnTo>
                <a:lnTo>
                  <a:pt x="5951" y="154241"/>
                </a:lnTo>
                <a:lnTo>
                  <a:pt x="8431" y="154241"/>
                </a:lnTo>
                <a:lnTo>
                  <a:pt x="9919" y="154241"/>
                </a:lnTo>
                <a:lnTo>
                  <a:pt x="10167" y="154241"/>
                </a:lnTo>
                <a:lnTo>
                  <a:pt x="10167" y="154241"/>
                </a:lnTo>
                <a:lnTo>
                  <a:pt x="10167" y="154241"/>
                </a:lnTo>
                <a:lnTo>
                  <a:pt x="10167" y="154489"/>
                </a:lnTo>
                <a:lnTo>
                  <a:pt x="10167" y="156969"/>
                </a:lnTo>
                <a:lnTo>
                  <a:pt x="10167" y="160937"/>
                </a:lnTo>
                <a:lnTo>
                  <a:pt x="10167" y="161185"/>
                </a:lnTo>
                <a:lnTo>
                  <a:pt x="10167" y="161185"/>
                </a:lnTo>
                <a:lnTo>
                  <a:pt x="10167" y="161185"/>
                </a:lnTo>
                <a:lnTo>
                  <a:pt x="9919" y="161185"/>
                </a:lnTo>
                <a:lnTo>
                  <a:pt x="8431" y="161185"/>
                </a:lnTo>
                <a:close/>
                <a:moveTo>
                  <a:pt x="5951" y="151265"/>
                </a:moveTo>
                <a:lnTo>
                  <a:pt x="5703" y="151265"/>
                </a:lnTo>
                <a:lnTo>
                  <a:pt x="5703" y="151265"/>
                </a:lnTo>
                <a:lnTo>
                  <a:pt x="5703" y="151265"/>
                </a:lnTo>
                <a:lnTo>
                  <a:pt x="5703" y="151018"/>
                </a:lnTo>
                <a:lnTo>
                  <a:pt x="5703" y="147050"/>
                </a:lnTo>
                <a:lnTo>
                  <a:pt x="5703" y="144570"/>
                </a:lnTo>
                <a:lnTo>
                  <a:pt x="5703" y="144322"/>
                </a:lnTo>
                <a:lnTo>
                  <a:pt x="5703" y="144322"/>
                </a:lnTo>
                <a:lnTo>
                  <a:pt x="5703" y="144322"/>
                </a:lnTo>
                <a:lnTo>
                  <a:pt x="5951" y="144322"/>
                </a:lnTo>
                <a:lnTo>
                  <a:pt x="8431" y="144322"/>
                </a:lnTo>
                <a:lnTo>
                  <a:pt x="9919" y="144322"/>
                </a:lnTo>
                <a:lnTo>
                  <a:pt x="10167" y="144322"/>
                </a:lnTo>
                <a:lnTo>
                  <a:pt x="10167" y="144322"/>
                </a:lnTo>
                <a:lnTo>
                  <a:pt x="10167" y="144322"/>
                </a:lnTo>
                <a:lnTo>
                  <a:pt x="10167" y="144570"/>
                </a:lnTo>
                <a:lnTo>
                  <a:pt x="10167" y="147050"/>
                </a:lnTo>
                <a:lnTo>
                  <a:pt x="10167" y="151018"/>
                </a:lnTo>
                <a:lnTo>
                  <a:pt x="10167" y="151265"/>
                </a:lnTo>
                <a:lnTo>
                  <a:pt x="10167" y="151265"/>
                </a:lnTo>
                <a:lnTo>
                  <a:pt x="10167" y="151265"/>
                </a:lnTo>
                <a:lnTo>
                  <a:pt x="9919" y="151265"/>
                </a:lnTo>
                <a:lnTo>
                  <a:pt x="8431" y="151265"/>
                </a:lnTo>
                <a:close/>
                <a:moveTo>
                  <a:pt x="5951" y="141346"/>
                </a:moveTo>
                <a:lnTo>
                  <a:pt x="5703" y="141346"/>
                </a:lnTo>
                <a:lnTo>
                  <a:pt x="5703" y="141346"/>
                </a:lnTo>
                <a:lnTo>
                  <a:pt x="5703" y="141346"/>
                </a:lnTo>
                <a:lnTo>
                  <a:pt x="5703" y="141098"/>
                </a:lnTo>
                <a:lnTo>
                  <a:pt x="5703" y="137131"/>
                </a:lnTo>
                <a:lnTo>
                  <a:pt x="5703" y="134651"/>
                </a:lnTo>
                <a:lnTo>
                  <a:pt x="5703" y="134403"/>
                </a:lnTo>
                <a:lnTo>
                  <a:pt x="5703" y="134403"/>
                </a:lnTo>
                <a:lnTo>
                  <a:pt x="5703" y="134403"/>
                </a:lnTo>
                <a:lnTo>
                  <a:pt x="5951" y="134403"/>
                </a:lnTo>
                <a:lnTo>
                  <a:pt x="8431" y="134403"/>
                </a:lnTo>
                <a:lnTo>
                  <a:pt x="9919" y="134403"/>
                </a:lnTo>
                <a:lnTo>
                  <a:pt x="10167" y="134403"/>
                </a:lnTo>
                <a:lnTo>
                  <a:pt x="10167" y="134403"/>
                </a:lnTo>
                <a:lnTo>
                  <a:pt x="10167" y="134403"/>
                </a:lnTo>
                <a:lnTo>
                  <a:pt x="10167" y="134651"/>
                </a:lnTo>
                <a:lnTo>
                  <a:pt x="10167" y="137131"/>
                </a:lnTo>
                <a:lnTo>
                  <a:pt x="10167" y="141098"/>
                </a:lnTo>
                <a:lnTo>
                  <a:pt x="10167" y="141346"/>
                </a:lnTo>
                <a:lnTo>
                  <a:pt x="10167" y="141346"/>
                </a:lnTo>
                <a:lnTo>
                  <a:pt x="10167" y="141346"/>
                </a:lnTo>
                <a:lnTo>
                  <a:pt x="9919" y="141346"/>
                </a:lnTo>
                <a:lnTo>
                  <a:pt x="8431" y="141346"/>
                </a:lnTo>
                <a:close/>
                <a:moveTo>
                  <a:pt x="5951" y="131427"/>
                </a:moveTo>
                <a:lnTo>
                  <a:pt x="5703" y="131427"/>
                </a:lnTo>
                <a:lnTo>
                  <a:pt x="5703" y="131427"/>
                </a:lnTo>
                <a:lnTo>
                  <a:pt x="5703" y="131427"/>
                </a:lnTo>
                <a:lnTo>
                  <a:pt x="5703" y="131179"/>
                </a:lnTo>
                <a:lnTo>
                  <a:pt x="5703" y="127212"/>
                </a:lnTo>
                <a:lnTo>
                  <a:pt x="5703" y="124732"/>
                </a:lnTo>
                <a:lnTo>
                  <a:pt x="5703" y="124484"/>
                </a:lnTo>
                <a:lnTo>
                  <a:pt x="5703" y="124484"/>
                </a:lnTo>
                <a:lnTo>
                  <a:pt x="5703" y="124484"/>
                </a:lnTo>
                <a:lnTo>
                  <a:pt x="5951" y="124484"/>
                </a:lnTo>
                <a:lnTo>
                  <a:pt x="8431" y="124484"/>
                </a:lnTo>
                <a:lnTo>
                  <a:pt x="9919" y="124484"/>
                </a:lnTo>
                <a:lnTo>
                  <a:pt x="10167" y="124484"/>
                </a:lnTo>
                <a:lnTo>
                  <a:pt x="10167" y="124484"/>
                </a:lnTo>
                <a:lnTo>
                  <a:pt x="10167" y="124484"/>
                </a:lnTo>
                <a:lnTo>
                  <a:pt x="10167" y="124732"/>
                </a:lnTo>
                <a:lnTo>
                  <a:pt x="10167" y="127212"/>
                </a:lnTo>
                <a:lnTo>
                  <a:pt x="10167" y="131179"/>
                </a:lnTo>
                <a:lnTo>
                  <a:pt x="10167" y="131427"/>
                </a:lnTo>
                <a:lnTo>
                  <a:pt x="10167" y="131427"/>
                </a:lnTo>
                <a:lnTo>
                  <a:pt x="10167" y="131427"/>
                </a:lnTo>
                <a:lnTo>
                  <a:pt x="9919" y="131427"/>
                </a:lnTo>
                <a:lnTo>
                  <a:pt x="8431" y="131427"/>
                </a:lnTo>
                <a:close/>
                <a:moveTo>
                  <a:pt x="5951" y="121508"/>
                </a:moveTo>
                <a:lnTo>
                  <a:pt x="5703" y="121508"/>
                </a:lnTo>
                <a:lnTo>
                  <a:pt x="5703" y="121508"/>
                </a:lnTo>
                <a:lnTo>
                  <a:pt x="5703" y="121508"/>
                </a:lnTo>
                <a:lnTo>
                  <a:pt x="5703" y="121260"/>
                </a:lnTo>
                <a:lnTo>
                  <a:pt x="5703" y="117293"/>
                </a:lnTo>
                <a:lnTo>
                  <a:pt x="5703" y="114813"/>
                </a:lnTo>
                <a:lnTo>
                  <a:pt x="5703" y="114565"/>
                </a:lnTo>
                <a:lnTo>
                  <a:pt x="5703" y="114565"/>
                </a:lnTo>
                <a:lnTo>
                  <a:pt x="5703" y="114565"/>
                </a:lnTo>
                <a:lnTo>
                  <a:pt x="5951" y="114565"/>
                </a:lnTo>
                <a:lnTo>
                  <a:pt x="8431" y="114565"/>
                </a:lnTo>
                <a:lnTo>
                  <a:pt x="9919" y="114565"/>
                </a:lnTo>
                <a:lnTo>
                  <a:pt x="10167" y="114565"/>
                </a:lnTo>
                <a:lnTo>
                  <a:pt x="10167" y="114565"/>
                </a:lnTo>
                <a:lnTo>
                  <a:pt x="10167" y="114565"/>
                </a:lnTo>
                <a:lnTo>
                  <a:pt x="10167" y="114813"/>
                </a:lnTo>
                <a:lnTo>
                  <a:pt x="10167" y="117293"/>
                </a:lnTo>
                <a:lnTo>
                  <a:pt x="10167" y="121260"/>
                </a:lnTo>
                <a:lnTo>
                  <a:pt x="10167" y="121508"/>
                </a:lnTo>
                <a:lnTo>
                  <a:pt x="10167" y="121508"/>
                </a:lnTo>
                <a:lnTo>
                  <a:pt x="10167" y="121508"/>
                </a:lnTo>
                <a:lnTo>
                  <a:pt x="9919" y="121508"/>
                </a:lnTo>
                <a:lnTo>
                  <a:pt x="8431" y="121508"/>
                </a:lnTo>
                <a:close/>
                <a:moveTo>
                  <a:pt x="5951" y="111589"/>
                </a:moveTo>
                <a:lnTo>
                  <a:pt x="5703" y="111589"/>
                </a:lnTo>
                <a:lnTo>
                  <a:pt x="5703" y="111589"/>
                </a:lnTo>
                <a:lnTo>
                  <a:pt x="5703" y="111589"/>
                </a:lnTo>
                <a:lnTo>
                  <a:pt x="5703" y="111341"/>
                </a:lnTo>
                <a:lnTo>
                  <a:pt x="5703" y="107374"/>
                </a:lnTo>
                <a:lnTo>
                  <a:pt x="5703" y="104894"/>
                </a:lnTo>
                <a:lnTo>
                  <a:pt x="5703" y="104646"/>
                </a:lnTo>
                <a:lnTo>
                  <a:pt x="5703" y="104646"/>
                </a:lnTo>
                <a:lnTo>
                  <a:pt x="5703" y="104646"/>
                </a:lnTo>
                <a:lnTo>
                  <a:pt x="5951" y="104646"/>
                </a:lnTo>
                <a:lnTo>
                  <a:pt x="8431" y="104646"/>
                </a:lnTo>
                <a:lnTo>
                  <a:pt x="9919" y="104646"/>
                </a:lnTo>
                <a:lnTo>
                  <a:pt x="10167" y="104646"/>
                </a:lnTo>
                <a:lnTo>
                  <a:pt x="10167" y="104646"/>
                </a:lnTo>
                <a:lnTo>
                  <a:pt x="10167" y="104646"/>
                </a:lnTo>
                <a:lnTo>
                  <a:pt x="10167" y="104894"/>
                </a:lnTo>
                <a:lnTo>
                  <a:pt x="10167" y="107374"/>
                </a:lnTo>
                <a:lnTo>
                  <a:pt x="10167" y="111341"/>
                </a:lnTo>
                <a:lnTo>
                  <a:pt x="10167" y="111589"/>
                </a:lnTo>
                <a:lnTo>
                  <a:pt x="10167" y="111589"/>
                </a:lnTo>
                <a:lnTo>
                  <a:pt x="10167" y="111589"/>
                </a:lnTo>
                <a:lnTo>
                  <a:pt x="9919" y="111589"/>
                </a:lnTo>
                <a:lnTo>
                  <a:pt x="8431" y="111589"/>
                </a:lnTo>
                <a:close/>
                <a:moveTo>
                  <a:pt x="5951" y="101670"/>
                </a:moveTo>
                <a:lnTo>
                  <a:pt x="5703" y="101670"/>
                </a:lnTo>
                <a:lnTo>
                  <a:pt x="5703" y="101670"/>
                </a:lnTo>
                <a:lnTo>
                  <a:pt x="5703" y="101670"/>
                </a:lnTo>
                <a:lnTo>
                  <a:pt x="5703" y="101422"/>
                </a:lnTo>
                <a:lnTo>
                  <a:pt x="5703" y="97455"/>
                </a:lnTo>
                <a:lnTo>
                  <a:pt x="5703" y="94975"/>
                </a:lnTo>
                <a:lnTo>
                  <a:pt x="5703" y="94727"/>
                </a:lnTo>
                <a:lnTo>
                  <a:pt x="5703" y="94727"/>
                </a:lnTo>
                <a:lnTo>
                  <a:pt x="5703" y="94727"/>
                </a:lnTo>
                <a:lnTo>
                  <a:pt x="5951" y="94727"/>
                </a:lnTo>
                <a:lnTo>
                  <a:pt x="8431" y="94727"/>
                </a:lnTo>
                <a:lnTo>
                  <a:pt x="9919" y="94727"/>
                </a:lnTo>
                <a:lnTo>
                  <a:pt x="10167" y="94727"/>
                </a:lnTo>
                <a:lnTo>
                  <a:pt x="10167" y="94727"/>
                </a:lnTo>
                <a:lnTo>
                  <a:pt x="10167" y="94727"/>
                </a:lnTo>
                <a:lnTo>
                  <a:pt x="10167" y="94975"/>
                </a:lnTo>
                <a:lnTo>
                  <a:pt x="10167" y="97455"/>
                </a:lnTo>
                <a:lnTo>
                  <a:pt x="10167" y="101422"/>
                </a:lnTo>
                <a:lnTo>
                  <a:pt x="10167" y="101670"/>
                </a:lnTo>
                <a:lnTo>
                  <a:pt x="10167" y="101670"/>
                </a:lnTo>
                <a:lnTo>
                  <a:pt x="10167" y="101670"/>
                </a:lnTo>
                <a:lnTo>
                  <a:pt x="9919" y="101670"/>
                </a:lnTo>
                <a:lnTo>
                  <a:pt x="8431" y="101670"/>
                </a:lnTo>
                <a:close/>
                <a:moveTo>
                  <a:pt x="5951" y="91751"/>
                </a:moveTo>
                <a:lnTo>
                  <a:pt x="5703" y="91751"/>
                </a:lnTo>
                <a:lnTo>
                  <a:pt x="5703" y="91751"/>
                </a:lnTo>
                <a:lnTo>
                  <a:pt x="5703" y="91751"/>
                </a:lnTo>
                <a:lnTo>
                  <a:pt x="5703" y="91503"/>
                </a:lnTo>
                <a:lnTo>
                  <a:pt x="5703" y="87535"/>
                </a:lnTo>
                <a:lnTo>
                  <a:pt x="5703" y="85056"/>
                </a:lnTo>
                <a:lnTo>
                  <a:pt x="5703" y="84808"/>
                </a:lnTo>
                <a:lnTo>
                  <a:pt x="5703" y="84808"/>
                </a:lnTo>
                <a:lnTo>
                  <a:pt x="5703" y="84808"/>
                </a:lnTo>
                <a:lnTo>
                  <a:pt x="5951" y="84808"/>
                </a:lnTo>
                <a:lnTo>
                  <a:pt x="8431" y="84808"/>
                </a:lnTo>
                <a:lnTo>
                  <a:pt x="9919" y="84808"/>
                </a:lnTo>
                <a:lnTo>
                  <a:pt x="10167" y="84808"/>
                </a:lnTo>
                <a:lnTo>
                  <a:pt x="10167" y="84808"/>
                </a:lnTo>
                <a:lnTo>
                  <a:pt x="10167" y="84808"/>
                </a:lnTo>
                <a:lnTo>
                  <a:pt x="10167" y="85056"/>
                </a:lnTo>
                <a:lnTo>
                  <a:pt x="10167" y="87535"/>
                </a:lnTo>
                <a:lnTo>
                  <a:pt x="10167" y="91503"/>
                </a:lnTo>
                <a:lnTo>
                  <a:pt x="10167" y="91751"/>
                </a:lnTo>
                <a:lnTo>
                  <a:pt x="10167" y="91751"/>
                </a:lnTo>
                <a:lnTo>
                  <a:pt x="10167" y="91751"/>
                </a:lnTo>
                <a:lnTo>
                  <a:pt x="9919" y="91751"/>
                </a:lnTo>
                <a:lnTo>
                  <a:pt x="8431" y="91751"/>
                </a:lnTo>
                <a:close/>
                <a:moveTo>
                  <a:pt x="5951" y="81832"/>
                </a:moveTo>
                <a:lnTo>
                  <a:pt x="5703" y="81832"/>
                </a:lnTo>
                <a:lnTo>
                  <a:pt x="5703" y="81832"/>
                </a:lnTo>
                <a:lnTo>
                  <a:pt x="5703" y="81832"/>
                </a:lnTo>
                <a:lnTo>
                  <a:pt x="5703" y="81584"/>
                </a:lnTo>
                <a:lnTo>
                  <a:pt x="5703" y="77616"/>
                </a:lnTo>
                <a:lnTo>
                  <a:pt x="5703" y="75137"/>
                </a:lnTo>
                <a:lnTo>
                  <a:pt x="5703" y="74889"/>
                </a:lnTo>
                <a:lnTo>
                  <a:pt x="5703" y="74889"/>
                </a:lnTo>
                <a:lnTo>
                  <a:pt x="5703" y="74889"/>
                </a:lnTo>
                <a:lnTo>
                  <a:pt x="5951" y="74889"/>
                </a:lnTo>
                <a:lnTo>
                  <a:pt x="8431" y="74889"/>
                </a:lnTo>
                <a:lnTo>
                  <a:pt x="9919" y="74889"/>
                </a:lnTo>
                <a:lnTo>
                  <a:pt x="10167" y="74889"/>
                </a:lnTo>
                <a:lnTo>
                  <a:pt x="10167" y="74889"/>
                </a:lnTo>
                <a:lnTo>
                  <a:pt x="10167" y="74889"/>
                </a:lnTo>
                <a:lnTo>
                  <a:pt x="10167" y="75137"/>
                </a:lnTo>
                <a:lnTo>
                  <a:pt x="10167" y="77616"/>
                </a:lnTo>
                <a:lnTo>
                  <a:pt x="10167" y="81584"/>
                </a:lnTo>
                <a:lnTo>
                  <a:pt x="10167" y="81832"/>
                </a:lnTo>
                <a:lnTo>
                  <a:pt x="10167" y="81832"/>
                </a:lnTo>
                <a:lnTo>
                  <a:pt x="10167" y="81832"/>
                </a:lnTo>
                <a:lnTo>
                  <a:pt x="9919" y="81832"/>
                </a:lnTo>
                <a:lnTo>
                  <a:pt x="8431" y="81832"/>
                </a:lnTo>
                <a:close/>
                <a:moveTo>
                  <a:pt x="5951" y="71913"/>
                </a:moveTo>
                <a:lnTo>
                  <a:pt x="5703" y="71913"/>
                </a:lnTo>
                <a:lnTo>
                  <a:pt x="5703" y="71913"/>
                </a:lnTo>
                <a:lnTo>
                  <a:pt x="5703" y="71913"/>
                </a:lnTo>
                <a:lnTo>
                  <a:pt x="5703" y="71665"/>
                </a:lnTo>
                <a:lnTo>
                  <a:pt x="5703" y="67697"/>
                </a:lnTo>
                <a:lnTo>
                  <a:pt x="5703" y="65218"/>
                </a:lnTo>
                <a:lnTo>
                  <a:pt x="5703" y="64970"/>
                </a:lnTo>
                <a:lnTo>
                  <a:pt x="5703" y="64970"/>
                </a:lnTo>
                <a:lnTo>
                  <a:pt x="5703" y="64970"/>
                </a:lnTo>
                <a:lnTo>
                  <a:pt x="5951" y="64970"/>
                </a:lnTo>
                <a:lnTo>
                  <a:pt x="8431" y="64970"/>
                </a:lnTo>
                <a:lnTo>
                  <a:pt x="9919" y="64970"/>
                </a:lnTo>
                <a:lnTo>
                  <a:pt x="10167" y="64970"/>
                </a:lnTo>
                <a:lnTo>
                  <a:pt x="10167" y="64970"/>
                </a:lnTo>
                <a:lnTo>
                  <a:pt x="10167" y="64970"/>
                </a:lnTo>
                <a:lnTo>
                  <a:pt x="10167" y="65218"/>
                </a:lnTo>
                <a:lnTo>
                  <a:pt x="10167" y="67697"/>
                </a:lnTo>
                <a:lnTo>
                  <a:pt x="10167" y="71665"/>
                </a:lnTo>
                <a:lnTo>
                  <a:pt x="10167" y="71913"/>
                </a:lnTo>
                <a:lnTo>
                  <a:pt x="10167" y="71913"/>
                </a:lnTo>
                <a:lnTo>
                  <a:pt x="10167" y="71913"/>
                </a:lnTo>
                <a:lnTo>
                  <a:pt x="9919" y="71913"/>
                </a:lnTo>
                <a:lnTo>
                  <a:pt x="8431" y="71913"/>
                </a:lnTo>
                <a:close/>
                <a:moveTo>
                  <a:pt x="5951" y="61994"/>
                </a:moveTo>
                <a:lnTo>
                  <a:pt x="5703" y="61994"/>
                </a:lnTo>
                <a:lnTo>
                  <a:pt x="5703" y="61994"/>
                </a:lnTo>
                <a:lnTo>
                  <a:pt x="5703" y="61994"/>
                </a:lnTo>
                <a:lnTo>
                  <a:pt x="5703" y="61746"/>
                </a:lnTo>
                <a:lnTo>
                  <a:pt x="5703" y="57778"/>
                </a:lnTo>
                <a:lnTo>
                  <a:pt x="5703" y="55298"/>
                </a:lnTo>
                <a:lnTo>
                  <a:pt x="5703" y="55050"/>
                </a:lnTo>
                <a:lnTo>
                  <a:pt x="5703" y="55050"/>
                </a:lnTo>
                <a:lnTo>
                  <a:pt x="5703" y="55050"/>
                </a:lnTo>
                <a:lnTo>
                  <a:pt x="5951" y="55050"/>
                </a:lnTo>
                <a:lnTo>
                  <a:pt x="8431" y="55050"/>
                </a:lnTo>
                <a:lnTo>
                  <a:pt x="9919" y="55050"/>
                </a:lnTo>
                <a:lnTo>
                  <a:pt x="10167" y="55050"/>
                </a:lnTo>
                <a:lnTo>
                  <a:pt x="10167" y="55050"/>
                </a:lnTo>
                <a:lnTo>
                  <a:pt x="10167" y="55050"/>
                </a:lnTo>
                <a:lnTo>
                  <a:pt x="10167" y="55298"/>
                </a:lnTo>
                <a:lnTo>
                  <a:pt x="10167" y="57778"/>
                </a:lnTo>
                <a:lnTo>
                  <a:pt x="10167" y="61746"/>
                </a:lnTo>
                <a:lnTo>
                  <a:pt x="10167" y="61994"/>
                </a:lnTo>
                <a:lnTo>
                  <a:pt x="10167" y="61994"/>
                </a:lnTo>
                <a:lnTo>
                  <a:pt x="10167" y="61994"/>
                </a:lnTo>
                <a:lnTo>
                  <a:pt x="9919" y="61994"/>
                </a:lnTo>
                <a:lnTo>
                  <a:pt x="8431" y="61994"/>
                </a:lnTo>
                <a:close/>
                <a:moveTo>
                  <a:pt x="5951" y="52075"/>
                </a:moveTo>
                <a:lnTo>
                  <a:pt x="5703" y="52075"/>
                </a:lnTo>
                <a:lnTo>
                  <a:pt x="5703" y="52075"/>
                </a:lnTo>
                <a:lnTo>
                  <a:pt x="5703" y="52075"/>
                </a:lnTo>
                <a:lnTo>
                  <a:pt x="5703" y="51827"/>
                </a:lnTo>
                <a:lnTo>
                  <a:pt x="5703" y="47859"/>
                </a:lnTo>
                <a:lnTo>
                  <a:pt x="5703" y="45379"/>
                </a:lnTo>
                <a:lnTo>
                  <a:pt x="5703" y="45131"/>
                </a:lnTo>
                <a:lnTo>
                  <a:pt x="5703" y="45131"/>
                </a:lnTo>
                <a:lnTo>
                  <a:pt x="5703" y="45131"/>
                </a:lnTo>
                <a:lnTo>
                  <a:pt x="5951" y="45131"/>
                </a:lnTo>
                <a:lnTo>
                  <a:pt x="8431" y="45131"/>
                </a:lnTo>
                <a:lnTo>
                  <a:pt x="9919" y="45131"/>
                </a:lnTo>
                <a:lnTo>
                  <a:pt x="10167" y="45131"/>
                </a:lnTo>
                <a:lnTo>
                  <a:pt x="10167" y="45131"/>
                </a:lnTo>
                <a:lnTo>
                  <a:pt x="10167" y="45131"/>
                </a:lnTo>
                <a:lnTo>
                  <a:pt x="10167" y="45379"/>
                </a:lnTo>
                <a:lnTo>
                  <a:pt x="10167" y="47859"/>
                </a:lnTo>
                <a:lnTo>
                  <a:pt x="10167" y="51827"/>
                </a:lnTo>
                <a:lnTo>
                  <a:pt x="10167" y="52075"/>
                </a:lnTo>
                <a:lnTo>
                  <a:pt x="10167" y="52075"/>
                </a:lnTo>
                <a:lnTo>
                  <a:pt x="10167" y="52075"/>
                </a:lnTo>
                <a:lnTo>
                  <a:pt x="9919" y="52075"/>
                </a:lnTo>
                <a:lnTo>
                  <a:pt x="8431" y="52075"/>
                </a:lnTo>
                <a:close/>
                <a:moveTo>
                  <a:pt x="5951" y="42156"/>
                </a:moveTo>
                <a:lnTo>
                  <a:pt x="5703" y="42156"/>
                </a:lnTo>
                <a:lnTo>
                  <a:pt x="5703" y="42156"/>
                </a:lnTo>
                <a:lnTo>
                  <a:pt x="5703" y="42156"/>
                </a:lnTo>
                <a:lnTo>
                  <a:pt x="5703" y="41908"/>
                </a:lnTo>
                <a:lnTo>
                  <a:pt x="5703" y="37940"/>
                </a:lnTo>
                <a:lnTo>
                  <a:pt x="5703" y="35460"/>
                </a:lnTo>
                <a:lnTo>
                  <a:pt x="5703" y="35212"/>
                </a:lnTo>
                <a:lnTo>
                  <a:pt x="5703" y="35212"/>
                </a:lnTo>
                <a:lnTo>
                  <a:pt x="5703" y="35212"/>
                </a:lnTo>
                <a:lnTo>
                  <a:pt x="5951" y="35212"/>
                </a:lnTo>
                <a:lnTo>
                  <a:pt x="8431" y="35212"/>
                </a:lnTo>
                <a:lnTo>
                  <a:pt x="9919" y="35212"/>
                </a:lnTo>
                <a:lnTo>
                  <a:pt x="10167" y="35212"/>
                </a:lnTo>
                <a:lnTo>
                  <a:pt x="10167" y="35212"/>
                </a:lnTo>
                <a:lnTo>
                  <a:pt x="10167" y="35212"/>
                </a:lnTo>
                <a:lnTo>
                  <a:pt x="10167" y="35460"/>
                </a:lnTo>
                <a:lnTo>
                  <a:pt x="10167" y="37940"/>
                </a:lnTo>
                <a:lnTo>
                  <a:pt x="10167" y="41908"/>
                </a:lnTo>
                <a:lnTo>
                  <a:pt x="10167" y="42156"/>
                </a:lnTo>
                <a:lnTo>
                  <a:pt x="10167" y="42156"/>
                </a:lnTo>
                <a:lnTo>
                  <a:pt x="10167" y="42156"/>
                </a:lnTo>
                <a:lnTo>
                  <a:pt x="9919" y="42156"/>
                </a:lnTo>
                <a:lnTo>
                  <a:pt x="8431" y="42156"/>
                </a:lnTo>
                <a:close/>
                <a:moveTo>
                  <a:pt x="5951" y="32237"/>
                </a:moveTo>
                <a:lnTo>
                  <a:pt x="5703" y="32237"/>
                </a:lnTo>
                <a:lnTo>
                  <a:pt x="5703" y="32237"/>
                </a:lnTo>
                <a:lnTo>
                  <a:pt x="5703" y="32237"/>
                </a:lnTo>
                <a:lnTo>
                  <a:pt x="5703" y="31989"/>
                </a:lnTo>
                <a:lnTo>
                  <a:pt x="5703" y="28021"/>
                </a:lnTo>
                <a:lnTo>
                  <a:pt x="5703" y="25541"/>
                </a:lnTo>
                <a:lnTo>
                  <a:pt x="5703" y="25293"/>
                </a:lnTo>
                <a:lnTo>
                  <a:pt x="5703" y="25293"/>
                </a:lnTo>
                <a:lnTo>
                  <a:pt x="5703" y="25293"/>
                </a:lnTo>
                <a:lnTo>
                  <a:pt x="5951" y="25293"/>
                </a:lnTo>
                <a:lnTo>
                  <a:pt x="8431" y="25293"/>
                </a:lnTo>
                <a:lnTo>
                  <a:pt x="9919" y="25293"/>
                </a:lnTo>
                <a:lnTo>
                  <a:pt x="10167" y="25293"/>
                </a:lnTo>
                <a:lnTo>
                  <a:pt x="10167" y="25293"/>
                </a:lnTo>
                <a:lnTo>
                  <a:pt x="10167" y="25293"/>
                </a:lnTo>
                <a:lnTo>
                  <a:pt x="10167" y="25541"/>
                </a:lnTo>
                <a:lnTo>
                  <a:pt x="10167" y="28021"/>
                </a:lnTo>
                <a:lnTo>
                  <a:pt x="10167" y="31989"/>
                </a:lnTo>
                <a:lnTo>
                  <a:pt x="10167" y="32237"/>
                </a:lnTo>
                <a:lnTo>
                  <a:pt x="10167" y="32237"/>
                </a:lnTo>
                <a:lnTo>
                  <a:pt x="10167" y="32237"/>
                </a:lnTo>
                <a:lnTo>
                  <a:pt x="9919" y="32237"/>
                </a:lnTo>
                <a:lnTo>
                  <a:pt x="8431" y="32237"/>
                </a:lnTo>
                <a:close/>
                <a:moveTo>
                  <a:pt x="5951" y="22318"/>
                </a:moveTo>
                <a:lnTo>
                  <a:pt x="5703" y="22318"/>
                </a:lnTo>
                <a:lnTo>
                  <a:pt x="5703" y="22318"/>
                </a:lnTo>
                <a:lnTo>
                  <a:pt x="5703" y="22318"/>
                </a:lnTo>
                <a:lnTo>
                  <a:pt x="5703" y="22070"/>
                </a:lnTo>
                <a:lnTo>
                  <a:pt x="5703" y="18102"/>
                </a:lnTo>
                <a:lnTo>
                  <a:pt x="5703" y="15622"/>
                </a:lnTo>
                <a:lnTo>
                  <a:pt x="5703" y="15374"/>
                </a:lnTo>
                <a:lnTo>
                  <a:pt x="5703" y="15374"/>
                </a:lnTo>
                <a:lnTo>
                  <a:pt x="5703" y="15374"/>
                </a:lnTo>
                <a:lnTo>
                  <a:pt x="5951" y="15374"/>
                </a:lnTo>
                <a:lnTo>
                  <a:pt x="8431" y="15374"/>
                </a:lnTo>
                <a:lnTo>
                  <a:pt x="9919" y="15374"/>
                </a:lnTo>
                <a:lnTo>
                  <a:pt x="10167" y="15374"/>
                </a:lnTo>
                <a:lnTo>
                  <a:pt x="10167" y="15374"/>
                </a:lnTo>
                <a:lnTo>
                  <a:pt x="10167" y="15374"/>
                </a:lnTo>
                <a:lnTo>
                  <a:pt x="10167" y="15622"/>
                </a:lnTo>
                <a:lnTo>
                  <a:pt x="10167" y="18102"/>
                </a:lnTo>
                <a:lnTo>
                  <a:pt x="10167" y="22070"/>
                </a:lnTo>
                <a:lnTo>
                  <a:pt x="10167" y="22318"/>
                </a:lnTo>
                <a:lnTo>
                  <a:pt x="10167" y="22318"/>
                </a:lnTo>
                <a:lnTo>
                  <a:pt x="10167" y="22318"/>
                </a:lnTo>
                <a:lnTo>
                  <a:pt x="9919" y="22318"/>
                </a:lnTo>
                <a:lnTo>
                  <a:pt x="8431" y="22318"/>
                </a:lnTo>
                <a:close/>
                <a:moveTo>
                  <a:pt x="5951" y="12398"/>
                </a:moveTo>
                <a:lnTo>
                  <a:pt x="5703" y="12398"/>
                </a:lnTo>
                <a:lnTo>
                  <a:pt x="5703" y="12398"/>
                </a:lnTo>
                <a:lnTo>
                  <a:pt x="5703" y="12398"/>
                </a:lnTo>
                <a:lnTo>
                  <a:pt x="5703" y="12150"/>
                </a:lnTo>
                <a:lnTo>
                  <a:pt x="5703" y="8183"/>
                </a:lnTo>
                <a:lnTo>
                  <a:pt x="5703" y="5703"/>
                </a:lnTo>
                <a:lnTo>
                  <a:pt x="5703" y="5455"/>
                </a:lnTo>
                <a:lnTo>
                  <a:pt x="5703" y="5455"/>
                </a:lnTo>
                <a:lnTo>
                  <a:pt x="5703" y="5455"/>
                </a:lnTo>
                <a:lnTo>
                  <a:pt x="5951" y="5455"/>
                </a:lnTo>
                <a:lnTo>
                  <a:pt x="8431" y="5455"/>
                </a:lnTo>
                <a:lnTo>
                  <a:pt x="9919" y="5455"/>
                </a:lnTo>
                <a:lnTo>
                  <a:pt x="10167" y="5455"/>
                </a:lnTo>
                <a:lnTo>
                  <a:pt x="10167" y="5455"/>
                </a:lnTo>
                <a:lnTo>
                  <a:pt x="10167" y="5455"/>
                </a:lnTo>
                <a:lnTo>
                  <a:pt x="10167" y="5703"/>
                </a:lnTo>
                <a:lnTo>
                  <a:pt x="10167" y="8183"/>
                </a:lnTo>
                <a:lnTo>
                  <a:pt x="10167" y="12150"/>
                </a:lnTo>
                <a:lnTo>
                  <a:pt x="10167" y="12398"/>
                </a:lnTo>
                <a:lnTo>
                  <a:pt x="10167" y="12398"/>
                </a:lnTo>
                <a:lnTo>
                  <a:pt x="10167" y="12398"/>
                </a:lnTo>
                <a:lnTo>
                  <a:pt x="9919" y="12398"/>
                </a:lnTo>
                <a:lnTo>
                  <a:pt x="8431" y="12398"/>
                </a:lnTo>
                <a:close/>
              </a:path>
            </a:pathLst>
          </a:custGeom>
          <a:solidFill>
            <a:srgbClr val="9E9E9E"/>
          </a:solidFill>
          <a:ln w="381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一层插座平面图：Blender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5731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8703" y="1008790"/>
            <a:ext cx="2244687" cy="4199488"/>
            <a:chOff x="358703" y="1008790"/>
            <a:chExt cx="2244687" cy="4199488"/>
          </a:xfrm>
        </p:grpSpPr>
        <p:sp>
          <p:nvSpPr>
            <p:cNvPr id="5" name="墙_GF_Wall_Shell"/>
            <p:cNvSpPr/>
            <p:nvPr/>
          </p:nvSpPr>
          <p:spPr>
            <a:xfrm>
              <a:off x="358703" y="1008790"/>
              <a:ext cx="2244687" cy="4199488"/>
            </a:xfrm>
            <a:custGeom>
              <a:avLst/>
              <a:gdLst/>
              <a:ahLst/>
              <a:cxnLst/>
              <a:rect l="l" t="t" r="r" b="b"/>
              <a:pathLst>
                <a:path w="2244687" h="4199488">
                  <a:moveTo>
                    <a:pt x="1918764" y="3678985"/>
                  </a:moveTo>
                  <a:lnTo>
                    <a:pt x="1918764" y="3601616"/>
                  </a:lnTo>
                  <a:lnTo>
                    <a:pt x="1918516" y="3601616"/>
                  </a:lnTo>
                  <a:lnTo>
                    <a:pt x="1918516" y="3596607"/>
                  </a:lnTo>
                  <a:lnTo>
                    <a:pt x="1944775" y="3596607"/>
                  </a:lnTo>
                  <a:lnTo>
                    <a:pt x="1944775" y="3560154"/>
                  </a:lnTo>
                  <a:lnTo>
                    <a:pt x="1918516" y="3560154"/>
                  </a:lnTo>
                  <a:lnTo>
                    <a:pt x="1918516" y="3166664"/>
                  </a:lnTo>
                  <a:lnTo>
                    <a:pt x="1918516" y="2968283"/>
                  </a:lnTo>
                  <a:lnTo>
                    <a:pt x="1902895" y="2968283"/>
                  </a:lnTo>
                  <a:lnTo>
                    <a:pt x="1902895" y="2953404"/>
                  </a:lnTo>
                  <a:lnTo>
                    <a:pt x="1732519" y="2953404"/>
                  </a:lnTo>
                  <a:lnTo>
                    <a:pt x="1672685" y="2953404"/>
                  </a:lnTo>
                  <a:lnTo>
                    <a:pt x="1659667" y="2953404"/>
                  </a:lnTo>
                  <a:lnTo>
                    <a:pt x="1659667" y="2983162"/>
                  </a:lnTo>
                  <a:lnTo>
                    <a:pt x="1702590" y="2983162"/>
                  </a:lnTo>
                  <a:lnTo>
                    <a:pt x="1887298" y="2983162"/>
                  </a:lnTo>
                  <a:lnTo>
                    <a:pt x="1887298" y="3166664"/>
                  </a:lnTo>
                  <a:lnTo>
                    <a:pt x="1887298" y="3578306"/>
                  </a:lnTo>
                  <a:lnTo>
                    <a:pt x="1887298" y="3601616"/>
                  </a:lnTo>
                  <a:lnTo>
                    <a:pt x="1887050" y="3601616"/>
                  </a:lnTo>
                  <a:lnTo>
                    <a:pt x="1887050" y="3678985"/>
                  </a:lnTo>
                  <a:close/>
                  <a:moveTo>
                    <a:pt x="2133228" y="3560154"/>
                  </a:moveTo>
                  <a:lnTo>
                    <a:pt x="2133228" y="3596607"/>
                  </a:lnTo>
                  <a:lnTo>
                    <a:pt x="2185176" y="3596607"/>
                  </a:lnTo>
                  <a:lnTo>
                    <a:pt x="2185176" y="3945312"/>
                  </a:lnTo>
                  <a:lnTo>
                    <a:pt x="2194598" y="3945312"/>
                  </a:lnTo>
                  <a:lnTo>
                    <a:pt x="2194598" y="3973829"/>
                  </a:lnTo>
                  <a:lnTo>
                    <a:pt x="2207493" y="3973829"/>
                  </a:lnTo>
                  <a:lnTo>
                    <a:pt x="2207493" y="3945312"/>
                  </a:lnTo>
                  <a:lnTo>
                    <a:pt x="2211212" y="3945312"/>
                  </a:lnTo>
                  <a:lnTo>
                    <a:pt x="2237248" y="3945312"/>
                  </a:lnTo>
                  <a:lnTo>
                    <a:pt x="2237248" y="3578306"/>
                  </a:lnTo>
                  <a:lnTo>
                    <a:pt x="2237248" y="3166664"/>
                  </a:lnTo>
                  <a:lnTo>
                    <a:pt x="2237248" y="2968283"/>
                  </a:lnTo>
                  <a:lnTo>
                    <a:pt x="2237248" y="2799659"/>
                  </a:lnTo>
                  <a:lnTo>
                    <a:pt x="2237248" y="2008613"/>
                  </a:lnTo>
                  <a:lnTo>
                    <a:pt x="2244687" y="2008613"/>
                  </a:lnTo>
                  <a:lnTo>
                    <a:pt x="2244687" y="1730878"/>
                  </a:lnTo>
                  <a:lnTo>
                    <a:pt x="2244687" y="1383711"/>
                  </a:lnTo>
                  <a:lnTo>
                    <a:pt x="2244687" y="1066300"/>
                  </a:lnTo>
                  <a:lnTo>
                    <a:pt x="2244687" y="369486"/>
                  </a:lnTo>
                  <a:lnTo>
                    <a:pt x="2244687" y="28517"/>
                  </a:lnTo>
                  <a:lnTo>
                    <a:pt x="2214931" y="28517"/>
                  </a:lnTo>
                  <a:lnTo>
                    <a:pt x="2214931" y="0"/>
                  </a:lnTo>
                  <a:lnTo>
                    <a:pt x="2087602" y="0"/>
                  </a:lnTo>
                  <a:lnTo>
                    <a:pt x="1931509" y="0"/>
                  </a:lnTo>
                  <a:lnTo>
                    <a:pt x="1739016" y="0"/>
                  </a:lnTo>
                  <a:lnTo>
                    <a:pt x="1739016" y="28517"/>
                  </a:lnTo>
                  <a:lnTo>
                    <a:pt x="1739016" y="57035"/>
                  </a:lnTo>
                  <a:lnTo>
                    <a:pt x="1931509" y="57035"/>
                  </a:lnTo>
                  <a:lnTo>
                    <a:pt x="2087602" y="57035"/>
                  </a:lnTo>
                  <a:lnTo>
                    <a:pt x="2214931" y="57035"/>
                  </a:lnTo>
                  <a:lnTo>
                    <a:pt x="2214931" y="87437"/>
                  </a:lnTo>
                  <a:lnTo>
                    <a:pt x="2185176" y="87437"/>
                  </a:lnTo>
                  <a:lnTo>
                    <a:pt x="2185176" y="354607"/>
                  </a:lnTo>
                  <a:lnTo>
                    <a:pt x="1675289" y="354607"/>
                  </a:lnTo>
                  <a:lnTo>
                    <a:pt x="1675289" y="384364"/>
                  </a:lnTo>
                  <a:lnTo>
                    <a:pt x="2185176" y="384364"/>
                  </a:lnTo>
                  <a:lnTo>
                    <a:pt x="2185176" y="1031584"/>
                  </a:lnTo>
                  <a:lnTo>
                    <a:pt x="2056384" y="1031584"/>
                  </a:lnTo>
                  <a:lnTo>
                    <a:pt x="2056384" y="1101017"/>
                  </a:lnTo>
                  <a:lnTo>
                    <a:pt x="2185176" y="1101017"/>
                  </a:lnTo>
                  <a:lnTo>
                    <a:pt x="2185176" y="1383711"/>
                  </a:lnTo>
                  <a:lnTo>
                    <a:pt x="2185176" y="1730878"/>
                  </a:lnTo>
                  <a:lnTo>
                    <a:pt x="2185176" y="1993734"/>
                  </a:lnTo>
                  <a:lnTo>
                    <a:pt x="1948669" y="1993734"/>
                  </a:lnTo>
                  <a:lnTo>
                    <a:pt x="1948669" y="2023491"/>
                  </a:lnTo>
                  <a:lnTo>
                    <a:pt x="2177737" y="2023491"/>
                  </a:lnTo>
                  <a:lnTo>
                    <a:pt x="2177737" y="2008613"/>
                  </a:lnTo>
                  <a:lnTo>
                    <a:pt x="2185176" y="2008613"/>
                  </a:lnTo>
                  <a:lnTo>
                    <a:pt x="2185176" y="2799659"/>
                  </a:lnTo>
                  <a:lnTo>
                    <a:pt x="2185176" y="2968283"/>
                  </a:lnTo>
                  <a:lnTo>
                    <a:pt x="2185176" y="3166664"/>
                  </a:lnTo>
                  <a:lnTo>
                    <a:pt x="2185176" y="3560154"/>
                  </a:lnTo>
                  <a:close/>
                  <a:moveTo>
                    <a:pt x="1407811" y="0"/>
                  </a:moveTo>
                  <a:lnTo>
                    <a:pt x="1427648" y="0"/>
                  </a:lnTo>
                  <a:lnTo>
                    <a:pt x="1427648" y="28517"/>
                  </a:lnTo>
                  <a:lnTo>
                    <a:pt x="1436327" y="28517"/>
                  </a:lnTo>
                  <a:lnTo>
                    <a:pt x="1436327" y="109135"/>
                  </a:lnTo>
                  <a:lnTo>
                    <a:pt x="1407811" y="109135"/>
                  </a:lnTo>
                  <a:lnTo>
                    <a:pt x="1379295" y="109135"/>
                  </a:lnTo>
                  <a:lnTo>
                    <a:pt x="1379295" y="28517"/>
                  </a:lnTo>
                  <a:lnTo>
                    <a:pt x="1407811" y="28517"/>
                  </a:lnTo>
                  <a:close/>
                  <a:moveTo>
                    <a:pt x="730872" y="2017292"/>
                  </a:moveTo>
                  <a:lnTo>
                    <a:pt x="879650" y="2017292"/>
                  </a:lnTo>
                  <a:lnTo>
                    <a:pt x="944120" y="2017292"/>
                  </a:lnTo>
                  <a:lnTo>
                    <a:pt x="1026444" y="2017292"/>
                  </a:lnTo>
                  <a:lnTo>
                    <a:pt x="1026444" y="2045809"/>
                  </a:lnTo>
                  <a:lnTo>
                    <a:pt x="1026444" y="2074326"/>
                  </a:lnTo>
                  <a:lnTo>
                    <a:pt x="958998" y="2074326"/>
                  </a:lnTo>
                  <a:lnTo>
                    <a:pt x="958998" y="2462410"/>
                  </a:lnTo>
                  <a:lnTo>
                    <a:pt x="958998" y="2693029"/>
                  </a:lnTo>
                  <a:lnTo>
                    <a:pt x="929242" y="2693029"/>
                  </a:lnTo>
                  <a:lnTo>
                    <a:pt x="929242" y="2477289"/>
                  </a:lnTo>
                  <a:lnTo>
                    <a:pt x="651523" y="2477289"/>
                  </a:lnTo>
                  <a:lnTo>
                    <a:pt x="651523" y="2447532"/>
                  </a:lnTo>
                  <a:lnTo>
                    <a:pt x="651523" y="2316104"/>
                  </a:lnTo>
                  <a:lnTo>
                    <a:pt x="681279" y="2316104"/>
                  </a:lnTo>
                  <a:lnTo>
                    <a:pt x="681279" y="2447532"/>
                  </a:lnTo>
                  <a:lnTo>
                    <a:pt x="929242" y="2447532"/>
                  </a:lnTo>
                  <a:lnTo>
                    <a:pt x="929242" y="2074326"/>
                  </a:lnTo>
                  <a:lnTo>
                    <a:pt x="879650" y="2074326"/>
                  </a:lnTo>
                  <a:lnTo>
                    <a:pt x="730872" y="2074326"/>
                  </a:lnTo>
                  <a:lnTo>
                    <a:pt x="681279" y="2074326"/>
                  </a:lnTo>
                  <a:lnTo>
                    <a:pt x="681279" y="2147480"/>
                  </a:lnTo>
                  <a:lnTo>
                    <a:pt x="651523" y="2147480"/>
                  </a:lnTo>
                  <a:lnTo>
                    <a:pt x="651523" y="2086428"/>
                  </a:lnTo>
                  <a:lnTo>
                    <a:pt x="652639" y="2086428"/>
                  </a:lnTo>
                  <a:lnTo>
                    <a:pt x="652639" y="2017292"/>
                  </a:lnTo>
                  <a:close/>
                  <a:moveTo>
                    <a:pt x="130677" y="2074326"/>
                  </a:moveTo>
                  <a:lnTo>
                    <a:pt x="130677" y="2017292"/>
                  </a:lnTo>
                  <a:lnTo>
                    <a:pt x="29136" y="2017292"/>
                  </a:lnTo>
                  <a:lnTo>
                    <a:pt x="0" y="2017292"/>
                  </a:lnTo>
                  <a:lnTo>
                    <a:pt x="0" y="2074326"/>
                  </a:lnTo>
                  <a:lnTo>
                    <a:pt x="620" y="2074326"/>
                  </a:lnTo>
                  <a:lnTo>
                    <a:pt x="620" y="2536803"/>
                  </a:lnTo>
                  <a:lnTo>
                    <a:pt x="620" y="3684936"/>
                  </a:lnTo>
                  <a:lnTo>
                    <a:pt x="620" y="3823803"/>
                  </a:lnTo>
                  <a:lnTo>
                    <a:pt x="29136" y="3823803"/>
                  </a:lnTo>
                  <a:lnTo>
                    <a:pt x="29136" y="3852320"/>
                  </a:lnTo>
                  <a:lnTo>
                    <a:pt x="175434" y="3852320"/>
                  </a:lnTo>
                  <a:lnTo>
                    <a:pt x="175434" y="3823803"/>
                  </a:lnTo>
                  <a:lnTo>
                    <a:pt x="175434" y="3795286"/>
                  </a:lnTo>
                  <a:lnTo>
                    <a:pt x="57651" y="3795286"/>
                  </a:lnTo>
                  <a:lnTo>
                    <a:pt x="57651" y="3713453"/>
                  </a:lnTo>
                  <a:lnTo>
                    <a:pt x="89143" y="3713453"/>
                  </a:lnTo>
                  <a:lnTo>
                    <a:pt x="89143" y="3684936"/>
                  </a:lnTo>
                  <a:lnTo>
                    <a:pt x="89143" y="3656419"/>
                  </a:lnTo>
                  <a:lnTo>
                    <a:pt x="57651" y="3656419"/>
                  </a:lnTo>
                  <a:lnTo>
                    <a:pt x="57651" y="2536803"/>
                  </a:lnTo>
                  <a:lnTo>
                    <a:pt x="57651" y="2074326"/>
                  </a:lnTo>
                  <a:close/>
                  <a:moveTo>
                    <a:pt x="1027188" y="2953404"/>
                  </a:moveTo>
                  <a:lnTo>
                    <a:pt x="1027188" y="2983162"/>
                  </a:lnTo>
                  <a:lnTo>
                    <a:pt x="958998" y="2983162"/>
                  </a:lnTo>
                  <a:lnTo>
                    <a:pt x="958998" y="2968283"/>
                  </a:lnTo>
                  <a:lnTo>
                    <a:pt x="944120" y="2968283"/>
                  </a:lnTo>
                  <a:lnTo>
                    <a:pt x="944120" y="2953404"/>
                  </a:lnTo>
                  <a:close/>
                  <a:moveTo>
                    <a:pt x="672104" y="3656419"/>
                  </a:moveTo>
                  <a:lnTo>
                    <a:pt x="672104" y="3684936"/>
                  </a:lnTo>
                  <a:lnTo>
                    <a:pt x="672104" y="3713453"/>
                  </a:lnTo>
                  <a:lnTo>
                    <a:pt x="680039" y="3713453"/>
                  </a:lnTo>
                  <a:lnTo>
                    <a:pt x="680039" y="3823803"/>
                  </a:lnTo>
                  <a:lnTo>
                    <a:pt x="708555" y="3823803"/>
                  </a:lnTo>
                  <a:close/>
                  <a:moveTo>
                    <a:pt x="708555" y="3656419"/>
                  </a:moveTo>
                  <a:lnTo>
                    <a:pt x="708555" y="3684936"/>
                  </a:lnTo>
                  <a:lnTo>
                    <a:pt x="737071" y="3684936"/>
                  </a:lnTo>
                  <a:lnTo>
                    <a:pt x="737071" y="3795286"/>
                  </a:lnTo>
                  <a:lnTo>
                    <a:pt x="929242" y="3795286"/>
                  </a:lnTo>
                  <a:lnTo>
                    <a:pt x="929242" y="3823803"/>
                  </a:lnTo>
                  <a:lnTo>
                    <a:pt x="944120" y="3823803"/>
                  </a:lnTo>
                  <a:lnTo>
                    <a:pt x="946352" y="3823803"/>
                  </a:lnTo>
                  <a:lnTo>
                    <a:pt x="958998" y="3823803"/>
                  </a:lnTo>
                  <a:lnTo>
                    <a:pt x="972636" y="3823803"/>
                  </a:lnTo>
                  <a:lnTo>
                    <a:pt x="972636" y="3945312"/>
                  </a:lnTo>
                  <a:lnTo>
                    <a:pt x="972636" y="4015985"/>
                  </a:lnTo>
                  <a:lnTo>
                    <a:pt x="1100337" y="4015985"/>
                  </a:lnTo>
                  <a:lnTo>
                    <a:pt x="1100337" y="4040386"/>
                  </a:lnTo>
                  <a:lnTo>
                    <a:pt x="1114223" y="4021565"/>
                  </a:lnTo>
                  <a:lnTo>
                    <a:pt x="1149334" y="4047528"/>
                  </a:lnTo>
                  <a:lnTo>
                    <a:pt x="1132374" y="4070441"/>
                  </a:lnTo>
                  <a:lnTo>
                    <a:pt x="1115438" y="4093379"/>
                  </a:lnTo>
                  <a:lnTo>
                    <a:pt x="1087889" y="4073020"/>
                  </a:lnTo>
                  <a:lnTo>
                    <a:pt x="944120" y="4073020"/>
                  </a:lnTo>
                  <a:lnTo>
                    <a:pt x="944120" y="4044502"/>
                  </a:lnTo>
                  <a:lnTo>
                    <a:pt x="915604" y="4044502"/>
                  </a:lnTo>
                  <a:lnTo>
                    <a:pt x="915604" y="3945312"/>
                  </a:lnTo>
                  <a:lnTo>
                    <a:pt x="915604" y="3852320"/>
                  </a:lnTo>
                  <a:lnTo>
                    <a:pt x="708555" y="3852320"/>
                  </a:lnTo>
                  <a:lnTo>
                    <a:pt x="708555" y="3823803"/>
                  </a:lnTo>
                  <a:close/>
                  <a:moveTo>
                    <a:pt x="1926848" y="3916794"/>
                  </a:moveTo>
                  <a:lnTo>
                    <a:pt x="1913309" y="3916794"/>
                  </a:lnTo>
                  <a:lnTo>
                    <a:pt x="1913309" y="3930433"/>
                  </a:lnTo>
                  <a:lnTo>
                    <a:pt x="1902895" y="3930433"/>
                  </a:lnTo>
                  <a:lnTo>
                    <a:pt x="1902895" y="3941493"/>
                  </a:lnTo>
                  <a:lnTo>
                    <a:pt x="1883405" y="3941468"/>
                  </a:lnTo>
                  <a:lnTo>
                    <a:pt x="1883405" y="4015985"/>
                  </a:lnTo>
                  <a:lnTo>
                    <a:pt x="1691605" y="4015985"/>
                  </a:lnTo>
                  <a:lnTo>
                    <a:pt x="1691605" y="4016828"/>
                  </a:lnTo>
                  <a:lnTo>
                    <a:pt x="1691233" y="4016233"/>
                  </a:lnTo>
                  <a:lnTo>
                    <a:pt x="1651361" y="4046585"/>
                  </a:lnTo>
                  <a:lnTo>
                    <a:pt x="1669834" y="4069003"/>
                  </a:lnTo>
                  <a:lnTo>
                    <a:pt x="1688307" y="4091444"/>
                  </a:lnTo>
                  <a:lnTo>
                    <a:pt x="1721063" y="4066944"/>
                  </a:lnTo>
                  <a:lnTo>
                    <a:pt x="1712930" y="4073020"/>
                  </a:lnTo>
                  <a:lnTo>
                    <a:pt x="1913309" y="4073020"/>
                  </a:lnTo>
                  <a:lnTo>
                    <a:pt x="1913309" y="4044502"/>
                  </a:lnTo>
                  <a:lnTo>
                    <a:pt x="1943238" y="4044502"/>
                  </a:lnTo>
                  <a:lnTo>
                    <a:pt x="1943238" y="3941468"/>
                  </a:lnTo>
                  <a:lnTo>
                    <a:pt x="1926848" y="3941468"/>
                  </a:lnTo>
                  <a:close/>
                  <a:moveTo>
                    <a:pt x="1407811" y="318427"/>
                  </a:moveTo>
                  <a:lnTo>
                    <a:pt x="1379295" y="318427"/>
                  </a:lnTo>
                  <a:lnTo>
                    <a:pt x="1379295" y="369486"/>
                  </a:lnTo>
                  <a:lnTo>
                    <a:pt x="1379295" y="534167"/>
                  </a:lnTo>
                  <a:lnTo>
                    <a:pt x="1407811" y="534167"/>
                  </a:lnTo>
                  <a:lnTo>
                    <a:pt x="1436327" y="534167"/>
                  </a:lnTo>
                  <a:lnTo>
                    <a:pt x="1436327" y="369486"/>
                  </a:lnTo>
                  <a:lnTo>
                    <a:pt x="1436327" y="318427"/>
                  </a:lnTo>
                  <a:close/>
                  <a:moveTo>
                    <a:pt x="1407811" y="901693"/>
                  </a:moveTo>
                  <a:lnTo>
                    <a:pt x="1379295" y="901693"/>
                  </a:lnTo>
                  <a:lnTo>
                    <a:pt x="1379295" y="1066300"/>
                  </a:lnTo>
                  <a:lnTo>
                    <a:pt x="1379295" y="1475462"/>
                  </a:lnTo>
                  <a:lnTo>
                    <a:pt x="1407811" y="1475462"/>
                  </a:lnTo>
                  <a:lnTo>
                    <a:pt x="1436327" y="1475462"/>
                  </a:lnTo>
                  <a:lnTo>
                    <a:pt x="1436327" y="1066300"/>
                  </a:lnTo>
                  <a:lnTo>
                    <a:pt x="1436327" y="901693"/>
                  </a:lnTo>
                  <a:close/>
                  <a:moveTo>
                    <a:pt x="1233270" y="4145032"/>
                  </a:moveTo>
                  <a:lnTo>
                    <a:pt x="1216334" y="4167970"/>
                  </a:lnTo>
                  <a:lnTo>
                    <a:pt x="1254991" y="4196537"/>
                  </a:lnTo>
                  <a:lnTo>
                    <a:pt x="1267414" y="4179352"/>
                  </a:lnTo>
                  <a:lnTo>
                    <a:pt x="1265877" y="4199488"/>
                  </a:lnTo>
                  <a:lnTo>
                    <a:pt x="1275647" y="4199488"/>
                  </a:lnTo>
                  <a:lnTo>
                    <a:pt x="1275647" y="4170971"/>
                  </a:lnTo>
                  <a:lnTo>
                    <a:pt x="1275647" y="4166086"/>
                  </a:lnTo>
                  <a:lnTo>
                    <a:pt x="1285317" y="4148033"/>
                  </a:lnTo>
                  <a:lnTo>
                    <a:pt x="1250231" y="4122094"/>
                  </a:lnTo>
                  <a:close/>
                  <a:moveTo>
                    <a:pt x="1702267" y="2008637"/>
                  </a:moveTo>
                  <a:lnTo>
                    <a:pt x="1705193" y="2008613"/>
                  </a:lnTo>
                  <a:lnTo>
                    <a:pt x="1728328" y="2008613"/>
                  </a:lnTo>
                  <a:lnTo>
                    <a:pt x="1743851" y="2008613"/>
                  </a:lnTo>
                  <a:lnTo>
                    <a:pt x="1759547" y="2008613"/>
                  </a:lnTo>
                  <a:lnTo>
                    <a:pt x="1759497" y="2045809"/>
                  </a:lnTo>
                  <a:lnTo>
                    <a:pt x="1759473" y="2083006"/>
                  </a:lnTo>
                  <a:lnTo>
                    <a:pt x="1705193" y="2083006"/>
                  </a:lnTo>
                  <a:lnTo>
                    <a:pt x="1702243" y="2083006"/>
                  </a:lnTo>
                  <a:lnTo>
                    <a:pt x="1407811" y="2083006"/>
                  </a:lnTo>
                  <a:lnTo>
                    <a:pt x="1407811" y="2074326"/>
                  </a:lnTo>
                  <a:lnTo>
                    <a:pt x="1325487" y="2074326"/>
                  </a:lnTo>
                  <a:lnTo>
                    <a:pt x="1325487" y="2045809"/>
                  </a:lnTo>
                  <a:lnTo>
                    <a:pt x="1325487" y="2017292"/>
                  </a:lnTo>
                  <a:lnTo>
                    <a:pt x="1379295" y="2017292"/>
                  </a:lnTo>
                  <a:lnTo>
                    <a:pt x="1379295" y="1882144"/>
                  </a:lnTo>
                  <a:lnTo>
                    <a:pt x="1407811" y="1882144"/>
                  </a:lnTo>
                  <a:lnTo>
                    <a:pt x="1436327" y="1882144"/>
                  </a:lnTo>
                  <a:lnTo>
                    <a:pt x="1436327" y="2008613"/>
                  </a:lnTo>
                  <a:close/>
                  <a:moveTo>
                    <a:pt x="1542629" y="4199488"/>
                  </a:moveTo>
                  <a:lnTo>
                    <a:pt x="1529090" y="4199488"/>
                  </a:lnTo>
                  <a:lnTo>
                    <a:pt x="1529090" y="4173773"/>
                  </a:lnTo>
                  <a:lnTo>
                    <a:pt x="1515055" y="4148529"/>
                  </a:lnTo>
                  <a:lnTo>
                    <a:pt x="1547811" y="4124029"/>
                  </a:lnTo>
                  <a:lnTo>
                    <a:pt x="1566284" y="4146471"/>
                  </a:lnTo>
                  <a:lnTo>
                    <a:pt x="1584733" y="4168912"/>
                  </a:lnTo>
                  <a:lnTo>
                    <a:pt x="1544885" y="4199240"/>
                  </a:lnTo>
                  <a:lnTo>
                    <a:pt x="1541959" y="419452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墙_Wall_GF_KitchenSmallWindow_Infill"/>
            <p:cNvSpPr/>
            <p:nvPr/>
          </p:nvSpPr>
          <p:spPr>
            <a:xfrm>
              <a:off x="1737874" y="1229192"/>
              <a:ext cx="57032" cy="97951"/>
            </a:xfrm>
            <a:custGeom>
              <a:avLst/>
              <a:gdLst/>
              <a:ahLst/>
              <a:cxnLst/>
              <a:rect l="l" t="t" r="r" b="b"/>
              <a:pathLst>
                <a:path w="57032" h="97951">
                  <a:moveTo>
                    <a:pt x="57032" y="0"/>
                  </a:moveTo>
                  <a:lnTo>
                    <a:pt x="57032" y="97951"/>
                  </a:lnTo>
                  <a:lnTo>
                    <a:pt x="0" y="97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Stair_Tread_06"/>
            <p:cNvSpPr/>
            <p:nvPr/>
          </p:nvSpPr>
          <p:spPr>
            <a:xfrm>
              <a:off x="2303231" y="3467704"/>
              <a:ext cx="240648" cy="54927"/>
            </a:xfrm>
            <a:custGeom>
              <a:avLst/>
              <a:gdLst/>
              <a:ahLst/>
              <a:cxnLst/>
              <a:rect l="l" t="t" r="r" b="b"/>
              <a:pathLst>
                <a:path w="240648" h="54927">
                  <a:moveTo>
                    <a:pt x="0" y="0"/>
                  </a:moveTo>
                  <a:lnTo>
                    <a:pt x="240648" y="0"/>
                  </a:lnTo>
                  <a:lnTo>
                    <a:pt x="240648" y="54927"/>
                  </a:lnTo>
                  <a:lnTo>
                    <a:pt x="0" y="5492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Stair_Riser_06"/>
            <p:cNvSpPr/>
            <p:nvPr/>
          </p:nvSpPr>
          <p:spPr>
            <a:xfrm>
              <a:off x="2303231" y="3515166"/>
              <a:ext cx="240648" cy="7465"/>
            </a:xfrm>
            <a:custGeom>
              <a:avLst/>
              <a:gdLst/>
              <a:ahLst/>
              <a:cxnLst/>
              <a:rect l="l" t="t" r="r" b="b"/>
              <a:pathLst>
                <a:path w="240648" h="7465">
                  <a:moveTo>
                    <a:pt x="0" y="0"/>
                  </a:moveTo>
                  <a:lnTo>
                    <a:pt x="240648" y="0"/>
                  </a:lnTo>
                  <a:lnTo>
                    <a:pt x="240648" y="7465"/>
                  </a:lnTo>
                  <a:lnTo>
                    <a:pt x="0" y="746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Stair_Baluster"/>
            <p:cNvSpPr/>
            <p:nvPr/>
          </p:nvSpPr>
          <p:spPr>
            <a:xfrm>
              <a:off x="2307074" y="3729443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Stair_Baluster.001"/>
            <p:cNvSpPr/>
            <p:nvPr/>
          </p:nvSpPr>
          <p:spPr>
            <a:xfrm>
              <a:off x="2307074" y="3712184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4"/>
                  </a:lnTo>
                  <a:lnTo>
                    <a:pt x="3521" y="5183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墙_Stair_Baluster.002"/>
            <p:cNvSpPr/>
            <p:nvPr/>
          </p:nvSpPr>
          <p:spPr>
            <a:xfrm>
              <a:off x="2303503" y="3694925"/>
              <a:ext cx="10638" cy="5183"/>
            </a:xfrm>
            <a:custGeom>
              <a:avLst/>
              <a:gdLst/>
              <a:ahLst/>
              <a:cxnLst/>
              <a:rect l="l" t="t" r="r" b="b"/>
              <a:pathLst>
                <a:path w="10638" h="5183">
                  <a:moveTo>
                    <a:pt x="9596" y="4414"/>
                  </a:moveTo>
                  <a:lnTo>
                    <a:pt x="8456" y="4984"/>
                  </a:lnTo>
                  <a:lnTo>
                    <a:pt x="7092" y="5183"/>
                  </a:lnTo>
                  <a:lnTo>
                    <a:pt x="5753" y="4984"/>
                  </a:lnTo>
                  <a:lnTo>
                    <a:pt x="4612" y="4414"/>
                  </a:lnTo>
                  <a:lnTo>
                    <a:pt x="199" y="4563"/>
                  </a:lnTo>
                  <a:lnTo>
                    <a:pt x="0" y="3546"/>
                  </a:lnTo>
                  <a:lnTo>
                    <a:pt x="199" y="595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墙_Stair_Baluster.003"/>
            <p:cNvSpPr/>
            <p:nvPr/>
          </p:nvSpPr>
          <p:spPr>
            <a:xfrm>
              <a:off x="2303503" y="3677666"/>
              <a:ext cx="10638" cy="5158"/>
            </a:xfrm>
            <a:custGeom>
              <a:avLst/>
              <a:gdLst/>
              <a:ahLst/>
              <a:cxnLst/>
              <a:rect l="l" t="t" r="r" b="b"/>
              <a:pathLst>
                <a:path w="10638" h="5158">
                  <a:moveTo>
                    <a:pt x="9596" y="4414"/>
                  </a:moveTo>
                  <a:lnTo>
                    <a:pt x="8456" y="4959"/>
                  </a:lnTo>
                  <a:lnTo>
                    <a:pt x="7092" y="5158"/>
                  </a:lnTo>
                  <a:lnTo>
                    <a:pt x="5753" y="4959"/>
                  </a:lnTo>
                  <a:lnTo>
                    <a:pt x="4612" y="4414"/>
                  </a:lnTo>
                  <a:lnTo>
                    <a:pt x="199" y="4562"/>
                  </a:lnTo>
                  <a:lnTo>
                    <a:pt x="0" y="3546"/>
                  </a:lnTo>
                  <a:lnTo>
                    <a:pt x="3844" y="1587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Stair_Baluster.004"/>
            <p:cNvSpPr/>
            <p:nvPr/>
          </p:nvSpPr>
          <p:spPr>
            <a:xfrm>
              <a:off x="2303528" y="3660382"/>
              <a:ext cx="10613" cy="5182"/>
            </a:xfrm>
            <a:custGeom>
              <a:avLst/>
              <a:gdLst/>
              <a:ahLst/>
              <a:cxnLst/>
              <a:rect l="l" t="t" r="r" b="b"/>
              <a:pathLst>
                <a:path w="10613" h="5182">
                  <a:moveTo>
                    <a:pt x="9571" y="4438"/>
                  </a:moveTo>
                  <a:lnTo>
                    <a:pt x="8431" y="4984"/>
                  </a:lnTo>
                  <a:lnTo>
                    <a:pt x="7067" y="5182"/>
                  </a:lnTo>
                  <a:lnTo>
                    <a:pt x="5728" y="4984"/>
                  </a:lnTo>
                  <a:lnTo>
                    <a:pt x="4587" y="4438"/>
                  </a:lnTo>
                  <a:lnTo>
                    <a:pt x="3819" y="3595"/>
                  </a:lnTo>
                  <a:lnTo>
                    <a:pt x="0" y="1636"/>
                  </a:lnTo>
                  <a:lnTo>
                    <a:pt x="174" y="620"/>
                  </a:lnTo>
                  <a:lnTo>
                    <a:pt x="4587" y="768"/>
                  </a:lnTo>
                  <a:lnTo>
                    <a:pt x="5728" y="198"/>
                  </a:lnTo>
                  <a:lnTo>
                    <a:pt x="7067" y="0"/>
                  </a:lnTo>
                  <a:lnTo>
                    <a:pt x="8431" y="198"/>
                  </a:lnTo>
                  <a:lnTo>
                    <a:pt x="9571" y="768"/>
                  </a:lnTo>
                  <a:lnTo>
                    <a:pt x="10340" y="1612"/>
                  </a:lnTo>
                  <a:lnTo>
                    <a:pt x="10613" y="2603"/>
                  </a:lnTo>
                  <a:lnTo>
                    <a:pt x="10340" y="359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Stair_Baluster.005"/>
            <p:cNvSpPr/>
            <p:nvPr/>
          </p:nvSpPr>
          <p:spPr>
            <a:xfrm>
              <a:off x="2303528" y="3643122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71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Stair_Baluster.006"/>
            <p:cNvSpPr/>
            <p:nvPr/>
          </p:nvSpPr>
          <p:spPr>
            <a:xfrm>
              <a:off x="2303528" y="3625863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46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Stair_Baluster.007"/>
            <p:cNvSpPr/>
            <p:nvPr/>
          </p:nvSpPr>
          <p:spPr>
            <a:xfrm>
              <a:off x="2303553" y="3608604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3794" y="3596"/>
                  </a:lnTo>
                  <a:lnTo>
                    <a:pt x="0" y="1637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9"/>
                  </a:lnTo>
                  <a:lnTo>
                    <a:pt x="7042" y="0"/>
                  </a:lnTo>
                  <a:lnTo>
                    <a:pt x="8406" y="199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604"/>
                  </a:lnTo>
                  <a:lnTo>
                    <a:pt x="10315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Stair_Baluster.008"/>
            <p:cNvSpPr/>
            <p:nvPr/>
          </p:nvSpPr>
          <p:spPr>
            <a:xfrm>
              <a:off x="2303553" y="3591345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99" y="4588"/>
                  </a:lnTo>
                  <a:lnTo>
                    <a:pt x="0" y="3546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8"/>
                  </a:lnTo>
                  <a:lnTo>
                    <a:pt x="7042" y="0"/>
                  </a:lnTo>
                  <a:lnTo>
                    <a:pt x="8406" y="198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579"/>
                  </a:lnTo>
                  <a:lnTo>
                    <a:pt x="1031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Stair_Baluster.009"/>
            <p:cNvSpPr/>
            <p:nvPr/>
          </p:nvSpPr>
          <p:spPr>
            <a:xfrm>
              <a:off x="2303553" y="3573218"/>
              <a:ext cx="10588" cy="6050"/>
            </a:xfrm>
            <a:custGeom>
              <a:avLst/>
              <a:gdLst/>
              <a:ahLst/>
              <a:cxnLst/>
              <a:rect l="l" t="t" r="r" b="b"/>
              <a:pathLst>
                <a:path w="10588" h="6050">
                  <a:moveTo>
                    <a:pt x="9546" y="5282"/>
                  </a:moveTo>
                  <a:lnTo>
                    <a:pt x="8406" y="5852"/>
                  </a:lnTo>
                  <a:lnTo>
                    <a:pt x="7042" y="6050"/>
                  </a:lnTo>
                  <a:lnTo>
                    <a:pt x="5703" y="5852"/>
                  </a:lnTo>
                  <a:lnTo>
                    <a:pt x="4562" y="5282"/>
                  </a:lnTo>
                  <a:lnTo>
                    <a:pt x="99" y="5455"/>
                  </a:lnTo>
                  <a:lnTo>
                    <a:pt x="0" y="4414"/>
                  </a:lnTo>
                  <a:lnTo>
                    <a:pt x="99" y="1463"/>
                  </a:lnTo>
                  <a:lnTo>
                    <a:pt x="3868" y="223"/>
                  </a:lnTo>
                  <a:lnTo>
                    <a:pt x="5182" y="0"/>
                  </a:lnTo>
                  <a:lnTo>
                    <a:pt x="6943" y="49"/>
                  </a:lnTo>
                  <a:lnTo>
                    <a:pt x="8555" y="124"/>
                  </a:lnTo>
                  <a:lnTo>
                    <a:pt x="10241" y="223"/>
                  </a:lnTo>
                  <a:lnTo>
                    <a:pt x="10315" y="2455"/>
                  </a:lnTo>
                  <a:lnTo>
                    <a:pt x="10588" y="3447"/>
                  </a:lnTo>
                  <a:lnTo>
                    <a:pt x="10315" y="4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Stair_Baluster.010"/>
            <p:cNvSpPr/>
            <p:nvPr/>
          </p:nvSpPr>
          <p:spPr>
            <a:xfrm>
              <a:off x="2307074" y="3556827"/>
              <a:ext cx="7067" cy="5182"/>
            </a:xfrm>
            <a:custGeom>
              <a:avLst/>
              <a:gdLst/>
              <a:ahLst/>
              <a:cxnLst/>
              <a:rect l="l" t="t" r="r" b="b"/>
              <a:pathLst>
                <a:path w="7067" h="5182">
                  <a:moveTo>
                    <a:pt x="6025" y="4414"/>
                  </a:moveTo>
                  <a:lnTo>
                    <a:pt x="4885" y="4984"/>
                  </a:lnTo>
                  <a:lnTo>
                    <a:pt x="3521" y="5182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0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3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3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Stair_Baluster.011"/>
            <p:cNvSpPr/>
            <p:nvPr/>
          </p:nvSpPr>
          <p:spPr>
            <a:xfrm>
              <a:off x="2307074" y="3539567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17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Stair_Baluster.012"/>
            <p:cNvSpPr/>
            <p:nvPr/>
          </p:nvSpPr>
          <p:spPr>
            <a:xfrm>
              <a:off x="2303602" y="3520448"/>
              <a:ext cx="10638" cy="7018"/>
            </a:xfrm>
            <a:custGeom>
              <a:avLst/>
              <a:gdLst/>
              <a:ahLst/>
              <a:cxnLst/>
              <a:rect l="l" t="t" r="r" b="b"/>
              <a:pathLst>
                <a:path w="10638" h="7018">
                  <a:moveTo>
                    <a:pt x="9497" y="6274"/>
                  </a:moveTo>
                  <a:lnTo>
                    <a:pt x="8357" y="6845"/>
                  </a:lnTo>
                  <a:lnTo>
                    <a:pt x="6993" y="7018"/>
                  </a:lnTo>
                  <a:lnTo>
                    <a:pt x="5654" y="6845"/>
                  </a:lnTo>
                  <a:lnTo>
                    <a:pt x="4513" y="6274"/>
                  </a:lnTo>
                  <a:lnTo>
                    <a:pt x="25" y="6448"/>
                  </a:lnTo>
                  <a:lnTo>
                    <a:pt x="0" y="5381"/>
                  </a:lnTo>
                  <a:lnTo>
                    <a:pt x="25" y="2431"/>
                  </a:lnTo>
                  <a:lnTo>
                    <a:pt x="3249" y="25"/>
                  </a:lnTo>
                  <a:lnTo>
                    <a:pt x="4637" y="0"/>
                  </a:lnTo>
                  <a:lnTo>
                    <a:pt x="6745" y="0"/>
                  </a:lnTo>
                  <a:lnTo>
                    <a:pt x="8654" y="100"/>
                  </a:lnTo>
                  <a:lnTo>
                    <a:pt x="10638" y="298"/>
                  </a:lnTo>
                  <a:lnTo>
                    <a:pt x="10266" y="3447"/>
                  </a:lnTo>
                  <a:lnTo>
                    <a:pt x="10539" y="4439"/>
                  </a:lnTo>
                  <a:lnTo>
                    <a:pt x="10266" y="543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DuoClassic_CurvedShell"/>
            <p:cNvSpPr/>
            <p:nvPr/>
          </p:nvSpPr>
          <p:spPr>
            <a:xfrm>
              <a:off x="1049281" y="3484541"/>
              <a:ext cx="229118" cy="221196"/>
            </a:xfrm>
            <a:custGeom>
              <a:avLst/>
              <a:gdLst/>
              <a:ahLst/>
              <a:cxnLst/>
              <a:rect l="l" t="t" r="r" b="b"/>
              <a:pathLst>
                <a:path w="229118" h="221196">
                  <a:moveTo>
                    <a:pt x="16365" y="110598"/>
                  </a:moveTo>
                  <a:lnTo>
                    <a:pt x="16836" y="103233"/>
                  </a:lnTo>
                  <a:lnTo>
                    <a:pt x="18250" y="95943"/>
                  </a:lnTo>
                  <a:lnTo>
                    <a:pt x="20605" y="88776"/>
                  </a:lnTo>
                  <a:lnTo>
                    <a:pt x="23829" y="81833"/>
                  </a:lnTo>
                  <a:lnTo>
                    <a:pt x="27970" y="75187"/>
                  </a:lnTo>
                  <a:lnTo>
                    <a:pt x="32904" y="68863"/>
                  </a:lnTo>
                  <a:lnTo>
                    <a:pt x="38657" y="62937"/>
                  </a:lnTo>
                  <a:lnTo>
                    <a:pt x="45129" y="57457"/>
                  </a:lnTo>
                  <a:lnTo>
                    <a:pt x="52270" y="52522"/>
                  </a:lnTo>
                  <a:lnTo>
                    <a:pt x="60007" y="48133"/>
                  </a:lnTo>
                  <a:lnTo>
                    <a:pt x="68264" y="44339"/>
                  </a:lnTo>
                  <a:lnTo>
                    <a:pt x="76992" y="41189"/>
                  </a:lnTo>
                  <a:lnTo>
                    <a:pt x="86043" y="38685"/>
                  </a:lnTo>
                  <a:lnTo>
                    <a:pt x="95391" y="36899"/>
                  </a:lnTo>
                  <a:lnTo>
                    <a:pt x="104938" y="35833"/>
                  </a:lnTo>
                  <a:lnTo>
                    <a:pt x="114559" y="35461"/>
                  </a:lnTo>
                  <a:lnTo>
                    <a:pt x="124180" y="35833"/>
                  </a:lnTo>
                  <a:lnTo>
                    <a:pt x="133726" y="36899"/>
                  </a:lnTo>
                  <a:lnTo>
                    <a:pt x="143074" y="38685"/>
                  </a:lnTo>
                  <a:lnTo>
                    <a:pt x="152125" y="41189"/>
                  </a:lnTo>
                  <a:lnTo>
                    <a:pt x="160853" y="44339"/>
                  </a:lnTo>
                  <a:lnTo>
                    <a:pt x="169110" y="48133"/>
                  </a:lnTo>
                  <a:lnTo>
                    <a:pt x="176847" y="52522"/>
                  </a:lnTo>
                  <a:lnTo>
                    <a:pt x="183988" y="57457"/>
                  </a:lnTo>
                  <a:lnTo>
                    <a:pt x="190460" y="62937"/>
                  </a:lnTo>
                  <a:lnTo>
                    <a:pt x="196213" y="68863"/>
                  </a:lnTo>
                  <a:lnTo>
                    <a:pt x="201147" y="75187"/>
                  </a:lnTo>
                  <a:lnTo>
                    <a:pt x="205288" y="81833"/>
                  </a:lnTo>
                  <a:lnTo>
                    <a:pt x="208512" y="88776"/>
                  </a:lnTo>
                  <a:lnTo>
                    <a:pt x="210867" y="95943"/>
                  </a:lnTo>
                  <a:lnTo>
                    <a:pt x="212281" y="103233"/>
                  </a:lnTo>
                  <a:lnTo>
                    <a:pt x="212752" y="110598"/>
                  </a:lnTo>
                  <a:lnTo>
                    <a:pt x="212752" y="189951"/>
                  </a:lnTo>
                  <a:lnTo>
                    <a:pt x="187460" y="189951"/>
                  </a:lnTo>
                  <a:lnTo>
                    <a:pt x="187460" y="221196"/>
                  </a:lnTo>
                  <a:lnTo>
                    <a:pt x="229118" y="221196"/>
                  </a:lnTo>
                  <a:lnTo>
                    <a:pt x="229118" y="110598"/>
                  </a:lnTo>
                  <a:lnTo>
                    <a:pt x="228572" y="99761"/>
                  </a:lnTo>
                  <a:lnTo>
                    <a:pt x="226911" y="89024"/>
                  </a:lnTo>
                  <a:lnTo>
                    <a:pt x="224183" y="78485"/>
                  </a:lnTo>
                  <a:lnTo>
                    <a:pt x="220389" y="68268"/>
                  </a:lnTo>
                  <a:lnTo>
                    <a:pt x="215579" y="58473"/>
                  </a:lnTo>
                  <a:lnTo>
                    <a:pt x="209801" y="49149"/>
                  </a:lnTo>
                  <a:lnTo>
                    <a:pt x="203106" y="40445"/>
                  </a:lnTo>
                  <a:lnTo>
                    <a:pt x="195568" y="32386"/>
                  </a:lnTo>
                  <a:lnTo>
                    <a:pt x="187237" y="25096"/>
                  </a:lnTo>
                  <a:lnTo>
                    <a:pt x="178211" y="18648"/>
                  </a:lnTo>
                  <a:lnTo>
                    <a:pt x="168565" y="13069"/>
                  </a:lnTo>
                  <a:lnTo>
                    <a:pt x="158398" y="8407"/>
                  </a:lnTo>
                  <a:lnTo>
                    <a:pt x="147810" y="4761"/>
                  </a:lnTo>
                  <a:lnTo>
                    <a:pt x="136900" y="2133"/>
                  </a:lnTo>
                  <a:lnTo>
                    <a:pt x="125791" y="521"/>
                  </a:lnTo>
                  <a:lnTo>
                    <a:pt x="114559" y="0"/>
                  </a:lnTo>
                  <a:lnTo>
                    <a:pt x="103326" y="521"/>
                  </a:lnTo>
                  <a:lnTo>
                    <a:pt x="92217" y="2133"/>
                  </a:lnTo>
                  <a:lnTo>
                    <a:pt x="81307" y="4761"/>
                  </a:lnTo>
                  <a:lnTo>
                    <a:pt x="70719" y="8407"/>
                  </a:lnTo>
                  <a:lnTo>
                    <a:pt x="60552" y="13069"/>
                  </a:lnTo>
                  <a:lnTo>
                    <a:pt x="50906" y="18648"/>
                  </a:lnTo>
                  <a:lnTo>
                    <a:pt x="41881" y="25096"/>
                  </a:lnTo>
                  <a:lnTo>
                    <a:pt x="33549" y="32386"/>
                  </a:lnTo>
                  <a:lnTo>
                    <a:pt x="26011" y="40445"/>
                  </a:lnTo>
                  <a:lnTo>
                    <a:pt x="19316" y="49149"/>
                  </a:lnTo>
                  <a:lnTo>
                    <a:pt x="13538" y="58473"/>
                  </a:lnTo>
                  <a:lnTo>
                    <a:pt x="8728" y="68268"/>
                  </a:lnTo>
                  <a:lnTo>
                    <a:pt x="4934" y="78485"/>
                  </a:lnTo>
                  <a:lnTo>
                    <a:pt x="2206" y="89024"/>
                  </a:lnTo>
                  <a:lnTo>
                    <a:pt x="545" y="99761"/>
                  </a:lnTo>
                  <a:lnTo>
                    <a:pt x="0" y="110598"/>
                  </a:lnTo>
                  <a:lnTo>
                    <a:pt x="0" y="221196"/>
                  </a:lnTo>
                  <a:lnTo>
                    <a:pt x="41657" y="221196"/>
                  </a:lnTo>
                  <a:lnTo>
                    <a:pt x="41657" y="189951"/>
                  </a:lnTo>
                  <a:lnTo>
                    <a:pt x="16365" y="189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Lift_Guide_Duo_-1"/>
            <p:cNvSpPr/>
            <p:nvPr/>
          </p:nvSpPr>
          <p:spPr>
            <a:xfrm>
              <a:off x="1030435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ift_Guide_Duo_1"/>
            <p:cNvSpPr/>
            <p:nvPr/>
          </p:nvSpPr>
          <p:spPr>
            <a:xfrm>
              <a:off x="1274803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FrameJamb.006"/>
            <p:cNvSpPr/>
            <p:nvPr/>
          </p:nvSpPr>
          <p:spPr>
            <a:xfrm>
              <a:off x="2242752" y="4942943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FrameJamb.007"/>
            <p:cNvSpPr/>
            <p:nvPr/>
          </p:nvSpPr>
          <p:spPr>
            <a:xfrm>
              <a:off x="2242752" y="4687527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10"/>
            <p:cNvSpPr/>
            <p:nvPr/>
          </p:nvSpPr>
          <p:spPr>
            <a:xfrm>
              <a:off x="1777672" y="1360297"/>
              <a:ext cx="7439" cy="35957"/>
            </a:xfrm>
            <a:custGeom>
              <a:avLst/>
              <a:gdLst/>
              <a:ahLst/>
              <a:cxnLst/>
              <a:rect l="l" t="t" r="r" b="b"/>
              <a:pathLst>
                <a:path w="7439" h="35957">
                  <a:moveTo>
                    <a:pt x="0" y="0"/>
                  </a:moveTo>
                  <a:lnTo>
                    <a:pt x="7439" y="0"/>
                  </a:lnTo>
                  <a:lnTo>
                    <a:pt x="7439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FrameJamb.011"/>
            <p:cNvSpPr/>
            <p:nvPr/>
          </p:nvSpPr>
          <p:spPr>
            <a:xfrm>
              <a:off x="2026181" y="1360297"/>
              <a:ext cx="7811" cy="35957"/>
            </a:xfrm>
            <a:custGeom>
              <a:avLst/>
              <a:gdLst/>
              <a:ahLst/>
              <a:cxnLst/>
              <a:rect l="l" t="t" r="r" b="b"/>
              <a:pathLst>
                <a:path w="7811" h="35957">
                  <a:moveTo>
                    <a:pt x="0" y="0"/>
                  </a:moveTo>
                  <a:lnTo>
                    <a:pt x="7811" y="0"/>
                  </a:lnTo>
                  <a:lnTo>
                    <a:pt x="7811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DoorLeaf.003"/>
            <p:cNvSpPr/>
            <p:nvPr/>
          </p:nvSpPr>
          <p:spPr>
            <a:xfrm>
              <a:off x="1780946" y="1160477"/>
              <a:ext cx="40988" cy="218270"/>
            </a:xfrm>
            <a:custGeom>
              <a:avLst/>
              <a:gdLst/>
              <a:ahLst/>
              <a:cxnLst/>
              <a:rect l="l" t="t" r="r" b="b"/>
              <a:pathLst>
                <a:path w="40988" h="218270">
                  <a:moveTo>
                    <a:pt x="24" y="216608"/>
                  </a:moveTo>
                  <a:lnTo>
                    <a:pt x="0" y="216211"/>
                  </a:lnTo>
                  <a:lnTo>
                    <a:pt x="31962" y="844"/>
                  </a:lnTo>
                  <a:lnTo>
                    <a:pt x="32086" y="496"/>
                  </a:lnTo>
                  <a:lnTo>
                    <a:pt x="32359" y="199"/>
                  </a:lnTo>
                  <a:lnTo>
                    <a:pt x="32706" y="25"/>
                  </a:lnTo>
                  <a:lnTo>
                    <a:pt x="33103" y="0"/>
                  </a:lnTo>
                  <a:lnTo>
                    <a:pt x="40145" y="893"/>
                  </a:lnTo>
                  <a:lnTo>
                    <a:pt x="40517" y="1017"/>
                  </a:lnTo>
                  <a:lnTo>
                    <a:pt x="40790" y="1265"/>
                  </a:lnTo>
                  <a:lnTo>
                    <a:pt x="40963" y="1612"/>
                  </a:lnTo>
                  <a:lnTo>
                    <a:pt x="40988" y="2009"/>
                  </a:lnTo>
                  <a:lnTo>
                    <a:pt x="8604" y="217427"/>
                  </a:lnTo>
                  <a:lnTo>
                    <a:pt x="8480" y="217799"/>
                  </a:lnTo>
                  <a:lnTo>
                    <a:pt x="8207" y="218071"/>
                  </a:lnTo>
                  <a:lnTo>
                    <a:pt x="7860" y="218245"/>
                  </a:lnTo>
                  <a:lnTo>
                    <a:pt x="7463" y="218270"/>
                  </a:lnTo>
                  <a:lnTo>
                    <a:pt x="843" y="217327"/>
                  </a:lnTo>
                  <a:lnTo>
                    <a:pt x="471" y="217203"/>
                  </a:lnTo>
                  <a:lnTo>
                    <a:pt x="198" y="21695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Wall_GF_OldWindow_Infill"/>
            <p:cNvSpPr/>
            <p:nvPr/>
          </p:nvSpPr>
          <p:spPr>
            <a:xfrm>
              <a:off x="447722" y="4665159"/>
              <a:ext cx="235069" cy="57035"/>
            </a:xfrm>
            <a:custGeom>
              <a:avLst/>
              <a:gdLst/>
              <a:ahLst/>
              <a:cxnLst/>
              <a:rect l="l" t="t" r="r" b="b"/>
              <a:pathLst>
                <a:path w="235069" h="57035">
                  <a:moveTo>
                    <a:pt x="235069" y="0"/>
                  </a:moveTo>
                  <a:lnTo>
                    <a:pt x="235069" y="57035"/>
                  </a:lnTo>
                  <a:lnTo>
                    <a:pt x="0" y="57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DDA_Frame"/>
            <p:cNvSpPr/>
            <p:nvPr/>
          </p:nvSpPr>
          <p:spPr>
            <a:xfrm>
              <a:off x="682791" y="4684501"/>
              <a:ext cx="347892" cy="18599"/>
            </a:xfrm>
            <a:custGeom>
              <a:avLst/>
              <a:gdLst/>
              <a:ahLst/>
              <a:cxnLst/>
              <a:rect l="l" t="t" r="r" b="b"/>
              <a:pathLst>
                <a:path w="347892" h="18599">
                  <a:moveTo>
                    <a:pt x="347793" y="99"/>
                  </a:moveTo>
                  <a:lnTo>
                    <a:pt x="347520" y="0"/>
                  </a:lnTo>
                  <a:lnTo>
                    <a:pt x="335370" y="0"/>
                  </a:lnTo>
                  <a:lnTo>
                    <a:pt x="335023" y="75"/>
                  </a:lnTo>
                  <a:lnTo>
                    <a:pt x="334725" y="273"/>
                  </a:lnTo>
                  <a:lnTo>
                    <a:pt x="334527" y="471"/>
                  </a:lnTo>
                  <a:lnTo>
                    <a:pt x="334329" y="769"/>
                  </a:lnTo>
                  <a:lnTo>
                    <a:pt x="334254" y="1116"/>
                  </a:lnTo>
                  <a:lnTo>
                    <a:pt x="334254" y="13267"/>
                  </a:lnTo>
                  <a:lnTo>
                    <a:pt x="334155" y="13540"/>
                  </a:lnTo>
                  <a:lnTo>
                    <a:pt x="333882" y="13639"/>
                  </a:lnTo>
                  <a:lnTo>
                    <a:pt x="332395" y="13639"/>
                  </a:lnTo>
                  <a:lnTo>
                    <a:pt x="332047" y="13713"/>
                  </a:lnTo>
                  <a:lnTo>
                    <a:pt x="331725" y="13887"/>
                  </a:lnTo>
                  <a:lnTo>
                    <a:pt x="331576" y="14011"/>
                  </a:lnTo>
                  <a:lnTo>
                    <a:pt x="331353" y="14284"/>
                  </a:lnTo>
                  <a:lnTo>
                    <a:pt x="331279" y="14631"/>
                  </a:lnTo>
                  <a:lnTo>
                    <a:pt x="331279" y="18227"/>
                  </a:lnTo>
                  <a:lnTo>
                    <a:pt x="331378" y="18499"/>
                  </a:lnTo>
                  <a:lnTo>
                    <a:pt x="331651" y="18599"/>
                  </a:lnTo>
                  <a:lnTo>
                    <a:pt x="347520" y="18599"/>
                  </a:lnTo>
                  <a:lnTo>
                    <a:pt x="347793" y="18499"/>
                  </a:lnTo>
                  <a:lnTo>
                    <a:pt x="347892" y="18227"/>
                  </a:lnTo>
                  <a:lnTo>
                    <a:pt x="347892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522" y="0"/>
                  </a:lnTo>
                  <a:lnTo>
                    <a:pt x="12869" y="75"/>
                  </a:lnTo>
                  <a:lnTo>
                    <a:pt x="13167" y="273"/>
                  </a:lnTo>
                  <a:lnTo>
                    <a:pt x="13365" y="471"/>
                  </a:lnTo>
                  <a:lnTo>
                    <a:pt x="13564" y="769"/>
                  </a:lnTo>
                  <a:lnTo>
                    <a:pt x="13638" y="1116"/>
                  </a:lnTo>
                  <a:lnTo>
                    <a:pt x="13638" y="13267"/>
                  </a:lnTo>
                  <a:lnTo>
                    <a:pt x="13737" y="13540"/>
                  </a:lnTo>
                  <a:lnTo>
                    <a:pt x="14010" y="13639"/>
                  </a:lnTo>
                  <a:lnTo>
                    <a:pt x="15498" y="13639"/>
                  </a:lnTo>
                  <a:lnTo>
                    <a:pt x="15845" y="13713"/>
                  </a:lnTo>
                  <a:lnTo>
                    <a:pt x="16167" y="13887"/>
                  </a:lnTo>
                  <a:lnTo>
                    <a:pt x="16316" y="14011"/>
                  </a:lnTo>
                  <a:lnTo>
                    <a:pt x="16539" y="14284"/>
                  </a:lnTo>
                  <a:lnTo>
                    <a:pt x="16613" y="14631"/>
                  </a:lnTo>
                  <a:lnTo>
                    <a:pt x="16613" y="18227"/>
                  </a:lnTo>
                  <a:lnTo>
                    <a:pt x="16514" y="18499"/>
                  </a:lnTo>
                  <a:lnTo>
                    <a:pt x="16242" y="18599"/>
                  </a:lnTo>
                  <a:lnTo>
                    <a:pt x="372" y="18599"/>
                  </a:lnTo>
                  <a:lnTo>
                    <a:pt x="99" y="18499"/>
                  </a:lnTo>
                  <a:lnTo>
                    <a:pt x="0" y="18227"/>
                  </a:lnTo>
                  <a:lnTo>
                    <a:pt x="0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DDA_Architrave"/>
            <p:cNvSpPr/>
            <p:nvPr/>
          </p:nvSpPr>
          <p:spPr>
            <a:xfrm>
              <a:off x="665433" y="4659704"/>
              <a:ext cx="382608" cy="5455"/>
            </a:xfrm>
            <a:custGeom>
              <a:avLst/>
              <a:gdLst/>
              <a:ahLst/>
              <a:cxnLst/>
              <a:rect l="l" t="t" r="r" b="b"/>
              <a:pathLst>
                <a:path w="382608" h="5455">
                  <a:moveTo>
                    <a:pt x="370706" y="248"/>
                  </a:moveTo>
                  <a:lnTo>
                    <a:pt x="367730" y="0"/>
                  </a:lnTo>
                  <a:lnTo>
                    <a:pt x="365250" y="0"/>
                  </a:lnTo>
                  <a:lnTo>
                    <a:pt x="351116" y="0"/>
                  </a:lnTo>
                  <a:lnTo>
                    <a:pt x="350943" y="74"/>
                  </a:lnTo>
                  <a:lnTo>
                    <a:pt x="350868" y="248"/>
                  </a:lnTo>
                  <a:lnTo>
                    <a:pt x="350868" y="5207"/>
                  </a:lnTo>
                  <a:lnTo>
                    <a:pt x="350943" y="5381"/>
                  </a:lnTo>
                  <a:lnTo>
                    <a:pt x="351116" y="5455"/>
                  </a:lnTo>
                  <a:lnTo>
                    <a:pt x="382360" y="5455"/>
                  </a:lnTo>
                  <a:lnTo>
                    <a:pt x="382533" y="5381"/>
                  </a:lnTo>
                  <a:lnTo>
                    <a:pt x="382608" y="5207"/>
                  </a:lnTo>
                  <a:lnTo>
                    <a:pt x="382608" y="3223"/>
                  </a:lnTo>
                  <a:lnTo>
                    <a:pt x="382558" y="3000"/>
                  </a:lnTo>
                  <a:lnTo>
                    <a:pt x="382459" y="2777"/>
                  </a:lnTo>
                  <a:lnTo>
                    <a:pt x="381765" y="1934"/>
                  </a:lnTo>
                  <a:lnTo>
                    <a:pt x="381591" y="1785"/>
                  </a:lnTo>
                  <a:lnTo>
                    <a:pt x="381368" y="1686"/>
                  </a:lnTo>
                  <a:lnTo>
                    <a:pt x="379632" y="1239"/>
                  </a:lnTo>
                  <a:lnTo>
                    <a:pt x="376409" y="1239"/>
                  </a:lnTo>
                  <a:lnTo>
                    <a:pt x="373929" y="744"/>
                  </a:lnTo>
                  <a:close/>
                  <a:moveTo>
                    <a:pt x="14878" y="0"/>
                  </a:moveTo>
                  <a:lnTo>
                    <a:pt x="17358" y="0"/>
                  </a:lnTo>
                  <a:lnTo>
                    <a:pt x="31492" y="0"/>
                  </a:lnTo>
                  <a:lnTo>
                    <a:pt x="31665" y="74"/>
                  </a:lnTo>
                  <a:lnTo>
                    <a:pt x="31740" y="248"/>
                  </a:lnTo>
                  <a:lnTo>
                    <a:pt x="31740" y="5207"/>
                  </a:lnTo>
                  <a:lnTo>
                    <a:pt x="31665" y="5381"/>
                  </a:lnTo>
                  <a:lnTo>
                    <a:pt x="31492" y="5455"/>
                  </a:lnTo>
                  <a:lnTo>
                    <a:pt x="248" y="5455"/>
                  </a:lnTo>
                  <a:lnTo>
                    <a:pt x="75" y="5381"/>
                  </a:lnTo>
                  <a:lnTo>
                    <a:pt x="0" y="5207"/>
                  </a:lnTo>
                  <a:lnTo>
                    <a:pt x="0" y="3223"/>
                  </a:lnTo>
                  <a:lnTo>
                    <a:pt x="50" y="3000"/>
                  </a:lnTo>
                  <a:lnTo>
                    <a:pt x="149" y="2777"/>
                  </a:lnTo>
                  <a:lnTo>
                    <a:pt x="844" y="1934"/>
                  </a:lnTo>
                  <a:lnTo>
                    <a:pt x="1017" y="1785"/>
                  </a:lnTo>
                  <a:lnTo>
                    <a:pt x="1240" y="1686"/>
                  </a:lnTo>
                  <a:lnTo>
                    <a:pt x="2976" y="1239"/>
                  </a:lnTo>
                  <a:lnTo>
                    <a:pt x="6200" y="1239"/>
                  </a:lnTo>
                  <a:lnTo>
                    <a:pt x="8679" y="744"/>
                  </a:lnTo>
                  <a:lnTo>
                    <a:pt x="11903" y="24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DDA_RevealLining"/>
            <p:cNvSpPr/>
            <p:nvPr/>
          </p:nvSpPr>
          <p:spPr>
            <a:xfrm>
              <a:off x="682791" y="4665159"/>
              <a:ext cx="347892" cy="19342"/>
            </a:xfrm>
            <a:custGeom>
              <a:avLst/>
              <a:gdLst/>
              <a:ahLst/>
              <a:cxnLst/>
              <a:rect l="l" t="t" r="r" b="b"/>
              <a:pathLst>
                <a:path w="347892" h="19342">
                  <a:moveTo>
                    <a:pt x="344917" y="0"/>
                  </a:moveTo>
                  <a:lnTo>
                    <a:pt x="344917" y="19342"/>
                  </a:lnTo>
                  <a:lnTo>
                    <a:pt x="347892" y="19342"/>
                  </a:lnTo>
                  <a:lnTo>
                    <a:pt x="347892" y="0"/>
                  </a:lnTo>
                  <a:close/>
                  <a:moveTo>
                    <a:pt x="2975" y="0"/>
                  </a:moveTo>
                  <a:lnTo>
                    <a:pt x="2975" y="19342"/>
                  </a:lnTo>
                  <a:lnTo>
                    <a:pt x="0" y="19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DDA_Main_LeafFrame"/>
            <p:cNvSpPr/>
            <p:nvPr/>
          </p:nvSpPr>
          <p:spPr>
            <a:xfrm>
              <a:off x="820411" y="4684625"/>
              <a:ext cx="196138" cy="13143"/>
            </a:xfrm>
            <a:custGeom>
              <a:avLst/>
              <a:gdLst/>
              <a:ahLst/>
              <a:cxnLst/>
              <a:rect l="l" t="t" r="r" b="b"/>
              <a:pathLst>
                <a:path w="196138" h="13143">
                  <a:moveTo>
                    <a:pt x="195915" y="223"/>
                  </a:moveTo>
                  <a:lnTo>
                    <a:pt x="195395" y="0"/>
                  </a:lnTo>
                  <a:lnTo>
                    <a:pt x="172086" y="0"/>
                  </a:lnTo>
                  <a:lnTo>
                    <a:pt x="171565" y="223"/>
                  </a:lnTo>
                  <a:lnTo>
                    <a:pt x="171342" y="744"/>
                  </a:lnTo>
                  <a:lnTo>
                    <a:pt x="171342" y="12399"/>
                  </a:lnTo>
                  <a:lnTo>
                    <a:pt x="171565" y="12920"/>
                  </a:lnTo>
                  <a:lnTo>
                    <a:pt x="172086" y="13143"/>
                  </a:lnTo>
                  <a:lnTo>
                    <a:pt x="195395" y="13143"/>
                  </a:lnTo>
                  <a:lnTo>
                    <a:pt x="195915" y="12920"/>
                  </a:lnTo>
                  <a:lnTo>
                    <a:pt x="196138" y="12399"/>
                  </a:lnTo>
                  <a:lnTo>
                    <a:pt x="196138" y="744"/>
                  </a:lnTo>
                  <a:close/>
                  <a:moveTo>
                    <a:pt x="24573" y="223"/>
                  </a:moveTo>
                  <a:lnTo>
                    <a:pt x="24052" y="0"/>
                  </a:lnTo>
                  <a:lnTo>
                    <a:pt x="743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3" y="13143"/>
                  </a:lnTo>
                  <a:lnTo>
                    <a:pt x="24052" y="13143"/>
                  </a:lnTo>
                  <a:lnTo>
                    <a:pt x="24573" y="12920"/>
                  </a:lnTo>
                  <a:lnTo>
                    <a:pt x="24796" y="12399"/>
                  </a:lnTo>
                  <a:lnTo>
                    <a:pt x="24796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DDA_Main_Mould_3o"/>
            <p:cNvSpPr/>
            <p:nvPr/>
          </p:nvSpPr>
          <p:spPr>
            <a:xfrm>
              <a:off x="845207" y="4697768"/>
              <a:ext cx="146546" cy="3224"/>
            </a:xfrm>
            <a:custGeom>
              <a:avLst/>
              <a:gdLst/>
              <a:ahLst/>
              <a:cxnLst/>
              <a:rect l="l" t="t" r="r" b="b"/>
              <a:pathLst>
                <a:path w="146546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1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146546" y="0"/>
                  </a:moveTo>
                  <a:lnTo>
                    <a:pt x="146546" y="496"/>
                  </a:lnTo>
                  <a:lnTo>
                    <a:pt x="145554" y="2232"/>
                  </a:lnTo>
                  <a:lnTo>
                    <a:pt x="144314" y="2976"/>
                  </a:lnTo>
                  <a:lnTo>
                    <a:pt x="142579" y="3224"/>
                  </a:lnTo>
                  <a:lnTo>
                    <a:pt x="142083" y="3224"/>
                  </a:lnTo>
                  <a:lnTo>
                    <a:pt x="14208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DDA_Main_Mould_3i"/>
            <p:cNvSpPr/>
            <p:nvPr/>
          </p:nvSpPr>
          <p:spPr>
            <a:xfrm>
              <a:off x="845207" y="4681402"/>
              <a:ext cx="146546" cy="3223"/>
            </a:xfrm>
            <a:custGeom>
              <a:avLst/>
              <a:gdLst/>
              <a:ahLst/>
              <a:cxnLst/>
              <a:rect l="l" t="t" r="r" b="b"/>
              <a:pathLst>
                <a:path w="146546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1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142083" y="3223"/>
                  </a:moveTo>
                  <a:lnTo>
                    <a:pt x="142083" y="0"/>
                  </a:lnTo>
                  <a:lnTo>
                    <a:pt x="142579" y="0"/>
                  </a:lnTo>
                  <a:lnTo>
                    <a:pt x="144314" y="248"/>
                  </a:lnTo>
                  <a:lnTo>
                    <a:pt x="145554" y="991"/>
                  </a:lnTo>
                  <a:lnTo>
                    <a:pt x="146546" y="2727"/>
                  </a:lnTo>
                  <a:lnTo>
                    <a:pt x="146546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DDA_Main_Panel_3"/>
            <p:cNvSpPr/>
            <p:nvPr/>
          </p:nvSpPr>
          <p:spPr>
            <a:xfrm>
              <a:off x="844215" y="4687477"/>
              <a:ext cx="148530" cy="7439"/>
            </a:xfrm>
            <a:custGeom>
              <a:avLst/>
              <a:gdLst/>
              <a:ahLst/>
              <a:cxnLst/>
              <a:rect l="l" t="t" r="r" b="b"/>
              <a:pathLst>
                <a:path w="148530" h="7439">
                  <a:moveTo>
                    <a:pt x="141860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141860" y="0"/>
                  </a:lnTo>
                  <a:lnTo>
                    <a:pt x="148530" y="1488"/>
                  </a:lnTo>
                  <a:lnTo>
                    <a:pt x="148530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DDA_Side_LeafFrame"/>
            <p:cNvSpPr/>
            <p:nvPr/>
          </p:nvSpPr>
          <p:spPr>
            <a:xfrm>
              <a:off x="696925" y="4684625"/>
              <a:ext cx="122494" cy="13143"/>
            </a:xfrm>
            <a:custGeom>
              <a:avLst/>
              <a:gdLst/>
              <a:ahLst/>
              <a:cxnLst/>
              <a:rect l="l" t="t" r="r" b="b"/>
              <a:pathLst>
                <a:path w="122494" h="13143">
                  <a:moveTo>
                    <a:pt x="122270" y="223"/>
                  </a:moveTo>
                  <a:lnTo>
                    <a:pt x="121750" y="0"/>
                  </a:lnTo>
                  <a:lnTo>
                    <a:pt x="103400" y="0"/>
                  </a:lnTo>
                  <a:lnTo>
                    <a:pt x="102880" y="223"/>
                  </a:lnTo>
                  <a:lnTo>
                    <a:pt x="102657" y="744"/>
                  </a:lnTo>
                  <a:lnTo>
                    <a:pt x="102657" y="12399"/>
                  </a:lnTo>
                  <a:lnTo>
                    <a:pt x="102880" y="12920"/>
                  </a:lnTo>
                  <a:lnTo>
                    <a:pt x="103400" y="13143"/>
                  </a:lnTo>
                  <a:lnTo>
                    <a:pt x="121750" y="13143"/>
                  </a:lnTo>
                  <a:lnTo>
                    <a:pt x="122270" y="12920"/>
                  </a:lnTo>
                  <a:lnTo>
                    <a:pt x="122494" y="12399"/>
                  </a:lnTo>
                  <a:lnTo>
                    <a:pt x="122494" y="744"/>
                  </a:lnTo>
                  <a:close/>
                  <a:moveTo>
                    <a:pt x="19614" y="223"/>
                  </a:moveTo>
                  <a:lnTo>
                    <a:pt x="19093" y="0"/>
                  </a:lnTo>
                  <a:lnTo>
                    <a:pt x="744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4" y="13143"/>
                  </a:lnTo>
                  <a:lnTo>
                    <a:pt x="19093" y="13143"/>
                  </a:lnTo>
                  <a:lnTo>
                    <a:pt x="19614" y="12920"/>
                  </a:lnTo>
                  <a:lnTo>
                    <a:pt x="19837" y="12399"/>
                  </a:lnTo>
                  <a:lnTo>
                    <a:pt x="19837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DDA_Side_Mould_3o"/>
            <p:cNvSpPr/>
            <p:nvPr/>
          </p:nvSpPr>
          <p:spPr>
            <a:xfrm>
              <a:off x="716762" y="4697768"/>
              <a:ext cx="82820" cy="3224"/>
            </a:xfrm>
            <a:custGeom>
              <a:avLst/>
              <a:gdLst/>
              <a:ahLst/>
              <a:cxnLst/>
              <a:rect l="l" t="t" r="r" b="b"/>
              <a:pathLst>
                <a:path w="82820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2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82820" y="0"/>
                  </a:moveTo>
                  <a:lnTo>
                    <a:pt x="82820" y="496"/>
                  </a:lnTo>
                  <a:lnTo>
                    <a:pt x="81828" y="2232"/>
                  </a:lnTo>
                  <a:lnTo>
                    <a:pt x="80588" y="2976"/>
                  </a:lnTo>
                  <a:lnTo>
                    <a:pt x="78852" y="3224"/>
                  </a:lnTo>
                  <a:lnTo>
                    <a:pt x="78356" y="3224"/>
                  </a:lnTo>
                  <a:lnTo>
                    <a:pt x="7835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DDA_Side_Mould_3i"/>
            <p:cNvSpPr/>
            <p:nvPr/>
          </p:nvSpPr>
          <p:spPr>
            <a:xfrm>
              <a:off x="716762" y="4681402"/>
              <a:ext cx="82820" cy="3223"/>
            </a:xfrm>
            <a:custGeom>
              <a:avLst/>
              <a:gdLst/>
              <a:ahLst/>
              <a:cxnLst/>
              <a:rect l="l" t="t" r="r" b="b"/>
              <a:pathLst>
                <a:path w="82820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2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78356" y="3223"/>
                  </a:moveTo>
                  <a:lnTo>
                    <a:pt x="78356" y="0"/>
                  </a:lnTo>
                  <a:lnTo>
                    <a:pt x="78852" y="0"/>
                  </a:lnTo>
                  <a:lnTo>
                    <a:pt x="80588" y="248"/>
                  </a:lnTo>
                  <a:lnTo>
                    <a:pt x="81828" y="991"/>
                  </a:lnTo>
                  <a:lnTo>
                    <a:pt x="82820" y="2727"/>
                  </a:lnTo>
                  <a:lnTo>
                    <a:pt x="82820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DDA_Side_Panel_3"/>
            <p:cNvSpPr/>
            <p:nvPr/>
          </p:nvSpPr>
          <p:spPr>
            <a:xfrm>
              <a:off x="715770" y="4687477"/>
              <a:ext cx="84803" cy="7439"/>
            </a:xfrm>
            <a:custGeom>
              <a:avLst/>
              <a:gdLst/>
              <a:ahLst/>
              <a:cxnLst/>
              <a:rect l="l" t="t" r="r" b="b"/>
              <a:pathLst>
                <a:path w="84803" h="7439">
                  <a:moveTo>
                    <a:pt x="78133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78133" y="0"/>
                  </a:lnTo>
                  <a:lnTo>
                    <a:pt x="84803" y="1488"/>
                  </a:lnTo>
                  <a:lnTo>
                    <a:pt x="84803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DDA_Main_Astragal"/>
            <p:cNvSpPr/>
            <p:nvPr/>
          </p:nvSpPr>
          <p:spPr>
            <a:xfrm>
              <a:off x="812228" y="4697768"/>
              <a:ext cx="15621" cy="2976"/>
            </a:xfrm>
            <a:custGeom>
              <a:avLst/>
              <a:gdLst/>
              <a:ahLst/>
              <a:cxnLst/>
              <a:rect l="l" t="t" r="r" b="b"/>
              <a:pathLst>
                <a:path w="15621" h="2976">
                  <a:moveTo>
                    <a:pt x="5207" y="0"/>
                  </a:moveTo>
                  <a:lnTo>
                    <a:pt x="10414" y="992"/>
                  </a:lnTo>
                  <a:lnTo>
                    <a:pt x="10017" y="1761"/>
                  </a:lnTo>
                  <a:lnTo>
                    <a:pt x="8877" y="2405"/>
                  </a:lnTo>
                  <a:lnTo>
                    <a:pt x="7191" y="2827"/>
                  </a:lnTo>
                  <a:lnTo>
                    <a:pt x="5207" y="2976"/>
                  </a:lnTo>
                  <a:lnTo>
                    <a:pt x="3223" y="2827"/>
                  </a:lnTo>
                  <a:lnTo>
                    <a:pt x="1537" y="2405"/>
                  </a:lnTo>
                  <a:lnTo>
                    <a:pt x="396" y="1761"/>
                  </a:lnTo>
                  <a:lnTo>
                    <a:pt x="0" y="992"/>
                  </a:lnTo>
                  <a:lnTo>
                    <a:pt x="15621" y="992"/>
                  </a:lnTo>
                  <a:lnTo>
                    <a:pt x="15621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WD_02_03_Utility Single Door_OuterR"/>
            <p:cNvSpPr/>
            <p:nvPr/>
          </p:nvSpPr>
          <p:spPr>
            <a:xfrm>
              <a:off x="1794906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02_03_Utility Single Door_OuterL"/>
            <p:cNvSpPr/>
            <p:nvPr/>
          </p:nvSpPr>
          <p:spPr>
            <a:xfrm>
              <a:off x="2001955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02_03_Utility Single Door_LeafR"/>
            <p:cNvSpPr/>
            <p:nvPr/>
          </p:nvSpPr>
          <p:spPr>
            <a:xfrm>
              <a:off x="1808544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02_03_Utility Single Door_LeafL"/>
            <p:cNvSpPr/>
            <p:nvPr/>
          </p:nvSpPr>
          <p:spPr>
            <a:xfrm>
              <a:off x="1994020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03_04_Front Entrance Door_BlueLeafL"/>
            <p:cNvSpPr/>
            <p:nvPr/>
          </p:nvSpPr>
          <p:spPr>
            <a:xfrm>
              <a:off x="2298569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03_04_Front Entrance Door_BlueLeafR"/>
            <p:cNvSpPr/>
            <p:nvPr/>
          </p:nvSpPr>
          <p:spPr>
            <a:xfrm>
              <a:off x="2506858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03_04_Front Entrance Door_DoorHandle"/>
            <p:cNvSpPr/>
            <p:nvPr/>
          </p:nvSpPr>
          <p:spPr>
            <a:xfrm>
              <a:off x="2499667" y="4937562"/>
              <a:ext cx="4463" cy="6199"/>
            </a:xfrm>
            <a:custGeom>
              <a:avLst/>
              <a:gdLst/>
              <a:ahLst/>
              <a:cxnLst/>
              <a:rect l="l" t="t" r="r" b="b"/>
              <a:pathLst>
                <a:path w="4463" h="6199">
                  <a:moveTo>
                    <a:pt x="0" y="0"/>
                  </a:moveTo>
                  <a:lnTo>
                    <a:pt x="4463" y="0"/>
                  </a:lnTo>
                  <a:lnTo>
                    <a:pt x="4463" y="6199"/>
                  </a:lnTo>
                  <a:lnTo>
                    <a:pt x="0" y="619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03_04_Front Entrance Door_UpperPanel"/>
            <p:cNvSpPr/>
            <p:nvPr/>
          </p:nvSpPr>
          <p:spPr>
            <a:xfrm>
              <a:off x="2318406" y="4949961"/>
              <a:ext cx="188452" cy="11158"/>
            </a:xfrm>
            <a:custGeom>
              <a:avLst/>
              <a:gdLst/>
              <a:ahLst/>
              <a:cxnLst/>
              <a:rect l="l" t="t" r="r" b="b"/>
              <a:pathLst>
                <a:path w="188452" h="11158">
                  <a:moveTo>
                    <a:pt x="0" y="0"/>
                  </a:moveTo>
                  <a:lnTo>
                    <a:pt x="188452" y="0"/>
                  </a:lnTo>
                  <a:lnTo>
                    <a:pt x="188452" y="11158"/>
                  </a:lnTo>
                  <a:lnTo>
                    <a:pt x="0" y="1115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WD_03_04_Front Entrance Door_OuterL"/>
            <p:cNvSpPr/>
            <p:nvPr/>
          </p:nvSpPr>
          <p:spPr>
            <a:xfrm>
              <a:off x="2284931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WD_03_04_Front Entrance Door_OuterR"/>
            <p:cNvSpPr/>
            <p:nvPr/>
          </p:nvSpPr>
          <p:spPr>
            <a:xfrm>
              <a:off x="2526695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WD_06_07_Lounge Bay Window_LowerL"/>
            <p:cNvSpPr/>
            <p:nvPr/>
          </p:nvSpPr>
          <p:spPr>
            <a:xfrm>
              <a:off x="1571565" y="5133067"/>
              <a:ext cx="17432" cy="19689"/>
            </a:xfrm>
            <a:custGeom>
              <a:avLst/>
              <a:gdLst/>
              <a:ahLst/>
              <a:cxnLst/>
              <a:rect l="l" t="t" r="r" b="b"/>
              <a:pathLst>
                <a:path w="17432" h="19689">
                  <a:moveTo>
                    <a:pt x="6373" y="19689"/>
                  </a:moveTo>
                  <a:lnTo>
                    <a:pt x="0" y="14977"/>
                  </a:lnTo>
                  <a:lnTo>
                    <a:pt x="11035" y="0"/>
                  </a:lnTo>
                  <a:lnTo>
                    <a:pt x="17432" y="473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WD_06_07_Lounge Bay Window_LowerR"/>
            <p:cNvSpPr/>
            <p:nvPr/>
          </p:nvSpPr>
          <p:spPr>
            <a:xfrm>
              <a:off x="1500177" y="5080297"/>
              <a:ext cx="17432" cy="19690"/>
            </a:xfrm>
            <a:custGeom>
              <a:avLst/>
              <a:gdLst/>
              <a:ahLst/>
              <a:cxnLst/>
              <a:rect l="l" t="t" r="r" b="b"/>
              <a:pathLst>
                <a:path w="17432" h="19690">
                  <a:moveTo>
                    <a:pt x="6373" y="19690"/>
                  </a:moveTo>
                  <a:lnTo>
                    <a:pt x="0" y="14978"/>
                  </a:lnTo>
                  <a:lnTo>
                    <a:pt x="11034" y="0"/>
                  </a:lnTo>
                  <a:lnTo>
                    <a:pt x="17432" y="47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WD_06_07_Lounge Bay Window_OuterL"/>
            <p:cNvSpPr/>
            <p:nvPr/>
          </p:nvSpPr>
          <p:spPr>
            <a:xfrm>
              <a:off x="1577938" y="513780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60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10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WD_06_07_Lounge Bay Window_OuterR"/>
            <p:cNvSpPr/>
            <p:nvPr/>
          </p:nvSpPr>
          <p:spPr>
            <a:xfrm>
              <a:off x="1489192" y="507221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85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08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WD_06_08_Lounge Bay Window_LowerL"/>
            <p:cNvSpPr/>
            <p:nvPr/>
          </p:nvSpPr>
          <p:spPr>
            <a:xfrm>
              <a:off x="1648732" y="5170462"/>
              <a:ext cx="7934" cy="18598"/>
            </a:xfrm>
            <a:custGeom>
              <a:avLst/>
              <a:gdLst/>
              <a:ahLst/>
              <a:cxnLst/>
              <a:rect l="l" t="t" r="r" b="b"/>
              <a:pathLst>
                <a:path w="7934" h="18598">
                  <a:moveTo>
                    <a:pt x="0" y="0"/>
                  </a:moveTo>
                  <a:lnTo>
                    <a:pt x="7934" y="0"/>
                  </a:lnTo>
                  <a:lnTo>
                    <a:pt x="7934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WD_06_08_Lounge Bay Window_LowerR"/>
            <p:cNvSpPr/>
            <p:nvPr/>
          </p:nvSpPr>
          <p:spPr>
            <a:xfrm>
              <a:off x="1861484" y="5170462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0" y="0"/>
                  </a:moveTo>
                  <a:lnTo>
                    <a:pt x="7935" y="0"/>
                  </a:lnTo>
                  <a:lnTo>
                    <a:pt x="7935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WD_06_08_Lounge Bay Window_OuterL"/>
            <p:cNvSpPr/>
            <p:nvPr/>
          </p:nvSpPr>
          <p:spPr>
            <a:xfrm>
              <a:off x="1635094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D_06_08_Lounge Bay Window_OuterR"/>
            <p:cNvSpPr/>
            <p:nvPr/>
          </p:nvSpPr>
          <p:spPr>
            <a:xfrm>
              <a:off x="1869419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D_06_09_Lounge Bay Window_LowerL"/>
            <p:cNvSpPr/>
            <p:nvPr/>
          </p:nvSpPr>
          <p:spPr>
            <a:xfrm>
              <a:off x="2002377" y="5079355"/>
              <a:ext cx="17704" cy="19540"/>
            </a:xfrm>
            <a:custGeom>
              <a:avLst/>
              <a:gdLst/>
              <a:ahLst/>
              <a:cxnLst/>
              <a:rect l="l" t="t" r="r" b="b"/>
              <a:pathLst>
                <a:path w="17704" h="19540">
                  <a:moveTo>
                    <a:pt x="17704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D_06_09_Lounge Bay Window_LowerR"/>
            <p:cNvSpPr/>
            <p:nvPr/>
          </p:nvSpPr>
          <p:spPr>
            <a:xfrm>
              <a:off x="1932526" y="5134158"/>
              <a:ext cx="17729" cy="19540"/>
            </a:xfrm>
            <a:custGeom>
              <a:avLst/>
              <a:gdLst/>
              <a:ahLst/>
              <a:cxnLst/>
              <a:rect l="l" t="t" r="r" b="b"/>
              <a:pathLst>
                <a:path w="17729" h="19540">
                  <a:moveTo>
                    <a:pt x="17729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4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D_06_09_Lounge Bay Window_OuterL"/>
            <p:cNvSpPr/>
            <p:nvPr/>
          </p:nvSpPr>
          <p:spPr>
            <a:xfrm>
              <a:off x="2008601" y="507094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1"/>
                  </a:moveTo>
                  <a:lnTo>
                    <a:pt x="11480" y="23037"/>
                  </a:lnTo>
                  <a:lnTo>
                    <a:pt x="0" y="8407"/>
                  </a:lnTo>
                  <a:lnTo>
                    <a:pt x="1073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墙_WD_06_09_Lounge Bay Window_OuterR"/>
            <p:cNvSpPr/>
            <p:nvPr/>
          </p:nvSpPr>
          <p:spPr>
            <a:xfrm>
              <a:off x="1921789" y="513906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0"/>
                  </a:moveTo>
                  <a:lnTo>
                    <a:pt x="11480" y="23037"/>
                  </a:lnTo>
                  <a:lnTo>
                    <a:pt x="0" y="8406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墙_WD_12_18_Kitchen Large Window_FixedMiddleB"/>
            <p:cNvSpPr/>
            <p:nvPr/>
          </p:nvSpPr>
          <p:spPr>
            <a:xfrm>
              <a:off x="1757216" y="1670938"/>
              <a:ext cx="18597" cy="111589"/>
            </a:xfrm>
            <a:custGeom>
              <a:avLst/>
              <a:gdLst/>
              <a:ahLst/>
              <a:cxnLst/>
              <a:rect l="l" t="t" r="r" b="b"/>
              <a:pathLst>
                <a:path w="18597" h="111589">
                  <a:moveTo>
                    <a:pt x="0" y="11158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1158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墙_WD_12_18_Kitchen Large Window_OuterL"/>
            <p:cNvSpPr/>
            <p:nvPr/>
          </p:nvSpPr>
          <p:spPr>
            <a:xfrm>
              <a:off x="1757216" y="189535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墙_WD_12_18_Kitchen Large Window_OuterR"/>
            <p:cNvSpPr/>
            <p:nvPr/>
          </p:nvSpPr>
          <p:spPr>
            <a:xfrm>
              <a:off x="1757216" y="1544470"/>
              <a:ext cx="18597" cy="13638"/>
            </a:xfrm>
            <a:custGeom>
              <a:avLst/>
              <a:gdLst/>
              <a:ahLst/>
              <a:cxnLst/>
              <a:rect l="l" t="t" r="r" b="b"/>
              <a:pathLst>
                <a:path w="18597" h="13638">
                  <a:moveTo>
                    <a:pt x="0" y="13638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墙_WD_12_18_Kitchen Large Window_Side0L"/>
            <p:cNvSpPr/>
            <p:nvPr/>
          </p:nvSpPr>
          <p:spPr>
            <a:xfrm>
              <a:off x="1757216" y="189424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墙_WD_12_18_Kitchen Large Window_Side0R"/>
            <p:cNvSpPr/>
            <p:nvPr/>
          </p:nvSpPr>
          <p:spPr>
            <a:xfrm>
              <a:off x="1757216" y="1789347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墙_WD_12_18_Kitchen Large Window_Side2L"/>
            <p:cNvSpPr/>
            <p:nvPr/>
          </p:nvSpPr>
          <p:spPr>
            <a:xfrm>
              <a:off x="1757216" y="1656183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墙_WD_12_18_Kitchen Large Window_Side2R"/>
            <p:cNvSpPr/>
            <p:nvPr/>
          </p:nvSpPr>
          <p:spPr>
            <a:xfrm>
              <a:off x="1757216" y="1551289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墙_WD_13_19_Kitchen Small Window_OuterL"/>
            <p:cNvSpPr/>
            <p:nvPr/>
          </p:nvSpPr>
          <p:spPr>
            <a:xfrm>
              <a:off x="1757216" y="121562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墙_WD_13_19_Kitchen Small Window_OuterR"/>
            <p:cNvSpPr/>
            <p:nvPr/>
          </p:nvSpPr>
          <p:spPr>
            <a:xfrm>
              <a:off x="1757216" y="1110981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墙_WD_13_19_Kitchen Small Window_Side1L"/>
            <p:cNvSpPr/>
            <p:nvPr/>
          </p:nvSpPr>
          <p:spPr>
            <a:xfrm>
              <a:off x="1757216" y="1207816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墙_WD_13_19_Kitchen Small Window_Side1R"/>
            <p:cNvSpPr/>
            <p:nvPr/>
          </p:nvSpPr>
          <p:spPr>
            <a:xfrm>
              <a:off x="1757216" y="111780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墙_WC200_DoorJamb"/>
            <p:cNvSpPr/>
            <p:nvPr/>
          </p:nvSpPr>
          <p:spPr>
            <a:xfrm>
              <a:off x="1007747" y="3317454"/>
              <a:ext cx="34715" cy="7440"/>
            </a:xfrm>
            <a:custGeom>
              <a:avLst/>
              <a:gdLst/>
              <a:ahLst/>
              <a:cxnLst/>
              <a:rect l="l" t="t" r="r" b="b"/>
              <a:pathLst>
                <a:path w="34715" h="7440">
                  <a:moveTo>
                    <a:pt x="0" y="0"/>
                  </a:moveTo>
                  <a:lnTo>
                    <a:pt x="34715" y="0"/>
                  </a:lnTo>
                  <a:lnTo>
                    <a:pt x="34715" y="7440"/>
                  </a:lnTo>
                  <a:lnTo>
                    <a:pt x="0" y="744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墙_WC200_DoorJamb.001"/>
            <p:cNvSpPr/>
            <p:nvPr/>
          </p:nvSpPr>
          <p:spPr>
            <a:xfrm>
              <a:off x="1007747" y="3156270"/>
              <a:ext cx="34715" cy="7439"/>
            </a:xfrm>
            <a:custGeom>
              <a:avLst/>
              <a:gdLst/>
              <a:ahLst/>
              <a:cxnLst/>
              <a:rect l="l" t="t" r="r" b="b"/>
              <a:pathLst>
                <a:path w="34715" h="7439">
                  <a:moveTo>
                    <a:pt x="0" y="0"/>
                  </a:moveTo>
                  <a:lnTo>
                    <a:pt x="34715" y="0"/>
                  </a:lnTo>
                  <a:lnTo>
                    <a:pt x="34715" y="7439"/>
                  </a:lnTo>
                  <a:lnTo>
                    <a:pt x="0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墙_DoorLeaf_WC200"/>
            <p:cNvSpPr/>
            <p:nvPr/>
          </p:nvSpPr>
          <p:spPr>
            <a:xfrm>
              <a:off x="872235" y="3159295"/>
              <a:ext cx="153489" cy="30228"/>
            </a:xfrm>
            <a:custGeom>
              <a:avLst/>
              <a:gdLst/>
              <a:ahLst/>
              <a:cxnLst/>
              <a:rect l="l" t="t" r="r" b="b"/>
              <a:pathLst>
                <a:path w="153489" h="30228">
                  <a:moveTo>
                    <a:pt x="153489" y="8828"/>
                  </a:moveTo>
                  <a:lnTo>
                    <a:pt x="1240" y="30228"/>
                  </a:lnTo>
                  <a:lnTo>
                    <a:pt x="0" y="21400"/>
                  </a:lnTo>
                  <a:lnTo>
                    <a:pt x="15224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墙_Utility_FlushAccessDoor"/>
            <p:cNvSpPr/>
            <p:nvPr/>
          </p:nvSpPr>
          <p:spPr>
            <a:xfrm>
              <a:off x="2302239" y="3212114"/>
              <a:ext cx="4463" cy="151266"/>
            </a:xfrm>
            <a:custGeom>
              <a:avLst/>
              <a:gdLst/>
              <a:ahLst/>
              <a:cxnLst/>
              <a:rect l="l" t="t" r="r" b="b"/>
              <a:pathLst>
                <a:path w="4463" h="151266">
                  <a:moveTo>
                    <a:pt x="0" y="0"/>
                  </a:moveTo>
                  <a:lnTo>
                    <a:pt x="4463" y="0"/>
                  </a:lnTo>
                  <a:lnTo>
                    <a:pt x="4463" y="151266"/>
                  </a:lnTo>
                  <a:lnTo>
                    <a:pt x="0" y="15126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墙_Understair_TurnClosure_Stair_Winder_12"/>
            <p:cNvSpPr/>
            <p:nvPr/>
          </p:nvSpPr>
          <p:spPr>
            <a:xfrm>
              <a:off x="2303726" y="3085993"/>
              <a:ext cx="24797" cy="117392"/>
            </a:xfrm>
            <a:custGeom>
              <a:avLst/>
              <a:gdLst/>
              <a:ahLst/>
              <a:cxnLst/>
              <a:rect l="l" t="t" r="r" b="b"/>
              <a:pathLst>
                <a:path w="24797" h="117392">
                  <a:moveTo>
                    <a:pt x="24797" y="0"/>
                  </a:moveTo>
                  <a:lnTo>
                    <a:pt x="24797" y="117392"/>
                  </a:lnTo>
                  <a:lnTo>
                    <a:pt x="0" y="117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墙_Understair_TurnClosure_Stair_Winder_13"/>
            <p:cNvSpPr/>
            <p:nvPr/>
          </p:nvSpPr>
          <p:spPr>
            <a:xfrm>
              <a:off x="2303726" y="3000044"/>
              <a:ext cx="24797" cy="193422"/>
            </a:xfrm>
            <a:custGeom>
              <a:avLst/>
              <a:gdLst/>
              <a:ahLst/>
              <a:cxnLst/>
              <a:rect l="l" t="t" r="r" b="b"/>
              <a:pathLst>
                <a:path w="24797" h="193422">
                  <a:moveTo>
                    <a:pt x="24797" y="0"/>
                  </a:moveTo>
                  <a:lnTo>
                    <a:pt x="24797" y="193422"/>
                  </a:lnTo>
                  <a:lnTo>
                    <a:pt x="0" y="193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墙_Understair_TurnClosure_Stair_Winder_14"/>
            <p:cNvSpPr/>
            <p:nvPr/>
          </p:nvSpPr>
          <p:spPr>
            <a:xfrm>
              <a:off x="2303726" y="3000044"/>
              <a:ext cx="24797" cy="186156"/>
            </a:xfrm>
            <a:custGeom>
              <a:avLst/>
              <a:gdLst/>
              <a:ahLst/>
              <a:cxnLst/>
              <a:rect l="l" t="t" r="r" b="b"/>
              <a:pathLst>
                <a:path w="24797" h="186156">
                  <a:moveTo>
                    <a:pt x="24797" y="0"/>
                  </a:moveTo>
                  <a:lnTo>
                    <a:pt x="24797" y="186156"/>
                  </a:lnTo>
                  <a:lnTo>
                    <a:pt x="0" y="186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墙_V11_Continuous_Stair_Side"/>
            <p:cNvSpPr/>
            <p:nvPr/>
          </p:nvSpPr>
          <p:spPr>
            <a:xfrm>
              <a:off x="2303726" y="3203385"/>
              <a:ext cx="25293" cy="323263"/>
            </a:xfrm>
            <a:custGeom>
              <a:avLst/>
              <a:gdLst/>
              <a:ahLst/>
              <a:cxnLst/>
              <a:rect l="l" t="t" r="r" b="b"/>
              <a:pathLst>
                <a:path w="25293" h="323263">
                  <a:moveTo>
                    <a:pt x="25293" y="323263"/>
                  </a:moveTo>
                  <a:lnTo>
                    <a:pt x="25293" y="160739"/>
                  </a:lnTo>
                  <a:lnTo>
                    <a:pt x="0" y="160739"/>
                  </a:lnTo>
                  <a:lnTo>
                    <a:pt x="0" y="323263"/>
                  </a:lnTo>
                  <a:close/>
                  <a:moveTo>
                    <a:pt x="25293" y="0"/>
                  </a:moveTo>
                  <a:lnTo>
                    <a:pt x="25293" y="7985"/>
                  </a:lnTo>
                  <a:lnTo>
                    <a:pt x="0" y="79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墙_V11_Winder_Side_Transition"/>
            <p:cNvSpPr/>
            <p:nvPr/>
          </p:nvSpPr>
          <p:spPr>
            <a:xfrm>
              <a:off x="2303726" y="3174570"/>
              <a:ext cx="24797" cy="29262"/>
            </a:xfrm>
            <a:custGeom>
              <a:avLst/>
              <a:gdLst/>
              <a:ahLst/>
              <a:cxnLst/>
              <a:rect l="l" t="t" r="r" b="b"/>
              <a:pathLst>
                <a:path w="24797" h="29262">
                  <a:moveTo>
                    <a:pt x="24797" y="0"/>
                  </a:moveTo>
                  <a:lnTo>
                    <a:pt x="24797" y="29262"/>
                  </a:lnTo>
                  <a:lnTo>
                    <a:pt x="0" y="29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墙_V11_Passage_Right_Jamb_Closure"/>
            <p:cNvSpPr/>
            <p:nvPr/>
          </p:nvSpPr>
          <p:spPr>
            <a:xfrm>
              <a:off x="2303726" y="3002474"/>
              <a:ext cx="10415" cy="45628"/>
            </a:xfrm>
            <a:custGeom>
              <a:avLst/>
              <a:gdLst/>
              <a:ahLst/>
              <a:cxnLst/>
              <a:rect l="l" t="t" r="r" b="b"/>
              <a:pathLst>
                <a:path w="10415" h="45628">
                  <a:moveTo>
                    <a:pt x="10415" y="0"/>
                  </a:moveTo>
                  <a:lnTo>
                    <a:pt x="10415" y="45628"/>
                  </a:lnTo>
                  <a:lnTo>
                    <a:pt x="0" y="45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墙_V13_Lounge_FrenchLeaf-1L"/>
            <p:cNvSpPr/>
            <p:nvPr/>
          </p:nvSpPr>
          <p:spPr>
            <a:xfrm>
              <a:off x="1657782" y="3013980"/>
              <a:ext cx="20061" cy="16144"/>
            </a:xfrm>
            <a:custGeom>
              <a:avLst/>
              <a:gdLst/>
              <a:ahLst/>
              <a:cxnLst/>
              <a:rect l="l" t="t" r="r" b="b"/>
              <a:pathLst>
                <a:path w="20061" h="16144">
                  <a:moveTo>
                    <a:pt x="3968" y="16144"/>
                  </a:moveTo>
                  <a:lnTo>
                    <a:pt x="0" y="9300"/>
                  </a:lnTo>
                  <a:lnTo>
                    <a:pt x="16118" y="0"/>
                  </a:lnTo>
                  <a:lnTo>
                    <a:pt x="20061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墙_V13_Lounge_FrenchLeaf-1R"/>
            <p:cNvSpPr/>
            <p:nvPr/>
          </p:nvSpPr>
          <p:spPr>
            <a:xfrm>
              <a:off x="1594428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2" y="16143"/>
                  </a:moveTo>
                  <a:lnTo>
                    <a:pt x="0" y="9299"/>
                  </a:lnTo>
                  <a:lnTo>
                    <a:pt x="16092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墙_V13_Lounge_FrenchLeaf1L"/>
            <p:cNvSpPr/>
            <p:nvPr/>
          </p:nvSpPr>
          <p:spPr>
            <a:xfrm>
              <a:off x="1454824" y="2904201"/>
              <a:ext cx="20061" cy="16143"/>
            </a:xfrm>
            <a:custGeom>
              <a:avLst/>
              <a:gdLst/>
              <a:ahLst/>
              <a:cxnLst/>
              <a:rect l="l" t="t" r="r" b="b"/>
              <a:pathLst>
                <a:path w="20061" h="16143">
                  <a:moveTo>
                    <a:pt x="20061" y="9299"/>
                  </a:moveTo>
                  <a:lnTo>
                    <a:pt x="16118" y="16143"/>
                  </a:lnTo>
                  <a:lnTo>
                    <a:pt x="0" y="6844"/>
                  </a:lnTo>
                  <a:lnTo>
                    <a:pt x="396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墙_V13_Lounge_FrenchLeaf1R"/>
            <p:cNvSpPr/>
            <p:nvPr/>
          </p:nvSpPr>
          <p:spPr>
            <a:xfrm>
              <a:off x="1391470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墙_V13_Lounge_OuterL"/>
            <p:cNvSpPr/>
            <p:nvPr/>
          </p:nvSpPr>
          <p:spPr>
            <a:xfrm>
              <a:off x="1669808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墙_V13_Lounge_OuterR"/>
            <p:cNvSpPr/>
            <p:nvPr/>
          </p:nvSpPr>
          <p:spPr>
            <a:xfrm>
              <a:off x="1385023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墙_V13_Utility_FrenchLeaf-1L"/>
            <p:cNvSpPr/>
            <p:nvPr/>
          </p:nvSpPr>
          <p:spPr>
            <a:xfrm>
              <a:off x="872979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3967" y="16144"/>
                  </a:moveTo>
                  <a:lnTo>
                    <a:pt x="0" y="9300"/>
                  </a:lnTo>
                  <a:lnTo>
                    <a:pt x="16117" y="0"/>
                  </a:lnTo>
                  <a:lnTo>
                    <a:pt x="20060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墙_V13_Utility_FrenchLeaf-1R"/>
            <p:cNvSpPr/>
            <p:nvPr/>
          </p:nvSpPr>
          <p:spPr>
            <a:xfrm>
              <a:off x="809624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3" y="16143"/>
                  </a:moveTo>
                  <a:lnTo>
                    <a:pt x="0" y="9299"/>
                  </a:lnTo>
                  <a:lnTo>
                    <a:pt x="16093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墙_V13_Utility_FrenchLeaf1L"/>
            <p:cNvSpPr/>
            <p:nvPr/>
          </p:nvSpPr>
          <p:spPr>
            <a:xfrm>
              <a:off x="670021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20060" y="9299"/>
                  </a:moveTo>
                  <a:lnTo>
                    <a:pt x="16117" y="16143"/>
                  </a:lnTo>
                  <a:lnTo>
                    <a:pt x="0" y="6844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墙_V13_Utility_FrenchLeaf1R"/>
            <p:cNvSpPr/>
            <p:nvPr/>
          </p:nvSpPr>
          <p:spPr>
            <a:xfrm>
              <a:off x="606666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墙_V13_Utility_OuterL"/>
            <p:cNvSpPr/>
            <p:nvPr/>
          </p:nvSpPr>
          <p:spPr>
            <a:xfrm>
              <a:off x="885005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墙_V13_Utility_OuterR"/>
            <p:cNvSpPr/>
            <p:nvPr/>
          </p:nvSpPr>
          <p:spPr>
            <a:xfrm>
              <a:off x="601087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墙_V13_KitchenSide_FrenchLeaf-1L"/>
            <p:cNvSpPr/>
            <p:nvPr/>
          </p:nvSpPr>
          <p:spPr>
            <a:xfrm>
              <a:off x="1723393" y="2495510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18622" y="16119"/>
                  </a:moveTo>
                  <a:lnTo>
                    <a:pt x="9299" y="21500"/>
                  </a:lnTo>
                  <a:lnTo>
                    <a:pt x="0" y="5406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墙_V13_KitchenSide_FrenchLeaf-1R"/>
            <p:cNvSpPr/>
            <p:nvPr/>
          </p:nvSpPr>
          <p:spPr>
            <a:xfrm>
              <a:off x="1573797" y="2581906"/>
              <a:ext cx="18622" cy="21474"/>
            </a:xfrm>
            <a:custGeom>
              <a:avLst/>
              <a:gdLst/>
              <a:ahLst/>
              <a:cxnLst/>
              <a:rect l="l" t="t" r="r" b="b"/>
              <a:pathLst>
                <a:path w="18622" h="21474">
                  <a:moveTo>
                    <a:pt x="18622" y="16093"/>
                  </a:moveTo>
                  <a:lnTo>
                    <a:pt x="9299" y="21474"/>
                  </a:lnTo>
                  <a:lnTo>
                    <a:pt x="0" y="5381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墙_V13_KitchenSide_FrenchLeaf1L"/>
            <p:cNvSpPr/>
            <p:nvPr/>
          </p:nvSpPr>
          <p:spPr>
            <a:xfrm>
              <a:off x="1573797" y="2771806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9299" y="0"/>
                  </a:moveTo>
                  <a:lnTo>
                    <a:pt x="18622" y="5381"/>
                  </a:lnTo>
                  <a:lnTo>
                    <a:pt x="9324" y="21500"/>
                  </a:lnTo>
                  <a:lnTo>
                    <a:pt x="0" y="160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墙_V13_KitchenSide_FrenchLeaf1R"/>
            <p:cNvSpPr/>
            <p:nvPr/>
          </p:nvSpPr>
          <p:spPr>
            <a:xfrm>
              <a:off x="1723393" y="2858177"/>
              <a:ext cx="18622" cy="21499"/>
            </a:xfrm>
            <a:custGeom>
              <a:avLst/>
              <a:gdLst/>
              <a:ahLst/>
              <a:cxnLst/>
              <a:rect l="l" t="t" r="r" b="b"/>
              <a:pathLst>
                <a:path w="18622" h="21499">
                  <a:moveTo>
                    <a:pt x="9299" y="0"/>
                  </a:moveTo>
                  <a:lnTo>
                    <a:pt x="18622" y="5381"/>
                  </a:lnTo>
                  <a:lnTo>
                    <a:pt x="9324" y="21499"/>
                  </a:lnTo>
                  <a:lnTo>
                    <a:pt x="0" y="16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墙_V13_KitchenSide_OuterL"/>
            <p:cNvSpPr/>
            <p:nvPr/>
          </p:nvSpPr>
          <p:spPr>
            <a:xfrm>
              <a:off x="1736039" y="2484128"/>
              <a:ext cx="19937" cy="19442"/>
            </a:xfrm>
            <a:custGeom>
              <a:avLst/>
              <a:gdLst/>
              <a:ahLst/>
              <a:cxnLst/>
              <a:rect l="l" t="t" r="r" b="b"/>
              <a:pathLst>
                <a:path w="19937" h="19442">
                  <a:moveTo>
                    <a:pt x="19937" y="0"/>
                  </a:moveTo>
                  <a:lnTo>
                    <a:pt x="19937" y="19442"/>
                  </a:lnTo>
                  <a:lnTo>
                    <a:pt x="0" y="19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墙_V13_KitchenSide_OuterR"/>
            <p:cNvSpPr/>
            <p:nvPr/>
          </p:nvSpPr>
          <p:spPr>
            <a:xfrm>
              <a:off x="1736039" y="2871617"/>
              <a:ext cx="19937" cy="19441"/>
            </a:xfrm>
            <a:custGeom>
              <a:avLst/>
              <a:gdLst/>
              <a:ahLst/>
              <a:cxnLst/>
              <a:rect l="l" t="t" r="r" b="b"/>
              <a:pathLst>
                <a:path w="19937" h="19441">
                  <a:moveTo>
                    <a:pt x="19937" y="0"/>
                  </a:moveTo>
                  <a:lnTo>
                    <a:pt x="19937" y="19441"/>
                  </a:lnTo>
                  <a:lnTo>
                    <a:pt x="0" y="19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墙_SP_OuterFrame"/>
            <p:cNvSpPr/>
            <p:nvPr/>
          </p:nvSpPr>
          <p:spPr>
            <a:xfrm>
              <a:off x="489380" y="3025536"/>
              <a:ext cx="520722" cy="18598"/>
            </a:xfrm>
            <a:custGeom>
              <a:avLst/>
              <a:gdLst/>
              <a:ahLst/>
              <a:cxnLst/>
              <a:rect l="l" t="t" r="r" b="b"/>
              <a:pathLst>
                <a:path w="520722" h="18598">
                  <a:moveTo>
                    <a:pt x="111484" y="99"/>
                  </a:moveTo>
                  <a:lnTo>
                    <a:pt x="111211" y="0"/>
                  </a:lnTo>
                  <a:lnTo>
                    <a:pt x="99309" y="0"/>
                  </a:lnTo>
                  <a:lnTo>
                    <a:pt x="98962" y="75"/>
                  </a:lnTo>
                  <a:lnTo>
                    <a:pt x="98639" y="223"/>
                  </a:lnTo>
                  <a:lnTo>
                    <a:pt x="95267" y="2753"/>
                  </a:lnTo>
                  <a:lnTo>
                    <a:pt x="95069" y="3025"/>
                  </a:lnTo>
                  <a:lnTo>
                    <a:pt x="94970" y="3348"/>
                  </a:lnTo>
                  <a:lnTo>
                    <a:pt x="94970" y="4588"/>
                  </a:lnTo>
                  <a:lnTo>
                    <a:pt x="95069" y="4860"/>
                  </a:lnTo>
                  <a:lnTo>
                    <a:pt x="95341" y="4960"/>
                  </a:lnTo>
                  <a:lnTo>
                    <a:pt x="97573" y="4960"/>
                  </a:lnTo>
                  <a:lnTo>
                    <a:pt x="97846" y="5059"/>
                  </a:lnTo>
                  <a:lnTo>
                    <a:pt x="97945" y="5332"/>
                  </a:lnTo>
                  <a:lnTo>
                    <a:pt x="97945" y="18226"/>
                  </a:lnTo>
                  <a:lnTo>
                    <a:pt x="98044" y="18499"/>
                  </a:lnTo>
                  <a:lnTo>
                    <a:pt x="98317" y="18598"/>
                  </a:lnTo>
                  <a:lnTo>
                    <a:pt x="111211" y="18598"/>
                  </a:lnTo>
                  <a:lnTo>
                    <a:pt x="111484" y="18499"/>
                  </a:lnTo>
                  <a:lnTo>
                    <a:pt x="111583" y="18226"/>
                  </a:lnTo>
                  <a:lnTo>
                    <a:pt x="111583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274" y="0"/>
                  </a:lnTo>
                  <a:lnTo>
                    <a:pt x="12621" y="75"/>
                  </a:lnTo>
                  <a:lnTo>
                    <a:pt x="12943" y="223"/>
                  </a:lnTo>
                  <a:lnTo>
                    <a:pt x="16316" y="2753"/>
                  </a:lnTo>
                  <a:lnTo>
                    <a:pt x="16514" y="3025"/>
                  </a:lnTo>
                  <a:lnTo>
                    <a:pt x="16613" y="3348"/>
                  </a:lnTo>
                  <a:lnTo>
                    <a:pt x="16613" y="4588"/>
                  </a:lnTo>
                  <a:lnTo>
                    <a:pt x="16514" y="4860"/>
                  </a:lnTo>
                  <a:lnTo>
                    <a:pt x="16241" y="4960"/>
                  </a:lnTo>
                  <a:lnTo>
                    <a:pt x="14010" y="4960"/>
                  </a:lnTo>
                  <a:lnTo>
                    <a:pt x="13737" y="5059"/>
                  </a:lnTo>
                  <a:lnTo>
                    <a:pt x="13638" y="5332"/>
                  </a:lnTo>
                  <a:lnTo>
                    <a:pt x="13638" y="18226"/>
                  </a:lnTo>
                  <a:lnTo>
                    <a:pt x="13538" y="18499"/>
                  </a:lnTo>
                  <a:lnTo>
                    <a:pt x="13266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close/>
                  <a:moveTo>
                    <a:pt x="520623" y="99"/>
                  </a:moveTo>
                  <a:lnTo>
                    <a:pt x="520350" y="0"/>
                  </a:lnTo>
                  <a:lnTo>
                    <a:pt x="508448" y="0"/>
                  </a:lnTo>
                  <a:lnTo>
                    <a:pt x="508101" y="75"/>
                  </a:lnTo>
                  <a:lnTo>
                    <a:pt x="507779" y="223"/>
                  </a:lnTo>
                  <a:lnTo>
                    <a:pt x="504406" y="2753"/>
                  </a:lnTo>
                  <a:lnTo>
                    <a:pt x="504208" y="3025"/>
                  </a:lnTo>
                  <a:lnTo>
                    <a:pt x="504109" y="3348"/>
                  </a:lnTo>
                  <a:lnTo>
                    <a:pt x="504109" y="4588"/>
                  </a:lnTo>
                  <a:lnTo>
                    <a:pt x="504208" y="4860"/>
                  </a:lnTo>
                  <a:lnTo>
                    <a:pt x="504481" y="4960"/>
                  </a:lnTo>
                  <a:lnTo>
                    <a:pt x="506712" y="4960"/>
                  </a:lnTo>
                  <a:lnTo>
                    <a:pt x="506985" y="5059"/>
                  </a:lnTo>
                  <a:lnTo>
                    <a:pt x="507084" y="5332"/>
                  </a:lnTo>
                  <a:lnTo>
                    <a:pt x="507084" y="18226"/>
                  </a:lnTo>
                  <a:lnTo>
                    <a:pt x="507184" y="18499"/>
                  </a:lnTo>
                  <a:lnTo>
                    <a:pt x="507456" y="18598"/>
                  </a:lnTo>
                  <a:lnTo>
                    <a:pt x="520350" y="18598"/>
                  </a:lnTo>
                  <a:lnTo>
                    <a:pt x="520623" y="18499"/>
                  </a:lnTo>
                  <a:lnTo>
                    <a:pt x="520722" y="18226"/>
                  </a:lnTo>
                  <a:lnTo>
                    <a:pt x="520722" y="372"/>
                  </a:lnTo>
                  <a:close/>
                  <a:moveTo>
                    <a:pt x="409238" y="99"/>
                  </a:moveTo>
                  <a:lnTo>
                    <a:pt x="409511" y="0"/>
                  </a:lnTo>
                  <a:lnTo>
                    <a:pt x="421413" y="0"/>
                  </a:lnTo>
                  <a:lnTo>
                    <a:pt x="421760" y="75"/>
                  </a:lnTo>
                  <a:lnTo>
                    <a:pt x="422083" y="223"/>
                  </a:lnTo>
                  <a:lnTo>
                    <a:pt x="425455" y="2753"/>
                  </a:lnTo>
                  <a:lnTo>
                    <a:pt x="425653" y="3025"/>
                  </a:lnTo>
                  <a:lnTo>
                    <a:pt x="425752" y="3348"/>
                  </a:lnTo>
                  <a:lnTo>
                    <a:pt x="425752" y="4588"/>
                  </a:lnTo>
                  <a:lnTo>
                    <a:pt x="425653" y="4860"/>
                  </a:lnTo>
                  <a:lnTo>
                    <a:pt x="425381" y="4960"/>
                  </a:lnTo>
                  <a:lnTo>
                    <a:pt x="423149" y="4960"/>
                  </a:lnTo>
                  <a:lnTo>
                    <a:pt x="422876" y="5059"/>
                  </a:lnTo>
                  <a:lnTo>
                    <a:pt x="422777" y="5332"/>
                  </a:lnTo>
                  <a:lnTo>
                    <a:pt x="422777" y="18226"/>
                  </a:lnTo>
                  <a:lnTo>
                    <a:pt x="422678" y="18499"/>
                  </a:lnTo>
                  <a:lnTo>
                    <a:pt x="422405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墙_SP_Transom"/>
            <p:cNvSpPr/>
            <p:nvPr/>
          </p:nvSpPr>
          <p:spPr>
            <a:xfrm>
              <a:off x="503018" y="3025536"/>
              <a:ext cx="493446" cy="18598"/>
            </a:xfrm>
            <a:custGeom>
              <a:avLst/>
              <a:gdLst/>
              <a:ahLst/>
              <a:cxnLst/>
              <a:rect l="l" t="t" r="r" b="b"/>
              <a:pathLst>
                <a:path w="493446" h="18598">
                  <a:moveTo>
                    <a:pt x="84208" y="124"/>
                  </a:moveTo>
                  <a:lnTo>
                    <a:pt x="84307" y="372"/>
                  </a:lnTo>
                  <a:lnTo>
                    <a:pt x="84307" y="18226"/>
                  </a:lnTo>
                  <a:lnTo>
                    <a:pt x="84208" y="18499"/>
                  </a:lnTo>
                  <a:lnTo>
                    <a:pt x="83935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lnTo>
                    <a:pt x="99" y="124"/>
                  </a:lnTo>
                  <a:lnTo>
                    <a:pt x="372" y="0"/>
                  </a:lnTo>
                  <a:lnTo>
                    <a:pt x="83935" y="0"/>
                  </a:lnTo>
                  <a:close/>
                  <a:moveTo>
                    <a:pt x="493347" y="124"/>
                  </a:moveTo>
                  <a:lnTo>
                    <a:pt x="493446" y="372"/>
                  </a:lnTo>
                  <a:lnTo>
                    <a:pt x="493446" y="18226"/>
                  </a:lnTo>
                  <a:lnTo>
                    <a:pt x="493347" y="18499"/>
                  </a:lnTo>
                  <a:lnTo>
                    <a:pt x="493074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lnTo>
                    <a:pt x="409238" y="124"/>
                  </a:lnTo>
                  <a:lnTo>
                    <a:pt x="409511" y="0"/>
                  </a:lnTo>
                  <a:lnTo>
                    <a:pt x="49307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墙_V15_Fixed_Acoustic_Wall"/>
            <p:cNvSpPr/>
            <p:nvPr/>
          </p:nvSpPr>
          <p:spPr>
            <a:xfrm>
              <a:off x="1317577" y="3083315"/>
              <a:ext cx="11406" cy="628522"/>
            </a:xfrm>
            <a:custGeom>
              <a:avLst/>
              <a:gdLst/>
              <a:ahLst/>
              <a:cxnLst/>
              <a:rect l="l" t="t" r="r" b="b"/>
              <a:pathLst>
                <a:path w="11406" h="628522">
                  <a:moveTo>
                    <a:pt x="11356" y="49"/>
                  </a:moveTo>
                  <a:lnTo>
                    <a:pt x="11406" y="149"/>
                  </a:lnTo>
                  <a:lnTo>
                    <a:pt x="11406" y="5802"/>
                  </a:lnTo>
                  <a:lnTo>
                    <a:pt x="11356" y="5902"/>
                  </a:lnTo>
                  <a:lnTo>
                    <a:pt x="11257" y="5951"/>
                  </a:lnTo>
                  <a:lnTo>
                    <a:pt x="7091" y="5951"/>
                  </a:lnTo>
                  <a:lnTo>
                    <a:pt x="6992" y="5902"/>
                  </a:lnTo>
                  <a:lnTo>
                    <a:pt x="6943" y="5802"/>
                  </a:lnTo>
                  <a:lnTo>
                    <a:pt x="6943" y="149"/>
                  </a:lnTo>
                  <a:lnTo>
                    <a:pt x="6992" y="49"/>
                  </a:lnTo>
                  <a:lnTo>
                    <a:pt x="7091" y="0"/>
                  </a:lnTo>
                  <a:lnTo>
                    <a:pt x="11257" y="0"/>
                  </a:lnTo>
                  <a:close/>
                  <a:moveTo>
                    <a:pt x="11356" y="8977"/>
                  </a:moveTo>
                  <a:lnTo>
                    <a:pt x="11406" y="9076"/>
                  </a:lnTo>
                  <a:lnTo>
                    <a:pt x="11406" y="15721"/>
                  </a:lnTo>
                  <a:lnTo>
                    <a:pt x="11356" y="15821"/>
                  </a:lnTo>
                  <a:lnTo>
                    <a:pt x="11257" y="15870"/>
                  </a:lnTo>
                  <a:lnTo>
                    <a:pt x="7091" y="15870"/>
                  </a:lnTo>
                  <a:lnTo>
                    <a:pt x="6992" y="15821"/>
                  </a:lnTo>
                  <a:lnTo>
                    <a:pt x="6943" y="15721"/>
                  </a:lnTo>
                  <a:lnTo>
                    <a:pt x="6943" y="9076"/>
                  </a:lnTo>
                  <a:lnTo>
                    <a:pt x="6992" y="8977"/>
                  </a:lnTo>
                  <a:lnTo>
                    <a:pt x="7091" y="8927"/>
                  </a:lnTo>
                  <a:lnTo>
                    <a:pt x="11257" y="8927"/>
                  </a:lnTo>
                  <a:close/>
                  <a:moveTo>
                    <a:pt x="11356" y="18896"/>
                  </a:moveTo>
                  <a:lnTo>
                    <a:pt x="11406" y="18995"/>
                  </a:lnTo>
                  <a:lnTo>
                    <a:pt x="11406" y="25641"/>
                  </a:lnTo>
                  <a:lnTo>
                    <a:pt x="11356" y="25740"/>
                  </a:lnTo>
                  <a:lnTo>
                    <a:pt x="11257" y="25789"/>
                  </a:lnTo>
                  <a:lnTo>
                    <a:pt x="7091" y="25789"/>
                  </a:lnTo>
                  <a:lnTo>
                    <a:pt x="6992" y="25740"/>
                  </a:lnTo>
                  <a:lnTo>
                    <a:pt x="6943" y="25641"/>
                  </a:lnTo>
                  <a:lnTo>
                    <a:pt x="6943" y="18995"/>
                  </a:lnTo>
                  <a:lnTo>
                    <a:pt x="6992" y="18896"/>
                  </a:lnTo>
                  <a:lnTo>
                    <a:pt x="7091" y="18846"/>
                  </a:lnTo>
                  <a:lnTo>
                    <a:pt x="11257" y="18846"/>
                  </a:lnTo>
                  <a:close/>
                  <a:moveTo>
                    <a:pt x="11356" y="28815"/>
                  </a:moveTo>
                  <a:lnTo>
                    <a:pt x="11406" y="28914"/>
                  </a:lnTo>
                  <a:lnTo>
                    <a:pt x="11406" y="35560"/>
                  </a:lnTo>
                  <a:lnTo>
                    <a:pt x="11356" y="35659"/>
                  </a:lnTo>
                  <a:lnTo>
                    <a:pt x="11257" y="35708"/>
                  </a:lnTo>
                  <a:lnTo>
                    <a:pt x="7091" y="35708"/>
                  </a:lnTo>
                  <a:lnTo>
                    <a:pt x="6992" y="35659"/>
                  </a:lnTo>
                  <a:lnTo>
                    <a:pt x="6943" y="35560"/>
                  </a:lnTo>
                  <a:lnTo>
                    <a:pt x="6943" y="28914"/>
                  </a:lnTo>
                  <a:lnTo>
                    <a:pt x="6992" y="28815"/>
                  </a:lnTo>
                  <a:lnTo>
                    <a:pt x="7091" y="28765"/>
                  </a:lnTo>
                  <a:lnTo>
                    <a:pt x="11257" y="28765"/>
                  </a:lnTo>
                  <a:close/>
                  <a:moveTo>
                    <a:pt x="11356" y="38734"/>
                  </a:moveTo>
                  <a:lnTo>
                    <a:pt x="11406" y="38833"/>
                  </a:lnTo>
                  <a:lnTo>
                    <a:pt x="11406" y="45479"/>
                  </a:lnTo>
                  <a:lnTo>
                    <a:pt x="11356" y="45578"/>
                  </a:lnTo>
                  <a:lnTo>
                    <a:pt x="11257" y="45627"/>
                  </a:lnTo>
                  <a:lnTo>
                    <a:pt x="7091" y="45627"/>
                  </a:lnTo>
                  <a:lnTo>
                    <a:pt x="6992" y="45578"/>
                  </a:lnTo>
                  <a:lnTo>
                    <a:pt x="6943" y="45479"/>
                  </a:lnTo>
                  <a:lnTo>
                    <a:pt x="6943" y="38833"/>
                  </a:lnTo>
                  <a:lnTo>
                    <a:pt x="6992" y="38734"/>
                  </a:lnTo>
                  <a:lnTo>
                    <a:pt x="7091" y="38684"/>
                  </a:lnTo>
                  <a:lnTo>
                    <a:pt x="11257" y="38684"/>
                  </a:lnTo>
                  <a:close/>
                  <a:moveTo>
                    <a:pt x="11356" y="48653"/>
                  </a:moveTo>
                  <a:lnTo>
                    <a:pt x="11406" y="48752"/>
                  </a:lnTo>
                  <a:lnTo>
                    <a:pt x="11406" y="55398"/>
                  </a:lnTo>
                  <a:lnTo>
                    <a:pt x="11356" y="55497"/>
                  </a:lnTo>
                  <a:lnTo>
                    <a:pt x="11257" y="55547"/>
                  </a:lnTo>
                  <a:lnTo>
                    <a:pt x="7091" y="55547"/>
                  </a:lnTo>
                  <a:lnTo>
                    <a:pt x="6992" y="55497"/>
                  </a:lnTo>
                  <a:lnTo>
                    <a:pt x="6943" y="55398"/>
                  </a:lnTo>
                  <a:lnTo>
                    <a:pt x="6943" y="48752"/>
                  </a:lnTo>
                  <a:lnTo>
                    <a:pt x="6992" y="48653"/>
                  </a:lnTo>
                  <a:lnTo>
                    <a:pt x="7091" y="48603"/>
                  </a:lnTo>
                  <a:lnTo>
                    <a:pt x="11257" y="48603"/>
                  </a:lnTo>
                  <a:close/>
                  <a:moveTo>
                    <a:pt x="11356" y="58572"/>
                  </a:moveTo>
                  <a:lnTo>
                    <a:pt x="11406" y="58671"/>
                  </a:lnTo>
                  <a:lnTo>
                    <a:pt x="11406" y="65317"/>
                  </a:lnTo>
                  <a:lnTo>
                    <a:pt x="11356" y="65416"/>
                  </a:lnTo>
                  <a:lnTo>
                    <a:pt x="11257" y="65466"/>
                  </a:lnTo>
                  <a:lnTo>
                    <a:pt x="7091" y="65466"/>
                  </a:lnTo>
                  <a:lnTo>
                    <a:pt x="6992" y="65416"/>
                  </a:lnTo>
                  <a:lnTo>
                    <a:pt x="6943" y="65317"/>
                  </a:lnTo>
                  <a:lnTo>
                    <a:pt x="6943" y="58671"/>
                  </a:lnTo>
                  <a:lnTo>
                    <a:pt x="6992" y="58572"/>
                  </a:lnTo>
                  <a:lnTo>
                    <a:pt x="7091" y="58522"/>
                  </a:lnTo>
                  <a:lnTo>
                    <a:pt x="11257" y="58522"/>
                  </a:lnTo>
                  <a:close/>
                  <a:moveTo>
                    <a:pt x="11356" y="68491"/>
                  </a:moveTo>
                  <a:lnTo>
                    <a:pt x="11406" y="68590"/>
                  </a:lnTo>
                  <a:lnTo>
                    <a:pt x="11406" y="75236"/>
                  </a:lnTo>
                  <a:lnTo>
                    <a:pt x="11356" y="75335"/>
                  </a:lnTo>
                  <a:lnTo>
                    <a:pt x="11257" y="75385"/>
                  </a:lnTo>
                  <a:lnTo>
                    <a:pt x="7091" y="75385"/>
                  </a:lnTo>
                  <a:lnTo>
                    <a:pt x="6992" y="75335"/>
                  </a:lnTo>
                  <a:lnTo>
                    <a:pt x="6943" y="75236"/>
                  </a:lnTo>
                  <a:lnTo>
                    <a:pt x="6943" y="68590"/>
                  </a:lnTo>
                  <a:lnTo>
                    <a:pt x="6992" y="68491"/>
                  </a:lnTo>
                  <a:lnTo>
                    <a:pt x="7091" y="68441"/>
                  </a:lnTo>
                  <a:lnTo>
                    <a:pt x="11257" y="68441"/>
                  </a:lnTo>
                  <a:close/>
                  <a:moveTo>
                    <a:pt x="11356" y="78410"/>
                  </a:moveTo>
                  <a:lnTo>
                    <a:pt x="11406" y="78509"/>
                  </a:lnTo>
                  <a:lnTo>
                    <a:pt x="11406" y="85155"/>
                  </a:lnTo>
                  <a:lnTo>
                    <a:pt x="11356" y="85254"/>
                  </a:lnTo>
                  <a:lnTo>
                    <a:pt x="11257" y="85304"/>
                  </a:lnTo>
                  <a:lnTo>
                    <a:pt x="7091" y="85304"/>
                  </a:lnTo>
                  <a:lnTo>
                    <a:pt x="6992" y="85254"/>
                  </a:lnTo>
                  <a:lnTo>
                    <a:pt x="6943" y="85155"/>
                  </a:lnTo>
                  <a:lnTo>
                    <a:pt x="6943" y="78509"/>
                  </a:lnTo>
                  <a:lnTo>
                    <a:pt x="6992" y="78410"/>
                  </a:lnTo>
                  <a:lnTo>
                    <a:pt x="7091" y="78360"/>
                  </a:lnTo>
                  <a:lnTo>
                    <a:pt x="11257" y="78360"/>
                  </a:lnTo>
                  <a:close/>
                  <a:moveTo>
                    <a:pt x="11356" y="88329"/>
                  </a:moveTo>
                  <a:lnTo>
                    <a:pt x="11406" y="88428"/>
                  </a:lnTo>
                  <a:lnTo>
                    <a:pt x="11406" y="95074"/>
                  </a:lnTo>
                  <a:lnTo>
                    <a:pt x="11356" y="95173"/>
                  </a:lnTo>
                  <a:lnTo>
                    <a:pt x="11257" y="95223"/>
                  </a:lnTo>
                  <a:lnTo>
                    <a:pt x="7091" y="95223"/>
                  </a:lnTo>
                  <a:lnTo>
                    <a:pt x="6992" y="95173"/>
                  </a:lnTo>
                  <a:lnTo>
                    <a:pt x="6943" y="95074"/>
                  </a:lnTo>
                  <a:lnTo>
                    <a:pt x="6943" y="88428"/>
                  </a:lnTo>
                  <a:lnTo>
                    <a:pt x="6992" y="88329"/>
                  </a:lnTo>
                  <a:lnTo>
                    <a:pt x="7091" y="88280"/>
                  </a:lnTo>
                  <a:lnTo>
                    <a:pt x="11257" y="88280"/>
                  </a:lnTo>
                  <a:close/>
                  <a:moveTo>
                    <a:pt x="11356" y="98248"/>
                  </a:moveTo>
                  <a:lnTo>
                    <a:pt x="11406" y="98347"/>
                  </a:lnTo>
                  <a:lnTo>
                    <a:pt x="11406" y="104993"/>
                  </a:lnTo>
                  <a:lnTo>
                    <a:pt x="11356" y="105092"/>
                  </a:lnTo>
                  <a:lnTo>
                    <a:pt x="11257" y="105142"/>
                  </a:lnTo>
                  <a:lnTo>
                    <a:pt x="7091" y="105142"/>
                  </a:lnTo>
                  <a:lnTo>
                    <a:pt x="6992" y="105092"/>
                  </a:lnTo>
                  <a:lnTo>
                    <a:pt x="6943" y="104993"/>
                  </a:lnTo>
                  <a:lnTo>
                    <a:pt x="6943" y="98347"/>
                  </a:lnTo>
                  <a:lnTo>
                    <a:pt x="6992" y="98248"/>
                  </a:lnTo>
                  <a:lnTo>
                    <a:pt x="7091" y="98199"/>
                  </a:lnTo>
                  <a:lnTo>
                    <a:pt x="11257" y="98199"/>
                  </a:lnTo>
                  <a:close/>
                  <a:moveTo>
                    <a:pt x="11356" y="108167"/>
                  </a:moveTo>
                  <a:lnTo>
                    <a:pt x="11406" y="108266"/>
                  </a:lnTo>
                  <a:lnTo>
                    <a:pt x="11406" y="114912"/>
                  </a:lnTo>
                  <a:lnTo>
                    <a:pt x="11356" y="115011"/>
                  </a:lnTo>
                  <a:lnTo>
                    <a:pt x="11257" y="115061"/>
                  </a:lnTo>
                  <a:lnTo>
                    <a:pt x="7091" y="115061"/>
                  </a:lnTo>
                  <a:lnTo>
                    <a:pt x="6992" y="115011"/>
                  </a:lnTo>
                  <a:lnTo>
                    <a:pt x="6943" y="114912"/>
                  </a:lnTo>
                  <a:lnTo>
                    <a:pt x="6943" y="108266"/>
                  </a:lnTo>
                  <a:lnTo>
                    <a:pt x="6992" y="108167"/>
                  </a:lnTo>
                  <a:lnTo>
                    <a:pt x="7091" y="108118"/>
                  </a:lnTo>
                  <a:lnTo>
                    <a:pt x="11257" y="108118"/>
                  </a:lnTo>
                  <a:close/>
                  <a:moveTo>
                    <a:pt x="11356" y="118086"/>
                  </a:moveTo>
                  <a:lnTo>
                    <a:pt x="11406" y="118186"/>
                  </a:lnTo>
                  <a:lnTo>
                    <a:pt x="11406" y="124831"/>
                  </a:lnTo>
                  <a:lnTo>
                    <a:pt x="11356" y="124930"/>
                  </a:lnTo>
                  <a:lnTo>
                    <a:pt x="11257" y="124980"/>
                  </a:lnTo>
                  <a:lnTo>
                    <a:pt x="7091" y="124980"/>
                  </a:lnTo>
                  <a:lnTo>
                    <a:pt x="6992" y="124930"/>
                  </a:lnTo>
                  <a:lnTo>
                    <a:pt x="6943" y="124831"/>
                  </a:lnTo>
                  <a:lnTo>
                    <a:pt x="6943" y="118186"/>
                  </a:lnTo>
                  <a:lnTo>
                    <a:pt x="6992" y="118086"/>
                  </a:lnTo>
                  <a:lnTo>
                    <a:pt x="7091" y="118037"/>
                  </a:lnTo>
                  <a:lnTo>
                    <a:pt x="11257" y="118037"/>
                  </a:lnTo>
                  <a:close/>
                  <a:moveTo>
                    <a:pt x="11356" y="128005"/>
                  </a:moveTo>
                  <a:lnTo>
                    <a:pt x="11406" y="128105"/>
                  </a:lnTo>
                  <a:lnTo>
                    <a:pt x="11406" y="134750"/>
                  </a:lnTo>
                  <a:lnTo>
                    <a:pt x="11356" y="134850"/>
                  </a:lnTo>
                  <a:lnTo>
                    <a:pt x="11257" y="134899"/>
                  </a:lnTo>
                  <a:lnTo>
                    <a:pt x="7091" y="134899"/>
                  </a:lnTo>
                  <a:lnTo>
                    <a:pt x="6992" y="134850"/>
                  </a:lnTo>
                  <a:lnTo>
                    <a:pt x="6943" y="134750"/>
                  </a:lnTo>
                  <a:lnTo>
                    <a:pt x="6943" y="128105"/>
                  </a:lnTo>
                  <a:lnTo>
                    <a:pt x="6992" y="128005"/>
                  </a:lnTo>
                  <a:lnTo>
                    <a:pt x="7091" y="127956"/>
                  </a:lnTo>
                  <a:lnTo>
                    <a:pt x="11257" y="127956"/>
                  </a:lnTo>
                  <a:close/>
                  <a:moveTo>
                    <a:pt x="11356" y="137924"/>
                  </a:moveTo>
                  <a:lnTo>
                    <a:pt x="11406" y="138024"/>
                  </a:lnTo>
                  <a:lnTo>
                    <a:pt x="11406" y="144669"/>
                  </a:lnTo>
                  <a:lnTo>
                    <a:pt x="11356" y="144769"/>
                  </a:lnTo>
                  <a:lnTo>
                    <a:pt x="11257" y="144818"/>
                  </a:lnTo>
                  <a:lnTo>
                    <a:pt x="7091" y="144818"/>
                  </a:lnTo>
                  <a:lnTo>
                    <a:pt x="6992" y="144769"/>
                  </a:lnTo>
                  <a:lnTo>
                    <a:pt x="6943" y="144669"/>
                  </a:lnTo>
                  <a:lnTo>
                    <a:pt x="6943" y="138024"/>
                  </a:lnTo>
                  <a:lnTo>
                    <a:pt x="6992" y="137924"/>
                  </a:lnTo>
                  <a:lnTo>
                    <a:pt x="7091" y="137875"/>
                  </a:lnTo>
                  <a:lnTo>
                    <a:pt x="11257" y="137875"/>
                  </a:lnTo>
                  <a:close/>
                  <a:moveTo>
                    <a:pt x="11356" y="147844"/>
                  </a:moveTo>
                  <a:lnTo>
                    <a:pt x="11406" y="147943"/>
                  </a:lnTo>
                  <a:lnTo>
                    <a:pt x="11406" y="154589"/>
                  </a:lnTo>
                  <a:lnTo>
                    <a:pt x="11356" y="154688"/>
                  </a:lnTo>
                  <a:lnTo>
                    <a:pt x="11257" y="154737"/>
                  </a:lnTo>
                  <a:lnTo>
                    <a:pt x="7091" y="154737"/>
                  </a:lnTo>
                  <a:lnTo>
                    <a:pt x="6992" y="154688"/>
                  </a:lnTo>
                  <a:lnTo>
                    <a:pt x="6943" y="154589"/>
                  </a:lnTo>
                  <a:lnTo>
                    <a:pt x="6943" y="147943"/>
                  </a:lnTo>
                  <a:lnTo>
                    <a:pt x="6992" y="147844"/>
                  </a:lnTo>
                  <a:lnTo>
                    <a:pt x="7091" y="147794"/>
                  </a:lnTo>
                  <a:lnTo>
                    <a:pt x="11257" y="147794"/>
                  </a:lnTo>
                  <a:close/>
                  <a:moveTo>
                    <a:pt x="11356" y="157763"/>
                  </a:moveTo>
                  <a:lnTo>
                    <a:pt x="11406" y="157862"/>
                  </a:lnTo>
                  <a:lnTo>
                    <a:pt x="11406" y="164508"/>
                  </a:lnTo>
                  <a:lnTo>
                    <a:pt x="11356" y="164607"/>
                  </a:lnTo>
                  <a:lnTo>
                    <a:pt x="11257" y="164656"/>
                  </a:lnTo>
                  <a:lnTo>
                    <a:pt x="7091" y="164656"/>
                  </a:lnTo>
                  <a:lnTo>
                    <a:pt x="6992" y="164607"/>
                  </a:lnTo>
                  <a:lnTo>
                    <a:pt x="6943" y="164508"/>
                  </a:lnTo>
                  <a:lnTo>
                    <a:pt x="6943" y="157862"/>
                  </a:lnTo>
                  <a:lnTo>
                    <a:pt x="6992" y="157763"/>
                  </a:lnTo>
                  <a:lnTo>
                    <a:pt x="7091" y="157713"/>
                  </a:lnTo>
                  <a:lnTo>
                    <a:pt x="11257" y="157713"/>
                  </a:lnTo>
                  <a:close/>
                  <a:moveTo>
                    <a:pt x="11356" y="168351"/>
                  </a:moveTo>
                  <a:lnTo>
                    <a:pt x="11406" y="168450"/>
                  </a:lnTo>
                  <a:lnTo>
                    <a:pt x="11406" y="174427"/>
                  </a:lnTo>
                  <a:lnTo>
                    <a:pt x="11356" y="174526"/>
                  </a:lnTo>
                  <a:lnTo>
                    <a:pt x="11257" y="174575"/>
                  </a:lnTo>
                  <a:lnTo>
                    <a:pt x="7091" y="174575"/>
                  </a:lnTo>
                  <a:lnTo>
                    <a:pt x="6992" y="174526"/>
                  </a:lnTo>
                  <a:lnTo>
                    <a:pt x="6943" y="174427"/>
                  </a:lnTo>
                  <a:lnTo>
                    <a:pt x="6943" y="168450"/>
                  </a:lnTo>
                  <a:lnTo>
                    <a:pt x="6992" y="168351"/>
                  </a:lnTo>
                  <a:lnTo>
                    <a:pt x="7091" y="168302"/>
                  </a:lnTo>
                  <a:lnTo>
                    <a:pt x="11257" y="168302"/>
                  </a:lnTo>
                  <a:close/>
                  <a:moveTo>
                    <a:pt x="11356" y="167682"/>
                  </a:moveTo>
                  <a:lnTo>
                    <a:pt x="11406" y="167781"/>
                  </a:lnTo>
                  <a:lnTo>
                    <a:pt x="11406" y="168153"/>
                  </a:lnTo>
                  <a:lnTo>
                    <a:pt x="11356" y="168252"/>
                  </a:lnTo>
                  <a:lnTo>
                    <a:pt x="11257" y="168302"/>
                  </a:lnTo>
                  <a:lnTo>
                    <a:pt x="7091" y="168302"/>
                  </a:lnTo>
                  <a:lnTo>
                    <a:pt x="6992" y="168252"/>
                  </a:lnTo>
                  <a:lnTo>
                    <a:pt x="6943" y="168153"/>
                  </a:lnTo>
                  <a:lnTo>
                    <a:pt x="6943" y="167781"/>
                  </a:lnTo>
                  <a:lnTo>
                    <a:pt x="6992" y="167682"/>
                  </a:lnTo>
                  <a:lnTo>
                    <a:pt x="7091" y="167632"/>
                  </a:lnTo>
                  <a:lnTo>
                    <a:pt x="11257" y="167632"/>
                  </a:lnTo>
                  <a:close/>
                  <a:moveTo>
                    <a:pt x="11356" y="177601"/>
                  </a:moveTo>
                  <a:lnTo>
                    <a:pt x="11406" y="177700"/>
                  </a:lnTo>
                  <a:lnTo>
                    <a:pt x="11406" y="184346"/>
                  </a:lnTo>
                  <a:lnTo>
                    <a:pt x="11356" y="184445"/>
                  </a:lnTo>
                  <a:lnTo>
                    <a:pt x="11257" y="184495"/>
                  </a:lnTo>
                  <a:lnTo>
                    <a:pt x="7091" y="184495"/>
                  </a:lnTo>
                  <a:lnTo>
                    <a:pt x="6992" y="184445"/>
                  </a:lnTo>
                  <a:lnTo>
                    <a:pt x="6943" y="184346"/>
                  </a:lnTo>
                  <a:lnTo>
                    <a:pt x="6943" y="177700"/>
                  </a:lnTo>
                  <a:lnTo>
                    <a:pt x="6992" y="177601"/>
                  </a:lnTo>
                  <a:lnTo>
                    <a:pt x="7091" y="177551"/>
                  </a:lnTo>
                  <a:lnTo>
                    <a:pt x="11257" y="177551"/>
                  </a:lnTo>
                  <a:close/>
                  <a:moveTo>
                    <a:pt x="11356" y="187520"/>
                  </a:moveTo>
                  <a:lnTo>
                    <a:pt x="11406" y="187619"/>
                  </a:lnTo>
                  <a:lnTo>
                    <a:pt x="11406" y="194265"/>
                  </a:lnTo>
                  <a:lnTo>
                    <a:pt x="11356" y="194364"/>
                  </a:lnTo>
                  <a:lnTo>
                    <a:pt x="11257" y="194414"/>
                  </a:lnTo>
                  <a:lnTo>
                    <a:pt x="7091" y="194414"/>
                  </a:lnTo>
                  <a:lnTo>
                    <a:pt x="6992" y="194364"/>
                  </a:lnTo>
                  <a:lnTo>
                    <a:pt x="6943" y="194265"/>
                  </a:lnTo>
                  <a:lnTo>
                    <a:pt x="6943" y="187619"/>
                  </a:lnTo>
                  <a:lnTo>
                    <a:pt x="6992" y="187520"/>
                  </a:lnTo>
                  <a:lnTo>
                    <a:pt x="7091" y="187470"/>
                  </a:lnTo>
                  <a:lnTo>
                    <a:pt x="11257" y="187470"/>
                  </a:lnTo>
                  <a:close/>
                  <a:moveTo>
                    <a:pt x="11356" y="197439"/>
                  </a:moveTo>
                  <a:lnTo>
                    <a:pt x="11406" y="197538"/>
                  </a:lnTo>
                  <a:lnTo>
                    <a:pt x="11406" y="204184"/>
                  </a:lnTo>
                  <a:lnTo>
                    <a:pt x="11356" y="204283"/>
                  </a:lnTo>
                  <a:lnTo>
                    <a:pt x="11257" y="204333"/>
                  </a:lnTo>
                  <a:lnTo>
                    <a:pt x="7091" y="204333"/>
                  </a:lnTo>
                  <a:lnTo>
                    <a:pt x="6992" y="204283"/>
                  </a:lnTo>
                  <a:lnTo>
                    <a:pt x="6943" y="204184"/>
                  </a:lnTo>
                  <a:lnTo>
                    <a:pt x="6943" y="197538"/>
                  </a:lnTo>
                  <a:lnTo>
                    <a:pt x="6992" y="197439"/>
                  </a:lnTo>
                  <a:lnTo>
                    <a:pt x="7091" y="197389"/>
                  </a:lnTo>
                  <a:lnTo>
                    <a:pt x="11257" y="197389"/>
                  </a:lnTo>
                  <a:close/>
                  <a:moveTo>
                    <a:pt x="11356" y="207358"/>
                  </a:moveTo>
                  <a:lnTo>
                    <a:pt x="11406" y="207457"/>
                  </a:lnTo>
                  <a:lnTo>
                    <a:pt x="11406" y="214103"/>
                  </a:lnTo>
                  <a:lnTo>
                    <a:pt x="11356" y="214202"/>
                  </a:lnTo>
                  <a:lnTo>
                    <a:pt x="11257" y="214252"/>
                  </a:lnTo>
                  <a:lnTo>
                    <a:pt x="7091" y="214252"/>
                  </a:lnTo>
                  <a:lnTo>
                    <a:pt x="6992" y="214202"/>
                  </a:lnTo>
                  <a:lnTo>
                    <a:pt x="6943" y="214103"/>
                  </a:lnTo>
                  <a:lnTo>
                    <a:pt x="6943" y="207457"/>
                  </a:lnTo>
                  <a:lnTo>
                    <a:pt x="6992" y="207358"/>
                  </a:lnTo>
                  <a:lnTo>
                    <a:pt x="7091" y="207308"/>
                  </a:lnTo>
                  <a:lnTo>
                    <a:pt x="11257" y="207308"/>
                  </a:lnTo>
                  <a:close/>
                  <a:moveTo>
                    <a:pt x="11356" y="217277"/>
                  </a:moveTo>
                  <a:lnTo>
                    <a:pt x="11406" y="217376"/>
                  </a:lnTo>
                  <a:lnTo>
                    <a:pt x="11406" y="224022"/>
                  </a:lnTo>
                  <a:lnTo>
                    <a:pt x="11356" y="224121"/>
                  </a:lnTo>
                  <a:lnTo>
                    <a:pt x="11257" y="224171"/>
                  </a:lnTo>
                  <a:lnTo>
                    <a:pt x="7091" y="224171"/>
                  </a:lnTo>
                  <a:lnTo>
                    <a:pt x="6992" y="224121"/>
                  </a:lnTo>
                  <a:lnTo>
                    <a:pt x="6943" y="224022"/>
                  </a:lnTo>
                  <a:lnTo>
                    <a:pt x="6943" y="217376"/>
                  </a:lnTo>
                  <a:lnTo>
                    <a:pt x="6992" y="217277"/>
                  </a:lnTo>
                  <a:lnTo>
                    <a:pt x="7091" y="217227"/>
                  </a:lnTo>
                  <a:lnTo>
                    <a:pt x="11257" y="217227"/>
                  </a:lnTo>
                  <a:close/>
                  <a:moveTo>
                    <a:pt x="11356" y="227196"/>
                  </a:moveTo>
                  <a:lnTo>
                    <a:pt x="11406" y="227295"/>
                  </a:lnTo>
                  <a:lnTo>
                    <a:pt x="11406" y="233941"/>
                  </a:lnTo>
                  <a:lnTo>
                    <a:pt x="11356" y="234040"/>
                  </a:lnTo>
                  <a:lnTo>
                    <a:pt x="11257" y="234090"/>
                  </a:lnTo>
                  <a:lnTo>
                    <a:pt x="7091" y="234090"/>
                  </a:lnTo>
                  <a:lnTo>
                    <a:pt x="6992" y="234040"/>
                  </a:lnTo>
                  <a:lnTo>
                    <a:pt x="6943" y="233941"/>
                  </a:lnTo>
                  <a:lnTo>
                    <a:pt x="6943" y="227295"/>
                  </a:lnTo>
                  <a:lnTo>
                    <a:pt x="6992" y="227196"/>
                  </a:lnTo>
                  <a:lnTo>
                    <a:pt x="7091" y="227147"/>
                  </a:lnTo>
                  <a:lnTo>
                    <a:pt x="11257" y="227147"/>
                  </a:lnTo>
                  <a:close/>
                  <a:moveTo>
                    <a:pt x="11356" y="237115"/>
                  </a:moveTo>
                  <a:lnTo>
                    <a:pt x="11406" y="237214"/>
                  </a:lnTo>
                  <a:lnTo>
                    <a:pt x="11406" y="243860"/>
                  </a:lnTo>
                  <a:lnTo>
                    <a:pt x="11356" y="243959"/>
                  </a:lnTo>
                  <a:lnTo>
                    <a:pt x="11257" y="244009"/>
                  </a:lnTo>
                  <a:lnTo>
                    <a:pt x="7091" y="244009"/>
                  </a:lnTo>
                  <a:lnTo>
                    <a:pt x="6992" y="243959"/>
                  </a:lnTo>
                  <a:lnTo>
                    <a:pt x="6943" y="243860"/>
                  </a:lnTo>
                  <a:lnTo>
                    <a:pt x="6943" y="237214"/>
                  </a:lnTo>
                  <a:lnTo>
                    <a:pt x="6992" y="237115"/>
                  </a:lnTo>
                  <a:lnTo>
                    <a:pt x="7091" y="237066"/>
                  </a:lnTo>
                  <a:lnTo>
                    <a:pt x="11257" y="237066"/>
                  </a:lnTo>
                  <a:close/>
                  <a:moveTo>
                    <a:pt x="11356" y="247034"/>
                  </a:moveTo>
                  <a:lnTo>
                    <a:pt x="11406" y="247133"/>
                  </a:lnTo>
                  <a:lnTo>
                    <a:pt x="11406" y="253779"/>
                  </a:lnTo>
                  <a:lnTo>
                    <a:pt x="11356" y="253878"/>
                  </a:lnTo>
                  <a:lnTo>
                    <a:pt x="11257" y="253928"/>
                  </a:lnTo>
                  <a:lnTo>
                    <a:pt x="7091" y="253928"/>
                  </a:lnTo>
                  <a:lnTo>
                    <a:pt x="6992" y="253878"/>
                  </a:lnTo>
                  <a:lnTo>
                    <a:pt x="6943" y="253779"/>
                  </a:lnTo>
                  <a:lnTo>
                    <a:pt x="6943" y="247133"/>
                  </a:lnTo>
                  <a:lnTo>
                    <a:pt x="6992" y="247034"/>
                  </a:lnTo>
                  <a:lnTo>
                    <a:pt x="7091" y="246985"/>
                  </a:lnTo>
                  <a:lnTo>
                    <a:pt x="11257" y="246985"/>
                  </a:lnTo>
                  <a:close/>
                  <a:moveTo>
                    <a:pt x="11356" y="256953"/>
                  </a:moveTo>
                  <a:lnTo>
                    <a:pt x="11406" y="257053"/>
                  </a:lnTo>
                  <a:lnTo>
                    <a:pt x="11406" y="263698"/>
                  </a:lnTo>
                  <a:lnTo>
                    <a:pt x="11356" y="263798"/>
                  </a:lnTo>
                  <a:lnTo>
                    <a:pt x="11257" y="263847"/>
                  </a:lnTo>
                  <a:lnTo>
                    <a:pt x="7091" y="263847"/>
                  </a:lnTo>
                  <a:lnTo>
                    <a:pt x="6992" y="263798"/>
                  </a:lnTo>
                  <a:lnTo>
                    <a:pt x="6943" y="263698"/>
                  </a:lnTo>
                  <a:lnTo>
                    <a:pt x="6943" y="257053"/>
                  </a:lnTo>
                  <a:lnTo>
                    <a:pt x="6992" y="256953"/>
                  </a:lnTo>
                  <a:lnTo>
                    <a:pt x="7091" y="256904"/>
                  </a:lnTo>
                  <a:lnTo>
                    <a:pt x="11257" y="256904"/>
                  </a:lnTo>
                  <a:close/>
                  <a:moveTo>
                    <a:pt x="11356" y="266872"/>
                  </a:moveTo>
                  <a:lnTo>
                    <a:pt x="11406" y="266972"/>
                  </a:lnTo>
                  <a:lnTo>
                    <a:pt x="11406" y="273617"/>
                  </a:lnTo>
                  <a:lnTo>
                    <a:pt x="11356" y="273717"/>
                  </a:lnTo>
                  <a:lnTo>
                    <a:pt x="11257" y="273766"/>
                  </a:lnTo>
                  <a:lnTo>
                    <a:pt x="7091" y="273766"/>
                  </a:lnTo>
                  <a:lnTo>
                    <a:pt x="6992" y="273717"/>
                  </a:lnTo>
                  <a:lnTo>
                    <a:pt x="6943" y="273617"/>
                  </a:lnTo>
                  <a:lnTo>
                    <a:pt x="6943" y="266972"/>
                  </a:lnTo>
                  <a:lnTo>
                    <a:pt x="6992" y="266872"/>
                  </a:lnTo>
                  <a:lnTo>
                    <a:pt x="7091" y="266823"/>
                  </a:lnTo>
                  <a:lnTo>
                    <a:pt x="11257" y="266823"/>
                  </a:lnTo>
                  <a:close/>
                  <a:moveTo>
                    <a:pt x="11356" y="276792"/>
                  </a:moveTo>
                  <a:lnTo>
                    <a:pt x="11406" y="276891"/>
                  </a:lnTo>
                  <a:lnTo>
                    <a:pt x="11406" y="283536"/>
                  </a:lnTo>
                  <a:lnTo>
                    <a:pt x="11356" y="283636"/>
                  </a:lnTo>
                  <a:lnTo>
                    <a:pt x="11257" y="283685"/>
                  </a:lnTo>
                  <a:lnTo>
                    <a:pt x="7091" y="283685"/>
                  </a:lnTo>
                  <a:lnTo>
                    <a:pt x="6992" y="283636"/>
                  </a:lnTo>
                  <a:lnTo>
                    <a:pt x="6943" y="283536"/>
                  </a:lnTo>
                  <a:lnTo>
                    <a:pt x="6943" y="276891"/>
                  </a:lnTo>
                  <a:lnTo>
                    <a:pt x="6992" y="276792"/>
                  </a:lnTo>
                  <a:lnTo>
                    <a:pt x="7091" y="276742"/>
                  </a:lnTo>
                  <a:lnTo>
                    <a:pt x="11257" y="276742"/>
                  </a:lnTo>
                  <a:close/>
                  <a:moveTo>
                    <a:pt x="11356" y="286711"/>
                  </a:moveTo>
                  <a:lnTo>
                    <a:pt x="11406" y="286810"/>
                  </a:lnTo>
                  <a:lnTo>
                    <a:pt x="11406" y="293456"/>
                  </a:lnTo>
                  <a:lnTo>
                    <a:pt x="11356" y="293555"/>
                  </a:lnTo>
                  <a:lnTo>
                    <a:pt x="11257" y="293604"/>
                  </a:lnTo>
                  <a:lnTo>
                    <a:pt x="7091" y="293604"/>
                  </a:lnTo>
                  <a:lnTo>
                    <a:pt x="6992" y="293555"/>
                  </a:lnTo>
                  <a:lnTo>
                    <a:pt x="6943" y="293456"/>
                  </a:lnTo>
                  <a:lnTo>
                    <a:pt x="6943" y="286810"/>
                  </a:lnTo>
                  <a:lnTo>
                    <a:pt x="6992" y="286711"/>
                  </a:lnTo>
                  <a:lnTo>
                    <a:pt x="7091" y="286661"/>
                  </a:lnTo>
                  <a:lnTo>
                    <a:pt x="11257" y="286661"/>
                  </a:lnTo>
                  <a:close/>
                  <a:moveTo>
                    <a:pt x="11356" y="296630"/>
                  </a:moveTo>
                  <a:lnTo>
                    <a:pt x="11406" y="296729"/>
                  </a:lnTo>
                  <a:lnTo>
                    <a:pt x="11406" y="303375"/>
                  </a:lnTo>
                  <a:lnTo>
                    <a:pt x="11356" y="303474"/>
                  </a:lnTo>
                  <a:lnTo>
                    <a:pt x="11257" y="303523"/>
                  </a:lnTo>
                  <a:lnTo>
                    <a:pt x="7091" y="303523"/>
                  </a:lnTo>
                  <a:lnTo>
                    <a:pt x="6992" y="303474"/>
                  </a:lnTo>
                  <a:lnTo>
                    <a:pt x="6943" y="303375"/>
                  </a:lnTo>
                  <a:lnTo>
                    <a:pt x="6943" y="296729"/>
                  </a:lnTo>
                  <a:lnTo>
                    <a:pt x="6992" y="296630"/>
                  </a:lnTo>
                  <a:lnTo>
                    <a:pt x="7091" y="296580"/>
                  </a:lnTo>
                  <a:lnTo>
                    <a:pt x="11257" y="296580"/>
                  </a:lnTo>
                  <a:close/>
                  <a:moveTo>
                    <a:pt x="11356" y="306549"/>
                  </a:moveTo>
                  <a:lnTo>
                    <a:pt x="11406" y="306648"/>
                  </a:lnTo>
                  <a:lnTo>
                    <a:pt x="11406" y="313294"/>
                  </a:lnTo>
                  <a:lnTo>
                    <a:pt x="11356" y="313393"/>
                  </a:lnTo>
                  <a:lnTo>
                    <a:pt x="11257" y="313442"/>
                  </a:lnTo>
                  <a:lnTo>
                    <a:pt x="7091" y="313442"/>
                  </a:lnTo>
                  <a:lnTo>
                    <a:pt x="6992" y="313393"/>
                  </a:lnTo>
                  <a:lnTo>
                    <a:pt x="6943" y="313294"/>
                  </a:lnTo>
                  <a:lnTo>
                    <a:pt x="6943" y="306648"/>
                  </a:lnTo>
                  <a:lnTo>
                    <a:pt x="6992" y="306549"/>
                  </a:lnTo>
                  <a:lnTo>
                    <a:pt x="7091" y="306499"/>
                  </a:lnTo>
                  <a:lnTo>
                    <a:pt x="11257" y="306499"/>
                  </a:lnTo>
                  <a:close/>
                  <a:moveTo>
                    <a:pt x="11356" y="316468"/>
                  </a:moveTo>
                  <a:lnTo>
                    <a:pt x="11406" y="316567"/>
                  </a:lnTo>
                  <a:lnTo>
                    <a:pt x="11406" y="323213"/>
                  </a:lnTo>
                  <a:lnTo>
                    <a:pt x="11356" y="323312"/>
                  </a:lnTo>
                  <a:lnTo>
                    <a:pt x="11257" y="323362"/>
                  </a:lnTo>
                  <a:lnTo>
                    <a:pt x="7091" y="323362"/>
                  </a:lnTo>
                  <a:lnTo>
                    <a:pt x="6992" y="323312"/>
                  </a:lnTo>
                  <a:lnTo>
                    <a:pt x="6943" y="323213"/>
                  </a:lnTo>
                  <a:lnTo>
                    <a:pt x="6943" y="316567"/>
                  </a:lnTo>
                  <a:lnTo>
                    <a:pt x="6992" y="316468"/>
                  </a:lnTo>
                  <a:lnTo>
                    <a:pt x="7091" y="316418"/>
                  </a:lnTo>
                  <a:lnTo>
                    <a:pt x="11257" y="316418"/>
                  </a:lnTo>
                  <a:close/>
                  <a:moveTo>
                    <a:pt x="11356" y="326387"/>
                  </a:moveTo>
                  <a:lnTo>
                    <a:pt x="11406" y="326486"/>
                  </a:lnTo>
                  <a:lnTo>
                    <a:pt x="11406" y="333132"/>
                  </a:lnTo>
                  <a:lnTo>
                    <a:pt x="11356" y="333231"/>
                  </a:lnTo>
                  <a:lnTo>
                    <a:pt x="11257" y="333281"/>
                  </a:lnTo>
                  <a:lnTo>
                    <a:pt x="7091" y="333281"/>
                  </a:lnTo>
                  <a:lnTo>
                    <a:pt x="6992" y="333231"/>
                  </a:lnTo>
                  <a:lnTo>
                    <a:pt x="6943" y="333132"/>
                  </a:lnTo>
                  <a:lnTo>
                    <a:pt x="6943" y="326486"/>
                  </a:lnTo>
                  <a:lnTo>
                    <a:pt x="6992" y="326387"/>
                  </a:lnTo>
                  <a:lnTo>
                    <a:pt x="7091" y="326337"/>
                  </a:lnTo>
                  <a:lnTo>
                    <a:pt x="11257" y="326337"/>
                  </a:lnTo>
                  <a:close/>
                  <a:moveTo>
                    <a:pt x="11356" y="336306"/>
                  </a:moveTo>
                  <a:lnTo>
                    <a:pt x="11406" y="336405"/>
                  </a:lnTo>
                  <a:lnTo>
                    <a:pt x="11406" y="343051"/>
                  </a:lnTo>
                  <a:lnTo>
                    <a:pt x="11356" y="343150"/>
                  </a:lnTo>
                  <a:lnTo>
                    <a:pt x="11257" y="343200"/>
                  </a:lnTo>
                  <a:lnTo>
                    <a:pt x="7091" y="343200"/>
                  </a:lnTo>
                  <a:lnTo>
                    <a:pt x="6992" y="343150"/>
                  </a:lnTo>
                  <a:lnTo>
                    <a:pt x="6943" y="343051"/>
                  </a:lnTo>
                  <a:lnTo>
                    <a:pt x="6943" y="336405"/>
                  </a:lnTo>
                  <a:lnTo>
                    <a:pt x="6992" y="336306"/>
                  </a:lnTo>
                  <a:lnTo>
                    <a:pt x="7091" y="336256"/>
                  </a:lnTo>
                  <a:lnTo>
                    <a:pt x="11257" y="336256"/>
                  </a:lnTo>
                  <a:close/>
                  <a:moveTo>
                    <a:pt x="11356" y="346225"/>
                  </a:moveTo>
                  <a:lnTo>
                    <a:pt x="11406" y="346324"/>
                  </a:lnTo>
                  <a:lnTo>
                    <a:pt x="11406" y="352970"/>
                  </a:lnTo>
                  <a:lnTo>
                    <a:pt x="11356" y="353069"/>
                  </a:lnTo>
                  <a:lnTo>
                    <a:pt x="11257" y="353119"/>
                  </a:lnTo>
                  <a:lnTo>
                    <a:pt x="7091" y="353119"/>
                  </a:lnTo>
                  <a:lnTo>
                    <a:pt x="6992" y="353069"/>
                  </a:lnTo>
                  <a:lnTo>
                    <a:pt x="6943" y="352970"/>
                  </a:lnTo>
                  <a:lnTo>
                    <a:pt x="6943" y="346324"/>
                  </a:lnTo>
                  <a:lnTo>
                    <a:pt x="6992" y="346225"/>
                  </a:lnTo>
                  <a:lnTo>
                    <a:pt x="7091" y="346175"/>
                  </a:lnTo>
                  <a:lnTo>
                    <a:pt x="11257" y="346175"/>
                  </a:lnTo>
                  <a:close/>
                  <a:moveTo>
                    <a:pt x="11356" y="356144"/>
                  </a:moveTo>
                  <a:lnTo>
                    <a:pt x="11406" y="356243"/>
                  </a:lnTo>
                  <a:lnTo>
                    <a:pt x="11406" y="362889"/>
                  </a:lnTo>
                  <a:lnTo>
                    <a:pt x="11356" y="362988"/>
                  </a:lnTo>
                  <a:lnTo>
                    <a:pt x="11257" y="363038"/>
                  </a:lnTo>
                  <a:lnTo>
                    <a:pt x="7091" y="363038"/>
                  </a:lnTo>
                  <a:lnTo>
                    <a:pt x="6992" y="362988"/>
                  </a:lnTo>
                  <a:lnTo>
                    <a:pt x="6943" y="362889"/>
                  </a:lnTo>
                  <a:lnTo>
                    <a:pt x="6943" y="356243"/>
                  </a:lnTo>
                  <a:lnTo>
                    <a:pt x="6992" y="356144"/>
                  </a:lnTo>
                  <a:lnTo>
                    <a:pt x="7091" y="356095"/>
                  </a:lnTo>
                  <a:lnTo>
                    <a:pt x="11257" y="356095"/>
                  </a:lnTo>
                  <a:close/>
                  <a:moveTo>
                    <a:pt x="11356" y="366063"/>
                  </a:moveTo>
                  <a:lnTo>
                    <a:pt x="11406" y="366162"/>
                  </a:lnTo>
                  <a:lnTo>
                    <a:pt x="11406" y="372808"/>
                  </a:lnTo>
                  <a:lnTo>
                    <a:pt x="11356" y="372907"/>
                  </a:lnTo>
                  <a:lnTo>
                    <a:pt x="11257" y="372957"/>
                  </a:lnTo>
                  <a:lnTo>
                    <a:pt x="7091" y="372957"/>
                  </a:lnTo>
                  <a:lnTo>
                    <a:pt x="6992" y="372907"/>
                  </a:lnTo>
                  <a:lnTo>
                    <a:pt x="6943" y="372808"/>
                  </a:lnTo>
                  <a:lnTo>
                    <a:pt x="6943" y="366162"/>
                  </a:lnTo>
                  <a:lnTo>
                    <a:pt x="6992" y="366063"/>
                  </a:lnTo>
                  <a:lnTo>
                    <a:pt x="7091" y="366014"/>
                  </a:lnTo>
                  <a:lnTo>
                    <a:pt x="11257" y="366014"/>
                  </a:lnTo>
                  <a:close/>
                  <a:moveTo>
                    <a:pt x="11356" y="375982"/>
                  </a:moveTo>
                  <a:lnTo>
                    <a:pt x="11406" y="376081"/>
                  </a:lnTo>
                  <a:lnTo>
                    <a:pt x="11406" y="382727"/>
                  </a:lnTo>
                  <a:lnTo>
                    <a:pt x="11356" y="382826"/>
                  </a:lnTo>
                  <a:lnTo>
                    <a:pt x="11257" y="382876"/>
                  </a:lnTo>
                  <a:lnTo>
                    <a:pt x="7091" y="382876"/>
                  </a:lnTo>
                  <a:lnTo>
                    <a:pt x="6992" y="382826"/>
                  </a:lnTo>
                  <a:lnTo>
                    <a:pt x="6943" y="382727"/>
                  </a:lnTo>
                  <a:lnTo>
                    <a:pt x="6943" y="376081"/>
                  </a:lnTo>
                  <a:lnTo>
                    <a:pt x="6992" y="375982"/>
                  </a:lnTo>
                  <a:lnTo>
                    <a:pt x="7091" y="375933"/>
                  </a:lnTo>
                  <a:lnTo>
                    <a:pt x="11257" y="375933"/>
                  </a:lnTo>
                  <a:close/>
                  <a:moveTo>
                    <a:pt x="11356" y="385901"/>
                  </a:moveTo>
                  <a:lnTo>
                    <a:pt x="11406" y="386001"/>
                  </a:lnTo>
                  <a:lnTo>
                    <a:pt x="11406" y="392646"/>
                  </a:lnTo>
                  <a:lnTo>
                    <a:pt x="11356" y="392745"/>
                  </a:lnTo>
                  <a:lnTo>
                    <a:pt x="11257" y="392795"/>
                  </a:lnTo>
                  <a:lnTo>
                    <a:pt x="7091" y="392795"/>
                  </a:lnTo>
                  <a:lnTo>
                    <a:pt x="6992" y="392745"/>
                  </a:lnTo>
                  <a:lnTo>
                    <a:pt x="6943" y="392646"/>
                  </a:lnTo>
                  <a:lnTo>
                    <a:pt x="6943" y="386001"/>
                  </a:lnTo>
                  <a:lnTo>
                    <a:pt x="6992" y="385901"/>
                  </a:lnTo>
                  <a:lnTo>
                    <a:pt x="7091" y="385852"/>
                  </a:lnTo>
                  <a:lnTo>
                    <a:pt x="11257" y="385852"/>
                  </a:lnTo>
                  <a:close/>
                  <a:moveTo>
                    <a:pt x="11356" y="395820"/>
                  </a:moveTo>
                  <a:lnTo>
                    <a:pt x="11406" y="395920"/>
                  </a:lnTo>
                  <a:lnTo>
                    <a:pt x="11406" y="402565"/>
                  </a:lnTo>
                  <a:lnTo>
                    <a:pt x="11356" y="402665"/>
                  </a:lnTo>
                  <a:lnTo>
                    <a:pt x="11257" y="402714"/>
                  </a:lnTo>
                  <a:lnTo>
                    <a:pt x="7091" y="402714"/>
                  </a:lnTo>
                  <a:lnTo>
                    <a:pt x="6992" y="402665"/>
                  </a:lnTo>
                  <a:lnTo>
                    <a:pt x="6943" y="402565"/>
                  </a:lnTo>
                  <a:lnTo>
                    <a:pt x="6943" y="395920"/>
                  </a:lnTo>
                  <a:lnTo>
                    <a:pt x="6992" y="395820"/>
                  </a:lnTo>
                  <a:lnTo>
                    <a:pt x="7091" y="395771"/>
                  </a:lnTo>
                  <a:lnTo>
                    <a:pt x="11257" y="395771"/>
                  </a:lnTo>
                  <a:close/>
                  <a:moveTo>
                    <a:pt x="11356" y="405739"/>
                  </a:moveTo>
                  <a:lnTo>
                    <a:pt x="11406" y="405839"/>
                  </a:lnTo>
                  <a:lnTo>
                    <a:pt x="11406" y="412484"/>
                  </a:lnTo>
                  <a:lnTo>
                    <a:pt x="11356" y="412584"/>
                  </a:lnTo>
                  <a:lnTo>
                    <a:pt x="11257" y="412633"/>
                  </a:lnTo>
                  <a:lnTo>
                    <a:pt x="7091" y="412633"/>
                  </a:lnTo>
                  <a:lnTo>
                    <a:pt x="6992" y="412584"/>
                  </a:lnTo>
                  <a:lnTo>
                    <a:pt x="6943" y="412484"/>
                  </a:lnTo>
                  <a:lnTo>
                    <a:pt x="6943" y="405839"/>
                  </a:lnTo>
                  <a:lnTo>
                    <a:pt x="6992" y="405739"/>
                  </a:lnTo>
                  <a:lnTo>
                    <a:pt x="7091" y="405690"/>
                  </a:lnTo>
                  <a:lnTo>
                    <a:pt x="11257" y="405690"/>
                  </a:lnTo>
                  <a:close/>
                  <a:moveTo>
                    <a:pt x="11356" y="415659"/>
                  </a:moveTo>
                  <a:lnTo>
                    <a:pt x="11406" y="415758"/>
                  </a:lnTo>
                  <a:lnTo>
                    <a:pt x="11406" y="422404"/>
                  </a:lnTo>
                  <a:lnTo>
                    <a:pt x="11356" y="422503"/>
                  </a:lnTo>
                  <a:lnTo>
                    <a:pt x="11257" y="422552"/>
                  </a:lnTo>
                  <a:lnTo>
                    <a:pt x="7091" y="422552"/>
                  </a:lnTo>
                  <a:lnTo>
                    <a:pt x="6992" y="422503"/>
                  </a:lnTo>
                  <a:lnTo>
                    <a:pt x="6943" y="422404"/>
                  </a:lnTo>
                  <a:lnTo>
                    <a:pt x="6943" y="415758"/>
                  </a:lnTo>
                  <a:lnTo>
                    <a:pt x="6992" y="415659"/>
                  </a:lnTo>
                  <a:lnTo>
                    <a:pt x="7091" y="415609"/>
                  </a:lnTo>
                  <a:lnTo>
                    <a:pt x="11257" y="415609"/>
                  </a:lnTo>
                  <a:close/>
                  <a:moveTo>
                    <a:pt x="11356" y="425578"/>
                  </a:moveTo>
                  <a:lnTo>
                    <a:pt x="11406" y="425677"/>
                  </a:lnTo>
                  <a:lnTo>
                    <a:pt x="11406" y="432323"/>
                  </a:lnTo>
                  <a:lnTo>
                    <a:pt x="11356" y="432422"/>
                  </a:lnTo>
                  <a:lnTo>
                    <a:pt x="11257" y="432471"/>
                  </a:lnTo>
                  <a:lnTo>
                    <a:pt x="7091" y="432471"/>
                  </a:lnTo>
                  <a:lnTo>
                    <a:pt x="6992" y="432422"/>
                  </a:lnTo>
                  <a:lnTo>
                    <a:pt x="6943" y="432323"/>
                  </a:lnTo>
                  <a:lnTo>
                    <a:pt x="6943" y="425677"/>
                  </a:lnTo>
                  <a:lnTo>
                    <a:pt x="6992" y="425578"/>
                  </a:lnTo>
                  <a:lnTo>
                    <a:pt x="7091" y="425528"/>
                  </a:lnTo>
                  <a:lnTo>
                    <a:pt x="11257" y="425528"/>
                  </a:lnTo>
                  <a:close/>
                  <a:moveTo>
                    <a:pt x="11356" y="435497"/>
                  </a:moveTo>
                  <a:lnTo>
                    <a:pt x="11406" y="435596"/>
                  </a:lnTo>
                  <a:lnTo>
                    <a:pt x="11406" y="442242"/>
                  </a:lnTo>
                  <a:lnTo>
                    <a:pt x="11356" y="442341"/>
                  </a:lnTo>
                  <a:lnTo>
                    <a:pt x="11257" y="442390"/>
                  </a:lnTo>
                  <a:lnTo>
                    <a:pt x="7091" y="442390"/>
                  </a:lnTo>
                  <a:lnTo>
                    <a:pt x="6992" y="442341"/>
                  </a:lnTo>
                  <a:lnTo>
                    <a:pt x="6943" y="442242"/>
                  </a:lnTo>
                  <a:lnTo>
                    <a:pt x="6943" y="435596"/>
                  </a:lnTo>
                  <a:lnTo>
                    <a:pt x="6992" y="435497"/>
                  </a:lnTo>
                  <a:lnTo>
                    <a:pt x="7091" y="435447"/>
                  </a:lnTo>
                  <a:lnTo>
                    <a:pt x="11257" y="435447"/>
                  </a:lnTo>
                  <a:close/>
                  <a:moveTo>
                    <a:pt x="11356" y="445416"/>
                  </a:moveTo>
                  <a:lnTo>
                    <a:pt x="11406" y="445515"/>
                  </a:lnTo>
                  <a:lnTo>
                    <a:pt x="11406" y="452161"/>
                  </a:lnTo>
                  <a:lnTo>
                    <a:pt x="11356" y="452260"/>
                  </a:lnTo>
                  <a:lnTo>
                    <a:pt x="11257" y="452310"/>
                  </a:lnTo>
                  <a:lnTo>
                    <a:pt x="7091" y="452310"/>
                  </a:lnTo>
                  <a:lnTo>
                    <a:pt x="6992" y="452260"/>
                  </a:lnTo>
                  <a:lnTo>
                    <a:pt x="6943" y="452161"/>
                  </a:lnTo>
                  <a:lnTo>
                    <a:pt x="6943" y="445515"/>
                  </a:lnTo>
                  <a:lnTo>
                    <a:pt x="6992" y="445416"/>
                  </a:lnTo>
                  <a:lnTo>
                    <a:pt x="7091" y="445366"/>
                  </a:lnTo>
                  <a:lnTo>
                    <a:pt x="11257" y="445366"/>
                  </a:lnTo>
                  <a:close/>
                  <a:moveTo>
                    <a:pt x="11356" y="455335"/>
                  </a:moveTo>
                  <a:lnTo>
                    <a:pt x="11406" y="455434"/>
                  </a:lnTo>
                  <a:lnTo>
                    <a:pt x="11406" y="462080"/>
                  </a:lnTo>
                  <a:lnTo>
                    <a:pt x="11356" y="462179"/>
                  </a:lnTo>
                  <a:lnTo>
                    <a:pt x="11257" y="462229"/>
                  </a:lnTo>
                  <a:lnTo>
                    <a:pt x="7091" y="462229"/>
                  </a:lnTo>
                  <a:lnTo>
                    <a:pt x="6992" y="462179"/>
                  </a:lnTo>
                  <a:lnTo>
                    <a:pt x="6943" y="462080"/>
                  </a:lnTo>
                  <a:lnTo>
                    <a:pt x="6943" y="455434"/>
                  </a:lnTo>
                  <a:lnTo>
                    <a:pt x="6992" y="455335"/>
                  </a:lnTo>
                  <a:lnTo>
                    <a:pt x="7091" y="455285"/>
                  </a:lnTo>
                  <a:lnTo>
                    <a:pt x="11257" y="455285"/>
                  </a:lnTo>
                  <a:close/>
                  <a:moveTo>
                    <a:pt x="11356" y="465254"/>
                  </a:moveTo>
                  <a:lnTo>
                    <a:pt x="11406" y="465353"/>
                  </a:lnTo>
                  <a:lnTo>
                    <a:pt x="11406" y="471999"/>
                  </a:lnTo>
                  <a:lnTo>
                    <a:pt x="11356" y="472098"/>
                  </a:lnTo>
                  <a:lnTo>
                    <a:pt x="11257" y="472148"/>
                  </a:lnTo>
                  <a:lnTo>
                    <a:pt x="7091" y="472148"/>
                  </a:lnTo>
                  <a:lnTo>
                    <a:pt x="6992" y="472098"/>
                  </a:lnTo>
                  <a:lnTo>
                    <a:pt x="6943" y="471999"/>
                  </a:lnTo>
                  <a:lnTo>
                    <a:pt x="6943" y="465353"/>
                  </a:lnTo>
                  <a:lnTo>
                    <a:pt x="6992" y="465254"/>
                  </a:lnTo>
                  <a:lnTo>
                    <a:pt x="7091" y="465204"/>
                  </a:lnTo>
                  <a:lnTo>
                    <a:pt x="11257" y="465204"/>
                  </a:lnTo>
                  <a:close/>
                  <a:moveTo>
                    <a:pt x="11356" y="475173"/>
                  </a:moveTo>
                  <a:lnTo>
                    <a:pt x="11406" y="475272"/>
                  </a:lnTo>
                  <a:lnTo>
                    <a:pt x="11406" y="481918"/>
                  </a:lnTo>
                  <a:lnTo>
                    <a:pt x="11356" y="482017"/>
                  </a:lnTo>
                  <a:lnTo>
                    <a:pt x="11257" y="482067"/>
                  </a:lnTo>
                  <a:lnTo>
                    <a:pt x="7091" y="482067"/>
                  </a:lnTo>
                  <a:lnTo>
                    <a:pt x="6992" y="482017"/>
                  </a:lnTo>
                  <a:lnTo>
                    <a:pt x="6943" y="481918"/>
                  </a:lnTo>
                  <a:lnTo>
                    <a:pt x="6943" y="475272"/>
                  </a:lnTo>
                  <a:lnTo>
                    <a:pt x="6992" y="475173"/>
                  </a:lnTo>
                  <a:lnTo>
                    <a:pt x="7091" y="475123"/>
                  </a:lnTo>
                  <a:lnTo>
                    <a:pt x="11257" y="475123"/>
                  </a:lnTo>
                  <a:close/>
                  <a:moveTo>
                    <a:pt x="11356" y="485092"/>
                  </a:moveTo>
                  <a:lnTo>
                    <a:pt x="11406" y="485191"/>
                  </a:lnTo>
                  <a:lnTo>
                    <a:pt x="11406" y="491837"/>
                  </a:lnTo>
                  <a:lnTo>
                    <a:pt x="11356" y="491936"/>
                  </a:lnTo>
                  <a:lnTo>
                    <a:pt x="11257" y="491986"/>
                  </a:lnTo>
                  <a:lnTo>
                    <a:pt x="7091" y="491986"/>
                  </a:lnTo>
                  <a:lnTo>
                    <a:pt x="6992" y="491936"/>
                  </a:lnTo>
                  <a:lnTo>
                    <a:pt x="6943" y="491837"/>
                  </a:lnTo>
                  <a:lnTo>
                    <a:pt x="6943" y="485191"/>
                  </a:lnTo>
                  <a:lnTo>
                    <a:pt x="6992" y="485092"/>
                  </a:lnTo>
                  <a:lnTo>
                    <a:pt x="7091" y="485042"/>
                  </a:lnTo>
                  <a:lnTo>
                    <a:pt x="11257" y="485042"/>
                  </a:lnTo>
                  <a:close/>
                  <a:moveTo>
                    <a:pt x="11356" y="495011"/>
                  </a:moveTo>
                  <a:lnTo>
                    <a:pt x="11406" y="495110"/>
                  </a:lnTo>
                  <a:lnTo>
                    <a:pt x="11406" y="501756"/>
                  </a:lnTo>
                  <a:lnTo>
                    <a:pt x="11356" y="501855"/>
                  </a:lnTo>
                  <a:lnTo>
                    <a:pt x="11257" y="501905"/>
                  </a:lnTo>
                  <a:lnTo>
                    <a:pt x="7091" y="501905"/>
                  </a:lnTo>
                  <a:lnTo>
                    <a:pt x="6992" y="501855"/>
                  </a:lnTo>
                  <a:lnTo>
                    <a:pt x="6943" y="501756"/>
                  </a:lnTo>
                  <a:lnTo>
                    <a:pt x="6943" y="495110"/>
                  </a:lnTo>
                  <a:lnTo>
                    <a:pt x="6992" y="495011"/>
                  </a:lnTo>
                  <a:lnTo>
                    <a:pt x="7091" y="494962"/>
                  </a:lnTo>
                  <a:lnTo>
                    <a:pt x="11257" y="494962"/>
                  </a:lnTo>
                  <a:close/>
                  <a:moveTo>
                    <a:pt x="11356" y="504930"/>
                  </a:moveTo>
                  <a:lnTo>
                    <a:pt x="11406" y="505029"/>
                  </a:lnTo>
                  <a:lnTo>
                    <a:pt x="11406" y="511675"/>
                  </a:lnTo>
                  <a:lnTo>
                    <a:pt x="11356" y="511774"/>
                  </a:lnTo>
                  <a:lnTo>
                    <a:pt x="11257" y="511824"/>
                  </a:lnTo>
                  <a:lnTo>
                    <a:pt x="7091" y="511824"/>
                  </a:lnTo>
                  <a:lnTo>
                    <a:pt x="6992" y="511774"/>
                  </a:lnTo>
                  <a:lnTo>
                    <a:pt x="6943" y="511675"/>
                  </a:lnTo>
                  <a:lnTo>
                    <a:pt x="6943" y="505029"/>
                  </a:lnTo>
                  <a:lnTo>
                    <a:pt x="6992" y="504930"/>
                  </a:lnTo>
                  <a:lnTo>
                    <a:pt x="7091" y="504881"/>
                  </a:lnTo>
                  <a:lnTo>
                    <a:pt x="11257" y="504881"/>
                  </a:lnTo>
                  <a:close/>
                  <a:moveTo>
                    <a:pt x="11356" y="514849"/>
                  </a:moveTo>
                  <a:lnTo>
                    <a:pt x="11406" y="514948"/>
                  </a:lnTo>
                  <a:lnTo>
                    <a:pt x="11406" y="521594"/>
                  </a:lnTo>
                  <a:lnTo>
                    <a:pt x="11356" y="521693"/>
                  </a:lnTo>
                  <a:lnTo>
                    <a:pt x="11257" y="521743"/>
                  </a:lnTo>
                  <a:lnTo>
                    <a:pt x="7091" y="521743"/>
                  </a:lnTo>
                  <a:lnTo>
                    <a:pt x="6992" y="521693"/>
                  </a:lnTo>
                  <a:lnTo>
                    <a:pt x="6943" y="521594"/>
                  </a:lnTo>
                  <a:lnTo>
                    <a:pt x="6943" y="514948"/>
                  </a:lnTo>
                  <a:lnTo>
                    <a:pt x="6992" y="514849"/>
                  </a:lnTo>
                  <a:lnTo>
                    <a:pt x="7091" y="514800"/>
                  </a:lnTo>
                  <a:lnTo>
                    <a:pt x="11257" y="514800"/>
                  </a:lnTo>
                  <a:close/>
                  <a:moveTo>
                    <a:pt x="11356" y="524768"/>
                  </a:moveTo>
                  <a:lnTo>
                    <a:pt x="11406" y="524868"/>
                  </a:lnTo>
                  <a:lnTo>
                    <a:pt x="11406" y="531513"/>
                  </a:lnTo>
                  <a:lnTo>
                    <a:pt x="11356" y="531613"/>
                  </a:lnTo>
                  <a:lnTo>
                    <a:pt x="11257" y="531662"/>
                  </a:lnTo>
                  <a:lnTo>
                    <a:pt x="7091" y="531662"/>
                  </a:lnTo>
                  <a:lnTo>
                    <a:pt x="6992" y="531613"/>
                  </a:lnTo>
                  <a:lnTo>
                    <a:pt x="6943" y="531513"/>
                  </a:lnTo>
                  <a:lnTo>
                    <a:pt x="6943" y="524868"/>
                  </a:lnTo>
                  <a:lnTo>
                    <a:pt x="6992" y="524768"/>
                  </a:lnTo>
                  <a:lnTo>
                    <a:pt x="7091" y="524719"/>
                  </a:lnTo>
                  <a:lnTo>
                    <a:pt x="11257" y="524719"/>
                  </a:lnTo>
                  <a:close/>
                  <a:moveTo>
                    <a:pt x="11356" y="534687"/>
                  </a:moveTo>
                  <a:lnTo>
                    <a:pt x="11406" y="534787"/>
                  </a:lnTo>
                  <a:lnTo>
                    <a:pt x="11406" y="541432"/>
                  </a:lnTo>
                  <a:lnTo>
                    <a:pt x="11356" y="541532"/>
                  </a:lnTo>
                  <a:lnTo>
                    <a:pt x="11257" y="541581"/>
                  </a:lnTo>
                  <a:lnTo>
                    <a:pt x="7091" y="541581"/>
                  </a:lnTo>
                  <a:lnTo>
                    <a:pt x="6992" y="541532"/>
                  </a:lnTo>
                  <a:lnTo>
                    <a:pt x="6943" y="541432"/>
                  </a:lnTo>
                  <a:lnTo>
                    <a:pt x="6943" y="534787"/>
                  </a:lnTo>
                  <a:lnTo>
                    <a:pt x="6992" y="534687"/>
                  </a:lnTo>
                  <a:lnTo>
                    <a:pt x="7091" y="534638"/>
                  </a:lnTo>
                  <a:lnTo>
                    <a:pt x="11257" y="534638"/>
                  </a:lnTo>
                  <a:close/>
                  <a:moveTo>
                    <a:pt x="11356" y="544607"/>
                  </a:moveTo>
                  <a:lnTo>
                    <a:pt x="11406" y="544706"/>
                  </a:lnTo>
                  <a:lnTo>
                    <a:pt x="11406" y="551351"/>
                  </a:lnTo>
                  <a:lnTo>
                    <a:pt x="11356" y="551451"/>
                  </a:lnTo>
                  <a:lnTo>
                    <a:pt x="11257" y="551500"/>
                  </a:lnTo>
                  <a:lnTo>
                    <a:pt x="7091" y="551500"/>
                  </a:lnTo>
                  <a:lnTo>
                    <a:pt x="6992" y="551451"/>
                  </a:lnTo>
                  <a:lnTo>
                    <a:pt x="6943" y="551351"/>
                  </a:lnTo>
                  <a:lnTo>
                    <a:pt x="6943" y="544706"/>
                  </a:lnTo>
                  <a:lnTo>
                    <a:pt x="6992" y="544607"/>
                  </a:lnTo>
                  <a:lnTo>
                    <a:pt x="7091" y="544557"/>
                  </a:lnTo>
                  <a:lnTo>
                    <a:pt x="11257" y="544557"/>
                  </a:lnTo>
                  <a:close/>
                  <a:moveTo>
                    <a:pt x="11356" y="554526"/>
                  </a:moveTo>
                  <a:lnTo>
                    <a:pt x="11406" y="554625"/>
                  </a:lnTo>
                  <a:lnTo>
                    <a:pt x="11406" y="561271"/>
                  </a:lnTo>
                  <a:lnTo>
                    <a:pt x="11356" y="561370"/>
                  </a:lnTo>
                  <a:lnTo>
                    <a:pt x="11257" y="561419"/>
                  </a:lnTo>
                  <a:lnTo>
                    <a:pt x="7091" y="561419"/>
                  </a:lnTo>
                  <a:lnTo>
                    <a:pt x="6992" y="561370"/>
                  </a:lnTo>
                  <a:lnTo>
                    <a:pt x="6943" y="561271"/>
                  </a:lnTo>
                  <a:lnTo>
                    <a:pt x="6943" y="554625"/>
                  </a:lnTo>
                  <a:lnTo>
                    <a:pt x="6992" y="554526"/>
                  </a:lnTo>
                  <a:lnTo>
                    <a:pt x="7091" y="554476"/>
                  </a:lnTo>
                  <a:lnTo>
                    <a:pt x="11257" y="554476"/>
                  </a:lnTo>
                  <a:close/>
                  <a:moveTo>
                    <a:pt x="11356" y="564445"/>
                  </a:moveTo>
                  <a:lnTo>
                    <a:pt x="11406" y="564544"/>
                  </a:lnTo>
                  <a:lnTo>
                    <a:pt x="11406" y="571190"/>
                  </a:lnTo>
                  <a:lnTo>
                    <a:pt x="11356" y="571289"/>
                  </a:lnTo>
                  <a:lnTo>
                    <a:pt x="11257" y="571338"/>
                  </a:lnTo>
                  <a:lnTo>
                    <a:pt x="7091" y="571338"/>
                  </a:lnTo>
                  <a:lnTo>
                    <a:pt x="6992" y="571289"/>
                  </a:lnTo>
                  <a:lnTo>
                    <a:pt x="6943" y="571190"/>
                  </a:lnTo>
                  <a:lnTo>
                    <a:pt x="6943" y="564544"/>
                  </a:lnTo>
                  <a:lnTo>
                    <a:pt x="6992" y="564445"/>
                  </a:lnTo>
                  <a:lnTo>
                    <a:pt x="7091" y="564395"/>
                  </a:lnTo>
                  <a:lnTo>
                    <a:pt x="11257" y="564395"/>
                  </a:lnTo>
                  <a:close/>
                  <a:moveTo>
                    <a:pt x="11356" y="574364"/>
                  </a:moveTo>
                  <a:lnTo>
                    <a:pt x="11406" y="574463"/>
                  </a:lnTo>
                  <a:lnTo>
                    <a:pt x="11406" y="581109"/>
                  </a:lnTo>
                  <a:lnTo>
                    <a:pt x="11356" y="581208"/>
                  </a:lnTo>
                  <a:lnTo>
                    <a:pt x="11257" y="581257"/>
                  </a:lnTo>
                  <a:lnTo>
                    <a:pt x="7091" y="581257"/>
                  </a:lnTo>
                  <a:lnTo>
                    <a:pt x="6992" y="581208"/>
                  </a:lnTo>
                  <a:lnTo>
                    <a:pt x="6943" y="581109"/>
                  </a:lnTo>
                  <a:lnTo>
                    <a:pt x="6943" y="574463"/>
                  </a:lnTo>
                  <a:lnTo>
                    <a:pt x="6992" y="574364"/>
                  </a:lnTo>
                  <a:lnTo>
                    <a:pt x="7091" y="574314"/>
                  </a:lnTo>
                  <a:lnTo>
                    <a:pt x="11257" y="574314"/>
                  </a:lnTo>
                  <a:close/>
                  <a:moveTo>
                    <a:pt x="11356" y="584283"/>
                  </a:moveTo>
                  <a:lnTo>
                    <a:pt x="11406" y="584382"/>
                  </a:lnTo>
                  <a:lnTo>
                    <a:pt x="11406" y="591028"/>
                  </a:lnTo>
                  <a:lnTo>
                    <a:pt x="11356" y="591127"/>
                  </a:lnTo>
                  <a:lnTo>
                    <a:pt x="11257" y="591177"/>
                  </a:lnTo>
                  <a:lnTo>
                    <a:pt x="7091" y="591177"/>
                  </a:lnTo>
                  <a:lnTo>
                    <a:pt x="6992" y="591127"/>
                  </a:lnTo>
                  <a:lnTo>
                    <a:pt x="6943" y="591028"/>
                  </a:lnTo>
                  <a:lnTo>
                    <a:pt x="6943" y="584382"/>
                  </a:lnTo>
                  <a:lnTo>
                    <a:pt x="6992" y="584283"/>
                  </a:lnTo>
                  <a:lnTo>
                    <a:pt x="7091" y="584233"/>
                  </a:lnTo>
                  <a:lnTo>
                    <a:pt x="11257" y="584233"/>
                  </a:lnTo>
                  <a:close/>
                  <a:moveTo>
                    <a:pt x="11356" y="594202"/>
                  </a:moveTo>
                  <a:lnTo>
                    <a:pt x="11406" y="594301"/>
                  </a:lnTo>
                  <a:lnTo>
                    <a:pt x="11406" y="600947"/>
                  </a:lnTo>
                  <a:lnTo>
                    <a:pt x="11356" y="601046"/>
                  </a:lnTo>
                  <a:lnTo>
                    <a:pt x="11257" y="601096"/>
                  </a:lnTo>
                  <a:lnTo>
                    <a:pt x="7091" y="601096"/>
                  </a:lnTo>
                  <a:lnTo>
                    <a:pt x="6992" y="601046"/>
                  </a:lnTo>
                  <a:lnTo>
                    <a:pt x="6943" y="600947"/>
                  </a:lnTo>
                  <a:lnTo>
                    <a:pt x="6943" y="594301"/>
                  </a:lnTo>
                  <a:lnTo>
                    <a:pt x="6992" y="594202"/>
                  </a:lnTo>
                  <a:lnTo>
                    <a:pt x="7091" y="594152"/>
                  </a:lnTo>
                  <a:lnTo>
                    <a:pt x="11257" y="594152"/>
                  </a:lnTo>
                  <a:close/>
                  <a:moveTo>
                    <a:pt x="11356" y="604121"/>
                  </a:moveTo>
                  <a:lnTo>
                    <a:pt x="11406" y="604220"/>
                  </a:lnTo>
                  <a:lnTo>
                    <a:pt x="11406" y="610866"/>
                  </a:lnTo>
                  <a:lnTo>
                    <a:pt x="11356" y="610965"/>
                  </a:lnTo>
                  <a:lnTo>
                    <a:pt x="11257" y="611015"/>
                  </a:lnTo>
                  <a:lnTo>
                    <a:pt x="7091" y="611015"/>
                  </a:lnTo>
                  <a:lnTo>
                    <a:pt x="6992" y="610965"/>
                  </a:lnTo>
                  <a:lnTo>
                    <a:pt x="6943" y="610866"/>
                  </a:lnTo>
                  <a:lnTo>
                    <a:pt x="6943" y="604220"/>
                  </a:lnTo>
                  <a:lnTo>
                    <a:pt x="6992" y="604121"/>
                  </a:lnTo>
                  <a:lnTo>
                    <a:pt x="7091" y="604071"/>
                  </a:lnTo>
                  <a:lnTo>
                    <a:pt x="11257" y="604071"/>
                  </a:lnTo>
                  <a:close/>
                  <a:moveTo>
                    <a:pt x="11356" y="614040"/>
                  </a:moveTo>
                  <a:lnTo>
                    <a:pt x="11406" y="614139"/>
                  </a:lnTo>
                  <a:lnTo>
                    <a:pt x="11406" y="620785"/>
                  </a:lnTo>
                  <a:lnTo>
                    <a:pt x="11356" y="620884"/>
                  </a:lnTo>
                  <a:lnTo>
                    <a:pt x="11257" y="620934"/>
                  </a:lnTo>
                  <a:lnTo>
                    <a:pt x="7091" y="620934"/>
                  </a:lnTo>
                  <a:lnTo>
                    <a:pt x="6992" y="620884"/>
                  </a:lnTo>
                  <a:lnTo>
                    <a:pt x="6943" y="620785"/>
                  </a:lnTo>
                  <a:lnTo>
                    <a:pt x="6943" y="614139"/>
                  </a:lnTo>
                  <a:lnTo>
                    <a:pt x="6992" y="614040"/>
                  </a:lnTo>
                  <a:lnTo>
                    <a:pt x="7091" y="613990"/>
                  </a:lnTo>
                  <a:lnTo>
                    <a:pt x="11257" y="613990"/>
                  </a:lnTo>
                  <a:close/>
                  <a:moveTo>
                    <a:pt x="11356" y="623959"/>
                  </a:moveTo>
                  <a:lnTo>
                    <a:pt x="11406" y="624058"/>
                  </a:lnTo>
                  <a:lnTo>
                    <a:pt x="11406" y="628373"/>
                  </a:lnTo>
                  <a:lnTo>
                    <a:pt x="11356" y="628472"/>
                  </a:lnTo>
                  <a:lnTo>
                    <a:pt x="11257" y="628522"/>
                  </a:lnTo>
                  <a:lnTo>
                    <a:pt x="7091" y="628522"/>
                  </a:lnTo>
                  <a:lnTo>
                    <a:pt x="6992" y="628472"/>
                  </a:lnTo>
                  <a:lnTo>
                    <a:pt x="6943" y="628373"/>
                  </a:lnTo>
                  <a:lnTo>
                    <a:pt x="6943" y="624058"/>
                  </a:lnTo>
                  <a:lnTo>
                    <a:pt x="6992" y="623959"/>
                  </a:lnTo>
                  <a:lnTo>
                    <a:pt x="7091" y="623910"/>
                  </a:lnTo>
                  <a:lnTo>
                    <a:pt x="11257" y="623910"/>
                  </a:lnTo>
                  <a:close/>
                  <a:moveTo>
                    <a:pt x="6893" y="168351"/>
                  </a:moveTo>
                  <a:lnTo>
                    <a:pt x="6943" y="168450"/>
                  </a:lnTo>
                  <a:lnTo>
                    <a:pt x="6943" y="206837"/>
                  </a:lnTo>
                  <a:lnTo>
                    <a:pt x="6893" y="206936"/>
                  </a:lnTo>
                  <a:lnTo>
                    <a:pt x="6794" y="206986"/>
                  </a:lnTo>
                  <a:lnTo>
                    <a:pt x="149" y="206986"/>
                  </a:lnTo>
                  <a:lnTo>
                    <a:pt x="25" y="206936"/>
                  </a:lnTo>
                  <a:lnTo>
                    <a:pt x="0" y="206837"/>
                  </a:lnTo>
                  <a:lnTo>
                    <a:pt x="0" y="168450"/>
                  </a:lnTo>
                  <a:lnTo>
                    <a:pt x="25" y="168351"/>
                  </a:lnTo>
                  <a:lnTo>
                    <a:pt x="149" y="168302"/>
                  </a:lnTo>
                  <a:lnTo>
                    <a:pt x="6794" y="168302"/>
                  </a:lnTo>
                  <a:close/>
                  <a:moveTo>
                    <a:pt x="6893" y="49"/>
                  </a:moveTo>
                  <a:lnTo>
                    <a:pt x="6943" y="149"/>
                  </a:lnTo>
                  <a:lnTo>
                    <a:pt x="6943" y="168153"/>
                  </a:lnTo>
                  <a:lnTo>
                    <a:pt x="6893" y="168252"/>
                  </a:lnTo>
                  <a:lnTo>
                    <a:pt x="6794" y="168302"/>
                  </a:lnTo>
                  <a:lnTo>
                    <a:pt x="149" y="168302"/>
                  </a:lnTo>
                  <a:lnTo>
                    <a:pt x="25" y="168252"/>
                  </a:lnTo>
                  <a:lnTo>
                    <a:pt x="0" y="168153"/>
                  </a:lnTo>
                  <a:lnTo>
                    <a:pt x="0" y="149"/>
                  </a:lnTo>
                  <a:lnTo>
                    <a:pt x="25" y="49"/>
                  </a:lnTo>
                  <a:lnTo>
                    <a:pt x="149" y="0"/>
                  </a:lnTo>
                  <a:lnTo>
                    <a:pt x="6794" y="0"/>
                  </a:lnTo>
                  <a:close/>
                  <a:moveTo>
                    <a:pt x="6893" y="207036"/>
                  </a:moveTo>
                  <a:lnTo>
                    <a:pt x="6943" y="207135"/>
                  </a:lnTo>
                  <a:lnTo>
                    <a:pt x="6943" y="628373"/>
                  </a:lnTo>
                  <a:lnTo>
                    <a:pt x="6893" y="628472"/>
                  </a:lnTo>
                  <a:lnTo>
                    <a:pt x="6794" y="628522"/>
                  </a:lnTo>
                  <a:lnTo>
                    <a:pt x="1388" y="628522"/>
                  </a:lnTo>
                  <a:lnTo>
                    <a:pt x="1289" y="628472"/>
                  </a:lnTo>
                  <a:lnTo>
                    <a:pt x="1240" y="628373"/>
                  </a:lnTo>
                  <a:lnTo>
                    <a:pt x="1240" y="207135"/>
                  </a:lnTo>
                  <a:lnTo>
                    <a:pt x="1289" y="207036"/>
                  </a:lnTo>
                  <a:lnTo>
                    <a:pt x="1388" y="206986"/>
                  </a:lnTo>
                  <a:lnTo>
                    <a:pt x="6794" y="20698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墙_V15_Concealed_Door_Leaf"/>
            <p:cNvSpPr/>
            <p:nvPr/>
          </p:nvSpPr>
          <p:spPr>
            <a:xfrm>
              <a:off x="1318817" y="3711688"/>
              <a:ext cx="10166" cy="248969"/>
            </a:xfrm>
            <a:custGeom>
              <a:avLst/>
              <a:gdLst/>
              <a:ahLst/>
              <a:cxnLst/>
              <a:rect l="l" t="t" r="r" b="b"/>
              <a:pathLst>
                <a:path w="10166" h="248969">
                  <a:moveTo>
                    <a:pt x="10116" y="50"/>
                  </a:moveTo>
                  <a:lnTo>
                    <a:pt x="10166" y="149"/>
                  </a:lnTo>
                  <a:lnTo>
                    <a:pt x="10166" y="2331"/>
                  </a:lnTo>
                  <a:lnTo>
                    <a:pt x="10116" y="2430"/>
                  </a:lnTo>
                  <a:lnTo>
                    <a:pt x="10017" y="2480"/>
                  </a:lnTo>
                  <a:lnTo>
                    <a:pt x="5851" y="2480"/>
                  </a:lnTo>
                  <a:lnTo>
                    <a:pt x="5752" y="2430"/>
                  </a:lnTo>
                  <a:lnTo>
                    <a:pt x="5703" y="2331"/>
                  </a:lnTo>
                  <a:lnTo>
                    <a:pt x="5703" y="149"/>
                  </a:lnTo>
                  <a:lnTo>
                    <a:pt x="5752" y="50"/>
                  </a:lnTo>
                  <a:lnTo>
                    <a:pt x="5851" y="0"/>
                  </a:lnTo>
                  <a:lnTo>
                    <a:pt x="10017" y="0"/>
                  </a:lnTo>
                  <a:close/>
                  <a:moveTo>
                    <a:pt x="10116" y="5505"/>
                  </a:moveTo>
                  <a:lnTo>
                    <a:pt x="10166" y="5604"/>
                  </a:lnTo>
                  <a:lnTo>
                    <a:pt x="10166" y="12250"/>
                  </a:lnTo>
                  <a:lnTo>
                    <a:pt x="10116" y="12349"/>
                  </a:lnTo>
                  <a:lnTo>
                    <a:pt x="10017" y="12399"/>
                  </a:lnTo>
                  <a:lnTo>
                    <a:pt x="5851" y="12399"/>
                  </a:lnTo>
                  <a:lnTo>
                    <a:pt x="5752" y="12349"/>
                  </a:lnTo>
                  <a:lnTo>
                    <a:pt x="5703" y="12250"/>
                  </a:lnTo>
                  <a:lnTo>
                    <a:pt x="5703" y="5604"/>
                  </a:lnTo>
                  <a:lnTo>
                    <a:pt x="5752" y="5505"/>
                  </a:lnTo>
                  <a:lnTo>
                    <a:pt x="5851" y="5456"/>
                  </a:lnTo>
                  <a:lnTo>
                    <a:pt x="10017" y="5456"/>
                  </a:lnTo>
                  <a:close/>
                  <a:moveTo>
                    <a:pt x="10116" y="15424"/>
                  </a:moveTo>
                  <a:lnTo>
                    <a:pt x="10166" y="15523"/>
                  </a:lnTo>
                  <a:lnTo>
                    <a:pt x="10166" y="22169"/>
                  </a:lnTo>
                  <a:lnTo>
                    <a:pt x="10116" y="22268"/>
                  </a:lnTo>
                  <a:lnTo>
                    <a:pt x="10017" y="22318"/>
                  </a:lnTo>
                  <a:lnTo>
                    <a:pt x="5851" y="22318"/>
                  </a:lnTo>
                  <a:lnTo>
                    <a:pt x="5752" y="22268"/>
                  </a:lnTo>
                  <a:lnTo>
                    <a:pt x="5703" y="22169"/>
                  </a:lnTo>
                  <a:lnTo>
                    <a:pt x="5703" y="15523"/>
                  </a:lnTo>
                  <a:lnTo>
                    <a:pt x="5752" y="15424"/>
                  </a:lnTo>
                  <a:lnTo>
                    <a:pt x="5851" y="15375"/>
                  </a:lnTo>
                  <a:lnTo>
                    <a:pt x="10017" y="15375"/>
                  </a:lnTo>
                  <a:close/>
                  <a:moveTo>
                    <a:pt x="10116" y="25343"/>
                  </a:moveTo>
                  <a:lnTo>
                    <a:pt x="10166" y="25443"/>
                  </a:lnTo>
                  <a:lnTo>
                    <a:pt x="10166" y="32088"/>
                  </a:lnTo>
                  <a:lnTo>
                    <a:pt x="10116" y="32187"/>
                  </a:lnTo>
                  <a:lnTo>
                    <a:pt x="10017" y="32237"/>
                  </a:lnTo>
                  <a:lnTo>
                    <a:pt x="5851" y="32237"/>
                  </a:lnTo>
                  <a:lnTo>
                    <a:pt x="5752" y="32187"/>
                  </a:lnTo>
                  <a:lnTo>
                    <a:pt x="5703" y="32088"/>
                  </a:lnTo>
                  <a:lnTo>
                    <a:pt x="5703" y="25443"/>
                  </a:lnTo>
                  <a:lnTo>
                    <a:pt x="5752" y="25343"/>
                  </a:lnTo>
                  <a:lnTo>
                    <a:pt x="5851" y="25294"/>
                  </a:lnTo>
                  <a:lnTo>
                    <a:pt x="10017" y="25294"/>
                  </a:lnTo>
                  <a:close/>
                  <a:moveTo>
                    <a:pt x="10116" y="35262"/>
                  </a:moveTo>
                  <a:lnTo>
                    <a:pt x="10166" y="35362"/>
                  </a:lnTo>
                  <a:lnTo>
                    <a:pt x="10166" y="42007"/>
                  </a:lnTo>
                  <a:lnTo>
                    <a:pt x="10116" y="42107"/>
                  </a:lnTo>
                  <a:lnTo>
                    <a:pt x="10017" y="42156"/>
                  </a:lnTo>
                  <a:lnTo>
                    <a:pt x="5851" y="42156"/>
                  </a:lnTo>
                  <a:lnTo>
                    <a:pt x="5752" y="42107"/>
                  </a:lnTo>
                  <a:lnTo>
                    <a:pt x="5703" y="42007"/>
                  </a:lnTo>
                  <a:lnTo>
                    <a:pt x="5703" y="35362"/>
                  </a:lnTo>
                  <a:lnTo>
                    <a:pt x="5752" y="35262"/>
                  </a:lnTo>
                  <a:lnTo>
                    <a:pt x="5851" y="35213"/>
                  </a:lnTo>
                  <a:lnTo>
                    <a:pt x="10017" y="35213"/>
                  </a:lnTo>
                  <a:close/>
                  <a:moveTo>
                    <a:pt x="10116" y="45181"/>
                  </a:moveTo>
                  <a:lnTo>
                    <a:pt x="10166" y="45281"/>
                  </a:lnTo>
                  <a:lnTo>
                    <a:pt x="10166" y="51926"/>
                  </a:lnTo>
                  <a:lnTo>
                    <a:pt x="10116" y="52026"/>
                  </a:lnTo>
                  <a:lnTo>
                    <a:pt x="10017" y="52075"/>
                  </a:lnTo>
                  <a:lnTo>
                    <a:pt x="5851" y="52075"/>
                  </a:lnTo>
                  <a:lnTo>
                    <a:pt x="5752" y="52026"/>
                  </a:lnTo>
                  <a:lnTo>
                    <a:pt x="5703" y="51926"/>
                  </a:lnTo>
                  <a:lnTo>
                    <a:pt x="5703" y="45281"/>
                  </a:lnTo>
                  <a:lnTo>
                    <a:pt x="5752" y="45181"/>
                  </a:lnTo>
                  <a:lnTo>
                    <a:pt x="5851" y="45132"/>
                  </a:lnTo>
                  <a:lnTo>
                    <a:pt x="10017" y="45132"/>
                  </a:lnTo>
                  <a:close/>
                  <a:moveTo>
                    <a:pt x="10116" y="55101"/>
                  </a:moveTo>
                  <a:lnTo>
                    <a:pt x="10166" y="55200"/>
                  </a:lnTo>
                  <a:lnTo>
                    <a:pt x="10166" y="61846"/>
                  </a:lnTo>
                  <a:lnTo>
                    <a:pt x="10116" y="61945"/>
                  </a:lnTo>
                  <a:lnTo>
                    <a:pt x="10017" y="61994"/>
                  </a:lnTo>
                  <a:lnTo>
                    <a:pt x="5851" y="61994"/>
                  </a:lnTo>
                  <a:lnTo>
                    <a:pt x="5752" y="61945"/>
                  </a:lnTo>
                  <a:lnTo>
                    <a:pt x="5703" y="61846"/>
                  </a:lnTo>
                  <a:lnTo>
                    <a:pt x="5703" y="55200"/>
                  </a:lnTo>
                  <a:lnTo>
                    <a:pt x="5752" y="55101"/>
                  </a:lnTo>
                  <a:lnTo>
                    <a:pt x="5851" y="55051"/>
                  </a:lnTo>
                  <a:lnTo>
                    <a:pt x="10017" y="55051"/>
                  </a:lnTo>
                  <a:close/>
                  <a:moveTo>
                    <a:pt x="10116" y="65020"/>
                  </a:moveTo>
                  <a:lnTo>
                    <a:pt x="10166" y="65119"/>
                  </a:lnTo>
                  <a:lnTo>
                    <a:pt x="10166" y="71765"/>
                  </a:lnTo>
                  <a:lnTo>
                    <a:pt x="10116" y="71864"/>
                  </a:lnTo>
                  <a:lnTo>
                    <a:pt x="10017" y="71913"/>
                  </a:lnTo>
                  <a:lnTo>
                    <a:pt x="5851" y="71913"/>
                  </a:lnTo>
                  <a:lnTo>
                    <a:pt x="5752" y="71864"/>
                  </a:lnTo>
                  <a:lnTo>
                    <a:pt x="5703" y="71765"/>
                  </a:lnTo>
                  <a:lnTo>
                    <a:pt x="5703" y="65119"/>
                  </a:lnTo>
                  <a:lnTo>
                    <a:pt x="5752" y="65020"/>
                  </a:lnTo>
                  <a:lnTo>
                    <a:pt x="5851" y="64970"/>
                  </a:lnTo>
                  <a:lnTo>
                    <a:pt x="10017" y="64970"/>
                  </a:lnTo>
                  <a:close/>
                  <a:moveTo>
                    <a:pt x="10116" y="74939"/>
                  </a:moveTo>
                  <a:lnTo>
                    <a:pt x="10166" y="75038"/>
                  </a:lnTo>
                  <a:lnTo>
                    <a:pt x="10166" y="81684"/>
                  </a:lnTo>
                  <a:lnTo>
                    <a:pt x="10116" y="81783"/>
                  </a:lnTo>
                  <a:lnTo>
                    <a:pt x="10017" y="81832"/>
                  </a:lnTo>
                  <a:lnTo>
                    <a:pt x="5851" y="81832"/>
                  </a:lnTo>
                  <a:lnTo>
                    <a:pt x="5752" y="81783"/>
                  </a:lnTo>
                  <a:lnTo>
                    <a:pt x="5703" y="81684"/>
                  </a:lnTo>
                  <a:lnTo>
                    <a:pt x="5703" y="75038"/>
                  </a:lnTo>
                  <a:lnTo>
                    <a:pt x="5752" y="74939"/>
                  </a:lnTo>
                  <a:lnTo>
                    <a:pt x="5851" y="74889"/>
                  </a:lnTo>
                  <a:lnTo>
                    <a:pt x="10017" y="74889"/>
                  </a:lnTo>
                  <a:close/>
                  <a:moveTo>
                    <a:pt x="10116" y="84858"/>
                  </a:moveTo>
                  <a:lnTo>
                    <a:pt x="10166" y="84957"/>
                  </a:lnTo>
                  <a:lnTo>
                    <a:pt x="10166" y="91603"/>
                  </a:lnTo>
                  <a:lnTo>
                    <a:pt x="10116" y="91702"/>
                  </a:lnTo>
                  <a:lnTo>
                    <a:pt x="10017" y="91752"/>
                  </a:lnTo>
                  <a:lnTo>
                    <a:pt x="5851" y="91752"/>
                  </a:lnTo>
                  <a:lnTo>
                    <a:pt x="5752" y="91702"/>
                  </a:lnTo>
                  <a:lnTo>
                    <a:pt x="5703" y="91603"/>
                  </a:lnTo>
                  <a:lnTo>
                    <a:pt x="5703" y="84957"/>
                  </a:lnTo>
                  <a:lnTo>
                    <a:pt x="5752" y="84858"/>
                  </a:lnTo>
                  <a:lnTo>
                    <a:pt x="5851" y="84808"/>
                  </a:lnTo>
                  <a:lnTo>
                    <a:pt x="10017" y="84808"/>
                  </a:lnTo>
                  <a:close/>
                  <a:moveTo>
                    <a:pt x="10116" y="94777"/>
                  </a:moveTo>
                  <a:lnTo>
                    <a:pt x="10166" y="94876"/>
                  </a:lnTo>
                  <a:lnTo>
                    <a:pt x="10166" y="101522"/>
                  </a:lnTo>
                  <a:lnTo>
                    <a:pt x="10116" y="101621"/>
                  </a:lnTo>
                  <a:lnTo>
                    <a:pt x="10017" y="101671"/>
                  </a:lnTo>
                  <a:lnTo>
                    <a:pt x="5851" y="101671"/>
                  </a:lnTo>
                  <a:lnTo>
                    <a:pt x="5752" y="101621"/>
                  </a:lnTo>
                  <a:lnTo>
                    <a:pt x="5703" y="101522"/>
                  </a:lnTo>
                  <a:lnTo>
                    <a:pt x="5703" y="94876"/>
                  </a:lnTo>
                  <a:lnTo>
                    <a:pt x="5752" y="94777"/>
                  </a:lnTo>
                  <a:lnTo>
                    <a:pt x="5851" y="94727"/>
                  </a:lnTo>
                  <a:lnTo>
                    <a:pt x="10017" y="94727"/>
                  </a:lnTo>
                  <a:close/>
                  <a:moveTo>
                    <a:pt x="10116" y="104696"/>
                  </a:moveTo>
                  <a:lnTo>
                    <a:pt x="10166" y="104795"/>
                  </a:lnTo>
                  <a:lnTo>
                    <a:pt x="10166" y="111441"/>
                  </a:lnTo>
                  <a:lnTo>
                    <a:pt x="10116" y="111540"/>
                  </a:lnTo>
                  <a:lnTo>
                    <a:pt x="10017" y="111590"/>
                  </a:lnTo>
                  <a:lnTo>
                    <a:pt x="5851" y="111590"/>
                  </a:lnTo>
                  <a:lnTo>
                    <a:pt x="5752" y="111540"/>
                  </a:lnTo>
                  <a:lnTo>
                    <a:pt x="5703" y="111441"/>
                  </a:lnTo>
                  <a:lnTo>
                    <a:pt x="5703" y="104795"/>
                  </a:lnTo>
                  <a:lnTo>
                    <a:pt x="5752" y="104696"/>
                  </a:lnTo>
                  <a:lnTo>
                    <a:pt x="5851" y="104646"/>
                  </a:lnTo>
                  <a:lnTo>
                    <a:pt x="10017" y="104646"/>
                  </a:lnTo>
                  <a:close/>
                  <a:moveTo>
                    <a:pt x="10116" y="114615"/>
                  </a:moveTo>
                  <a:lnTo>
                    <a:pt x="10166" y="114714"/>
                  </a:lnTo>
                  <a:lnTo>
                    <a:pt x="10166" y="121360"/>
                  </a:lnTo>
                  <a:lnTo>
                    <a:pt x="10116" y="121459"/>
                  </a:lnTo>
                  <a:lnTo>
                    <a:pt x="10017" y="121509"/>
                  </a:lnTo>
                  <a:lnTo>
                    <a:pt x="5851" y="121509"/>
                  </a:lnTo>
                  <a:lnTo>
                    <a:pt x="5752" y="121459"/>
                  </a:lnTo>
                  <a:lnTo>
                    <a:pt x="5703" y="121360"/>
                  </a:lnTo>
                  <a:lnTo>
                    <a:pt x="5703" y="114714"/>
                  </a:lnTo>
                  <a:lnTo>
                    <a:pt x="5752" y="114615"/>
                  </a:lnTo>
                  <a:lnTo>
                    <a:pt x="5851" y="114565"/>
                  </a:lnTo>
                  <a:lnTo>
                    <a:pt x="10017" y="114565"/>
                  </a:lnTo>
                  <a:close/>
                  <a:moveTo>
                    <a:pt x="10116" y="124534"/>
                  </a:moveTo>
                  <a:lnTo>
                    <a:pt x="10166" y="124633"/>
                  </a:lnTo>
                  <a:lnTo>
                    <a:pt x="10166" y="131279"/>
                  </a:lnTo>
                  <a:lnTo>
                    <a:pt x="10116" y="131378"/>
                  </a:lnTo>
                  <a:lnTo>
                    <a:pt x="10017" y="131428"/>
                  </a:lnTo>
                  <a:lnTo>
                    <a:pt x="5851" y="131428"/>
                  </a:lnTo>
                  <a:lnTo>
                    <a:pt x="5752" y="131378"/>
                  </a:lnTo>
                  <a:lnTo>
                    <a:pt x="5703" y="131279"/>
                  </a:lnTo>
                  <a:lnTo>
                    <a:pt x="5703" y="124633"/>
                  </a:lnTo>
                  <a:lnTo>
                    <a:pt x="5752" y="124534"/>
                  </a:lnTo>
                  <a:lnTo>
                    <a:pt x="5851" y="124484"/>
                  </a:lnTo>
                  <a:lnTo>
                    <a:pt x="10017" y="124484"/>
                  </a:lnTo>
                  <a:close/>
                  <a:moveTo>
                    <a:pt x="10116" y="134453"/>
                  </a:moveTo>
                  <a:lnTo>
                    <a:pt x="10166" y="134552"/>
                  </a:lnTo>
                  <a:lnTo>
                    <a:pt x="10166" y="141198"/>
                  </a:lnTo>
                  <a:lnTo>
                    <a:pt x="10116" y="141297"/>
                  </a:lnTo>
                  <a:lnTo>
                    <a:pt x="10017" y="141347"/>
                  </a:lnTo>
                  <a:lnTo>
                    <a:pt x="5851" y="141347"/>
                  </a:lnTo>
                  <a:lnTo>
                    <a:pt x="5752" y="141297"/>
                  </a:lnTo>
                  <a:lnTo>
                    <a:pt x="5703" y="141198"/>
                  </a:lnTo>
                  <a:lnTo>
                    <a:pt x="5703" y="134552"/>
                  </a:lnTo>
                  <a:lnTo>
                    <a:pt x="5752" y="134453"/>
                  </a:lnTo>
                  <a:lnTo>
                    <a:pt x="5851" y="134404"/>
                  </a:lnTo>
                  <a:lnTo>
                    <a:pt x="10017" y="134404"/>
                  </a:lnTo>
                  <a:close/>
                  <a:moveTo>
                    <a:pt x="10116" y="144372"/>
                  </a:moveTo>
                  <a:lnTo>
                    <a:pt x="10166" y="144471"/>
                  </a:lnTo>
                  <a:lnTo>
                    <a:pt x="10166" y="151117"/>
                  </a:lnTo>
                  <a:lnTo>
                    <a:pt x="10116" y="151216"/>
                  </a:lnTo>
                  <a:lnTo>
                    <a:pt x="10017" y="151266"/>
                  </a:lnTo>
                  <a:lnTo>
                    <a:pt x="5851" y="151266"/>
                  </a:lnTo>
                  <a:lnTo>
                    <a:pt x="5752" y="151216"/>
                  </a:lnTo>
                  <a:lnTo>
                    <a:pt x="5703" y="151117"/>
                  </a:lnTo>
                  <a:lnTo>
                    <a:pt x="5703" y="144471"/>
                  </a:lnTo>
                  <a:lnTo>
                    <a:pt x="5752" y="144372"/>
                  </a:lnTo>
                  <a:lnTo>
                    <a:pt x="5851" y="144323"/>
                  </a:lnTo>
                  <a:lnTo>
                    <a:pt x="10017" y="144323"/>
                  </a:lnTo>
                  <a:close/>
                  <a:moveTo>
                    <a:pt x="10116" y="154291"/>
                  </a:moveTo>
                  <a:lnTo>
                    <a:pt x="10166" y="154390"/>
                  </a:lnTo>
                  <a:lnTo>
                    <a:pt x="10166" y="161036"/>
                  </a:lnTo>
                  <a:lnTo>
                    <a:pt x="10116" y="161135"/>
                  </a:lnTo>
                  <a:lnTo>
                    <a:pt x="10017" y="161185"/>
                  </a:lnTo>
                  <a:lnTo>
                    <a:pt x="5851" y="161185"/>
                  </a:lnTo>
                  <a:lnTo>
                    <a:pt x="5752" y="161135"/>
                  </a:lnTo>
                  <a:lnTo>
                    <a:pt x="5703" y="161036"/>
                  </a:lnTo>
                  <a:lnTo>
                    <a:pt x="5703" y="154390"/>
                  </a:lnTo>
                  <a:lnTo>
                    <a:pt x="5752" y="154291"/>
                  </a:lnTo>
                  <a:lnTo>
                    <a:pt x="5851" y="154242"/>
                  </a:lnTo>
                  <a:lnTo>
                    <a:pt x="10017" y="154242"/>
                  </a:lnTo>
                  <a:close/>
                  <a:moveTo>
                    <a:pt x="10116" y="164210"/>
                  </a:moveTo>
                  <a:lnTo>
                    <a:pt x="10166" y="164310"/>
                  </a:lnTo>
                  <a:lnTo>
                    <a:pt x="10166" y="170955"/>
                  </a:lnTo>
                  <a:lnTo>
                    <a:pt x="10116" y="171055"/>
                  </a:lnTo>
                  <a:lnTo>
                    <a:pt x="10017" y="171104"/>
                  </a:lnTo>
                  <a:lnTo>
                    <a:pt x="5851" y="171104"/>
                  </a:lnTo>
                  <a:lnTo>
                    <a:pt x="5752" y="171055"/>
                  </a:lnTo>
                  <a:lnTo>
                    <a:pt x="5703" y="170955"/>
                  </a:lnTo>
                  <a:lnTo>
                    <a:pt x="5703" y="164310"/>
                  </a:lnTo>
                  <a:lnTo>
                    <a:pt x="5752" y="164210"/>
                  </a:lnTo>
                  <a:lnTo>
                    <a:pt x="5851" y="164161"/>
                  </a:lnTo>
                  <a:lnTo>
                    <a:pt x="10017" y="164161"/>
                  </a:lnTo>
                  <a:close/>
                  <a:moveTo>
                    <a:pt x="10116" y="174129"/>
                  </a:moveTo>
                  <a:lnTo>
                    <a:pt x="10166" y="174229"/>
                  </a:lnTo>
                  <a:lnTo>
                    <a:pt x="10166" y="180874"/>
                  </a:lnTo>
                  <a:lnTo>
                    <a:pt x="10116" y="180974"/>
                  </a:lnTo>
                  <a:lnTo>
                    <a:pt x="10017" y="181023"/>
                  </a:lnTo>
                  <a:lnTo>
                    <a:pt x="5851" y="181023"/>
                  </a:lnTo>
                  <a:lnTo>
                    <a:pt x="5752" y="180974"/>
                  </a:lnTo>
                  <a:lnTo>
                    <a:pt x="5703" y="180874"/>
                  </a:lnTo>
                  <a:lnTo>
                    <a:pt x="5703" y="174229"/>
                  </a:lnTo>
                  <a:lnTo>
                    <a:pt x="5752" y="174129"/>
                  </a:lnTo>
                  <a:lnTo>
                    <a:pt x="5851" y="174080"/>
                  </a:lnTo>
                  <a:lnTo>
                    <a:pt x="10017" y="174080"/>
                  </a:lnTo>
                  <a:close/>
                  <a:moveTo>
                    <a:pt x="10116" y="184049"/>
                  </a:moveTo>
                  <a:lnTo>
                    <a:pt x="10166" y="184148"/>
                  </a:lnTo>
                  <a:lnTo>
                    <a:pt x="10166" y="190793"/>
                  </a:lnTo>
                  <a:lnTo>
                    <a:pt x="10116" y="190893"/>
                  </a:lnTo>
                  <a:lnTo>
                    <a:pt x="10017" y="190942"/>
                  </a:lnTo>
                  <a:lnTo>
                    <a:pt x="5851" y="190942"/>
                  </a:lnTo>
                  <a:lnTo>
                    <a:pt x="5752" y="190893"/>
                  </a:lnTo>
                  <a:lnTo>
                    <a:pt x="5703" y="190793"/>
                  </a:lnTo>
                  <a:lnTo>
                    <a:pt x="5703" y="184148"/>
                  </a:lnTo>
                  <a:lnTo>
                    <a:pt x="5752" y="184049"/>
                  </a:lnTo>
                  <a:lnTo>
                    <a:pt x="5851" y="183999"/>
                  </a:lnTo>
                  <a:lnTo>
                    <a:pt x="10017" y="183999"/>
                  </a:lnTo>
                  <a:close/>
                  <a:moveTo>
                    <a:pt x="10116" y="193968"/>
                  </a:moveTo>
                  <a:lnTo>
                    <a:pt x="10166" y="194067"/>
                  </a:lnTo>
                  <a:lnTo>
                    <a:pt x="10166" y="200713"/>
                  </a:lnTo>
                  <a:lnTo>
                    <a:pt x="10116" y="200812"/>
                  </a:lnTo>
                  <a:lnTo>
                    <a:pt x="10017" y="200861"/>
                  </a:lnTo>
                  <a:lnTo>
                    <a:pt x="5851" y="200861"/>
                  </a:lnTo>
                  <a:lnTo>
                    <a:pt x="5752" y="200812"/>
                  </a:lnTo>
                  <a:lnTo>
                    <a:pt x="5703" y="200713"/>
                  </a:lnTo>
                  <a:lnTo>
                    <a:pt x="5703" y="194067"/>
                  </a:lnTo>
                  <a:lnTo>
                    <a:pt x="5752" y="193968"/>
                  </a:lnTo>
                  <a:lnTo>
                    <a:pt x="5851" y="193918"/>
                  </a:lnTo>
                  <a:lnTo>
                    <a:pt x="10017" y="193918"/>
                  </a:lnTo>
                  <a:close/>
                  <a:moveTo>
                    <a:pt x="10116" y="203887"/>
                  </a:moveTo>
                  <a:lnTo>
                    <a:pt x="10166" y="203986"/>
                  </a:lnTo>
                  <a:lnTo>
                    <a:pt x="10166" y="210632"/>
                  </a:lnTo>
                  <a:lnTo>
                    <a:pt x="10116" y="210731"/>
                  </a:lnTo>
                  <a:lnTo>
                    <a:pt x="10017" y="210780"/>
                  </a:lnTo>
                  <a:lnTo>
                    <a:pt x="5851" y="210780"/>
                  </a:lnTo>
                  <a:lnTo>
                    <a:pt x="5752" y="210731"/>
                  </a:lnTo>
                  <a:lnTo>
                    <a:pt x="5703" y="210632"/>
                  </a:lnTo>
                  <a:lnTo>
                    <a:pt x="5703" y="203986"/>
                  </a:lnTo>
                  <a:lnTo>
                    <a:pt x="5752" y="203887"/>
                  </a:lnTo>
                  <a:lnTo>
                    <a:pt x="5851" y="203837"/>
                  </a:lnTo>
                  <a:lnTo>
                    <a:pt x="10017" y="203837"/>
                  </a:lnTo>
                  <a:close/>
                  <a:moveTo>
                    <a:pt x="10116" y="213806"/>
                  </a:moveTo>
                  <a:lnTo>
                    <a:pt x="10166" y="213905"/>
                  </a:lnTo>
                  <a:lnTo>
                    <a:pt x="10166" y="220551"/>
                  </a:lnTo>
                  <a:lnTo>
                    <a:pt x="10116" y="220650"/>
                  </a:lnTo>
                  <a:lnTo>
                    <a:pt x="10017" y="220699"/>
                  </a:lnTo>
                  <a:lnTo>
                    <a:pt x="5851" y="220699"/>
                  </a:lnTo>
                  <a:lnTo>
                    <a:pt x="5752" y="220650"/>
                  </a:lnTo>
                  <a:lnTo>
                    <a:pt x="5703" y="220551"/>
                  </a:lnTo>
                  <a:lnTo>
                    <a:pt x="5703" y="213905"/>
                  </a:lnTo>
                  <a:lnTo>
                    <a:pt x="5752" y="213806"/>
                  </a:lnTo>
                  <a:lnTo>
                    <a:pt x="5851" y="213756"/>
                  </a:lnTo>
                  <a:lnTo>
                    <a:pt x="10017" y="213756"/>
                  </a:lnTo>
                  <a:close/>
                  <a:moveTo>
                    <a:pt x="10116" y="223725"/>
                  </a:moveTo>
                  <a:lnTo>
                    <a:pt x="10166" y="223824"/>
                  </a:lnTo>
                  <a:lnTo>
                    <a:pt x="10166" y="230470"/>
                  </a:lnTo>
                  <a:lnTo>
                    <a:pt x="10116" y="230569"/>
                  </a:lnTo>
                  <a:lnTo>
                    <a:pt x="10017" y="230619"/>
                  </a:lnTo>
                  <a:lnTo>
                    <a:pt x="5851" y="230619"/>
                  </a:lnTo>
                  <a:lnTo>
                    <a:pt x="5752" y="230569"/>
                  </a:lnTo>
                  <a:lnTo>
                    <a:pt x="5703" y="230470"/>
                  </a:lnTo>
                  <a:lnTo>
                    <a:pt x="5703" y="223824"/>
                  </a:lnTo>
                  <a:lnTo>
                    <a:pt x="5752" y="223725"/>
                  </a:lnTo>
                  <a:lnTo>
                    <a:pt x="5851" y="223675"/>
                  </a:lnTo>
                  <a:lnTo>
                    <a:pt x="10017" y="223675"/>
                  </a:lnTo>
                  <a:close/>
                  <a:moveTo>
                    <a:pt x="10116" y="233644"/>
                  </a:moveTo>
                  <a:lnTo>
                    <a:pt x="10166" y="233743"/>
                  </a:lnTo>
                  <a:lnTo>
                    <a:pt x="10166" y="240389"/>
                  </a:lnTo>
                  <a:lnTo>
                    <a:pt x="10116" y="240488"/>
                  </a:lnTo>
                  <a:lnTo>
                    <a:pt x="10017" y="240538"/>
                  </a:lnTo>
                  <a:lnTo>
                    <a:pt x="5851" y="240538"/>
                  </a:lnTo>
                  <a:lnTo>
                    <a:pt x="5752" y="240488"/>
                  </a:lnTo>
                  <a:lnTo>
                    <a:pt x="5703" y="240389"/>
                  </a:lnTo>
                  <a:lnTo>
                    <a:pt x="5703" y="233743"/>
                  </a:lnTo>
                  <a:lnTo>
                    <a:pt x="5752" y="233644"/>
                  </a:lnTo>
                  <a:lnTo>
                    <a:pt x="5851" y="233594"/>
                  </a:lnTo>
                  <a:lnTo>
                    <a:pt x="10017" y="233594"/>
                  </a:lnTo>
                  <a:close/>
                  <a:moveTo>
                    <a:pt x="10116" y="243563"/>
                  </a:moveTo>
                  <a:lnTo>
                    <a:pt x="10166" y="243662"/>
                  </a:lnTo>
                  <a:lnTo>
                    <a:pt x="10166" y="248820"/>
                  </a:lnTo>
                  <a:lnTo>
                    <a:pt x="10116" y="248919"/>
                  </a:lnTo>
                  <a:lnTo>
                    <a:pt x="10017" y="248969"/>
                  </a:lnTo>
                  <a:lnTo>
                    <a:pt x="5851" y="248969"/>
                  </a:lnTo>
                  <a:lnTo>
                    <a:pt x="5752" y="248919"/>
                  </a:lnTo>
                  <a:lnTo>
                    <a:pt x="5703" y="248820"/>
                  </a:lnTo>
                  <a:lnTo>
                    <a:pt x="5703" y="243662"/>
                  </a:lnTo>
                  <a:lnTo>
                    <a:pt x="5752" y="243563"/>
                  </a:lnTo>
                  <a:lnTo>
                    <a:pt x="5851" y="243513"/>
                  </a:lnTo>
                  <a:lnTo>
                    <a:pt x="10017" y="243513"/>
                  </a:lnTo>
                  <a:close/>
                  <a:moveTo>
                    <a:pt x="5653" y="50"/>
                  </a:moveTo>
                  <a:lnTo>
                    <a:pt x="5703" y="149"/>
                  </a:lnTo>
                  <a:lnTo>
                    <a:pt x="5703" y="248820"/>
                  </a:lnTo>
                  <a:lnTo>
                    <a:pt x="5653" y="248919"/>
                  </a:lnTo>
                  <a:lnTo>
                    <a:pt x="5554" y="248969"/>
                  </a:lnTo>
                  <a:lnTo>
                    <a:pt x="148" y="248969"/>
                  </a:lnTo>
                  <a:lnTo>
                    <a:pt x="49" y="248919"/>
                  </a:lnTo>
                  <a:lnTo>
                    <a:pt x="0" y="248820"/>
                  </a:lnTo>
                  <a:lnTo>
                    <a:pt x="0" y="149"/>
                  </a:lnTo>
                  <a:lnTo>
                    <a:pt x="49" y="50"/>
                  </a:lnTo>
                  <a:lnTo>
                    <a:pt x="148" y="0"/>
                  </a:lnTo>
                  <a:lnTo>
                    <a:pt x="555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墙_V17_Storage_North_Casing"/>
            <p:cNvSpPr/>
            <p:nvPr/>
          </p:nvSpPr>
          <p:spPr>
            <a:xfrm>
              <a:off x="2240297" y="4676368"/>
              <a:ext cx="4960" cy="11159"/>
            </a:xfrm>
            <a:custGeom>
              <a:avLst/>
              <a:gdLst/>
              <a:ahLst/>
              <a:cxnLst/>
              <a:rect l="l" t="t" r="r" b="b"/>
              <a:pathLst>
                <a:path w="4960" h="11159">
                  <a:moveTo>
                    <a:pt x="4960" y="0"/>
                  </a:moveTo>
                  <a:lnTo>
                    <a:pt x="0" y="0"/>
                  </a:lnTo>
                  <a:lnTo>
                    <a:pt x="0" y="11159"/>
                  </a:lnTo>
                  <a:lnTo>
                    <a:pt x="4960" y="1115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23" name="房间名（沿用施工图）"/>
          <p:cNvGrpSpPr/>
          <p:nvPr/>
        </p:nvGrpSpPr>
        <p:grpSpPr>
          <a:xfrm>
            <a:off x="658780" y="1171576"/>
            <a:ext cx="1914044" cy="4397638"/>
            <a:chOff x="658780" y="1171576"/>
            <a:chExt cx="1914044" cy="4397638"/>
          </a:xfrm>
        </p:grpSpPr>
        <p:sp>
          <p:nvSpPr>
            <p:cNvPr id="424" name="TextBox 423"/>
            <p:cNvSpPr txBox="1"/>
            <p:nvPr/>
          </p:nvSpPr>
          <p:spPr>
            <a:xfrm>
              <a:off x="1704467" y="464322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起居室</a:t>
              </a:r>
            </a:p>
          </p:txBody>
        </p:sp>
        <p:sp>
          <p:nvSpPr>
            <p:cNvPr id="425" name="TextBox 424"/>
            <p:cNvSpPr txBox="1"/>
            <p:nvPr/>
          </p:nvSpPr>
          <p:spPr>
            <a:xfrm>
              <a:off x="1952573" y="2508311"/>
              <a:ext cx="54125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厨房（吧台区）</a:t>
              </a:r>
            </a:p>
          </p:txBody>
        </p:sp>
        <p:sp>
          <p:nvSpPr>
            <p:cNvPr id="426" name="TextBox 425"/>
            <p:cNvSpPr txBox="1"/>
            <p:nvPr/>
          </p:nvSpPr>
          <p:spPr>
            <a:xfrm>
              <a:off x="1377294" y="547717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前院</a:t>
              </a: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1792213" y="3624550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餐厅</a:t>
              </a:r>
            </a:p>
          </p:txBody>
        </p:sp>
        <p:sp>
          <p:nvSpPr>
            <p:cNvPr id="428" name="TextBox 427"/>
            <p:cNvSpPr txBox="1"/>
            <p:nvPr/>
          </p:nvSpPr>
          <p:spPr>
            <a:xfrm>
              <a:off x="2320821" y="4239600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  <p:sp>
          <p:nvSpPr>
            <p:cNvPr id="429" name="TextBox 428"/>
            <p:cNvSpPr txBox="1"/>
            <p:nvPr/>
          </p:nvSpPr>
          <p:spPr>
            <a:xfrm>
              <a:off x="964969" y="201019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后花园</a:t>
              </a: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2320821" y="472944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  <p:sp>
          <p:nvSpPr>
            <p:cNvPr id="431" name="TextBox 430"/>
            <p:cNvSpPr txBox="1"/>
            <p:nvPr/>
          </p:nvSpPr>
          <p:spPr>
            <a:xfrm>
              <a:off x="1098651" y="321923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2378657" y="3368357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2120615" y="1821014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</a:t>
              </a:r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2087745" y="117157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洗衣房</a:t>
              </a:r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791437" y="404074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客厅</a:t>
              </a:r>
            </a:p>
          </p:txBody>
        </p:sp>
        <p:sp>
          <p:nvSpPr>
            <p:cNvPr id="436" name="TextBox 435"/>
            <p:cNvSpPr txBox="1"/>
            <p:nvPr/>
          </p:nvSpPr>
          <p:spPr>
            <a:xfrm>
              <a:off x="658780" y="4720908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</p:grpSp>
      <p:grpSp>
        <p:nvGrpSpPr>
          <p:cNvPr id="449" name="插座 GF-socket-06"/>
          <p:cNvGrpSpPr/>
          <p:nvPr/>
        </p:nvGrpSpPr>
        <p:grpSpPr>
          <a:xfrm>
            <a:off x="1900608" y="2977082"/>
            <a:ext cx="78887" cy="31555"/>
            <a:chOff x="1900608" y="2977082"/>
            <a:chExt cx="78887" cy="31555"/>
          </a:xfrm>
        </p:grpSpPr>
        <p:sp>
          <p:nvSpPr>
            <p:cNvPr id="450" name="Freeform 449"/>
            <p:cNvSpPr/>
            <p:nvPr/>
          </p:nvSpPr>
          <p:spPr>
            <a:xfrm>
              <a:off x="1908497" y="2977082"/>
              <a:ext cx="63110" cy="31555"/>
            </a:xfrm>
            <a:custGeom>
              <a:avLst/>
              <a:gdLst/>
              <a:ahLst/>
              <a:cxnLst/>
              <a:rect l="l" t="t" r="r" b="b"/>
              <a:pathLst>
                <a:path w="63110" h="31555">
                  <a:moveTo>
                    <a:pt x="0" y="31555"/>
                  </a:move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lnTo>
                    <a:pt x="37711" y="606"/>
                  </a:lnTo>
                  <a:lnTo>
                    <a:pt x="43630" y="2401"/>
                  </a:lnTo>
                  <a:lnTo>
                    <a:pt x="49086" y="5317"/>
                  </a:lnTo>
                  <a:lnTo>
                    <a:pt x="53867" y="9242"/>
                  </a:lnTo>
                  <a:lnTo>
                    <a:pt x="57792" y="14023"/>
                  </a:lnTo>
                  <a:lnTo>
                    <a:pt x="60708" y="19479"/>
                  </a:lnTo>
                  <a:lnTo>
                    <a:pt x="62503" y="25398"/>
                  </a:lnTo>
                  <a:lnTo>
                    <a:pt x="63110" y="31555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51" name="Connector 450"/>
            <p:cNvCxnSpPr/>
            <p:nvPr/>
          </p:nvCxnSpPr>
          <p:spPr>
            <a:xfrm>
              <a:off x="1900608" y="3008637"/>
              <a:ext cx="78887" cy="0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5" name="插座 GF-socket-08"/>
          <p:cNvGrpSpPr/>
          <p:nvPr/>
        </p:nvGrpSpPr>
        <p:grpSpPr>
          <a:xfrm>
            <a:off x="2503555" y="3999623"/>
            <a:ext cx="31555" cy="78887"/>
            <a:chOff x="2503555" y="3999623"/>
            <a:chExt cx="31555" cy="78887"/>
          </a:xfrm>
        </p:grpSpPr>
        <p:sp>
          <p:nvSpPr>
            <p:cNvPr id="456" name="Freeform 455"/>
            <p:cNvSpPr/>
            <p:nvPr/>
          </p:nvSpPr>
          <p:spPr>
            <a:xfrm>
              <a:off x="2503555" y="4007512"/>
              <a:ext cx="31555" cy="63110"/>
            </a:xfrm>
            <a:custGeom>
              <a:avLst/>
              <a:gdLst/>
              <a:ahLst/>
              <a:cxnLst/>
              <a:rect l="l" t="t" r="r" b="b"/>
              <a:pathLst>
                <a:path w="31555" h="63110">
                  <a:moveTo>
                    <a:pt x="31555" y="63110"/>
                  </a:moveTo>
                  <a:lnTo>
                    <a:pt x="25398" y="62503"/>
                  </a:lnTo>
                  <a:lnTo>
                    <a:pt x="19479" y="60708"/>
                  </a:lnTo>
                  <a:lnTo>
                    <a:pt x="14023" y="57792"/>
                  </a:lnTo>
                  <a:lnTo>
                    <a:pt x="9242" y="53867"/>
                  </a:lnTo>
                  <a:lnTo>
                    <a:pt x="5317" y="49086"/>
                  </a:lnTo>
                  <a:lnTo>
                    <a:pt x="2401" y="43630"/>
                  </a:lnTo>
                  <a:lnTo>
                    <a:pt x="606" y="37711"/>
                  </a:lnTo>
                  <a:lnTo>
                    <a:pt x="0" y="31555"/>
                  </a:ln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57" name="Connector 456"/>
            <p:cNvCxnSpPr/>
            <p:nvPr/>
          </p:nvCxnSpPr>
          <p:spPr>
            <a:xfrm flipV="1">
              <a:off x="2535110" y="3999623"/>
              <a:ext cx="0" cy="7888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0" name="插座 GF-socket-13"/>
          <p:cNvGrpSpPr/>
          <p:nvPr/>
        </p:nvGrpSpPr>
        <p:grpSpPr>
          <a:xfrm>
            <a:off x="2089188" y="4994999"/>
            <a:ext cx="51209" cy="68316"/>
            <a:chOff x="2089188" y="4994999"/>
            <a:chExt cx="51209" cy="68316"/>
          </a:xfrm>
        </p:grpSpPr>
        <p:sp>
          <p:nvSpPr>
            <p:cNvPr id="471" name="Freeform 470"/>
            <p:cNvSpPr/>
            <p:nvPr/>
          </p:nvSpPr>
          <p:spPr>
            <a:xfrm>
              <a:off x="2089188" y="5001830"/>
              <a:ext cx="47265" cy="58814"/>
            </a:xfrm>
            <a:custGeom>
              <a:avLst/>
              <a:gdLst/>
              <a:ahLst/>
              <a:cxnLst/>
              <a:rect l="l" t="t" r="r" b="b"/>
              <a:pathLst>
                <a:path w="47265" h="58814">
                  <a:moveTo>
                    <a:pt x="47265" y="54654"/>
                  </a:moveTo>
                  <a:lnTo>
                    <a:pt x="41630" y="57207"/>
                  </a:lnTo>
                  <a:lnTo>
                    <a:pt x="35606" y="58612"/>
                  </a:lnTo>
                  <a:lnTo>
                    <a:pt x="29424" y="58814"/>
                  </a:lnTo>
                  <a:lnTo>
                    <a:pt x="23320" y="57807"/>
                  </a:lnTo>
                  <a:lnTo>
                    <a:pt x="17531" y="55628"/>
                  </a:lnTo>
                  <a:lnTo>
                    <a:pt x="12278" y="52362"/>
                  </a:lnTo>
                  <a:lnTo>
                    <a:pt x="7763" y="48133"/>
                  </a:lnTo>
                  <a:lnTo>
                    <a:pt x="4160" y="43105"/>
                  </a:lnTo>
                  <a:lnTo>
                    <a:pt x="1607" y="37470"/>
                  </a:lnTo>
                  <a:lnTo>
                    <a:pt x="202" y="31446"/>
                  </a:lnTo>
                  <a:lnTo>
                    <a:pt x="0" y="25264"/>
                  </a:lnTo>
                  <a:lnTo>
                    <a:pt x="1007" y="19160"/>
                  </a:lnTo>
                  <a:lnTo>
                    <a:pt x="3186" y="13371"/>
                  </a:lnTo>
                  <a:lnTo>
                    <a:pt x="6453" y="8118"/>
                  </a:lnTo>
                  <a:lnTo>
                    <a:pt x="10681" y="3603"/>
                  </a:lnTo>
                  <a:lnTo>
                    <a:pt x="15709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72" name="Connector 471"/>
            <p:cNvCxnSpPr/>
            <p:nvPr/>
          </p:nvCxnSpPr>
          <p:spPr>
            <a:xfrm flipH="1" flipV="1">
              <a:off x="2100953" y="4994999"/>
              <a:ext cx="39444" cy="68316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2" name="插座 GF-socket-17"/>
          <p:cNvGrpSpPr/>
          <p:nvPr/>
        </p:nvGrpSpPr>
        <p:grpSpPr>
          <a:xfrm>
            <a:off x="1243175" y="3510550"/>
            <a:ext cx="31555" cy="78887"/>
            <a:chOff x="1247553" y="3524747"/>
            <a:chExt cx="31555" cy="78887"/>
          </a:xfrm>
        </p:grpSpPr>
        <p:sp>
          <p:nvSpPr>
            <p:cNvPr id="483" name="Freeform 482"/>
            <p:cNvSpPr/>
            <p:nvPr/>
          </p:nvSpPr>
          <p:spPr>
            <a:xfrm>
              <a:off x="1247553" y="3532636"/>
              <a:ext cx="31555" cy="63110"/>
            </a:xfrm>
            <a:custGeom>
              <a:avLst/>
              <a:gdLst/>
              <a:ahLst/>
              <a:cxnLst/>
              <a:rect l="l" t="t" r="r" b="b"/>
              <a:pathLst>
                <a:path w="31555" h="63110">
                  <a:moveTo>
                    <a:pt x="31555" y="63110"/>
                  </a:moveTo>
                  <a:lnTo>
                    <a:pt x="25398" y="62503"/>
                  </a:lnTo>
                  <a:lnTo>
                    <a:pt x="19479" y="60708"/>
                  </a:lnTo>
                  <a:lnTo>
                    <a:pt x="14023" y="57792"/>
                  </a:lnTo>
                  <a:lnTo>
                    <a:pt x="9242" y="53867"/>
                  </a:lnTo>
                  <a:lnTo>
                    <a:pt x="5317" y="49086"/>
                  </a:lnTo>
                  <a:lnTo>
                    <a:pt x="2401" y="43630"/>
                  </a:lnTo>
                  <a:lnTo>
                    <a:pt x="606" y="37711"/>
                  </a:lnTo>
                  <a:lnTo>
                    <a:pt x="0" y="31555"/>
                  </a:ln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84" name="Connector 483"/>
            <p:cNvCxnSpPr/>
            <p:nvPr/>
          </p:nvCxnSpPr>
          <p:spPr>
            <a:xfrm flipV="1">
              <a:off x="1279108" y="3524747"/>
              <a:ext cx="0" cy="7888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5" name="插座 GF-socket-18"/>
          <p:cNvGrpSpPr/>
          <p:nvPr/>
        </p:nvGrpSpPr>
        <p:grpSpPr>
          <a:xfrm>
            <a:off x="375914" y="3185763"/>
            <a:ext cx="31555" cy="78887"/>
            <a:chOff x="375914" y="3185763"/>
            <a:chExt cx="31555" cy="78887"/>
          </a:xfrm>
        </p:grpSpPr>
        <p:sp>
          <p:nvSpPr>
            <p:cNvPr id="486" name="Freeform 485"/>
            <p:cNvSpPr/>
            <p:nvPr/>
          </p:nvSpPr>
          <p:spPr>
            <a:xfrm>
              <a:off x="375914" y="3193652"/>
              <a:ext cx="31555" cy="63110"/>
            </a:xfrm>
            <a:custGeom>
              <a:avLst/>
              <a:gdLst/>
              <a:ahLst/>
              <a:cxnLst/>
              <a:rect l="l" t="t" r="r" b="b"/>
              <a:pathLst>
                <a:path w="31555" h="63110">
                  <a:moveTo>
                    <a:pt x="31555" y="63110"/>
                  </a:moveTo>
                  <a:lnTo>
                    <a:pt x="25398" y="62503"/>
                  </a:lnTo>
                  <a:lnTo>
                    <a:pt x="19479" y="60708"/>
                  </a:lnTo>
                  <a:lnTo>
                    <a:pt x="14023" y="57792"/>
                  </a:lnTo>
                  <a:lnTo>
                    <a:pt x="9242" y="53867"/>
                  </a:lnTo>
                  <a:lnTo>
                    <a:pt x="5317" y="49086"/>
                  </a:lnTo>
                  <a:lnTo>
                    <a:pt x="2401" y="43630"/>
                  </a:lnTo>
                  <a:lnTo>
                    <a:pt x="606" y="37711"/>
                  </a:lnTo>
                  <a:lnTo>
                    <a:pt x="0" y="31555"/>
                  </a:ln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87" name="Connector 486"/>
            <p:cNvCxnSpPr/>
            <p:nvPr/>
          </p:nvCxnSpPr>
          <p:spPr>
            <a:xfrm flipV="1">
              <a:off x="407469" y="3185763"/>
              <a:ext cx="0" cy="7888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1" name="插座 GF-socket-21"/>
          <p:cNvGrpSpPr/>
          <p:nvPr/>
        </p:nvGrpSpPr>
        <p:grpSpPr>
          <a:xfrm>
            <a:off x="1303092" y="3146831"/>
            <a:ext cx="31555" cy="78887"/>
            <a:chOff x="1991235" y="3880842"/>
            <a:chExt cx="31555" cy="78887"/>
          </a:xfrm>
        </p:grpSpPr>
        <p:sp>
          <p:nvSpPr>
            <p:cNvPr id="492" name="Freeform 491"/>
            <p:cNvSpPr/>
            <p:nvPr/>
          </p:nvSpPr>
          <p:spPr>
            <a:xfrm>
              <a:off x="1991235" y="3888731"/>
              <a:ext cx="31555" cy="63110"/>
            </a:xfrm>
            <a:custGeom>
              <a:avLst/>
              <a:gdLst/>
              <a:ahLst/>
              <a:cxnLst/>
              <a:rect l="l" t="t" r="r" b="b"/>
              <a:pathLst>
                <a:path w="31555" h="63110">
                  <a:moveTo>
                    <a:pt x="31555" y="63110"/>
                  </a:moveTo>
                  <a:lnTo>
                    <a:pt x="25398" y="62503"/>
                  </a:lnTo>
                  <a:lnTo>
                    <a:pt x="19479" y="60708"/>
                  </a:lnTo>
                  <a:lnTo>
                    <a:pt x="14023" y="57792"/>
                  </a:lnTo>
                  <a:lnTo>
                    <a:pt x="9242" y="53867"/>
                  </a:lnTo>
                  <a:lnTo>
                    <a:pt x="5317" y="49086"/>
                  </a:lnTo>
                  <a:lnTo>
                    <a:pt x="2401" y="43630"/>
                  </a:lnTo>
                  <a:lnTo>
                    <a:pt x="606" y="37711"/>
                  </a:lnTo>
                  <a:lnTo>
                    <a:pt x="0" y="31555"/>
                  </a:ln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3" name="Connector 492"/>
            <p:cNvCxnSpPr/>
            <p:nvPr/>
          </p:nvCxnSpPr>
          <p:spPr>
            <a:xfrm flipV="1">
              <a:off x="2022790" y="3880842"/>
              <a:ext cx="0" cy="7888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7" name="插座 GF-socket-23"/>
          <p:cNvGrpSpPr/>
          <p:nvPr/>
        </p:nvGrpSpPr>
        <p:grpSpPr>
          <a:xfrm>
            <a:off x="2133443" y="1029992"/>
            <a:ext cx="41703" cy="76205"/>
            <a:chOff x="2133443" y="1029992"/>
            <a:chExt cx="41703" cy="76205"/>
          </a:xfrm>
        </p:grpSpPr>
        <p:sp>
          <p:nvSpPr>
            <p:cNvPr id="498" name="Freeform 497"/>
            <p:cNvSpPr/>
            <p:nvPr/>
          </p:nvSpPr>
          <p:spPr>
            <a:xfrm>
              <a:off x="2133443" y="1037616"/>
              <a:ext cx="39659" cy="61966"/>
            </a:xfrm>
            <a:custGeom>
              <a:avLst/>
              <a:gdLst/>
              <a:ahLst/>
              <a:cxnLst/>
              <a:rect l="l" t="t" r="r" b="b"/>
              <a:pathLst>
                <a:path w="39659" h="61966">
                  <a:moveTo>
                    <a:pt x="39659" y="60957"/>
                  </a:moveTo>
                  <a:lnTo>
                    <a:pt x="33556" y="61966"/>
                  </a:lnTo>
                  <a:lnTo>
                    <a:pt x="27374" y="61764"/>
                  </a:lnTo>
                  <a:lnTo>
                    <a:pt x="21349" y="60361"/>
                  </a:lnTo>
                  <a:lnTo>
                    <a:pt x="15714" y="57809"/>
                  </a:lnTo>
                  <a:lnTo>
                    <a:pt x="10686" y="54206"/>
                  </a:lnTo>
                  <a:lnTo>
                    <a:pt x="6456" y="49692"/>
                  </a:lnTo>
                  <a:lnTo>
                    <a:pt x="3189" y="44439"/>
                  </a:lnTo>
                  <a:lnTo>
                    <a:pt x="1009" y="38650"/>
                  </a:lnTo>
                  <a:lnTo>
                    <a:pt x="0" y="32547"/>
                  </a:lnTo>
                  <a:lnTo>
                    <a:pt x="202" y="26365"/>
                  </a:lnTo>
                  <a:lnTo>
                    <a:pt x="1606" y="20340"/>
                  </a:lnTo>
                  <a:lnTo>
                    <a:pt x="4158" y="14705"/>
                  </a:lnTo>
                  <a:lnTo>
                    <a:pt x="7760" y="9677"/>
                  </a:lnTo>
                  <a:lnTo>
                    <a:pt x="12274" y="5447"/>
                  </a:lnTo>
                  <a:lnTo>
                    <a:pt x="17527" y="2180"/>
                  </a:lnTo>
                  <a:lnTo>
                    <a:pt x="23316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9" name="Connector 498"/>
            <p:cNvCxnSpPr/>
            <p:nvPr/>
          </p:nvCxnSpPr>
          <p:spPr>
            <a:xfrm flipH="1" flipV="1">
              <a:off x="2154715" y="1029992"/>
              <a:ext cx="20431" cy="76205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0" name="图例（模型）"/>
          <p:cNvGrpSpPr/>
          <p:nvPr/>
        </p:nvGrpSpPr>
        <p:grpSpPr>
          <a:xfrm>
            <a:off x="6037142" y="914400"/>
            <a:ext cx="2980944" cy="585216"/>
            <a:chOff x="6037142" y="914400"/>
            <a:chExt cx="2980944" cy="585216"/>
          </a:xfrm>
        </p:grpSpPr>
        <p:sp>
          <p:nvSpPr>
            <p:cNvPr id="501" name="TextBox 500"/>
            <p:cNvSpPr txBox="1"/>
            <p:nvPr/>
          </p:nvSpPr>
          <p:spPr>
            <a:xfrm>
              <a:off x="6037142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502" name="图例"/>
            <p:cNvGrpSpPr/>
            <p:nvPr/>
          </p:nvGrpSpPr>
          <p:grpSpPr>
            <a:xfrm>
              <a:off x="6099436" y="1340995"/>
              <a:ext cx="131443" cy="52577"/>
              <a:chOff x="6099436" y="1340995"/>
              <a:chExt cx="131443" cy="52577"/>
            </a:xfrm>
          </p:grpSpPr>
          <p:sp>
            <p:nvSpPr>
              <p:cNvPr id="503" name="Freeform 502"/>
              <p:cNvSpPr/>
              <p:nvPr/>
            </p:nvSpPr>
            <p:spPr>
              <a:xfrm>
                <a:off x="6112581" y="1340995"/>
                <a:ext cx="105154" cy="52577"/>
              </a:xfrm>
              <a:custGeom>
                <a:avLst/>
                <a:gdLst/>
                <a:ahLst/>
                <a:cxnLst/>
                <a:rect l="l" t="t" r="r" b="b"/>
                <a:pathLst>
                  <a:path w="105154" h="52577">
                    <a:moveTo>
                      <a:pt x="0" y="52577"/>
                    </a:moveTo>
                    <a:lnTo>
                      <a:pt x="1010" y="42319"/>
                    </a:lnTo>
                    <a:lnTo>
                      <a:pt x="4002" y="32456"/>
                    </a:lnTo>
                    <a:lnTo>
                      <a:pt x="8860" y="23366"/>
                    </a:lnTo>
                    <a:lnTo>
                      <a:pt x="15399" y="15399"/>
                    </a:lnTo>
                    <a:lnTo>
                      <a:pt x="23366" y="8860"/>
                    </a:lnTo>
                    <a:lnTo>
                      <a:pt x="32456" y="4002"/>
                    </a:lnTo>
                    <a:lnTo>
                      <a:pt x="42319" y="1010"/>
                    </a:lnTo>
                    <a:lnTo>
                      <a:pt x="52577" y="0"/>
                    </a:lnTo>
                    <a:lnTo>
                      <a:pt x="62834" y="1010"/>
                    </a:lnTo>
                    <a:lnTo>
                      <a:pt x="72697" y="4002"/>
                    </a:lnTo>
                    <a:lnTo>
                      <a:pt x="81787" y="8860"/>
                    </a:lnTo>
                    <a:lnTo>
                      <a:pt x="89754" y="15399"/>
                    </a:lnTo>
                    <a:lnTo>
                      <a:pt x="96293" y="23366"/>
                    </a:lnTo>
                    <a:lnTo>
                      <a:pt x="101151" y="32456"/>
                    </a:lnTo>
                    <a:lnTo>
                      <a:pt x="104143" y="42319"/>
                    </a:lnTo>
                    <a:lnTo>
                      <a:pt x="105154" y="52577"/>
                    </a:lnTo>
                    <a:close/>
                  </a:path>
                </a:pathLst>
              </a:custGeom>
              <a:solidFill>
                <a:srgbClr val="D01414"/>
              </a:solidFill>
              <a:ln w="635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04" name="Connector 503"/>
              <p:cNvCxnSpPr/>
              <p:nvPr/>
            </p:nvCxnSpPr>
            <p:spPr>
              <a:xfrm>
                <a:off x="6099436" y="1393572"/>
                <a:ext cx="131443" cy="0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5" name="TextBox 504"/>
            <p:cNvSpPr txBox="1"/>
            <p:nvPr/>
          </p:nvSpPr>
          <p:spPr>
            <a:xfrm>
              <a:off x="6366326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单相带接地插座（暗装）× 33</a:t>
              </a:r>
            </a:p>
          </p:txBody>
        </p:sp>
      </p:grpSp>
      <p:sp>
        <p:nvSpPr>
          <p:cNvPr id="506" name="TextBox 505"/>
          <p:cNvSpPr txBox="1"/>
          <p:nvPr/>
        </p:nvSpPr>
        <p:spPr>
          <a:xfrm>
            <a:off x="6037142" y="1755648"/>
            <a:ext cx="5834513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  <p:grpSp>
        <p:nvGrpSpPr>
          <p:cNvPr id="521" name="插座 GF-socket-21">
            <a:extLst>
              <a:ext uri="{FF2B5EF4-FFF2-40B4-BE49-F238E27FC236}">
                <a16:creationId xmlns:a16="http://schemas.microsoft.com/office/drawing/2014/main" id="{AA47A3CC-43EF-21F4-0666-C4FED805F1F9}"/>
              </a:ext>
            </a:extLst>
          </p:cNvPr>
          <p:cNvGrpSpPr/>
          <p:nvPr/>
        </p:nvGrpSpPr>
        <p:grpSpPr>
          <a:xfrm rot="10800000">
            <a:off x="2015685" y="3902739"/>
            <a:ext cx="31555" cy="78887"/>
            <a:chOff x="1991235" y="3880842"/>
            <a:chExt cx="31555" cy="78887"/>
          </a:xfrm>
        </p:grpSpPr>
        <p:sp>
          <p:nvSpPr>
            <p:cNvPr id="522" name="Freeform 491">
              <a:extLst>
                <a:ext uri="{FF2B5EF4-FFF2-40B4-BE49-F238E27FC236}">
                  <a16:creationId xmlns:a16="http://schemas.microsoft.com/office/drawing/2014/main" id="{541275A7-CAC7-3CB1-8620-B074D96625F6}"/>
                </a:ext>
              </a:extLst>
            </p:cNvPr>
            <p:cNvSpPr/>
            <p:nvPr/>
          </p:nvSpPr>
          <p:spPr>
            <a:xfrm>
              <a:off x="1991235" y="3888731"/>
              <a:ext cx="31555" cy="63110"/>
            </a:xfrm>
            <a:custGeom>
              <a:avLst/>
              <a:gdLst/>
              <a:ahLst/>
              <a:cxnLst/>
              <a:rect l="l" t="t" r="r" b="b"/>
              <a:pathLst>
                <a:path w="31555" h="63110">
                  <a:moveTo>
                    <a:pt x="31555" y="63110"/>
                  </a:moveTo>
                  <a:lnTo>
                    <a:pt x="25398" y="62503"/>
                  </a:lnTo>
                  <a:lnTo>
                    <a:pt x="19479" y="60708"/>
                  </a:lnTo>
                  <a:lnTo>
                    <a:pt x="14023" y="57792"/>
                  </a:lnTo>
                  <a:lnTo>
                    <a:pt x="9242" y="53867"/>
                  </a:lnTo>
                  <a:lnTo>
                    <a:pt x="5317" y="49086"/>
                  </a:lnTo>
                  <a:lnTo>
                    <a:pt x="2401" y="43630"/>
                  </a:lnTo>
                  <a:lnTo>
                    <a:pt x="606" y="37711"/>
                  </a:lnTo>
                  <a:lnTo>
                    <a:pt x="0" y="31555"/>
                  </a:ln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3" name="Connector 492">
              <a:extLst>
                <a:ext uri="{FF2B5EF4-FFF2-40B4-BE49-F238E27FC236}">
                  <a16:creationId xmlns:a16="http://schemas.microsoft.com/office/drawing/2014/main" id="{19EE5034-49F6-A963-CF37-8C24A3E620E6}"/>
                </a:ext>
              </a:extLst>
            </p:cNvPr>
            <p:cNvCxnSpPr/>
            <p:nvPr/>
          </p:nvCxnSpPr>
          <p:spPr>
            <a:xfrm flipV="1">
              <a:off x="2022790" y="3880842"/>
              <a:ext cx="0" cy="7888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7" name="插座 GF-socket-07">
            <a:extLst>
              <a:ext uri="{FF2B5EF4-FFF2-40B4-BE49-F238E27FC236}">
                <a16:creationId xmlns:a16="http://schemas.microsoft.com/office/drawing/2014/main" id="{0B7B3EEE-51BB-5BA5-32B1-C1A087366EC2}"/>
              </a:ext>
            </a:extLst>
          </p:cNvPr>
          <p:cNvGrpSpPr/>
          <p:nvPr/>
        </p:nvGrpSpPr>
        <p:grpSpPr>
          <a:xfrm rot="17244428">
            <a:off x="2430385" y="1371963"/>
            <a:ext cx="41703" cy="76205"/>
            <a:chOff x="1735192" y="1874601"/>
            <a:chExt cx="41703" cy="76205"/>
          </a:xfrm>
        </p:grpSpPr>
        <p:sp>
          <p:nvSpPr>
            <p:cNvPr id="528" name="Freeform 452">
              <a:extLst>
                <a:ext uri="{FF2B5EF4-FFF2-40B4-BE49-F238E27FC236}">
                  <a16:creationId xmlns:a16="http://schemas.microsoft.com/office/drawing/2014/main" id="{298C7E2D-ADCF-00C9-EAD7-B7DA674E7A3A}"/>
                </a:ext>
              </a:extLst>
            </p:cNvPr>
            <p:cNvSpPr/>
            <p:nvPr/>
          </p:nvSpPr>
          <p:spPr>
            <a:xfrm>
              <a:off x="1735192" y="1882225"/>
              <a:ext cx="39659" cy="61966"/>
            </a:xfrm>
            <a:custGeom>
              <a:avLst/>
              <a:gdLst/>
              <a:ahLst/>
              <a:cxnLst/>
              <a:rect l="l" t="t" r="r" b="b"/>
              <a:pathLst>
                <a:path w="39659" h="61966">
                  <a:moveTo>
                    <a:pt x="39659" y="60957"/>
                  </a:moveTo>
                  <a:lnTo>
                    <a:pt x="33556" y="61966"/>
                  </a:lnTo>
                  <a:lnTo>
                    <a:pt x="27374" y="61764"/>
                  </a:lnTo>
                  <a:lnTo>
                    <a:pt x="21349" y="60361"/>
                  </a:lnTo>
                  <a:lnTo>
                    <a:pt x="15714" y="57809"/>
                  </a:lnTo>
                  <a:lnTo>
                    <a:pt x="10686" y="54206"/>
                  </a:lnTo>
                  <a:lnTo>
                    <a:pt x="6456" y="49692"/>
                  </a:lnTo>
                  <a:lnTo>
                    <a:pt x="3189" y="44439"/>
                  </a:lnTo>
                  <a:lnTo>
                    <a:pt x="1009" y="38650"/>
                  </a:lnTo>
                  <a:lnTo>
                    <a:pt x="0" y="32547"/>
                  </a:lnTo>
                  <a:lnTo>
                    <a:pt x="202" y="26365"/>
                  </a:lnTo>
                  <a:lnTo>
                    <a:pt x="1606" y="20340"/>
                  </a:lnTo>
                  <a:lnTo>
                    <a:pt x="4158" y="14705"/>
                  </a:lnTo>
                  <a:lnTo>
                    <a:pt x="7760" y="9677"/>
                  </a:lnTo>
                  <a:lnTo>
                    <a:pt x="12274" y="5447"/>
                  </a:lnTo>
                  <a:lnTo>
                    <a:pt x="17527" y="2180"/>
                  </a:lnTo>
                  <a:lnTo>
                    <a:pt x="23316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9" name="Connector 453">
              <a:extLst>
                <a:ext uri="{FF2B5EF4-FFF2-40B4-BE49-F238E27FC236}">
                  <a16:creationId xmlns:a16="http://schemas.microsoft.com/office/drawing/2014/main" id="{3CC7BDE0-99E8-DE28-D6F2-3F596FA7851E}"/>
                </a:ext>
              </a:extLst>
            </p:cNvPr>
            <p:cNvCxnSpPr/>
            <p:nvPr/>
          </p:nvCxnSpPr>
          <p:spPr>
            <a:xfrm flipH="1" flipV="1">
              <a:off x="1756464" y="1874601"/>
              <a:ext cx="20431" cy="76205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0" name="插座 GF-socket-23">
            <a:extLst>
              <a:ext uri="{FF2B5EF4-FFF2-40B4-BE49-F238E27FC236}">
                <a16:creationId xmlns:a16="http://schemas.microsoft.com/office/drawing/2014/main" id="{9514AC6F-9536-FC65-50E3-7B88255E2387}"/>
              </a:ext>
            </a:extLst>
          </p:cNvPr>
          <p:cNvGrpSpPr/>
          <p:nvPr/>
        </p:nvGrpSpPr>
        <p:grpSpPr>
          <a:xfrm>
            <a:off x="2509831" y="1187128"/>
            <a:ext cx="41703" cy="76205"/>
            <a:chOff x="2133443" y="1029992"/>
            <a:chExt cx="41703" cy="76205"/>
          </a:xfrm>
        </p:grpSpPr>
        <p:sp>
          <p:nvSpPr>
            <p:cNvPr id="531" name="Freeform 497">
              <a:extLst>
                <a:ext uri="{FF2B5EF4-FFF2-40B4-BE49-F238E27FC236}">
                  <a16:creationId xmlns:a16="http://schemas.microsoft.com/office/drawing/2014/main" id="{0AA7AA68-77F3-0B63-A15A-8969E57999C5}"/>
                </a:ext>
              </a:extLst>
            </p:cNvPr>
            <p:cNvSpPr/>
            <p:nvPr/>
          </p:nvSpPr>
          <p:spPr>
            <a:xfrm>
              <a:off x="2133443" y="1037616"/>
              <a:ext cx="39659" cy="61966"/>
            </a:xfrm>
            <a:custGeom>
              <a:avLst/>
              <a:gdLst/>
              <a:ahLst/>
              <a:cxnLst/>
              <a:rect l="l" t="t" r="r" b="b"/>
              <a:pathLst>
                <a:path w="39659" h="61966">
                  <a:moveTo>
                    <a:pt x="39659" y="60957"/>
                  </a:moveTo>
                  <a:lnTo>
                    <a:pt x="33556" y="61966"/>
                  </a:lnTo>
                  <a:lnTo>
                    <a:pt x="27374" y="61764"/>
                  </a:lnTo>
                  <a:lnTo>
                    <a:pt x="21349" y="60361"/>
                  </a:lnTo>
                  <a:lnTo>
                    <a:pt x="15714" y="57809"/>
                  </a:lnTo>
                  <a:lnTo>
                    <a:pt x="10686" y="54206"/>
                  </a:lnTo>
                  <a:lnTo>
                    <a:pt x="6456" y="49692"/>
                  </a:lnTo>
                  <a:lnTo>
                    <a:pt x="3189" y="44439"/>
                  </a:lnTo>
                  <a:lnTo>
                    <a:pt x="1009" y="38650"/>
                  </a:lnTo>
                  <a:lnTo>
                    <a:pt x="0" y="32547"/>
                  </a:lnTo>
                  <a:lnTo>
                    <a:pt x="202" y="26365"/>
                  </a:lnTo>
                  <a:lnTo>
                    <a:pt x="1606" y="20340"/>
                  </a:lnTo>
                  <a:lnTo>
                    <a:pt x="4158" y="14705"/>
                  </a:lnTo>
                  <a:lnTo>
                    <a:pt x="7760" y="9677"/>
                  </a:lnTo>
                  <a:lnTo>
                    <a:pt x="12274" y="5447"/>
                  </a:lnTo>
                  <a:lnTo>
                    <a:pt x="17527" y="2180"/>
                  </a:lnTo>
                  <a:lnTo>
                    <a:pt x="23316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32" name="Connector 498">
              <a:extLst>
                <a:ext uri="{FF2B5EF4-FFF2-40B4-BE49-F238E27FC236}">
                  <a16:creationId xmlns:a16="http://schemas.microsoft.com/office/drawing/2014/main" id="{DAE4BD0E-3751-2C30-A3DD-DCB3AD852B86}"/>
                </a:ext>
              </a:extLst>
            </p:cNvPr>
            <p:cNvCxnSpPr/>
            <p:nvPr/>
          </p:nvCxnSpPr>
          <p:spPr>
            <a:xfrm flipH="1" flipV="1">
              <a:off x="2154715" y="1029992"/>
              <a:ext cx="20431" cy="76205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2" name="插座 GF-socket-22">
            <a:extLst>
              <a:ext uri="{FF2B5EF4-FFF2-40B4-BE49-F238E27FC236}">
                <a16:creationId xmlns:a16="http://schemas.microsoft.com/office/drawing/2014/main" id="{5C1BCC62-A16E-D3EC-48FB-772190B80913}"/>
              </a:ext>
            </a:extLst>
          </p:cNvPr>
          <p:cNvGrpSpPr/>
          <p:nvPr/>
        </p:nvGrpSpPr>
        <p:grpSpPr>
          <a:xfrm rot="5633532">
            <a:off x="389865" y="2986747"/>
            <a:ext cx="78887" cy="31555"/>
            <a:chOff x="1718345" y="2034770"/>
            <a:chExt cx="78887" cy="31555"/>
          </a:xfrm>
        </p:grpSpPr>
        <p:sp>
          <p:nvSpPr>
            <p:cNvPr id="543" name="Freeform 494">
              <a:extLst>
                <a:ext uri="{FF2B5EF4-FFF2-40B4-BE49-F238E27FC236}">
                  <a16:creationId xmlns:a16="http://schemas.microsoft.com/office/drawing/2014/main" id="{3CE5AC2D-0A88-620D-F70F-FDECCDB6E1C7}"/>
                </a:ext>
              </a:extLst>
            </p:cNvPr>
            <p:cNvSpPr/>
            <p:nvPr/>
          </p:nvSpPr>
          <p:spPr>
            <a:xfrm>
              <a:off x="1726234" y="2034770"/>
              <a:ext cx="63110" cy="31555"/>
            </a:xfrm>
            <a:custGeom>
              <a:avLst/>
              <a:gdLst/>
              <a:ahLst/>
              <a:cxnLst/>
              <a:rect l="l" t="t" r="r" b="b"/>
              <a:pathLst>
                <a:path w="63110" h="31555">
                  <a:moveTo>
                    <a:pt x="0" y="31555"/>
                  </a:move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lnTo>
                    <a:pt x="37711" y="606"/>
                  </a:lnTo>
                  <a:lnTo>
                    <a:pt x="43630" y="2401"/>
                  </a:lnTo>
                  <a:lnTo>
                    <a:pt x="49086" y="5317"/>
                  </a:lnTo>
                  <a:lnTo>
                    <a:pt x="53867" y="9242"/>
                  </a:lnTo>
                  <a:lnTo>
                    <a:pt x="57792" y="14023"/>
                  </a:lnTo>
                  <a:lnTo>
                    <a:pt x="60708" y="19479"/>
                  </a:lnTo>
                  <a:lnTo>
                    <a:pt x="62503" y="25398"/>
                  </a:lnTo>
                  <a:lnTo>
                    <a:pt x="63110" y="31555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44" name="Connector 495">
              <a:extLst>
                <a:ext uri="{FF2B5EF4-FFF2-40B4-BE49-F238E27FC236}">
                  <a16:creationId xmlns:a16="http://schemas.microsoft.com/office/drawing/2014/main" id="{8C712BD3-CD1D-A76A-95FC-E633D52E78C9}"/>
                </a:ext>
              </a:extLst>
            </p:cNvPr>
            <p:cNvCxnSpPr/>
            <p:nvPr/>
          </p:nvCxnSpPr>
          <p:spPr>
            <a:xfrm>
              <a:off x="1718345" y="2066325"/>
              <a:ext cx="78887" cy="0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0" name="Picture 509">
            <a:extLst>
              <a:ext uri="{FF2B5EF4-FFF2-40B4-BE49-F238E27FC236}">
                <a16:creationId xmlns:a16="http://schemas.microsoft.com/office/drawing/2014/main" id="{1A38E881-7BD0-EBFF-0917-896432506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143" y="1309806"/>
            <a:ext cx="2014330" cy="1383645"/>
          </a:xfrm>
          <a:prstGeom prst="rect">
            <a:avLst/>
          </a:prstGeom>
        </p:spPr>
      </p:pic>
      <p:sp>
        <p:nvSpPr>
          <p:cNvPr id="545" name="Oval 544">
            <a:extLst>
              <a:ext uri="{FF2B5EF4-FFF2-40B4-BE49-F238E27FC236}">
                <a16:creationId xmlns:a16="http://schemas.microsoft.com/office/drawing/2014/main" id="{517B12A1-50F2-A2DF-F04A-6DFFB3A72E02}"/>
              </a:ext>
            </a:extLst>
          </p:cNvPr>
          <p:cNvSpPr/>
          <p:nvPr/>
        </p:nvSpPr>
        <p:spPr>
          <a:xfrm>
            <a:off x="5102352" y="175564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47" name="Picture 546">
            <a:extLst>
              <a:ext uri="{FF2B5EF4-FFF2-40B4-BE49-F238E27FC236}">
                <a16:creationId xmlns:a16="http://schemas.microsoft.com/office/drawing/2014/main" id="{D3077038-B70C-5FF9-3667-DB362342A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560" y="2613234"/>
            <a:ext cx="1683165" cy="1665753"/>
          </a:xfrm>
          <a:prstGeom prst="rect">
            <a:avLst/>
          </a:prstGeom>
        </p:spPr>
      </p:pic>
      <p:sp>
        <p:nvSpPr>
          <p:cNvPr id="551" name="Oval 550">
            <a:extLst>
              <a:ext uri="{FF2B5EF4-FFF2-40B4-BE49-F238E27FC236}">
                <a16:creationId xmlns:a16="http://schemas.microsoft.com/office/drawing/2014/main" id="{8894E027-DB77-7CF8-C0CF-84AF783F443D}"/>
              </a:ext>
            </a:extLst>
          </p:cNvPr>
          <p:cNvSpPr/>
          <p:nvPr/>
        </p:nvSpPr>
        <p:spPr>
          <a:xfrm>
            <a:off x="4919473" y="3142462"/>
            <a:ext cx="237744" cy="22860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DB9DF1A4-0063-EABE-BB5E-A119CEF9A2B2}"/>
              </a:ext>
            </a:extLst>
          </p:cNvPr>
          <p:cNvSpPr/>
          <p:nvPr/>
        </p:nvSpPr>
        <p:spPr>
          <a:xfrm>
            <a:off x="2270556" y="4401800"/>
            <a:ext cx="118872" cy="148133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7" name="Oval 556">
            <a:extLst>
              <a:ext uri="{FF2B5EF4-FFF2-40B4-BE49-F238E27FC236}">
                <a16:creationId xmlns:a16="http://schemas.microsoft.com/office/drawing/2014/main" id="{7B84C73F-57A3-503B-DB88-1A03BFADE4CD}"/>
              </a:ext>
            </a:extLst>
          </p:cNvPr>
          <p:cNvSpPr/>
          <p:nvPr/>
        </p:nvSpPr>
        <p:spPr>
          <a:xfrm>
            <a:off x="1938476" y="3861231"/>
            <a:ext cx="118872" cy="148133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9" name="Oval 558">
            <a:extLst>
              <a:ext uri="{FF2B5EF4-FFF2-40B4-BE49-F238E27FC236}">
                <a16:creationId xmlns:a16="http://schemas.microsoft.com/office/drawing/2014/main" id="{8357D84A-15A5-4F69-3ACF-4D00DDA5D126}"/>
              </a:ext>
            </a:extLst>
          </p:cNvPr>
          <p:cNvSpPr/>
          <p:nvPr/>
        </p:nvSpPr>
        <p:spPr>
          <a:xfrm>
            <a:off x="2440679" y="394164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1" name="Oval 560">
            <a:extLst>
              <a:ext uri="{FF2B5EF4-FFF2-40B4-BE49-F238E27FC236}">
                <a16:creationId xmlns:a16="http://schemas.microsoft.com/office/drawing/2014/main" id="{1435EB6C-BDC8-39C1-22CA-2D352854F0D0}"/>
              </a:ext>
            </a:extLst>
          </p:cNvPr>
          <p:cNvSpPr/>
          <p:nvPr/>
        </p:nvSpPr>
        <p:spPr>
          <a:xfrm>
            <a:off x="2082624" y="4108579"/>
            <a:ext cx="180848" cy="1310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3" name="Oval 562">
            <a:extLst>
              <a:ext uri="{FF2B5EF4-FFF2-40B4-BE49-F238E27FC236}">
                <a16:creationId xmlns:a16="http://schemas.microsoft.com/office/drawing/2014/main" id="{B76DF152-BD3D-A06D-FB3E-81DE4C862417}"/>
              </a:ext>
            </a:extLst>
          </p:cNvPr>
          <p:cNvSpPr/>
          <p:nvPr/>
        </p:nvSpPr>
        <p:spPr>
          <a:xfrm>
            <a:off x="1353906" y="406301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9" name="Oval 568">
            <a:extLst>
              <a:ext uri="{FF2B5EF4-FFF2-40B4-BE49-F238E27FC236}">
                <a16:creationId xmlns:a16="http://schemas.microsoft.com/office/drawing/2014/main" id="{59975F2D-F63A-14DD-F66E-05E0D52F8A67}"/>
              </a:ext>
            </a:extLst>
          </p:cNvPr>
          <p:cNvSpPr/>
          <p:nvPr/>
        </p:nvSpPr>
        <p:spPr>
          <a:xfrm>
            <a:off x="1839300" y="286024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ECD01C32-89CE-96BA-5BBD-3833F048D2C6}"/>
              </a:ext>
            </a:extLst>
          </p:cNvPr>
          <p:cNvSpPr/>
          <p:nvPr/>
        </p:nvSpPr>
        <p:spPr>
          <a:xfrm>
            <a:off x="2034509" y="491154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927B1C24-F219-4650-1C3D-EF6387CD9035}"/>
              </a:ext>
            </a:extLst>
          </p:cNvPr>
          <p:cNvSpPr/>
          <p:nvPr/>
        </p:nvSpPr>
        <p:spPr>
          <a:xfrm>
            <a:off x="1845500" y="310053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1" name="Oval 580">
            <a:extLst>
              <a:ext uri="{FF2B5EF4-FFF2-40B4-BE49-F238E27FC236}">
                <a16:creationId xmlns:a16="http://schemas.microsoft.com/office/drawing/2014/main" id="{7D6851BC-A6CB-4DE7-D26C-E06FC76A69F0}"/>
              </a:ext>
            </a:extLst>
          </p:cNvPr>
          <p:cNvSpPr/>
          <p:nvPr/>
        </p:nvSpPr>
        <p:spPr>
          <a:xfrm>
            <a:off x="2391976" y="215323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7" name="Oval 586">
            <a:extLst>
              <a:ext uri="{FF2B5EF4-FFF2-40B4-BE49-F238E27FC236}">
                <a16:creationId xmlns:a16="http://schemas.microsoft.com/office/drawing/2014/main" id="{3A4B0C2D-A44B-E3B4-5A7D-E2736F9D64DA}"/>
              </a:ext>
            </a:extLst>
          </p:cNvPr>
          <p:cNvSpPr/>
          <p:nvPr/>
        </p:nvSpPr>
        <p:spPr>
          <a:xfrm>
            <a:off x="2376331" y="137016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3" name="Oval 592">
            <a:extLst>
              <a:ext uri="{FF2B5EF4-FFF2-40B4-BE49-F238E27FC236}">
                <a16:creationId xmlns:a16="http://schemas.microsoft.com/office/drawing/2014/main" id="{3CA96E7C-F9E4-6156-3801-4516CF7BA891}"/>
              </a:ext>
            </a:extLst>
          </p:cNvPr>
          <p:cNvSpPr/>
          <p:nvPr/>
        </p:nvSpPr>
        <p:spPr>
          <a:xfrm>
            <a:off x="1170408" y="3470375"/>
            <a:ext cx="177294" cy="12645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5" name="Oval 594">
            <a:extLst>
              <a:ext uri="{FF2B5EF4-FFF2-40B4-BE49-F238E27FC236}">
                <a16:creationId xmlns:a16="http://schemas.microsoft.com/office/drawing/2014/main" id="{AE2EA60E-0BC1-C37A-9975-5D500CABA811}"/>
              </a:ext>
            </a:extLst>
          </p:cNvPr>
          <p:cNvSpPr/>
          <p:nvPr/>
        </p:nvSpPr>
        <p:spPr>
          <a:xfrm>
            <a:off x="2422542" y="1146753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7" name="Oval 596">
            <a:extLst>
              <a:ext uri="{FF2B5EF4-FFF2-40B4-BE49-F238E27FC236}">
                <a16:creationId xmlns:a16="http://schemas.microsoft.com/office/drawing/2014/main" id="{1EE04FDC-E49D-37EB-49DF-90A0FF85BA82}"/>
              </a:ext>
            </a:extLst>
          </p:cNvPr>
          <p:cNvSpPr/>
          <p:nvPr/>
        </p:nvSpPr>
        <p:spPr>
          <a:xfrm>
            <a:off x="2072609" y="100879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9" name="Oval 598">
            <a:extLst>
              <a:ext uri="{FF2B5EF4-FFF2-40B4-BE49-F238E27FC236}">
                <a16:creationId xmlns:a16="http://schemas.microsoft.com/office/drawing/2014/main" id="{06760279-5E54-EFDC-5F1E-0E10981BC62E}"/>
              </a:ext>
            </a:extLst>
          </p:cNvPr>
          <p:cNvSpPr/>
          <p:nvPr/>
        </p:nvSpPr>
        <p:spPr>
          <a:xfrm>
            <a:off x="1759088" y="1814126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1" name="Oval 600">
            <a:extLst>
              <a:ext uri="{FF2B5EF4-FFF2-40B4-BE49-F238E27FC236}">
                <a16:creationId xmlns:a16="http://schemas.microsoft.com/office/drawing/2014/main" id="{EA993E3B-5894-01B5-A08B-D59BEE09D39F}"/>
              </a:ext>
            </a:extLst>
          </p:cNvPr>
          <p:cNvSpPr/>
          <p:nvPr/>
        </p:nvSpPr>
        <p:spPr>
          <a:xfrm>
            <a:off x="1301103" y="311978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5" name="Oval 604">
            <a:extLst>
              <a:ext uri="{FF2B5EF4-FFF2-40B4-BE49-F238E27FC236}">
                <a16:creationId xmlns:a16="http://schemas.microsoft.com/office/drawing/2014/main" id="{7B709532-D607-D4CB-1620-F21D1030D063}"/>
              </a:ext>
            </a:extLst>
          </p:cNvPr>
          <p:cNvSpPr/>
          <p:nvPr/>
        </p:nvSpPr>
        <p:spPr>
          <a:xfrm>
            <a:off x="1120255" y="4084973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7" name="Oval 606">
            <a:extLst>
              <a:ext uri="{FF2B5EF4-FFF2-40B4-BE49-F238E27FC236}">
                <a16:creationId xmlns:a16="http://schemas.microsoft.com/office/drawing/2014/main" id="{98AF3AD3-E283-0246-A5A5-FB36F349570B}"/>
              </a:ext>
            </a:extLst>
          </p:cNvPr>
          <p:cNvSpPr/>
          <p:nvPr/>
        </p:nvSpPr>
        <p:spPr>
          <a:xfrm>
            <a:off x="1364337" y="435757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1" name="Oval 610">
            <a:extLst>
              <a:ext uri="{FF2B5EF4-FFF2-40B4-BE49-F238E27FC236}">
                <a16:creationId xmlns:a16="http://schemas.microsoft.com/office/drawing/2014/main" id="{829C5FA0-4E02-4DAC-8B19-AC7651C196FA}"/>
              </a:ext>
            </a:extLst>
          </p:cNvPr>
          <p:cNvSpPr/>
          <p:nvPr/>
        </p:nvSpPr>
        <p:spPr>
          <a:xfrm>
            <a:off x="530416" y="4538026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701994C1-DE39-C2A4-04A4-78B2A5FC2994}"/>
              </a:ext>
            </a:extLst>
          </p:cNvPr>
          <p:cNvSpPr/>
          <p:nvPr/>
        </p:nvSpPr>
        <p:spPr>
          <a:xfrm>
            <a:off x="375914" y="316210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15" name="Picture 614">
            <a:extLst>
              <a:ext uri="{FF2B5EF4-FFF2-40B4-BE49-F238E27FC236}">
                <a16:creationId xmlns:a16="http://schemas.microsoft.com/office/drawing/2014/main" id="{65AFE67C-CFDC-5E01-A3B1-9B012E9964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088" y="4255622"/>
            <a:ext cx="1570303" cy="1566192"/>
          </a:xfrm>
          <a:prstGeom prst="rect">
            <a:avLst/>
          </a:prstGeom>
        </p:spPr>
      </p:pic>
      <p:sp>
        <p:nvSpPr>
          <p:cNvPr id="617" name="Oval 616">
            <a:extLst>
              <a:ext uri="{FF2B5EF4-FFF2-40B4-BE49-F238E27FC236}">
                <a16:creationId xmlns:a16="http://schemas.microsoft.com/office/drawing/2014/main" id="{4481A562-C0B8-C3A9-CCB1-8FCC6A2D3B32}"/>
              </a:ext>
            </a:extLst>
          </p:cNvPr>
          <p:cNvSpPr/>
          <p:nvPr/>
        </p:nvSpPr>
        <p:spPr>
          <a:xfrm>
            <a:off x="4847592" y="4996434"/>
            <a:ext cx="211327" cy="19207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9" name="Oval 618">
            <a:extLst>
              <a:ext uri="{FF2B5EF4-FFF2-40B4-BE49-F238E27FC236}">
                <a16:creationId xmlns:a16="http://schemas.microsoft.com/office/drawing/2014/main" id="{4089DDCD-C0D4-217B-979C-7AAE1D4AE445}"/>
              </a:ext>
            </a:extLst>
          </p:cNvPr>
          <p:cNvSpPr/>
          <p:nvPr/>
        </p:nvSpPr>
        <p:spPr>
          <a:xfrm>
            <a:off x="363846" y="2862223"/>
            <a:ext cx="125542" cy="16162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3" name="Oval 622">
            <a:extLst>
              <a:ext uri="{FF2B5EF4-FFF2-40B4-BE49-F238E27FC236}">
                <a16:creationId xmlns:a16="http://schemas.microsoft.com/office/drawing/2014/main" id="{50D97657-617C-2BCB-05ED-FEB2C03D96AC}"/>
              </a:ext>
            </a:extLst>
          </p:cNvPr>
          <p:cNvSpPr/>
          <p:nvPr/>
        </p:nvSpPr>
        <p:spPr>
          <a:xfrm>
            <a:off x="1621617" y="2106016"/>
            <a:ext cx="125542" cy="16162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7" name="Oval 626">
            <a:extLst>
              <a:ext uri="{FF2B5EF4-FFF2-40B4-BE49-F238E27FC236}">
                <a16:creationId xmlns:a16="http://schemas.microsoft.com/office/drawing/2014/main" id="{15F24089-D479-3C4C-ADE6-9DD763D5989A}"/>
              </a:ext>
            </a:extLst>
          </p:cNvPr>
          <p:cNvSpPr/>
          <p:nvPr/>
        </p:nvSpPr>
        <p:spPr>
          <a:xfrm>
            <a:off x="1640554" y="1006677"/>
            <a:ext cx="125542" cy="16162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9" name="Oval 628">
            <a:extLst>
              <a:ext uri="{FF2B5EF4-FFF2-40B4-BE49-F238E27FC236}">
                <a16:creationId xmlns:a16="http://schemas.microsoft.com/office/drawing/2014/main" id="{4B071E8B-50A7-1A6B-291F-687081A091AF}"/>
              </a:ext>
            </a:extLst>
          </p:cNvPr>
          <p:cNvSpPr/>
          <p:nvPr/>
        </p:nvSpPr>
        <p:spPr>
          <a:xfrm>
            <a:off x="2391976" y="2411969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1" name="Oval 630">
            <a:extLst>
              <a:ext uri="{FF2B5EF4-FFF2-40B4-BE49-F238E27FC236}">
                <a16:creationId xmlns:a16="http://schemas.microsoft.com/office/drawing/2014/main" id="{88499AD6-FC0D-8751-1804-E9E6F0FA1A80}"/>
              </a:ext>
            </a:extLst>
          </p:cNvPr>
          <p:cNvSpPr/>
          <p:nvPr/>
        </p:nvSpPr>
        <p:spPr>
          <a:xfrm>
            <a:off x="2201496" y="136250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3" name="Oval 632">
            <a:extLst>
              <a:ext uri="{FF2B5EF4-FFF2-40B4-BE49-F238E27FC236}">
                <a16:creationId xmlns:a16="http://schemas.microsoft.com/office/drawing/2014/main" id="{ECAF3B78-B7EA-305E-47E0-703158E6E4C9}"/>
              </a:ext>
            </a:extLst>
          </p:cNvPr>
          <p:cNvSpPr/>
          <p:nvPr/>
        </p:nvSpPr>
        <p:spPr>
          <a:xfrm>
            <a:off x="1982185" y="136042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5" name="Oval 634">
            <a:extLst>
              <a:ext uri="{FF2B5EF4-FFF2-40B4-BE49-F238E27FC236}">
                <a16:creationId xmlns:a16="http://schemas.microsoft.com/office/drawing/2014/main" id="{514CB803-F0ED-B1E7-0E04-447A26A85A61}"/>
              </a:ext>
            </a:extLst>
          </p:cNvPr>
          <p:cNvSpPr/>
          <p:nvPr/>
        </p:nvSpPr>
        <p:spPr>
          <a:xfrm>
            <a:off x="2091383" y="2395816"/>
            <a:ext cx="237744" cy="22860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7" name="Oval 636">
            <a:extLst>
              <a:ext uri="{FF2B5EF4-FFF2-40B4-BE49-F238E27FC236}">
                <a16:creationId xmlns:a16="http://schemas.microsoft.com/office/drawing/2014/main" id="{088E5011-3E08-D4C5-C6CB-D07A6D7FFC14}"/>
              </a:ext>
            </a:extLst>
          </p:cNvPr>
          <p:cNvSpPr/>
          <p:nvPr/>
        </p:nvSpPr>
        <p:spPr>
          <a:xfrm>
            <a:off x="2422542" y="2754727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9" name="Oval 638">
            <a:extLst>
              <a:ext uri="{FF2B5EF4-FFF2-40B4-BE49-F238E27FC236}">
                <a16:creationId xmlns:a16="http://schemas.microsoft.com/office/drawing/2014/main" id="{50EBADDB-F052-033D-2668-9A61B7D11844}"/>
              </a:ext>
            </a:extLst>
          </p:cNvPr>
          <p:cNvSpPr/>
          <p:nvPr/>
        </p:nvSpPr>
        <p:spPr>
          <a:xfrm>
            <a:off x="356768" y="408508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1" name="Oval 640">
            <a:extLst>
              <a:ext uri="{FF2B5EF4-FFF2-40B4-BE49-F238E27FC236}">
                <a16:creationId xmlns:a16="http://schemas.microsoft.com/office/drawing/2014/main" id="{86C7CC19-4521-B810-9A72-6DB2E5740DEB}"/>
              </a:ext>
            </a:extLst>
          </p:cNvPr>
          <p:cNvSpPr/>
          <p:nvPr/>
        </p:nvSpPr>
        <p:spPr>
          <a:xfrm>
            <a:off x="1120255" y="4252935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3" name="Oval 642">
            <a:extLst>
              <a:ext uri="{FF2B5EF4-FFF2-40B4-BE49-F238E27FC236}">
                <a16:creationId xmlns:a16="http://schemas.microsoft.com/office/drawing/2014/main" id="{889756DF-E5A3-6203-484C-6B6462929706}"/>
              </a:ext>
            </a:extLst>
          </p:cNvPr>
          <p:cNvSpPr/>
          <p:nvPr/>
        </p:nvSpPr>
        <p:spPr>
          <a:xfrm>
            <a:off x="1089430" y="4412045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5" name="Oval 644">
            <a:extLst>
              <a:ext uri="{FF2B5EF4-FFF2-40B4-BE49-F238E27FC236}">
                <a16:creationId xmlns:a16="http://schemas.microsoft.com/office/drawing/2014/main" id="{5A1773C8-83AF-0B5A-8762-4BF5B8B02FFC}"/>
              </a:ext>
            </a:extLst>
          </p:cNvPr>
          <p:cNvSpPr/>
          <p:nvPr/>
        </p:nvSpPr>
        <p:spPr>
          <a:xfrm>
            <a:off x="2066024" y="4252984"/>
            <a:ext cx="180848" cy="1310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7" name="Oval 646">
            <a:extLst>
              <a:ext uri="{FF2B5EF4-FFF2-40B4-BE49-F238E27FC236}">
                <a16:creationId xmlns:a16="http://schemas.microsoft.com/office/drawing/2014/main" id="{374906E6-3D0B-A25F-82EF-FD36CC0B38A8}"/>
              </a:ext>
            </a:extLst>
          </p:cNvPr>
          <p:cNvSpPr/>
          <p:nvPr/>
        </p:nvSpPr>
        <p:spPr>
          <a:xfrm>
            <a:off x="2072609" y="4413108"/>
            <a:ext cx="180848" cy="1310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9" name="Oval 648">
            <a:extLst>
              <a:ext uri="{FF2B5EF4-FFF2-40B4-BE49-F238E27FC236}">
                <a16:creationId xmlns:a16="http://schemas.microsoft.com/office/drawing/2014/main" id="{1E3082A0-08A5-A10F-B195-EDA77B2254D4}"/>
              </a:ext>
            </a:extLst>
          </p:cNvPr>
          <p:cNvSpPr/>
          <p:nvPr/>
        </p:nvSpPr>
        <p:spPr>
          <a:xfrm>
            <a:off x="1353906" y="492753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1" name="Oval 650">
            <a:extLst>
              <a:ext uri="{FF2B5EF4-FFF2-40B4-BE49-F238E27FC236}">
                <a16:creationId xmlns:a16="http://schemas.microsoft.com/office/drawing/2014/main" id="{172EEFB7-B552-9275-F58E-FBDCC68CE7E4}"/>
              </a:ext>
            </a:extLst>
          </p:cNvPr>
          <p:cNvSpPr/>
          <p:nvPr/>
        </p:nvSpPr>
        <p:spPr>
          <a:xfrm>
            <a:off x="432679" y="4716156"/>
            <a:ext cx="174001" cy="157402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一层给排水点位图：Blender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5731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pic>
        <p:nvPicPr>
          <p:cNvPr id="5" name="施工图原图（已锁定）" descr="image.png"/>
          <p:cNvPicPr>
            <a:picLocks noGrp="1" noRot="1" noChangeAspect="1" noMove="1" noResize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731" y="868680"/>
            <a:ext cx="2515651" cy="5715000"/>
          </a:xfrm>
          <a:prstGeom prst="rect">
            <a:avLst/>
          </a:prstGeom>
        </p:spPr>
      </p:pic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8703" y="1008790"/>
            <a:ext cx="2244687" cy="4199488"/>
            <a:chOff x="358703" y="1008790"/>
            <a:chExt cx="2244687" cy="4199488"/>
          </a:xfrm>
        </p:grpSpPr>
        <p:sp>
          <p:nvSpPr>
            <p:cNvPr id="7" name="墙_GF_Wall_Shell"/>
            <p:cNvSpPr/>
            <p:nvPr/>
          </p:nvSpPr>
          <p:spPr>
            <a:xfrm>
              <a:off x="358703" y="1008790"/>
              <a:ext cx="2244687" cy="4199488"/>
            </a:xfrm>
            <a:custGeom>
              <a:avLst/>
              <a:gdLst/>
              <a:ahLst/>
              <a:cxnLst/>
              <a:rect l="l" t="t" r="r" b="b"/>
              <a:pathLst>
                <a:path w="2244687" h="4199488">
                  <a:moveTo>
                    <a:pt x="1918764" y="3678985"/>
                  </a:moveTo>
                  <a:lnTo>
                    <a:pt x="1918764" y="3601616"/>
                  </a:lnTo>
                  <a:lnTo>
                    <a:pt x="1918516" y="3601616"/>
                  </a:lnTo>
                  <a:lnTo>
                    <a:pt x="1918516" y="3596607"/>
                  </a:lnTo>
                  <a:lnTo>
                    <a:pt x="1944775" y="3596607"/>
                  </a:lnTo>
                  <a:lnTo>
                    <a:pt x="1944775" y="3560154"/>
                  </a:lnTo>
                  <a:lnTo>
                    <a:pt x="1918516" y="3560154"/>
                  </a:lnTo>
                  <a:lnTo>
                    <a:pt x="1918516" y="3166664"/>
                  </a:lnTo>
                  <a:lnTo>
                    <a:pt x="1918516" y="2968283"/>
                  </a:lnTo>
                  <a:lnTo>
                    <a:pt x="1902895" y="2968283"/>
                  </a:lnTo>
                  <a:lnTo>
                    <a:pt x="1902895" y="2953404"/>
                  </a:lnTo>
                  <a:lnTo>
                    <a:pt x="1732519" y="2953404"/>
                  </a:lnTo>
                  <a:lnTo>
                    <a:pt x="1672685" y="2953404"/>
                  </a:lnTo>
                  <a:lnTo>
                    <a:pt x="1659667" y="2953404"/>
                  </a:lnTo>
                  <a:lnTo>
                    <a:pt x="1659667" y="2983162"/>
                  </a:lnTo>
                  <a:lnTo>
                    <a:pt x="1702590" y="2983162"/>
                  </a:lnTo>
                  <a:lnTo>
                    <a:pt x="1887298" y="2983162"/>
                  </a:lnTo>
                  <a:lnTo>
                    <a:pt x="1887298" y="3166664"/>
                  </a:lnTo>
                  <a:lnTo>
                    <a:pt x="1887298" y="3578306"/>
                  </a:lnTo>
                  <a:lnTo>
                    <a:pt x="1887298" y="3601616"/>
                  </a:lnTo>
                  <a:lnTo>
                    <a:pt x="1887050" y="3601616"/>
                  </a:lnTo>
                  <a:lnTo>
                    <a:pt x="1887050" y="3678985"/>
                  </a:lnTo>
                  <a:close/>
                  <a:moveTo>
                    <a:pt x="2133228" y="3560154"/>
                  </a:moveTo>
                  <a:lnTo>
                    <a:pt x="2133228" y="3596607"/>
                  </a:lnTo>
                  <a:lnTo>
                    <a:pt x="2185176" y="3596607"/>
                  </a:lnTo>
                  <a:lnTo>
                    <a:pt x="2185176" y="3945312"/>
                  </a:lnTo>
                  <a:lnTo>
                    <a:pt x="2194598" y="3945312"/>
                  </a:lnTo>
                  <a:lnTo>
                    <a:pt x="2194598" y="3973829"/>
                  </a:lnTo>
                  <a:lnTo>
                    <a:pt x="2207493" y="3973829"/>
                  </a:lnTo>
                  <a:lnTo>
                    <a:pt x="2207493" y="3945312"/>
                  </a:lnTo>
                  <a:lnTo>
                    <a:pt x="2211212" y="3945312"/>
                  </a:lnTo>
                  <a:lnTo>
                    <a:pt x="2237248" y="3945312"/>
                  </a:lnTo>
                  <a:lnTo>
                    <a:pt x="2237248" y="3578306"/>
                  </a:lnTo>
                  <a:lnTo>
                    <a:pt x="2237248" y="3166664"/>
                  </a:lnTo>
                  <a:lnTo>
                    <a:pt x="2237248" y="2968283"/>
                  </a:lnTo>
                  <a:lnTo>
                    <a:pt x="2237248" y="2799659"/>
                  </a:lnTo>
                  <a:lnTo>
                    <a:pt x="2237248" y="2008613"/>
                  </a:lnTo>
                  <a:lnTo>
                    <a:pt x="2244687" y="2008613"/>
                  </a:lnTo>
                  <a:lnTo>
                    <a:pt x="2244687" y="1730878"/>
                  </a:lnTo>
                  <a:lnTo>
                    <a:pt x="2244687" y="1383711"/>
                  </a:lnTo>
                  <a:lnTo>
                    <a:pt x="2244687" y="1066300"/>
                  </a:lnTo>
                  <a:lnTo>
                    <a:pt x="2244687" y="369486"/>
                  </a:lnTo>
                  <a:lnTo>
                    <a:pt x="2244687" y="28517"/>
                  </a:lnTo>
                  <a:lnTo>
                    <a:pt x="2214931" y="28517"/>
                  </a:lnTo>
                  <a:lnTo>
                    <a:pt x="2214931" y="0"/>
                  </a:lnTo>
                  <a:lnTo>
                    <a:pt x="2087602" y="0"/>
                  </a:lnTo>
                  <a:lnTo>
                    <a:pt x="1931509" y="0"/>
                  </a:lnTo>
                  <a:lnTo>
                    <a:pt x="1739016" y="0"/>
                  </a:lnTo>
                  <a:lnTo>
                    <a:pt x="1739016" y="28517"/>
                  </a:lnTo>
                  <a:lnTo>
                    <a:pt x="1739016" y="57035"/>
                  </a:lnTo>
                  <a:lnTo>
                    <a:pt x="1931509" y="57035"/>
                  </a:lnTo>
                  <a:lnTo>
                    <a:pt x="2087602" y="57035"/>
                  </a:lnTo>
                  <a:lnTo>
                    <a:pt x="2214931" y="57035"/>
                  </a:lnTo>
                  <a:lnTo>
                    <a:pt x="2214931" y="87437"/>
                  </a:lnTo>
                  <a:lnTo>
                    <a:pt x="2185176" y="87437"/>
                  </a:lnTo>
                  <a:lnTo>
                    <a:pt x="2185176" y="354607"/>
                  </a:lnTo>
                  <a:lnTo>
                    <a:pt x="1675289" y="354607"/>
                  </a:lnTo>
                  <a:lnTo>
                    <a:pt x="1675289" y="384364"/>
                  </a:lnTo>
                  <a:lnTo>
                    <a:pt x="2185176" y="384364"/>
                  </a:lnTo>
                  <a:lnTo>
                    <a:pt x="2185176" y="1031584"/>
                  </a:lnTo>
                  <a:lnTo>
                    <a:pt x="2056384" y="1031584"/>
                  </a:lnTo>
                  <a:lnTo>
                    <a:pt x="2056384" y="1101017"/>
                  </a:lnTo>
                  <a:lnTo>
                    <a:pt x="2185176" y="1101017"/>
                  </a:lnTo>
                  <a:lnTo>
                    <a:pt x="2185176" y="1383711"/>
                  </a:lnTo>
                  <a:lnTo>
                    <a:pt x="2185176" y="1730878"/>
                  </a:lnTo>
                  <a:lnTo>
                    <a:pt x="2185176" y="1993734"/>
                  </a:lnTo>
                  <a:lnTo>
                    <a:pt x="1948669" y="1993734"/>
                  </a:lnTo>
                  <a:lnTo>
                    <a:pt x="1948669" y="2023491"/>
                  </a:lnTo>
                  <a:lnTo>
                    <a:pt x="2177737" y="2023491"/>
                  </a:lnTo>
                  <a:lnTo>
                    <a:pt x="2177737" y="2008613"/>
                  </a:lnTo>
                  <a:lnTo>
                    <a:pt x="2185176" y="2008613"/>
                  </a:lnTo>
                  <a:lnTo>
                    <a:pt x="2185176" y="2799659"/>
                  </a:lnTo>
                  <a:lnTo>
                    <a:pt x="2185176" y="2968283"/>
                  </a:lnTo>
                  <a:lnTo>
                    <a:pt x="2185176" y="3166664"/>
                  </a:lnTo>
                  <a:lnTo>
                    <a:pt x="2185176" y="3560154"/>
                  </a:lnTo>
                  <a:close/>
                  <a:moveTo>
                    <a:pt x="1407811" y="0"/>
                  </a:moveTo>
                  <a:lnTo>
                    <a:pt x="1427648" y="0"/>
                  </a:lnTo>
                  <a:lnTo>
                    <a:pt x="1427648" y="28517"/>
                  </a:lnTo>
                  <a:lnTo>
                    <a:pt x="1436327" y="28517"/>
                  </a:lnTo>
                  <a:lnTo>
                    <a:pt x="1436327" y="109135"/>
                  </a:lnTo>
                  <a:lnTo>
                    <a:pt x="1407811" y="109135"/>
                  </a:lnTo>
                  <a:lnTo>
                    <a:pt x="1379295" y="109135"/>
                  </a:lnTo>
                  <a:lnTo>
                    <a:pt x="1379295" y="28517"/>
                  </a:lnTo>
                  <a:lnTo>
                    <a:pt x="1407811" y="28517"/>
                  </a:lnTo>
                  <a:close/>
                  <a:moveTo>
                    <a:pt x="730872" y="2017292"/>
                  </a:moveTo>
                  <a:lnTo>
                    <a:pt x="879650" y="2017292"/>
                  </a:lnTo>
                  <a:lnTo>
                    <a:pt x="944120" y="2017292"/>
                  </a:lnTo>
                  <a:lnTo>
                    <a:pt x="1026444" y="2017292"/>
                  </a:lnTo>
                  <a:lnTo>
                    <a:pt x="1026444" y="2045809"/>
                  </a:lnTo>
                  <a:lnTo>
                    <a:pt x="1026444" y="2074326"/>
                  </a:lnTo>
                  <a:lnTo>
                    <a:pt x="958998" y="2074326"/>
                  </a:lnTo>
                  <a:lnTo>
                    <a:pt x="958998" y="2462410"/>
                  </a:lnTo>
                  <a:lnTo>
                    <a:pt x="958998" y="2693029"/>
                  </a:lnTo>
                  <a:lnTo>
                    <a:pt x="929242" y="2693029"/>
                  </a:lnTo>
                  <a:lnTo>
                    <a:pt x="929242" y="2477289"/>
                  </a:lnTo>
                  <a:lnTo>
                    <a:pt x="651523" y="2477289"/>
                  </a:lnTo>
                  <a:lnTo>
                    <a:pt x="651523" y="2447532"/>
                  </a:lnTo>
                  <a:lnTo>
                    <a:pt x="651523" y="2316104"/>
                  </a:lnTo>
                  <a:lnTo>
                    <a:pt x="681279" y="2316104"/>
                  </a:lnTo>
                  <a:lnTo>
                    <a:pt x="681279" y="2447532"/>
                  </a:lnTo>
                  <a:lnTo>
                    <a:pt x="929242" y="2447532"/>
                  </a:lnTo>
                  <a:lnTo>
                    <a:pt x="929242" y="2074326"/>
                  </a:lnTo>
                  <a:lnTo>
                    <a:pt x="879650" y="2074326"/>
                  </a:lnTo>
                  <a:lnTo>
                    <a:pt x="730872" y="2074326"/>
                  </a:lnTo>
                  <a:lnTo>
                    <a:pt x="681279" y="2074326"/>
                  </a:lnTo>
                  <a:lnTo>
                    <a:pt x="681279" y="2147480"/>
                  </a:lnTo>
                  <a:lnTo>
                    <a:pt x="651523" y="2147480"/>
                  </a:lnTo>
                  <a:lnTo>
                    <a:pt x="651523" y="2086428"/>
                  </a:lnTo>
                  <a:lnTo>
                    <a:pt x="652639" y="2086428"/>
                  </a:lnTo>
                  <a:lnTo>
                    <a:pt x="652639" y="2017292"/>
                  </a:lnTo>
                  <a:close/>
                  <a:moveTo>
                    <a:pt x="130677" y="2074326"/>
                  </a:moveTo>
                  <a:lnTo>
                    <a:pt x="130677" y="2017292"/>
                  </a:lnTo>
                  <a:lnTo>
                    <a:pt x="29136" y="2017292"/>
                  </a:lnTo>
                  <a:lnTo>
                    <a:pt x="0" y="2017292"/>
                  </a:lnTo>
                  <a:lnTo>
                    <a:pt x="0" y="2074326"/>
                  </a:lnTo>
                  <a:lnTo>
                    <a:pt x="620" y="2074326"/>
                  </a:lnTo>
                  <a:lnTo>
                    <a:pt x="620" y="2536803"/>
                  </a:lnTo>
                  <a:lnTo>
                    <a:pt x="620" y="3684936"/>
                  </a:lnTo>
                  <a:lnTo>
                    <a:pt x="620" y="3823803"/>
                  </a:lnTo>
                  <a:lnTo>
                    <a:pt x="29136" y="3823803"/>
                  </a:lnTo>
                  <a:lnTo>
                    <a:pt x="29136" y="3852320"/>
                  </a:lnTo>
                  <a:lnTo>
                    <a:pt x="175434" y="3852320"/>
                  </a:lnTo>
                  <a:lnTo>
                    <a:pt x="175434" y="3823803"/>
                  </a:lnTo>
                  <a:lnTo>
                    <a:pt x="175434" y="3795286"/>
                  </a:lnTo>
                  <a:lnTo>
                    <a:pt x="57651" y="3795286"/>
                  </a:lnTo>
                  <a:lnTo>
                    <a:pt x="57651" y="3713453"/>
                  </a:lnTo>
                  <a:lnTo>
                    <a:pt x="89143" y="3713453"/>
                  </a:lnTo>
                  <a:lnTo>
                    <a:pt x="89143" y="3684936"/>
                  </a:lnTo>
                  <a:lnTo>
                    <a:pt x="89143" y="3656419"/>
                  </a:lnTo>
                  <a:lnTo>
                    <a:pt x="57651" y="3656419"/>
                  </a:lnTo>
                  <a:lnTo>
                    <a:pt x="57651" y="2536803"/>
                  </a:lnTo>
                  <a:lnTo>
                    <a:pt x="57651" y="2074326"/>
                  </a:lnTo>
                  <a:close/>
                  <a:moveTo>
                    <a:pt x="1027188" y="2953404"/>
                  </a:moveTo>
                  <a:lnTo>
                    <a:pt x="1027188" y="2983162"/>
                  </a:lnTo>
                  <a:lnTo>
                    <a:pt x="958998" y="2983162"/>
                  </a:lnTo>
                  <a:lnTo>
                    <a:pt x="958998" y="2968283"/>
                  </a:lnTo>
                  <a:lnTo>
                    <a:pt x="944120" y="2968283"/>
                  </a:lnTo>
                  <a:lnTo>
                    <a:pt x="944120" y="2953404"/>
                  </a:lnTo>
                  <a:close/>
                  <a:moveTo>
                    <a:pt x="672104" y="3656419"/>
                  </a:moveTo>
                  <a:lnTo>
                    <a:pt x="672104" y="3684936"/>
                  </a:lnTo>
                  <a:lnTo>
                    <a:pt x="672104" y="3713453"/>
                  </a:lnTo>
                  <a:lnTo>
                    <a:pt x="680039" y="3713453"/>
                  </a:lnTo>
                  <a:lnTo>
                    <a:pt x="680039" y="3823803"/>
                  </a:lnTo>
                  <a:lnTo>
                    <a:pt x="708555" y="3823803"/>
                  </a:lnTo>
                  <a:close/>
                  <a:moveTo>
                    <a:pt x="708555" y="3656419"/>
                  </a:moveTo>
                  <a:lnTo>
                    <a:pt x="708555" y="3684936"/>
                  </a:lnTo>
                  <a:lnTo>
                    <a:pt x="737071" y="3684936"/>
                  </a:lnTo>
                  <a:lnTo>
                    <a:pt x="737071" y="3795286"/>
                  </a:lnTo>
                  <a:lnTo>
                    <a:pt x="929242" y="3795286"/>
                  </a:lnTo>
                  <a:lnTo>
                    <a:pt x="929242" y="3823803"/>
                  </a:lnTo>
                  <a:lnTo>
                    <a:pt x="944120" y="3823803"/>
                  </a:lnTo>
                  <a:lnTo>
                    <a:pt x="946352" y="3823803"/>
                  </a:lnTo>
                  <a:lnTo>
                    <a:pt x="958998" y="3823803"/>
                  </a:lnTo>
                  <a:lnTo>
                    <a:pt x="972636" y="3823803"/>
                  </a:lnTo>
                  <a:lnTo>
                    <a:pt x="972636" y="3945312"/>
                  </a:lnTo>
                  <a:lnTo>
                    <a:pt x="972636" y="4015985"/>
                  </a:lnTo>
                  <a:lnTo>
                    <a:pt x="1100337" y="4015985"/>
                  </a:lnTo>
                  <a:lnTo>
                    <a:pt x="1100337" y="4040386"/>
                  </a:lnTo>
                  <a:lnTo>
                    <a:pt x="1114223" y="4021565"/>
                  </a:lnTo>
                  <a:lnTo>
                    <a:pt x="1149334" y="4047528"/>
                  </a:lnTo>
                  <a:lnTo>
                    <a:pt x="1132374" y="4070441"/>
                  </a:lnTo>
                  <a:lnTo>
                    <a:pt x="1115438" y="4093379"/>
                  </a:lnTo>
                  <a:lnTo>
                    <a:pt x="1087889" y="4073020"/>
                  </a:lnTo>
                  <a:lnTo>
                    <a:pt x="944120" y="4073020"/>
                  </a:lnTo>
                  <a:lnTo>
                    <a:pt x="944120" y="4044502"/>
                  </a:lnTo>
                  <a:lnTo>
                    <a:pt x="915604" y="4044502"/>
                  </a:lnTo>
                  <a:lnTo>
                    <a:pt x="915604" y="3945312"/>
                  </a:lnTo>
                  <a:lnTo>
                    <a:pt x="915604" y="3852320"/>
                  </a:lnTo>
                  <a:lnTo>
                    <a:pt x="708555" y="3852320"/>
                  </a:lnTo>
                  <a:lnTo>
                    <a:pt x="708555" y="3823803"/>
                  </a:lnTo>
                  <a:close/>
                  <a:moveTo>
                    <a:pt x="1926848" y="3916794"/>
                  </a:moveTo>
                  <a:lnTo>
                    <a:pt x="1913309" y="3916794"/>
                  </a:lnTo>
                  <a:lnTo>
                    <a:pt x="1913309" y="3930433"/>
                  </a:lnTo>
                  <a:lnTo>
                    <a:pt x="1902895" y="3930433"/>
                  </a:lnTo>
                  <a:lnTo>
                    <a:pt x="1902895" y="3941493"/>
                  </a:lnTo>
                  <a:lnTo>
                    <a:pt x="1883405" y="3941468"/>
                  </a:lnTo>
                  <a:lnTo>
                    <a:pt x="1883405" y="4015985"/>
                  </a:lnTo>
                  <a:lnTo>
                    <a:pt x="1691605" y="4015985"/>
                  </a:lnTo>
                  <a:lnTo>
                    <a:pt x="1691605" y="4016828"/>
                  </a:lnTo>
                  <a:lnTo>
                    <a:pt x="1691233" y="4016233"/>
                  </a:lnTo>
                  <a:lnTo>
                    <a:pt x="1651361" y="4046585"/>
                  </a:lnTo>
                  <a:lnTo>
                    <a:pt x="1669834" y="4069003"/>
                  </a:lnTo>
                  <a:lnTo>
                    <a:pt x="1688307" y="4091444"/>
                  </a:lnTo>
                  <a:lnTo>
                    <a:pt x="1721063" y="4066944"/>
                  </a:lnTo>
                  <a:lnTo>
                    <a:pt x="1712930" y="4073020"/>
                  </a:lnTo>
                  <a:lnTo>
                    <a:pt x="1913309" y="4073020"/>
                  </a:lnTo>
                  <a:lnTo>
                    <a:pt x="1913309" y="4044502"/>
                  </a:lnTo>
                  <a:lnTo>
                    <a:pt x="1943238" y="4044502"/>
                  </a:lnTo>
                  <a:lnTo>
                    <a:pt x="1943238" y="3941468"/>
                  </a:lnTo>
                  <a:lnTo>
                    <a:pt x="1926848" y="3941468"/>
                  </a:lnTo>
                  <a:close/>
                  <a:moveTo>
                    <a:pt x="1407811" y="318427"/>
                  </a:moveTo>
                  <a:lnTo>
                    <a:pt x="1379295" y="318427"/>
                  </a:lnTo>
                  <a:lnTo>
                    <a:pt x="1379295" y="369486"/>
                  </a:lnTo>
                  <a:lnTo>
                    <a:pt x="1379295" y="534167"/>
                  </a:lnTo>
                  <a:lnTo>
                    <a:pt x="1407811" y="534167"/>
                  </a:lnTo>
                  <a:lnTo>
                    <a:pt x="1436327" y="534167"/>
                  </a:lnTo>
                  <a:lnTo>
                    <a:pt x="1436327" y="369486"/>
                  </a:lnTo>
                  <a:lnTo>
                    <a:pt x="1436327" y="318427"/>
                  </a:lnTo>
                  <a:close/>
                  <a:moveTo>
                    <a:pt x="1407811" y="901693"/>
                  </a:moveTo>
                  <a:lnTo>
                    <a:pt x="1379295" y="901693"/>
                  </a:lnTo>
                  <a:lnTo>
                    <a:pt x="1379295" y="1066300"/>
                  </a:lnTo>
                  <a:lnTo>
                    <a:pt x="1379295" y="1475462"/>
                  </a:lnTo>
                  <a:lnTo>
                    <a:pt x="1407811" y="1475462"/>
                  </a:lnTo>
                  <a:lnTo>
                    <a:pt x="1436327" y="1475462"/>
                  </a:lnTo>
                  <a:lnTo>
                    <a:pt x="1436327" y="1066300"/>
                  </a:lnTo>
                  <a:lnTo>
                    <a:pt x="1436327" y="901693"/>
                  </a:lnTo>
                  <a:close/>
                  <a:moveTo>
                    <a:pt x="1233270" y="4145032"/>
                  </a:moveTo>
                  <a:lnTo>
                    <a:pt x="1216334" y="4167970"/>
                  </a:lnTo>
                  <a:lnTo>
                    <a:pt x="1254991" y="4196537"/>
                  </a:lnTo>
                  <a:lnTo>
                    <a:pt x="1267414" y="4179352"/>
                  </a:lnTo>
                  <a:lnTo>
                    <a:pt x="1265877" y="4199488"/>
                  </a:lnTo>
                  <a:lnTo>
                    <a:pt x="1275647" y="4199488"/>
                  </a:lnTo>
                  <a:lnTo>
                    <a:pt x="1275647" y="4170971"/>
                  </a:lnTo>
                  <a:lnTo>
                    <a:pt x="1275647" y="4166086"/>
                  </a:lnTo>
                  <a:lnTo>
                    <a:pt x="1285317" y="4148033"/>
                  </a:lnTo>
                  <a:lnTo>
                    <a:pt x="1250231" y="4122094"/>
                  </a:lnTo>
                  <a:close/>
                  <a:moveTo>
                    <a:pt x="1702267" y="2008637"/>
                  </a:moveTo>
                  <a:lnTo>
                    <a:pt x="1705193" y="2008613"/>
                  </a:lnTo>
                  <a:lnTo>
                    <a:pt x="1728328" y="2008613"/>
                  </a:lnTo>
                  <a:lnTo>
                    <a:pt x="1743851" y="2008613"/>
                  </a:lnTo>
                  <a:lnTo>
                    <a:pt x="1759547" y="2008613"/>
                  </a:lnTo>
                  <a:lnTo>
                    <a:pt x="1759497" y="2045809"/>
                  </a:lnTo>
                  <a:lnTo>
                    <a:pt x="1759473" y="2083006"/>
                  </a:lnTo>
                  <a:lnTo>
                    <a:pt x="1705193" y="2083006"/>
                  </a:lnTo>
                  <a:lnTo>
                    <a:pt x="1702243" y="2083006"/>
                  </a:lnTo>
                  <a:lnTo>
                    <a:pt x="1407811" y="2083006"/>
                  </a:lnTo>
                  <a:lnTo>
                    <a:pt x="1407811" y="2074326"/>
                  </a:lnTo>
                  <a:lnTo>
                    <a:pt x="1325487" y="2074326"/>
                  </a:lnTo>
                  <a:lnTo>
                    <a:pt x="1325487" y="2045809"/>
                  </a:lnTo>
                  <a:lnTo>
                    <a:pt x="1325487" y="2017292"/>
                  </a:lnTo>
                  <a:lnTo>
                    <a:pt x="1379295" y="2017292"/>
                  </a:lnTo>
                  <a:lnTo>
                    <a:pt x="1379295" y="1882144"/>
                  </a:lnTo>
                  <a:lnTo>
                    <a:pt x="1407811" y="1882144"/>
                  </a:lnTo>
                  <a:lnTo>
                    <a:pt x="1436327" y="1882144"/>
                  </a:lnTo>
                  <a:lnTo>
                    <a:pt x="1436327" y="2008613"/>
                  </a:lnTo>
                  <a:close/>
                  <a:moveTo>
                    <a:pt x="1542629" y="4199488"/>
                  </a:moveTo>
                  <a:lnTo>
                    <a:pt x="1529090" y="4199488"/>
                  </a:lnTo>
                  <a:lnTo>
                    <a:pt x="1529090" y="4173773"/>
                  </a:lnTo>
                  <a:lnTo>
                    <a:pt x="1515055" y="4148529"/>
                  </a:lnTo>
                  <a:lnTo>
                    <a:pt x="1547811" y="4124029"/>
                  </a:lnTo>
                  <a:lnTo>
                    <a:pt x="1566284" y="4146471"/>
                  </a:lnTo>
                  <a:lnTo>
                    <a:pt x="1584733" y="4168912"/>
                  </a:lnTo>
                  <a:lnTo>
                    <a:pt x="1544885" y="4199240"/>
                  </a:lnTo>
                  <a:lnTo>
                    <a:pt x="1541959" y="419452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Wall_GF_KitchenSmallWindow_Infill"/>
            <p:cNvSpPr/>
            <p:nvPr/>
          </p:nvSpPr>
          <p:spPr>
            <a:xfrm>
              <a:off x="1737874" y="1229192"/>
              <a:ext cx="57032" cy="97951"/>
            </a:xfrm>
            <a:custGeom>
              <a:avLst/>
              <a:gdLst/>
              <a:ahLst/>
              <a:cxnLst/>
              <a:rect l="l" t="t" r="r" b="b"/>
              <a:pathLst>
                <a:path w="57032" h="97951">
                  <a:moveTo>
                    <a:pt x="57032" y="0"/>
                  </a:moveTo>
                  <a:lnTo>
                    <a:pt x="57032" y="97951"/>
                  </a:lnTo>
                  <a:lnTo>
                    <a:pt x="0" y="97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Stair_Tread_06"/>
            <p:cNvSpPr/>
            <p:nvPr/>
          </p:nvSpPr>
          <p:spPr>
            <a:xfrm>
              <a:off x="2303231" y="3467704"/>
              <a:ext cx="240648" cy="54927"/>
            </a:xfrm>
            <a:custGeom>
              <a:avLst/>
              <a:gdLst/>
              <a:ahLst/>
              <a:cxnLst/>
              <a:rect l="l" t="t" r="r" b="b"/>
              <a:pathLst>
                <a:path w="240648" h="54927">
                  <a:moveTo>
                    <a:pt x="0" y="0"/>
                  </a:moveTo>
                  <a:lnTo>
                    <a:pt x="240648" y="0"/>
                  </a:lnTo>
                  <a:lnTo>
                    <a:pt x="240648" y="54927"/>
                  </a:lnTo>
                  <a:lnTo>
                    <a:pt x="0" y="5492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Stair_Riser_06"/>
            <p:cNvSpPr/>
            <p:nvPr/>
          </p:nvSpPr>
          <p:spPr>
            <a:xfrm>
              <a:off x="2303231" y="3515166"/>
              <a:ext cx="240648" cy="7465"/>
            </a:xfrm>
            <a:custGeom>
              <a:avLst/>
              <a:gdLst/>
              <a:ahLst/>
              <a:cxnLst/>
              <a:rect l="l" t="t" r="r" b="b"/>
              <a:pathLst>
                <a:path w="240648" h="7465">
                  <a:moveTo>
                    <a:pt x="0" y="0"/>
                  </a:moveTo>
                  <a:lnTo>
                    <a:pt x="240648" y="0"/>
                  </a:lnTo>
                  <a:lnTo>
                    <a:pt x="240648" y="7465"/>
                  </a:lnTo>
                  <a:lnTo>
                    <a:pt x="0" y="746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Stair_Baluster"/>
            <p:cNvSpPr/>
            <p:nvPr/>
          </p:nvSpPr>
          <p:spPr>
            <a:xfrm>
              <a:off x="2307074" y="3729443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墙_Stair_Baluster.001"/>
            <p:cNvSpPr/>
            <p:nvPr/>
          </p:nvSpPr>
          <p:spPr>
            <a:xfrm>
              <a:off x="2307074" y="3712184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4"/>
                  </a:lnTo>
                  <a:lnTo>
                    <a:pt x="3521" y="5183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墙_Stair_Baluster.002"/>
            <p:cNvSpPr/>
            <p:nvPr/>
          </p:nvSpPr>
          <p:spPr>
            <a:xfrm>
              <a:off x="2303503" y="3694925"/>
              <a:ext cx="10638" cy="5183"/>
            </a:xfrm>
            <a:custGeom>
              <a:avLst/>
              <a:gdLst/>
              <a:ahLst/>
              <a:cxnLst/>
              <a:rect l="l" t="t" r="r" b="b"/>
              <a:pathLst>
                <a:path w="10638" h="5183">
                  <a:moveTo>
                    <a:pt x="9596" y="4414"/>
                  </a:moveTo>
                  <a:lnTo>
                    <a:pt x="8456" y="4984"/>
                  </a:lnTo>
                  <a:lnTo>
                    <a:pt x="7092" y="5183"/>
                  </a:lnTo>
                  <a:lnTo>
                    <a:pt x="5753" y="4984"/>
                  </a:lnTo>
                  <a:lnTo>
                    <a:pt x="4612" y="4414"/>
                  </a:lnTo>
                  <a:lnTo>
                    <a:pt x="199" y="4563"/>
                  </a:lnTo>
                  <a:lnTo>
                    <a:pt x="0" y="3546"/>
                  </a:lnTo>
                  <a:lnTo>
                    <a:pt x="199" y="595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Stair_Baluster.003"/>
            <p:cNvSpPr/>
            <p:nvPr/>
          </p:nvSpPr>
          <p:spPr>
            <a:xfrm>
              <a:off x="2303503" y="3677666"/>
              <a:ext cx="10638" cy="5158"/>
            </a:xfrm>
            <a:custGeom>
              <a:avLst/>
              <a:gdLst/>
              <a:ahLst/>
              <a:cxnLst/>
              <a:rect l="l" t="t" r="r" b="b"/>
              <a:pathLst>
                <a:path w="10638" h="5158">
                  <a:moveTo>
                    <a:pt x="9596" y="4414"/>
                  </a:moveTo>
                  <a:lnTo>
                    <a:pt x="8456" y="4959"/>
                  </a:lnTo>
                  <a:lnTo>
                    <a:pt x="7092" y="5158"/>
                  </a:lnTo>
                  <a:lnTo>
                    <a:pt x="5753" y="4959"/>
                  </a:lnTo>
                  <a:lnTo>
                    <a:pt x="4612" y="4414"/>
                  </a:lnTo>
                  <a:lnTo>
                    <a:pt x="199" y="4562"/>
                  </a:lnTo>
                  <a:lnTo>
                    <a:pt x="0" y="3546"/>
                  </a:lnTo>
                  <a:lnTo>
                    <a:pt x="3844" y="1587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Stair_Baluster.004"/>
            <p:cNvSpPr/>
            <p:nvPr/>
          </p:nvSpPr>
          <p:spPr>
            <a:xfrm>
              <a:off x="2303528" y="3660382"/>
              <a:ext cx="10613" cy="5182"/>
            </a:xfrm>
            <a:custGeom>
              <a:avLst/>
              <a:gdLst/>
              <a:ahLst/>
              <a:cxnLst/>
              <a:rect l="l" t="t" r="r" b="b"/>
              <a:pathLst>
                <a:path w="10613" h="5182">
                  <a:moveTo>
                    <a:pt x="9571" y="4438"/>
                  </a:moveTo>
                  <a:lnTo>
                    <a:pt x="8431" y="4984"/>
                  </a:lnTo>
                  <a:lnTo>
                    <a:pt x="7067" y="5182"/>
                  </a:lnTo>
                  <a:lnTo>
                    <a:pt x="5728" y="4984"/>
                  </a:lnTo>
                  <a:lnTo>
                    <a:pt x="4587" y="4438"/>
                  </a:lnTo>
                  <a:lnTo>
                    <a:pt x="3819" y="3595"/>
                  </a:lnTo>
                  <a:lnTo>
                    <a:pt x="0" y="1636"/>
                  </a:lnTo>
                  <a:lnTo>
                    <a:pt x="174" y="620"/>
                  </a:lnTo>
                  <a:lnTo>
                    <a:pt x="4587" y="768"/>
                  </a:lnTo>
                  <a:lnTo>
                    <a:pt x="5728" y="198"/>
                  </a:lnTo>
                  <a:lnTo>
                    <a:pt x="7067" y="0"/>
                  </a:lnTo>
                  <a:lnTo>
                    <a:pt x="8431" y="198"/>
                  </a:lnTo>
                  <a:lnTo>
                    <a:pt x="9571" y="768"/>
                  </a:lnTo>
                  <a:lnTo>
                    <a:pt x="10340" y="1612"/>
                  </a:lnTo>
                  <a:lnTo>
                    <a:pt x="10613" y="2603"/>
                  </a:lnTo>
                  <a:lnTo>
                    <a:pt x="10340" y="359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Stair_Baluster.005"/>
            <p:cNvSpPr/>
            <p:nvPr/>
          </p:nvSpPr>
          <p:spPr>
            <a:xfrm>
              <a:off x="2303528" y="3643122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71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Stair_Baluster.006"/>
            <p:cNvSpPr/>
            <p:nvPr/>
          </p:nvSpPr>
          <p:spPr>
            <a:xfrm>
              <a:off x="2303528" y="3625863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46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Stair_Baluster.007"/>
            <p:cNvSpPr/>
            <p:nvPr/>
          </p:nvSpPr>
          <p:spPr>
            <a:xfrm>
              <a:off x="2303553" y="3608604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3794" y="3596"/>
                  </a:lnTo>
                  <a:lnTo>
                    <a:pt x="0" y="1637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9"/>
                  </a:lnTo>
                  <a:lnTo>
                    <a:pt x="7042" y="0"/>
                  </a:lnTo>
                  <a:lnTo>
                    <a:pt x="8406" y="199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604"/>
                  </a:lnTo>
                  <a:lnTo>
                    <a:pt x="10315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Stair_Baluster.008"/>
            <p:cNvSpPr/>
            <p:nvPr/>
          </p:nvSpPr>
          <p:spPr>
            <a:xfrm>
              <a:off x="2303553" y="3591345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99" y="4588"/>
                  </a:lnTo>
                  <a:lnTo>
                    <a:pt x="0" y="3546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8"/>
                  </a:lnTo>
                  <a:lnTo>
                    <a:pt x="7042" y="0"/>
                  </a:lnTo>
                  <a:lnTo>
                    <a:pt x="8406" y="198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579"/>
                  </a:lnTo>
                  <a:lnTo>
                    <a:pt x="1031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Stair_Baluster.009"/>
            <p:cNvSpPr/>
            <p:nvPr/>
          </p:nvSpPr>
          <p:spPr>
            <a:xfrm>
              <a:off x="2303553" y="3573218"/>
              <a:ext cx="10588" cy="6050"/>
            </a:xfrm>
            <a:custGeom>
              <a:avLst/>
              <a:gdLst/>
              <a:ahLst/>
              <a:cxnLst/>
              <a:rect l="l" t="t" r="r" b="b"/>
              <a:pathLst>
                <a:path w="10588" h="6050">
                  <a:moveTo>
                    <a:pt x="9546" y="5282"/>
                  </a:moveTo>
                  <a:lnTo>
                    <a:pt x="8406" y="5852"/>
                  </a:lnTo>
                  <a:lnTo>
                    <a:pt x="7042" y="6050"/>
                  </a:lnTo>
                  <a:lnTo>
                    <a:pt x="5703" y="5852"/>
                  </a:lnTo>
                  <a:lnTo>
                    <a:pt x="4562" y="5282"/>
                  </a:lnTo>
                  <a:lnTo>
                    <a:pt x="99" y="5455"/>
                  </a:lnTo>
                  <a:lnTo>
                    <a:pt x="0" y="4414"/>
                  </a:lnTo>
                  <a:lnTo>
                    <a:pt x="99" y="1463"/>
                  </a:lnTo>
                  <a:lnTo>
                    <a:pt x="3868" y="223"/>
                  </a:lnTo>
                  <a:lnTo>
                    <a:pt x="5182" y="0"/>
                  </a:lnTo>
                  <a:lnTo>
                    <a:pt x="6943" y="49"/>
                  </a:lnTo>
                  <a:lnTo>
                    <a:pt x="8555" y="124"/>
                  </a:lnTo>
                  <a:lnTo>
                    <a:pt x="10241" y="223"/>
                  </a:lnTo>
                  <a:lnTo>
                    <a:pt x="10315" y="2455"/>
                  </a:lnTo>
                  <a:lnTo>
                    <a:pt x="10588" y="3447"/>
                  </a:lnTo>
                  <a:lnTo>
                    <a:pt x="10315" y="4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Stair_Baluster.010"/>
            <p:cNvSpPr/>
            <p:nvPr/>
          </p:nvSpPr>
          <p:spPr>
            <a:xfrm>
              <a:off x="2307074" y="3556827"/>
              <a:ext cx="7067" cy="5182"/>
            </a:xfrm>
            <a:custGeom>
              <a:avLst/>
              <a:gdLst/>
              <a:ahLst/>
              <a:cxnLst/>
              <a:rect l="l" t="t" r="r" b="b"/>
              <a:pathLst>
                <a:path w="7067" h="5182">
                  <a:moveTo>
                    <a:pt x="6025" y="4414"/>
                  </a:moveTo>
                  <a:lnTo>
                    <a:pt x="4885" y="4984"/>
                  </a:lnTo>
                  <a:lnTo>
                    <a:pt x="3521" y="5182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0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3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3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Stair_Baluster.011"/>
            <p:cNvSpPr/>
            <p:nvPr/>
          </p:nvSpPr>
          <p:spPr>
            <a:xfrm>
              <a:off x="2307074" y="3539567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17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Stair_Baluster.012"/>
            <p:cNvSpPr/>
            <p:nvPr/>
          </p:nvSpPr>
          <p:spPr>
            <a:xfrm>
              <a:off x="2303602" y="3520448"/>
              <a:ext cx="10638" cy="7018"/>
            </a:xfrm>
            <a:custGeom>
              <a:avLst/>
              <a:gdLst/>
              <a:ahLst/>
              <a:cxnLst/>
              <a:rect l="l" t="t" r="r" b="b"/>
              <a:pathLst>
                <a:path w="10638" h="7018">
                  <a:moveTo>
                    <a:pt x="9497" y="6274"/>
                  </a:moveTo>
                  <a:lnTo>
                    <a:pt x="8357" y="6845"/>
                  </a:lnTo>
                  <a:lnTo>
                    <a:pt x="6993" y="7018"/>
                  </a:lnTo>
                  <a:lnTo>
                    <a:pt x="5654" y="6845"/>
                  </a:lnTo>
                  <a:lnTo>
                    <a:pt x="4513" y="6274"/>
                  </a:lnTo>
                  <a:lnTo>
                    <a:pt x="25" y="6448"/>
                  </a:lnTo>
                  <a:lnTo>
                    <a:pt x="0" y="5381"/>
                  </a:lnTo>
                  <a:lnTo>
                    <a:pt x="25" y="2431"/>
                  </a:lnTo>
                  <a:lnTo>
                    <a:pt x="3249" y="25"/>
                  </a:lnTo>
                  <a:lnTo>
                    <a:pt x="4637" y="0"/>
                  </a:lnTo>
                  <a:lnTo>
                    <a:pt x="6745" y="0"/>
                  </a:lnTo>
                  <a:lnTo>
                    <a:pt x="8654" y="100"/>
                  </a:lnTo>
                  <a:lnTo>
                    <a:pt x="10638" y="298"/>
                  </a:lnTo>
                  <a:lnTo>
                    <a:pt x="10266" y="3447"/>
                  </a:lnTo>
                  <a:lnTo>
                    <a:pt x="10539" y="4439"/>
                  </a:lnTo>
                  <a:lnTo>
                    <a:pt x="10266" y="543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DuoClassic_CurvedShell"/>
            <p:cNvSpPr/>
            <p:nvPr/>
          </p:nvSpPr>
          <p:spPr>
            <a:xfrm>
              <a:off x="1049281" y="3484541"/>
              <a:ext cx="229118" cy="221196"/>
            </a:xfrm>
            <a:custGeom>
              <a:avLst/>
              <a:gdLst/>
              <a:ahLst/>
              <a:cxnLst/>
              <a:rect l="l" t="t" r="r" b="b"/>
              <a:pathLst>
                <a:path w="229118" h="221196">
                  <a:moveTo>
                    <a:pt x="16365" y="110598"/>
                  </a:moveTo>
                  <a:lnTo>
                    <a:pt x="16836" y="103233"/>
                  </a:lnTo>
                  <a:lnTo>
                    <a:pt x="18250" y="95943"/>
                  </a:lnTo>
                  <a:lnTo>
                    <a:pt x="20605" y="88776"/>
                  </a:lnTo>
                  <a:lnTo>
                    <a:pt x="23829" y="81833"/>
                  </a:lnTo>
                  <a:lnTo>
                    <a:pt x="27970" y="75187"/>
                  </a:lnTo>
                  <a:lnTo>
                    <a:pt x="32904" y="68863"/>
                  </a:lnTo>
                  <a:lnTo>
                    <a:pt x="38657" y="62937"/>
                  </a:lnTo>
                  <a:lnTo>
                    <a:pt x="45129" y="57457"/>
                  </a:lnTo>
                  <a:lnTo>
                    <a:pt x="52270" y="52522"/>
                  </a:lnTo>
                  <a:lnTo>
                    <a:pt x="60007" y="48133"/>
                  </a:lnTo>
                  <a:lnTo>
                    <a:pt x="68264" y="44339"/>
                  </a:lnTo>
                  <a:lnTo>
                    <a:pt x="76992" y="41189"/>
                  </a:lnTo>
                  <a:lnTo>
                    <a:pt x="86043" y="38685"/>
                  </a:lnTo>
                  <a:lnTo>
                    <a:pt x="95391" y="36899"/>
                  </a:lnTo>
                  <a:lnTo>
                    <a:pt x="104938" y="35833"/>
                  </a:lnTo>
                  <a:lnTo>
                    <a:pt x="114559" y="35461"/>
                  </a:lnTo>
                  <a:lnTo>
                    <a:pt x="124180" y="35833"/>
                  </a:lnTo>
                  <a:lnTo>
                    <a:pt x="133726" y="36899"/>
                  </a:lnTo>
                  <a:lnTo>
                    <a:pt x="143074" y="38685"/>
                  </a:lnTo>
                  <a:lnTo>
                    <a:pt x="152125" y="41189"/>
                  </a:lnTo>
                  <a:lnTo>
                    <a:pt x="160853" y="44339"/>
                  </a:lnTo>
                  <a:lnTo>
                    <a:pt x="169110" y="48133"/>
                  </a:lnTo>
                  <a:lnTo>
                    <a:pt x="176847" y="52522"/>
                  </a:lnTo>
                  <a:lnTo>
                    <a:pt x="183988" y="57457"/>
                  </a:lnTo>
                  <a:lnTo>
                    <a:pt x="190460" y="62937"/>
                  </a:lnTo>
                  <a:lnTo>
                    <a:pt x="196213" y="68863"/>
                  </a:lnTo>
                  <a:lnTo>
                    <a:pt x="201147" y="75187"/>
                  </a:lnTo>
                  <a:lnTo>
                    <a:pt x="205288" y="81833"/>
                  </a:lnTo>
                  <a:lnTo>
                    <a:pt x="208512" y="88776"/>
                  </a:lnTo>
                  <a:lnTo>
                    <a:pt x="210867" y="95943"/>
                  </a:lnTo>
                  <a:lnTo>
                    <a:pt x="212281" y="103233"/>
                  </a:lnTo>
                  <a:lnTo>
                    <a:pt x="212752" y="110598"/>
                  </a:lnTo>
                  <a:lnTo>
                    <a:pt x="212752" y="189951"/>
                  </a:lnTo>
                  <a:lnTo>
                    <a:pt x="187460" y="189951"/>
                  </a:lnTo>
                  <a:lnTo>
                    <a:pt x="187460" y="221196"/>
                  </a:lnTo>
                  <a:lnTo>
                    <a:pt x="229118" y="221196"/>
                  </a:lnTo>
                  <a:lnTo>
                    <a:pt x="229118" y="110598"/>
                  </a:lnTo>
                  <a:lnTo>
                    <a:pt x="228572" y="99761"/>
                  </a:lnTo>
                  <a:lnTo>
                    <a:pt x="226911" y="89024"/>
                  </a:lnTo>
                  <a:lnTo>
                    <a:pt x="224183" y="78485"/>
                  </a:lnTo>
                  <a:lnTo>
                    <a:pt x="220389" y="68268"/>
                  </a:lnTo>
                  <a:lnTo>
                    <a:pt x="215579" y="58473"/>
                  </a:lnTo>
                  <a:lnTo>
                    <a:pt x="209801" y="49149"/>
                  </a:lnTo>
                  <a:lnTo>
                    <a:pt x="203106" y="40445"/>
                  </a:lnTo>
                  <a:lnTo>
                    <a:pt x="195568" y="32386"/>
                  </a:lnTo>
                  <a:lnTo>
                    <a:pt x="187237" y="25096"/>
                  </a:lnTo>
                  <a:lnTo>
                    <a:pt x="178211" y="18648"/>
                  </a:lnTo>
                  <a:lnTo>
                    <a:pt x="168565" y="13069"/>
                  </a:lnTo>
                  <a:lnTo>
                    <a:pt x="158398" y="8407"/>
                  </a:lnTo>
                  <a:lnTo>
                    <a:pt x="147810" y="4761"/>
                  </a:lnTo>
                  <a:lnTo>
                    <a:pt x="136900" y="2133"/>
                  </a:lnTo>
                  <a:lnTo>
                    <a:pt x="125791" y="521"/>
                  </a:lnTo>
                  <a:lnTo>
                    <a:pt x="114559" y="0"/>
                  </a:lnTo>
                  <a:lnTo>
                    <a:pt x="103326" y="521"/>
                  </a:lnTo>
                  <a:lnTo>
                    <a:pt x="92217" y="2133"/>
                  </a:lnTo>
                  <a:lnTo>
                    <a:pt x="81307" y="4761"/>
                  </a:lnTo>
                  <a:lnTo>
                    <a:pt x="70719" y="8407"/>
                  </a:lnTo>
                  <a:lnTo>
                    <a:pt x="60552" y="13069"/>
                  </a:lnTo>
                  <a:lnTo>
                    <a:pt x="50906" y="18648"/>
                  </a:lnTo>
                  <a:lnTo>
                    <a:pt x="41881" y="25096"/>
                  </a:lnTo>
                  <a:lnTo>
                    <a:pt x="33549" y="32386"/>
                  </a:lnTo>
                  <a:lnTo>
                    <a:pt x="26011" y="40445"/>
                  </a:lnTo>
                  <a:lnTo>
                    <a:pt x="19316" y="49149"/>
                  </a:lnTo>
                  <a:lnTo>
                    <a:pt x="13538" y="58473"/>
                  </a:lnTo>
                  <a:lnTo>
                    <a:pt x="8728" y="68268"/>
                  </a:lnTo>
                  <a:lnTo>
                    <a:pt x="4934" y="78485"/>
                  </a:lnTo>
                  <a:lnTo>
                    <a:pt x="2206" y="89024"/>
                  </a:lnTo>
                  <a:lnTo>
                    <a:pt x="545" y="99761"/>
                  </a:lnTo>
                  <a:lnTo>
                    <a:pt x="0" y="110598"/>
                  </a:lnTo>
                  <a:lnTo>
                    <a:pt x="0" y="221196"/>
                  </a:lnTo>
                  <a:lnTo>
                    <a:pt x="41657" y="221196"/>
                  </a:lnTo>
                  <a:lnTo>
                    <a:pt x="41657" y="189951"/>
                  </a:lnTo>
                  <a:lnTo>
                    <a:pt x="16365" y="189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ift_Guide_Duo_-1"/>
            <p:cNvSpPr/>
            <p:nvPr/>
          </p:nvSpPr>
          <p:spPr>
            <a:xfrm>
              <a:off x="1030435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Lift_Guide_Duo_1"/>
            <p:cNvSpPr/>
            <p:nvPr/>
          </p:nvSpPr>
          <p:spPr>
            <a:xfrm>
              <a:off x="1274803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FrameJamb.006"/>
            <p:cNvSpPr/>
            <p:nvPr/>
          </p:nvSpPr>
          <p:spPr>
            <a:xfrm>
              <a:off x="2242752" y="4942943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07"/>
            <p:cNvSpPr/>
            <p:nvPr/>
          </p:nvSpPr>
          <p:spPr>
            <a:xfrm>
              <a:off x="2242752" y="4687527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FrameJamb.010"/>
            <p:cNvSpPr/>
            <p:nvPr/>
          </p:nvSpPr>
          <p:spPr>
            <a:xfrm>
              <a:off x="1777672" y="1360297"/>
              <a:ext cx="7439" cy="35957"/>
            </a:xfrm>
            <a:custGeom>
              <a:avLst/>
              <a:gdLst/>
              <a:ahLst/>
              <a:cxnLst/>
              <a:rect l="l" t="t" r="r" b="b"/>
              <a:pathLst>
                <a:path w="7439" h="35957">
                  <a:moveTo>
                    <a:pt x="0" y="0"/>
                  </a:moveTo>
                  <a:lnTo>
                    <a:pt x="7439" y="0"/>
                  </a:lnTo>
                  <a:lnTo>
                    <a:pt x="7439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FrameJamb.011"/>
            <p:cNvSpPr/>
            <p:nvPr/>
          </p:nvSpPr>
          <p:spPr>
            <a:xfrm>
              <a:off x="2026181" y="1360297"/>
              <a:ext cx="7811" cy="35957"/>
            </a:xfrm>
            <a:custGeom>
              <a:avLst/>
              <a:gdLst/>
              <a:ahLst/>
              <a:cxnLst/>
              <a:rect l="l" t="t" r="r" b="b"/>
              <a:pathLst>
                <a:path w="7811" h="35957">
                  <a:moveTo>
                    <a:pt x="0" y="0"/>
                  </a:moveTo>
                  <a:lnTo>
                    <a:pt x="7811" y="0"/>
                  </a:lnTo>
                  <a:lnTo>
                    <a:pt x="7811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DoorLeaf.003"/>
            <p:cNvSpPr/>
            <p:nvPr/>
          </p:nvSpPr>
          <p:spPr>
            <a:xfrm>
              <a:off x="1780946" y="1160477"/>
              <a:ext cx="40988" cy="218270"/>
            </a:xfrm>
            <a:custGeom>
              <a:avLst/>
              <a:gdLst/>
              <a:ahLst/>
              <a:cxnLst/>
              <a:rect l="l" t="t" r="r" b="b"/>
              <a:pathLst>
                <a:path w="40988" h="218270">
                  <a:moveTo>
                    <a:pt x="24" y="216608"/>
                  </a:moveTo>
                  <a:lnTo>
                    <a:pt x="0" y="216211"/>
                  </a:lnTo>
                  <a:lnTo>
                    <a:pt x="31962" y="844"/>
                  </a:lnTo>
                  <a:lnTo>
                    <a:pt x="32086" y="496"/>
                  </a:lnTo>
                  <a:lnTo>
                    <a:pt x="32359" y="199"/>
                  </a:lnTo>
                  <a:lnTo>
                    <a:pt x="32706" y="25"/>
                  </a:lnTo>
                  <a:lnTo>
                    <a:pt x="33103" y="0"/>
                  </a:lnTo>
                  <a:lnTo>
                    <a:pt x="40145" y="893"/>
                  </a:lnTo>
                  <a:lnTo>
                    <a:pt x="40517" y="1017"/>
                  </a:lnTo>
                  <a:lnTo>
                    <a:pt x="40790" y="1265"/>
                  </a:lnTo>
                  <a:lnTo>
                    <a:pt x="40963" y="1612"/>
                  </a:lnTo>
                  <a:lnTo>
                    <a:pt x="40988" y="2009"/>
                  </a:lnTo>
                  <a:lnTo>
                    <a:pt x="8604" y="217427"/>
                  </a:lnTo>
                  <a:lnTo>
                    <a:pt x="8480" y="217799"/>
                  </a:lnTo>
                  <a:lnTo>
                    <a:pt x="8207" y="218071"/>
                  </a:lnTo>
                  <a:lnTo>
                    <a:pt x="7860" y="218245"/>
                  </a:lnTo>
                  <a:lnTo>
                    <a:pt x="7463" y="218270"/>
                  </a:lnTo>
                  <a:lnTo>
                    <a:pt x="843" y="217327"/>
                  </a:lnTo>
                  <a:lnTo>
                    <a:pt x="471" y="217203"/>
                  </a:lnTo>
                  <a:lnTo>
                    <a:pt x="198" y="21695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Wall_GF_OldWindow_Infill"/>
            <p:cNvSpPr/>
            <p:nvPr/>
          </p:nvSpPr>
          <p:spPr>
            <a:xfrm>
              <a:off x="447722" y="4665159"/>
              <a:ext cx="235069" cy="57035"/>
            </a:xfrm>
            <a:custGeom>
              <a:avLst/>
              <a:gdLst/>
              <a:ahLst/>
              <a:cxnLst/>
              <a:rect l="l" t="t" r="r" b="b"/>
              <a:pathLst>
                <a:path w="235069" h="57035">
                  <a:moveTo>
                    <a:pt x="235069" y="0"/>
                  </a:moveTo>
                  <a:lnTo>
                    <a:pt x="235069" y="57035"/>
                  </a:lnTo>
                  <a:lnTo>
                    <a:pt x="0" y="57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DDA_Frame"/>
            <p:cNvSpPr/>
            <p:nvPr/>
          </p:nvSpPr>
          <p:spPr>
            <a:xfrm>
              <a:off x="682791" y="4684501"/>
              <a:ext cx="347892" cy="18599"/>
            </a:xfrm>
            <a:custGeom>
              <a:avLst/>
              <a:gdLst/>
              <a:ahLst/>
              <a:cxnLst/>
              <a:rect l="l" t="t" r="r" b="b"/>
              <a:pathLst>
                <a:path w="347892" h="18599">
                  <a:moveTo>
                    <a:pt x="347793" y="99"/>
                  </a:moveTo>
                  <a:lnTo>
                    <a:pt x="347520" y="0"/>
                  </a:lnTo>
                  <a:lnTo>
                    <a:pt x="335370" y="0"/>
                  </a:lnTo>
                  <a:lnTo>
                    <a:pt x="335023" y="75"/>
                  </a:lnTo>
                  <a:lnTo>
                    <a:pt x="334725" y="273"/>
                  </a:lnTo>
                  <a:lnTo>
                    <a:pt x="334527" y="471"/>
                  </a:lnTo>
                  <a:lnTo>
                    <a:pt x="334329" y="769"/>
                  </a:lnTo>
                  <a:lnTo>
                    <a:pt x="334254" y="1116"/>
                  </a:lnTo>
                  <a:lnTo>
                    <a:pt x="334254" y="13267"/>
                  </a:lnTo>
                  <a:lnTo>
                    <a:pt x="334155" y="13540"/>
                  </a:lnTo>
                  <a:lnTo>
                    <a:pt x="333882" y="13639"/>
                  </a:lnTo>
                  <a:lnTo>
                    <a:pt x="332395" y="13639"/>
                  </a:lnTo>
                  <a:lnTo>
                    <a:pt x="332047" y="13713"/>
                  </a:lnTo>
                  <a:lnTo>
                    <a:pt x="331725" y="13887"/>
                  </a:lnTo>
                  <a:lnTo>
                    <a:pt x="331576" y="14011"/>
                  </a:lnTo>
                  <a:lnTo>
                    <a:pt x="331353" y="14284"/>
                  </a:lnTo>
                  <a:lnTo>
                    <a:pt x="331279" y="14631"/>
                  </a:lnTo>
                  <a:lnTo>
                    <a:pt x="331279" y="18227"/>
                  </a:lnTo>
                  <a:lnTo>
                    <a:pt x="331378" y="18499"/>
                  </a:lnTo>
                  <a:lnTo>
                    <a:pt x="331651" y="18599"/>
                  </a:lnTo>
                  <a:lnTo>
                    <a:pt x="347520" y="18599"/>
                  </a:lnTo>
                  <a:lnTo>
                    <a:pt x="347793" y="18499"/>
                  </a:lnTo>
                  <a:lnTo>
                    <a:pt x="347892" y="18227"/>
                  </a:lnTo>
                  <a:lnTo>
                    <a:pt x="347892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522" y="0"/>
                  </a:lnTo>
                  <a:lnTo>
                    <a:pt x="12869" y="75"/>
                  </a:lnTo>
                  <a:lnTo>
                    <a:pt x="13167" y="273"/>
                  </a:lnTo>
                  <a:lnTo>
                    <a:pt x="13365" y="471"/>
                  </a:lnTo>
                  <a:lnTo>
                    <a:pt x="13564" y="769"/>
                  </a:lnTo>
                  <a:lnTo>
                    <a:pt x="13638" y="1116"/>
                  </a:lnTo>
                  <a:lnTo>
                    <a:pt x="13638" y="13267"/>
                  </a:lnTo>
                  <a:lnTo>
                    <a:pt x="13737" y="13540"/>
                  </a:lnTo>
                  <a:lnTo>
                    <a:pt x="14010" y="13639"/>
                  </a:lnTo>
                  <a:lnTo>
                    <a:pt x="15498" y="13639"/>
                  </a:lnTo>
                  <a:lnTo>
                    <a:pt x="15845" y="13713"/>
                  </a:lnTo>
                  <a:lnTo>
                    <a:pt x="16167" y="13887"/>
                  </a:lnTo>
                  <a:lnTo>
                    <a:pt x="16316" y="14011"/>
                  </a:lnTo>
                  <a:lnTo>
                    <a:pt x="16539" y="14284"/>
                  </a:lnTo>
                  <a:lnTo>
                    <a:pt x="16613" y="14631"/>
                  </a:lnTo>
                  <a:lnTo>
                    <a:pt x="16613" y="18227"/>
                  </a:lnTo>
                  <a:lnTo>
                    <a:pt x="16514" y="18499"/>
                  </a:lnTo>
                  <a:lnTo>
                    <a:pt x="16242" y="18599"/>
                  </a:lnTo>
                  <a:lnTo>
                    <a:pt x="372" y="18599"/>
                  </a:lnTo>
                  <a:lnTo>
                    <a:pt x="99" y="18499"/>
                  </a:lnTo>
                  <a:lnTo>
                    <a:pt x="0" y="18227"/>
                  </a:lnTo>
                  <a:lnTo>
                    <a:pt x="0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DDA_Architrave"/>
            <p:cNvSpPr/>
            <p:nvPr/>
          </p:nvSpPr>
          <p:spPr>
            <a:xfrm>
              <a:off x="665433" y="4659704"/>
              <a:ext cx="382608" cy="5455"/>
            </a:xfrm>
            <a:custGeom>
              <a:avLst/>
              <a:gdLst/>
              <a:ahLst/>
              <a:cxnLst/>
              <a:rect l="l" t="t" r="r" b="b"/>
              <a:pathLst>
                <a:path w="382608" h="5455">
                  <a:moveTo>
                    <a:pt x="370706" y="248"/>
                  </a:moveTo>
                  <a:lnTo>
                    <a:pt x="367730" y="0"/>
                  </a:lnTo>
                  <a:lnTo>
                    <a:pt x="365250" y="0"/>
                  </a:lnTo>
                  <a:lnTo>
                    <a:pt x="351116" y="0"/>
                  </a:lnTo>
                  <a:lnTo>
                    <a:pt x="350943" y="74"/>
                  </a:lnTo>
                  <a:lnTo>
                    <a:pt x="350868" y="248"/>
                  </a:lnTo>
                  <a:lnTo>
                    <a:pt x="350868" y="5207"/>
                  </a:lnTo>
                  <a:lnTo>
                    <a:pt x="350943" y="5381"/>
                  </a:lnTo>
                  <a:lnTo>
                    <a:pt x="351116" y="5455"/>
                  </a:lnTo>
                  <a:lnTo>
                    <a:pt x="382360" y="5455"/>
                  </a:lnTo>
                  <a:lnTo>
                    <a:pt x="382533" y="5381"/>
                  </a:lnTo>
                  <a:lnTo>
                    <a:pt x="382608" y="5207"/>
                  </a:lnTo>
                  <a:lnTo>
                    <a:pt x="382608" y="3223"/>
                  </a:lnTo>
                  <a:lnTo>
                    <a:pt x="382558" y="3000"/>
                  </a:lnTo>
                  <a:lnTo>
                    <a:pt x="382459" y="2777"/>
                  </a:lnTo>
                  <a:lnTo>
                    <a:pt x="381765" y="1934"/>
                  </a:lnTo>
                  <a:lnTo>
                    <a:pt x="381591" y="1785"/>
                  </a:lnTo>
                  <a:lnTo>
                    <a:pt x="381368" y="1686"/>
                  </a:lnTo>
                  <a:lnTo>
                    <a:pt x="379632" y="1239"/>
                  </a:lnTo>
                  <a:lnTo>
                    <a:pt x="376409" y="1239"/>
                  </a:lnTo>
                  <a:lnTo>
                    <a:pt x="373929" y="744"/>
                  </a:lnTo>
                  <a:close/>
                  <a:moveTo>
                    <a:pt x="14878" y="0"/>
                  </a:moveTo>
                  <a:lnTo>
                    <a:pt x="17358" y="0"/>
                  </a:lnTo>
                  <a:lnTo>
                    <a:pt x="31492" y="0"/>
                  </a:lnTo>
                  <a:lnTo>
                    <a:pt x="31665" y="74"/>
                  </a:lnTo>
                  <a:lnTo>
                    <a:pt x="31740" y="248"/>
                  </a:lnTo>
                  <a:lnTo>
                    <a:pt x="31740" y="5207"/>
                  </a:lnTo>
                  <a:lnTo>
                    <a:pt x="31665" y="5381"/>
                  </a:lnTo>
                  <a:lnTo>
                    <a:pt x="31492" y="5455"/>
                  </a:lnTo>
                  <a:lnTo>
                    <a:pt x="248" y="5455"/>
                  </a:lnTo>
                  <a:lnTo>
                    <a:pt x="75" y="5381"/>
                  </a:lnTo>
                  <a:lnTo>
                    <a:pt x="0" y="5207"/>
                  </a:lnTo>
                  <a:lnTo>
                    <a:pt x="0" y="3223"/>
                  </a:lnTo>
                  <a:lnTo>
                    <a:pt x="50" y="3000"/>
                  </a:lnTo>
                  <a:lnTo>
                    <a:pt x="149" y="2777"/>
                  </a:lnTo>
                  <a:lnTo>
                    <a:pt x="844" y="1934"/>
                  </a:lnTo>
                  <a:lnTo>
                    <a:pt x="1017" y="1785"/>
                  </a:lnTo>
                  <a:lnTo>
                    <a:pt x="1240" y="1686"/>
                  </a:lnTo>
                  <a:lnTo>
                    <a:pt x="2976" y="1239"/>
                  </a:lnTo>
                  <a:lnTo>
                    <a:pt x="6200" y="1239"/>
                  </a:lnTo>
                  <a:lnTo>
                    <a:pt x="8679" y="744"/>
                  </a:lnTo>
                  <a:lnTo>
                    <a:pt x="11903" y="24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DDA_RevealLining"/>
            <p:cNvSpPr/>
            <p:nvPr/>
          </p:nvSpPr>
          <p:spPr>
            <a:xfrm>
              <a:off x="682791" y="4665159"/>
              <a:ext cx="347892" cy="19342"/>
            </a:xfrm>
            <a:custGeom>
              <a:avLst/>
              <a:gdLst/>
              <a:ahLst/>
              <a:cxnLst/>
              <a:rect l="l" t="t" r="r" b="b"/>
              <a:pathLst>
                <a:path w="347892" h="19342">
                  <a:moveTo>
                    <a:pt x="344917" y="0"/>
                  </a:moveTo>
                  <a:lnTo>
                    <a:pt x="344917" y="19342"/>
                  </a:lnTo>
                  <a:lnTo>
                    <a:pt x="347892" y="19342"/>
                  </a:lnTo>
                  <a:lnTo>
                    <a:pt x="347892" y="0"/>
                  </a:lnTo>
                  <a:close/>
                  <a:moveTo>
                    <a:pt x="2975" y="0"/>
                  </a:moveTo>
                  <a:lnTo>
                    <a:pt x="2975" y="19342"/>
                  </a:lnTo>
                  <a:lnTo>
                    <a:pt x="0" y="19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DDA_Main_LeafFrame"/>
            <p:cNvSpPr/>
            <p:nvPr/>
          </p:nvSpPr>
          <p:spPr>
            <a:xfrm>
              <a:off x="820411" y="4684625"/>
              <a:ext cx="196138" cy="13143"/>
            </a:xfrm>
            <a:custGeom>
              <a:avLst/>
              <a:gdLst/>
              <a:ahLst/>
              <a:cxnLst/>
              <a:rect l="l" t="t" r="r" b="b"/>
              <a:pathLst>
                <a:path w="196138" h="13143">
                  <a:moveTo>
                    <a:pt x="195915" y="223"/>
                  </a:moveTo>
                  <a:lnTo>
                    <a:pt x="195395" y="0"/>
                  </a:lnTo>
                  <a:lnTo>
                    <a:pt x="172086" y="0"/>
                  </a:lnTo>
                  <a:lnTo>
                    <a:pt x="171565" y="223"/>
                  </a:lnTo>
                  <a:lnTo>
                    <a:pt x="171342" y="744"/>
                  </a:lnTo>
                  <a:lnTo>
                    <a:pt x="171342" y="12399"/>
                  </a:lnTo>
                  <a:lnTo>
                    <a:pt x="171565" y="12920"/>
                  </a:lnTo>
                  <a:lnTo>
                    <a:pt x="172086" y="13143"/>
                  </a:lnTo>
                  <a:lnTo>
                    <a:pt x="195395" y="13143"/>
                  </a:lnTo>
                  <a:lnTo>
                    <a:pt x="195915" y="12920"/>
                  </a:lnTo>
                  <a:lnTo>
                    <a:pt x="196138" y="12399"/>
                  </a:lnTo>
                  <a:lnTo>
                    <a:pt x="196138" y="744"/>
                  </a:lnTo>
                  <a:close/>
                  <a:moveTo>
                    <a:pt x="24573" y="223"/>
                  </a:moveTo>
                  <a:lnTo>
                    <a:pt x="24052" y="0"/>
                  </a:lnTo>
                  <a:lnTo>
                    <a:pt x="743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3" y="13143"/>
                  </a:lnTo>
                  <a:lnTo>
                    <a:pt x="24052" y="13143"/>
                  </a:lnTo>
                  <a:lnTo>
                    <a:pt x="24573" y="12920"/>
                  </a:lnTo>
                  <a:lnTo>
                    <a:pt x="24796" y="12399"/>
                  </a:lnTo>
                  <a:lnTo>
                    <a:pt x="24796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DDA_Main_Mould_3o"/>
            <p:cNvSpPr/>
            <p:nvPr/>
          </p:nvSpPr>
          <p:spPr>
            <a:xfrm>
              <a:off x="845207" y="4697768"/>
              <a:ext cx="146546" cy="3224"/>
            </a:xfrm>
            <a:custGeom>
              <a:avLst/>
              <a:gdLst/>
              <a:ahLst/>
              <a:cxnLst/>
              <a:rect l="l" t="t" r="r" b="b"/>
              <a:pathLst>
                <a:path w="146546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1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146546" y="0"/>
                  </a:moveTo>
                  <a:lnTo>
                    <a:pt x="146546" y="496"/>
                  </a:lnTo>
                  <a:lnTo>
                    <a:pt x="145554" y="2232"/>
                  </a:lnTo>
                  <a:lnTo>
                    <a:pt x="144314" y="2976"/>
                  </a:lnTo>
                  <a:lnTo>
                    <a:pt x="142579" y="3224"/>
                  </a:lnTo>
                  <a:lnTo>
                    <a:pt x="142083" y="3224"/>
                  </a:lnTo>
                  <a:lnTo>
                    <a:pt x="14208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DDA_Main_Mould_3i"/>
            <p:cNvSpPr/>
            <p:nvPr/>
          </p:nvSpPr>
          <p:spPr>
            <a:xfrm>
              <a:off x="845207" y="4681402"/>
              <a:ext cx="146546" cy="3223"/>
            </a:xfrm>
            <a:custGeom>
              <a:avLst/>
              <a:gdLst/>
              <a:ahLst/>
              <a:cxnLst/>
              <a:rect l="l" t="t" r="r" b="b"/>
              <a:pathLst>
                <a:path w="146546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1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142083" y="3223"/>
                  </a:moveTo>
                  <a:lnTo>
                    <a:pt x="142083" y="0"/>
                  </a:lnTo>
                  <a:lnTo>
                    <a:pt x="142579" y="0"/>
                  </a:lnTo>
                  <a:lnTo>
                    <a:pt x="144314" y="248"/>
                  </a:lnTo>
                  <a:lnTo>
                    <a:pt x="145554" y="991"/>
                  </a:lnTo>
                  <a:lnTo>
                    <a:pt x="146546" y="2727"/>
                  </a:lnTo>
                  <a:lnTo>
                    <a:pt x="146546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DDA_Main_Panel_3"/>
            <p:cNvSpPr/>
            <p:nvPr/>
          </p:nvSpPr>
          <p:spPr>
            <a:xfrm>
              <a:off x="844215" y="4687477"/>
              <a:ext cx="148530" cy="7439"/>
            </a:xfrm>
            <a:custGeom>
              <a:avLst/>
              <a:gdLst/>
              <a:ahLst/>
              <a:cxnLst/>
              <a:rect l="l" t="t" r="r" b="b"/>
              <a:pathLst>
                <a:path w="148530" h="7439">
                  <a:moveTo>
                    <a:pt x="141860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141860" y="0"/>
                  </a:lnTo>
                  <a:lnTo>
                    <a:pt x="148530" y="1488"/>
                  </a:lnTo>
                  <a:lnTo>
                    <a:pt x="148530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DDA_Side_LeafFrame"/>
            <p:cNvSpPr/>
            <p:nvPr/>
          </p:nvSpPr>
          <p:spPr>
            <a:xfrm>
              <a:off x="696925" y="4684625"/>
              <a:ext cx="122494" cy="13143"/>
            </a:xfrm>
            <a:custGeom>
              <a:avLst/>
              <a:gdLst/>
              <a:ahLst/>
              <a:cxnLst/>
              <a:rect l="l" t="t" r="r" b="b"/>
              <a:pathLst>
                <a:path w="122494" h="13143">
                  <a:moveTo>
                    <a:pt x="122270" y="223"/>
                  </a:moveTo>
                  <a:lnTo>
                    <a:pt x="121750" y="0"/>
                  </a:lnTo>
                  <a:lnTo>
                    <a:pt x="103400" y="0"/>
                  </a:lnTo>
                  <a:lnTo>
                    <a:pt x="102880" y="223"/>
                  </a:lnTo>
                  <a:lnTo>
                    <a:pt x="102657" y="744"/>
                  </a:lnTo>
                  <a:lnTo>
                    <a:pt x="102657" y="12399"/>
                  </a:lnTo>
                  <a:lnTo>
                    <a:pt x="102880" y="12920"/>
                  </a:lnTo>
                  <a:lnTo>
                    <a:pt x="103400" y="13143"/>
                  </a:lnTo>
                  <a:lnTo>
                    <a:pt x="121750" y="13143"/>
                  </a:lnTo>
                  <a:lnTo>
                    <a:pt x="122270" y="12920"/>
                  </a:lnTo>
                  <a:lnTo>
                    <a:pt x="122494" y="12399"/>
                  </a:lnTo>
                  <a:lnTo>
                    <a:pt x="122494" y="744"/>
                  </a:lnTo>
                  <a:close/>
                  <a:moveTo>
                    <a:pt x="19614" y="223"/>
                  </a:moveTo>
                  <a:lnTo>
                    <a:pt x="19093" y="0"/>
                  </a:lnTo>
                  <a:lnTo>
                    <a:pt x="744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4" y="13143"/>
                  </a:lnTo>
                  <a:lnTo>
                    <a:pt x="19093" y="13143"/>
                  </a:lnTo>
                  <a:lnTo>
                    <a:pt x="19614" y="12920"/>
                  </a:lnTo>
                  <a:lnTo>
                    <a:pt x="19837" y="12399"/>
                  </a:lnTo>
                  <a:lnTo>
                    <a:pt x="19837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DDA_Side_Mould_3o"/>
            <p:cNvSpPr/>
            <p:nvPr/>
          </p:nvSpPr>
          <p:spPr>
            <a:xfrm>
              <a:off x="716762" y="4697768"/>
              <a:ext cx="82820" cy="3224"/>
            </a:xfrm>
            <a:custGeom>
              <a:avLst/>
              <a:gdLst/>
              <a:ahLst/>
              <a:cxnLst/>
              <a:rect l="l" t="t" r="r" b="b"/>
              <a:pathLst>
                <a:path w="82820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2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82820" y="0"/>
                  </a:moveTo>
                  <a:lnTo>
                    <a:pt x="82820" y="496"/>
                  </a:lnTo>
                  <a:lnTo>
                    <a:pt x="81828" y="2232"/>
                  </a:lnTo>
                  <a:lnTo>
                    <a:pt x="80588" y="2976"/>
                  </a:lnTo>
                  <a:lnTo>
                    <a:pt x="78852" y="3224"/>
                  </a:lnTo>
                  <a:lnTo>
                    <a:pt x="78356" y="3224"/>
                  </a:lnTo>
                  <a:lnTo>
                    <a:pt x="7835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DDA_Side_Mould_3i"/>
            <p:cNvSpPr/>
            <p:nvPr/>
          </p:nvSpPr>
          <p:spPr>
            <a:xfrm>
              <a:off x="716762" y="4681402"/>
              <a:ext cx="82820" cy="3223"/>
            </a:xfrm>
            <a:custGeom>
              <a:avLst/>
              <a:gdLst/>
              <a:ahLst/>
              <a:cxnLst/>
              <a:rect l="l" t="t" r="r" b="b"/>
              <a:pathLst>
                <a:path w="82820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2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78356" y="3223"/>
                  </a:moveTo>
                  <a:lnTo>
                    <a:pt x="78356" y="0"/>
                  </a:lnTo>
                  <a:lnTo>
                    <a:pt x="78852" y="0"/>
                  </a:lnTo>
                  <a:lnTo>
                    <a:pt x="80588" y="248"/>
                  </a:lnTo>
                  <a:lnTo>
                    <a:pt x="81828" y="991"/>
                  </a:lnTo>
                  <a:lnTo>
                    <a:pt x="82820" y="2727"/>
                  </a:lnTo>
                  <a:lnTo>
                    <a:pt x="82820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DDA_Side_Panel_3"/>
            <p:cNvSpPr/>
            <p:nvPr/>
          </p:nvSpPr>
          <p:spPr>
            <a:xfrm>
              <a:off x="715770" y="4687477"/>
              <a:ext cx="84803" cy="7439"/>
            </a:xfrm>
            <a:custGeom>
              <a:avLst/>
              <a:gdLst/>
              <a:ahLst/>
              <a:cxnLst/>
              <a:rect l="l" t="t" r="r" b="b"/>
              <a:pathLst>
                <a:path w="84803" h="7439">
                  <a:moveTo>
                    <a:pt x="78133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78133" y="0"/>
                  </a:lnTo>
                  <a:lnTo>
                    <a:pt x="84803" y="1488"/>
                  </a:lnTo>
                  <a:lnTo>
                    <a:pt x="84803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DDA_Main_Astragal"/>
            <p:cNvSpPr/>
            <p:nvPr/>
          </p:nvSpPr>
          <p:spPr>
            <a:xfrm>
              <a:off x="812228" y="4697768"/>
              <a:ext cx="15621" cy="2976"/>
            </a:xfrm>
            <a:custGeom>
              <a:avLst/>
              <a:gdLst/>
              <a:ahLst/>
              <a:cxnLst/>
              <a:rect l="l" t="t" r="r" b="b"/>
              <a:pathLst>
                <a:path w="15621" h="2976">
                  <a:moveTo>
                    <a:pt x="5207" y="0"/>
                  </a:moveTo>
                  <a:lnTo>
                    <a:pt x="10414" y="992"/>
                  </a:lnTo>
                  <a:lnTo>
                    <a:pt x="10017" y="1761"/>
                  </a:lnTo>
                  <a:lnTo>
                    <a:pt x="8877" y="2405"/>
                  </a:lnTo>
                  <a:lnTo>
                    <a:pt x="7191" y="2827"/>
                  </a:lnTo>
                  <a:lnTo>
                    <a:pt x="5207" y="2976"/>
                  </a:lnTo>
                  <a:lnTo>
                    <a:pt x="3223" y="2827"/>
                  </a:lnTo>
                  <a:lnTo>
                    <a:pt x="1537" y="2405"/>
                  </a:lnTo>
                  <a:lnTo>
                    <a:pt x="396" y="1761"/>
                  </a:lnTo>
                  <a:lnTo>
                    <a:pt x="0" y="992"/>
                  </a:lnTo>
                  <a:lnTo>
                    <a:pt x="15621" y="992"/>
                  </a:lnTo>
                  <a:lnTo>
                    <a:pt x="15621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02_03_Utility Single Door_OuterR"/>
            <p:cNvSpPr/>
            <p:nvPr/>
          </p:nvSpPr>
          <p:spPr>
            <a:xfrm>
              <a:off x="1794906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02_03_Utility Single Door_OuterL"/>
            <p:cNvSpPr/>
            <p:nvPr/>
          </p:nvSpPr>
          <p:spPr>
            <a:xfrm>
              <a:off x="2001955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02_03_Utility Single Door_LeafR"/>
            <p:cNvSpPr/>
            <p:nvPr/>
          </p:nvSpPr>
          <p:spPr>
            <a:xfrm>
              <a:off x="1808544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02_03_Utility Single Door_LeafL"/>
            <p:cNvSpPr/>
            <p:nvPr/>
          </p:nvSpPr>
          <p:spPr>
            <a:xfrm>
              <a:off x="1994020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03_04_Front Entrance Door_BlueLeafL"/>
            <p:cNvSpPr/>
            <p:nvPr/>
          </p:nvSpPr>
          <p:spPr>
            <a:xfrm>
              <a:off x="2298569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03_04_Front Entrance Door_BlueLeafR"/>
            <p:cNvSpPr/>
            <p:nvPr/>
          </p:nvSpPr>
          <p:spPr>
            <a:xfrm>
              <a:off x="2506858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03_04_Front Entrance Door_DoorHandle"/>
            <p:cNvSpPr/>
            <p:nvPr/>
          </p:nvSpPr>
          <p:spPr>
            <a:xfrm>
              <a:off x="2499667" y="4937562"/>
              <a:ext cx="4463" cy="6199"/>
            </a:xfrm>
            <a:custGeom>
              <a:avLst/>
              <a:gdLst/>
              <a:ahLst/>
              <a:cxnLst/>
              <a:rect l="l" t="t" r="r" b="b"/>
              <a:pathLst>
                <a:path w="4463" h="6199">
                  <a:moveTo>
                    <a:pt x="0" y="0"/>
                  </a:moveTo>
                  <a:lnTo>
                    <a:pt x="4463" y="0"/>
                  </a:lnTo>
                  <a:lnTo>
                    <a:pt x="4463" y="6199"/>
                  </a:lnTo>
                  <a:lnTo>
                    <a:pt x="0" y="619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WD_03_04_Front Entrance Door_UpperPanel"/>
            <p:cNvSpPr/>
            <p:nvPr/>
          </p:nvSpPr>
          <p:spPr>
            <a:xfrm>
              <a:off x="2318406" y="4949961"/>
              <a:ext cx="188452" cy="11158"/>
            </a:xfrm>
            <a:custGeom>
              <a:avLst/>
              <a:gdLst/>
              <a:ahLst/>
              <a:cxnLst/>
              <a:rect l="l" t="t" r="r" b="b"/>
              <a:pathLst>
                <a:path w="188452" h="11158">
                  <a:moveTo>
                    <a:pt x="0" y="0"/>
                  </a:moveTo>
                  <a:lnTo>
                    <a:pt x="188452" y="0"/>
                  </a:lnTo>
                  <a:lnTo>
                    <a:pt x="188452" y="11158"/>
                  </a:lnTo>
                  <a:lnTo>
                    <a:pt x="0" y="1115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WD_03_04_Front Entrance Door_OuterL"/>
            <p:cNvSpPr/>
            <p:nvPr/>
          </p:nvSpPr>
          <p:spPr>
            <a:xfrm>
              <a:off x="2284931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WD_03_04_Front Entrance Door_OuterR"/>
            <p:cNvSpPr/>
            <p:nvPr/>
          </p:nvSpPr>
          <p:spPr>
            <a:xfrm>
              <a:off x="2526695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WD_06_07_Lounge Bay Window_LowerL"/>
            <p:cNvSpPr/>
            <p:nvPr/>
          </p:nvSpPr>
          <p:spPr>
            <a:xfrm>
              <a:off x="1571565" y="5133067"/>
              <a:ext cx="17432" cy="19689"/>
            </a:xfrm>
            <a:custGeom>
              <a:avLst/>
              <a:gdLst/>
              <a:ahLst/>
              <a:cxnLst/>
              <a:rect l="l" t="t" r="r" b="b"/>
              <a:pathLst>
                <a:path w="17432" h="19689">
                  <a:moveTo>
                    <a:pt x="6373" y="19689"/>
                  </a:moveTo>
                  <a:lnTo>
                    <a:pt x="0" y="14977"/>
                  </a:lnTo>
                  <a:lnTo>
                    <a:pt x="11035" y="0"/>
                  </a:lnTo>
                  <a:lnTo>
                    <a:pt x="17432" y="473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WD_06_07_Lounge Bay Window_LowerR"/>
            <p:cNvSpPr/>
            <p:nvPr/>
          </p:nvSpPr>
          <p:spPr>
            <a:xfrm>
              <a:off x="1500177" y="5080297"/>
              <a:ext cx="17432" cy="19690"/>
            </a:xfrm>
            <a:custGeom>
              <a:avLst/>
              <a:gdLst/>
              <a:ahLst/>
              <a:cxnLst/>
              <a:rect l="l" t="t" r="r" b="b"/>
              <a:pathLst>
                <a:path w="17432" h="19690">
                  <a:moveTo>
                    <a:pt x="6373" y="19690"/>
                  </a:moveTo>
                  <a:lnTo>
                    <a:pt x="0" y="14978"/>
                  </a:lnTo>
                  <a:lnTo>
                    <a:pt x="11034" y="0"/>
                  </a:lnTo>
                  <a:lnTo>
                    <a:pt x="17432" y="47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WD_06_07_Lounge Bay Window_OuterL"/>
            <p:cNvSpPr/>
            <p:nvPr/>
          </p:nvSpPr>
          <p:spPr>
            <a:xfrm>
              <a:off x="1577938" y="513780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60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10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WD_06_07_Lounge Bay Window_OuterR"/>
            <p:cNvSpPr/>
            <p:nvPr/>
          </p:nvSpPr>
          <p:spPr>
            <a:xfrm>
              <a:off x="1489192" y="507221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85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08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WD_06_08_Lounge Bay Window_LowerL"/>
            <p:cNvSpPr/>
            <p:nvPr/>
          </p:nvSpPr>
          <p:spPr>
            <a:xfrm>
              <a:off x="1648732" y="5170462"/>
              <a:ext cx="7934" cy="18598"/>
            </a:xfrm>
            <a:custGeom>
              <a:avLst/>
              <a:gdLst/>
              <a:ahLst/>
              <a:cxnLst/>
              <a:rect l="l" t="t" r="r" b="b"/>
              <a:pathLst>
                <a:path w="7934" h="18598">
                  <a:moveTo>
                    <a:pt x="0" y="0"/>
                  </a:moveTo>
                  <a:lnTo>
                    <a:pt x="7934" y="0"/>
                  </a:lnTo>
                  <a:lnTo>
                    <a:pt x="7934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WD_06_08_Lounge Bay Window_LowerR"/>
            <p:cNvSpPr/>
            <p:nvPr/>
          </p:nvSpPr>
          <p:spPr>
            <a:xfrm>
              <a:off x="1861484" y="5170462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0" y="0"/>
                  </a:moveTo>
                  <a:lnTo>
                    <a:pt x="7935" y="0"/>
                  </a:lnTo>
                  <a:lnTo>
                    <a:pt x="7935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D_06_08_Lounge Bay Window_OuterL"/>
            <p:cNvSpPr/>
            <p:nvPr/>
          </p:nvSpPr>
          <p:spPr>
            <a:xfrm>
              <a:off x="1635094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D_06_08_Lounge Bay Window_OuterR"/>
            <p:cNvSpPr/>
            <p:nvPr/>
          </p:nvSpPr>
          <p:spPr>
            <a:xfrm>
              <a:off x="1869419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D_06_09_Lounge Bay Window_LowerL"/>
            <p:cNvSpPr/>
            <p:nvPr/>
          </p:nvSpPr>
          <p:spPr>
            <a:xfrm>
              <a:off x="2002377" y="5079355"/>
              <a:ext cx="17704" cy="19540"/>
            </a:xfrm>
            <a:custGeom>
              <a:avLst/>
              <a:gdLst/>
              <a:ahLst/>
              <a:cxnLst/>
              <a:rect l="l" t="t" r="r" b="b"/>
              <a:pathLst>
                <a:path w="17704" h="19540">
                  <a:moveTo>
                    <a:pt x="17704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D_06_09_Lounge Bay Window_LowerR"/>
            <p:cNvSpPr/>
            <p:nvPr/>
          </p:nvSpPr>
          <p:spPr>
            <a:xfrm>
              <a:off x="1932526" y="5134158"/>
              <a:ext cx="17729" cy="19540"/>
            </a:xfrm>
            <a:custGeom>
              <a:avLst/>
              <a:gdLst/>
              <a:ahLst/>
              <a:cxnLst/>
              <a:rect l="l" t="t" r="r" b="b"/>
              <a:pathLst>
                <a:path w="17729" h="19540">
                  <a:moveTo>
                    <a:pt x="17729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4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墙_WD_06_09_Lounge Bay Window_OuterL"/>
            <p:cNvSpPr/>
            <p:nvPr/>
          </p:nvSpPr>
          <p:spPr>
            <a:xfrm>
              <a:off x="2008601" y="507094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1"/>
                  </a:moveTo>
                  <a:lnTo>
                    <a:pt x="11480" y="23037"/>
                  </a:lnTo>
                  <a:lnTo>
                    <a:pt x="0" y="8407"/>
                  </a:lnTo>
                  <a:lnTo>
                    <a:pt x="1073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墙_WD_06_09_Lounge Bay Window_OuterR"/>
            <p:cNvSpPr/>
            <p:nvPr/>
          </p:nvSpPr>
          <p:spPr>
            <a:xfrm>
              <a:off x="1921789" y="513906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0"/>
                  </a:moveTo>
                  <a:lnTo>
                    <a:pt x="11480" y="23037"/>
                  </a:lnTo>
                  <a:lnTo>
                    <a:pt x="0" y="8406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墙_WD_12_18_Kitchen Large Window_FixedMiddleB"/>
            <p:cNvSpPr/>
            <p:nvPr/>
          </p:nvSpPr>
          <p:spPr>
            <a:xfrm>
              <a:off x="1757216" y="1670938"/>
              <a:ext cx="18597" cy="111589"/>
            </a:xfrm>
            <a:custGeom>
              <a:avLst/>
              <a:gdLst/>
              <a:ahLst/>
              <a:cxnLst/>
              <a:rect l="l" t="t" r="r" b="b"/>
              <a:pathLst>
                <a:path w="18597" h="111589">
                  <a:moveTo>
                    <a:pt x="0" y="11158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1158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墙_WD_12_18_Kitchen Large Window_OuterL"/>
            <p:cNvSpPr/>
            <p:nvPr/>
          </p:nvSpPr>
          <p:spPr>
            <a:xfrm>
              <a:off x="1757216" y="189535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墙_WD_12_18_Kitchen Large Window_OuterR"/>
            <p:cNvSpPr/>
            <p:nvPr/>
          </p:nvSpPr>
          <p:spPr>
            <a:xfrm>
              <a:off x="1757216" y="1544470"/>
              <a:ext cx="18597" cy="13638"/>
            </a:xfrm>
            <a:custGeom>
              <a:avLst/>
              <a:gdLst/>
              <a:ahLst/>
              <a:cxnLst/>
              <a:rect l="l" t="t" r="r" b="b"/>
              <a:pathLst>
                <a:path w="18597" h="13638">
                  <a:moveTo>
                    <a:pt x="0" y="13638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墙_WD_12_18_Kitchen Large Window_Side0L"/>
            <p:cNvSpPr/>
            <p:nvPr/>
          </p:nvSpPr>
          <p:spPr>
            <a:xfrm>
              <a:off x="1757216" y="189424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墙_WD_12_18_Kitchen Large Window_Side0R"/>
            <p:cNvSpPr/>
            <p:nvPr/>
          </p:nvSpPr>
          <p:spPr>
            <a:xfrm>
              <a:off x="1757216" y="1789347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墙_WD_12_18_Kitchen Large Window_Side2L"/>
            <p:cNvSpPr/>
            <p:nvPr/>
          </p:nvSpPr>
          <p:spPr>
            <a:xfrm>
              <a:off x="1757216" y="1656183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墙_WD_12_18_Kitchen Large Window_Side2R"/>
            <p:cNvSpPr/>
            <p:nvPr/>
          </p:nvSpPr>
          <p:spPr>
            <a:xfrm>
              <a:off x="1757216" y="1551289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墙_WD_13_19_Kitchen Small Window_OuterL"/>
            <p:cNvSpPr/>
            <p:nvPr/>
          </p:nvSpPr>
          <p:spPr>
            <a:xfrm>
              <a:off x="1757216" y="121562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墙_WD_13_19_Kitchen Small Window_OuterR"/>
            <p:cNvSpPr/>
            <p:nvPr/>
          </p:nvSpPr>
          <p:spPr>
            <a:xfrm>
              <a:off x="1757216" y="1110981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墙_WD_13_19_Kitchen Small Window_Side1L"/>
            <p:cNvSpPr/>
            <p:nvPr/>
          </p:nvSpPr>
          <p:spPr>
            <a:xfrm>
              <a:off x="1757216" y="1207816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墙_WD_13_19_Kitchen Small Window_Side1R"/>
            <p:cNvSpPr/>
            <p:nvPr/>
          </p:nvSpPr>
          <p:spPr>
            <a:xfrm>
              <a:off x="1757216" y="111780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墙_WC200_DoorJamb"/>
            <p:cNvSpPr/>
            <p:nvPr/>
          </p:nvSpPr>
          <p:spPr>
            <a:xfrm>
              <a:off x="1007747" y="3317454"/>
              <a:ext cx="34715" cy="7440"/>
            </a:xfrm>
            <a:custGeom>
              <a:avLst/>
              <a:gdLst/>
              <a:ahLst/>
              <a:cxnLst/>
              <a:rect l="l" t="t" r="r" b="b"/>
              <a:pathLst>
                <a:path w="34715" h="7440">
                  <a:moveTo>
                    <a:pt x="0" y="0"/>
                  </a:moveTo>
                  <a:lnTo>
                    <a:pt x="34715" y="0"/>
                  </a:lnTo>
                  <a:lnTo>
                    <a:pt x="34715" y="7440"/>
                  </a:lnTo>
                  <a:lnTo>
                    <a:pt x="0" y="744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墙_WC200_DoorJamb.001"/>
            <p:cNvSpPr/>
            <p:nvPr/>
          </p:nvSpPr>
          <p:spPr>
            <a:xfrm>
              <a:off x="1007747" y="3156270"/>
              <a:ext cx="34715" cy="7439"/>
            </a:xfrm>
            <a:custGeom>
              <a:avLst/>
              <a:gdLst/>
              <a:ahLst/>
              <a:cxnLst/>
              <a:rect l="l" t="t" r="r" b="b"/>
              <a:pathLst>
                <a:path w="34715" h="7439">
                  <a:moveTo>
                    <a:pt x="0" y="0"/>
                  </a:moveTo>
                  <a:lnTo>
                    <a:pt x="34715" y="0"/>
                  </a:lnTo>
                  <a:lnTo>
                    <a:pt x="34715" y="7439"/>
                  </a:lnTo>
                  <a:lnTo>
                    <a:pt x="0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墙_DoorLeaf_WC200"/>
            <p:cNvSpPr/>
            <p:nvPr/>
          </p:nvSpPr>
          <p:spPr>
            <a:xfrm>
              <a:off x="872235" y="3159295"/>
              <a:ext cx="153489" cy="30228"/>
            </a:xfrm>
            <a:custGeom>
              <a:avLst/>
              <a:gdLst/>
              <a:ahLst/>
              <a:cxnLst/>
              <a:rect l="l" t="t" r="r" b="b"/>
              <a:pathLst>
                <a:path w="153489" h="30228">
                  <a:moveTo>
                    <a:pt x="153489" y="8828"/>
                  </a:moveTo>
                  <a:lnTo>
                    <a:pt x="1240" y="30228"/>
                  </a:lnTo>
                  <a:lnTo>
                    <a:pt x="0" y="21400"/>
                  </a:lnTo>
                  <a:lnTo>
                    <a:pt x="15224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墙_Utility_FlushAccessDoor"/>
            <p:cNvSpPr/>
            <p:nvPr/>
          </p:nvSpPr>
          <p:spPr>
            <a:xfrm>
              <a:off x="2302239" y="3212114"/>
              <a:ext cx="4463" cy="151266"/>
            </a:xfrm>
            <a:custGeom>
              <a:avLst/>
              <a:gdLst/>
              <a:ahLst/>
              <a:cxnLst/>
              <a:rect l="l" t="t" r="r" b="b"/>
              <a:pathLst>
                <a:path w="4463" h="151266">
                  <a:moveTo>
                    <a:pt x="0" y="0"/>
                  </a:moveTo>
                  <a:lnTo>
                    <a:pt x="4463" y="0"/>
                  </a:lnTo>
                  <a:lnTo>
                    <a:pt x="4463" y="151266"/>
                  </a:lnTo>
                  <a:lnTo>
                    <a:pt x="0" y="15126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墙_Understair_TurnClosure_Stair_Winder_12"/>
            <p:cNvSpPr/>
            <p:nvPr/>
          </p:nvSpPr>
          <p:spPr>
            <a:xfrm>
              <a:off x="2303726" y="3085993"/>
              <a:ext cx="24797" cy="117392"/>
            </a:xfrm>
            <a:custGeom>
              <a:avLst/>
              <a:gdLst/>
              <a:ahLst/>
              <a:cxnLst/>
              <a:rect l="l" t="t" r="r" b="b"/>
              <a:pathLst>
                <a:path w="24797" h="117392">
                  <a:moveTo>
                    <a:pt x="24797" y="0"/>
                  </a:moveTo>
                  <a:lnTo>
                    <a:pt x="24797" y="117392"/>
                  </a:lnTo>
                  <a:lnTo>
                    <a:pt x="0" y="117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墙_Understair_TurnClosure_Stair_Winder_13"/>
            <p:cNvSpPr/>
            <p:nvPr/>
          </p:nvSpPr>
          <p:spPr>
            <a:xfrm>
              <a:off x="2303726" y="3000044"/>
              <a:ext cx="24797" cy="193422"/>
            </a:xfrm>
            <a:custGeom>
              <a:avLst/>
              <a:gdLst/>
              <a:ahLst/>
              <a:cxnLst/>
              <a:rect l="l" t="t" r="r" b="b"/>
              <a:pathLst>
                <a:path w="24797" h="193422">
                  <a:moveTo>
                    <a:pt x="24797" y="0"/>
                  </a:moveTo>
                  <a:lnTo>
                    <a:pt x="24797" y="193422"/>
                  </a:lnTo>
                  <a:lnTo>
                    <a:pt x="0" y="193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墙_Understair_TurnClosure_Stair_Winder_14"/>
            <p:cNvSpPr/>
            <p:nvPr/>
          </p:nvSpPr>
          <p:spPr>
            <a:xfrm>
              <a:off x="2303726" y="3000044"/>
              <a:ext cx="24797" cy="186156"/>
            </a:xfrm>
            <a:custGeom>
              <a:avLst/>
              <a:gdLst/>
              <a:ahLst/>
              <a:cxnLst/>
              <a:rect l="l" t="t" r="r" b="b"/>
              <a:pathLst>
                <a:path w="24797" h="186156">
                  <a:moveTo>
                    <a:pt x="24797" y="0"/>
                  </a:moveTo>
                  <a:lnTo>
                    <a:pt x="24797" y="186156"/>
                  </a:lnTo>
                  <a:lnTo>
                    <a:pt x="0" y="186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墙_V11_Continuous_Stair_Side"/>
            <p:cNvSpPr/>
            <p:nvPr/>
          </p:nvSpPr>
          <p:spPr>
            <a:xfrm>
              <a:off x="2303726" y="3203385"/>
              <a:ext cx="25293" cy="323263"/>
            </a:xfrm>
            <a:custGeom>
              <a:avLst/>
              <a:gdLst/>
              <a:ahLst/>
              <a:cxnLst/>
              <a:rect l="l" t="t" r="r" b="b"/>
              <a:pathLst>
                <a:path w="25293" h="323263">
                  <a:moveTo>
                    <a:pt x="25293" y="323263"/>
                  </a:moveTo>
                  <a:lnTo>
                    <a:pt x="25293" y="160739"/>
                  </a:lnTo>
                  <a:lnTo>
                    <a:pt x="0" y="160739"/>
                  </a:lnTo>
                  <a:lnTo>
                    <a:pt x="0" y="323263"/>
                  </a:lnTo>
                  <a:close/>
                  <a:moveTo>
                    <a:pt x="25293" y="0"/>
                  </a:moveTo>
                  <a:lnTo>
                    <a:pt x="25293" y="7985"/>
                  </a:lnTo>
                  <a:lnTo>
                    <a:pt x="0" y="79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墙_V11_Winder_Side_Transition"/>
            <p:cNvSpPr/>
            <p:nvPr/>
          </p:nvSpPr>
          <p:spPr>
            <a:xfrm>
              <a:off x="2303726" y="3174570"/>
              <a:ext cx="24797" cy="29262"/>
            </a:xfrm>
            <a:custGeom>
              <a:avLst/>
              <a:gdLst/>
              <a:ahLst/>
              <a:cxnLst/>
              <a:rect l="l" t="t" r="r" b="b"/>
              <a:pathLst>
                <a:path w="24797" h="29262">
                  <a:moveTo>
                    <a:pt x="24797" y="0"/>
                  </a:moveTo>
                  <a:lnTo>
                    <a:pt x="24797" y="29262"/>
                  </a:lnTo>
                  <a:lnTo>
                    <a:pt x="0" y="29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墙_V11_Passage_Right_Jamb_Closure"/>
            <p:cNvSpPr/>
            <p:nvPr/>
          </p:nvSpPr>
          <p:spPr>
            <a:xfrm>
              <a:off x="2303726" y="3002474"/>
              <a:ext cx="10415" cy="45628"/>
            </a:xfrm>
            <a:custGeom>
              <a:avLst/>
              <a:gdLst/>
              <a:ahLst/>
              <a:cxnLst/>
              <a:rect l="l" t="t" r="r" b="b"/>
              <a:pathLst>
                <a:path w="10415" h="45628">
                  <a:moveTo>
                    <a:pt x="10415" y="0"/>
                  </a:moveTo>
                  <a:lnTo>
                    <a:pt x="10415" y="45628"/>
                  </a:lnTo>
                  <a:lnTo>
                    <a:pt x="0" y="45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墙_V13_Lounge_FrenchLeaf-1L"/>
            <p:cNvSpPr/>
            <p:nvPr/>
          </p:nvSpPr>
          <p:spPr>
            <a:xfrm>
              <a:off x="1657782" y="3013980"/>
              <a:ext cx="20061" cy="16144"/>
            </a:xfrm>
            <a:custGeom>
              <a:avLst/>
              <a:gdLst/>
              <a:ahLst/>
              <a:cxnLst/>
              <a:rect l="l" t="t" r="r" b="b"/>
              <a:pathLst>
                <a:path w="20061" h="16144">
                  <a:moveTo>
                    <a:pt x="3968" y="16144"/>
                  </a:moveTo>
                  <a:lnTo>
                    <a:pt x="0" y="9300"/>
                  </a:lnTo>
                  <a:lnTo>
                    <a:pt x="16118" y="0"/>
                  </a:lnTo>
                  <a:lnTo>
                    <a:pt x="20061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墙_V13_Lounge_FrenchLeaf-1R"/>
            <p:cNvSpPr/>
            <p:nvPr/>
          </p:nvSpPr>
          <p:spPr>
            <a:xfrm>
              <a:off x="1594428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2" y="16143"/>
                  </a:moveTo>
                  <a:lnTo>
                    <a:pt x="0" y="9299"/>
                  </a:lnTo>
                  <a:lnTo>
                    <a:pt x="16092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墙_V13_Lounge_FrenchLeaf1L"/>
            <p:cNvSpPr/>
            <p:nvPr/>
          </p:nvSpPr>
          <p:spPr>
            <a:xfrm>
              <a:off x="1454824" y="2904201"/>
              <a:ext cx="20061" cy="16143"/>
            </a:xfrm>
            <a:custGeom>
              <a:avLst/>
              <a:gdLst/>
              <a:ahLst/>
              <a:cxnLst/>
              <a:rect l="l" t="t" r="r" b="b"/>
              <a:pathLst>
                <a:path w="20061" h="16143">
                  <a:moveTo>
                    <a:pt x="20061" y="9299"/>
                  </a:moveTo>
                  <a:lnTo>
                    <a:pt x="16118" y="16143"/>
                  </a:lnTo>
                  <a:lnTo>
                    <a:pt x="0" y="6844"/>
                  </a:lnTo>
                  <a:lnTo>
                    <a:pt x="396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墙_V13_Lounge_FrenchLeaf1R"/>
            <p:cNvSpPr/>
            <p:nvPr/>
          </p:nvSpPr>
          <p:spPr>
            <a:xfrm>
              <a:off x="1391470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墙_V13_Lounge_OuterL"/>
            <p:cNvSpPr/>
            <p:nvPr/>
          </p:nvSpPr>
          <p:spPr>
            <a:xfrm>
              <a:off x="1669808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墙_V13_Lounge_OuterR"/>
            <p:cNvSpPr/>
            <p:nvPr/>
          </p:nvSpPr>
          <p:spPr>
            <a:xfrm>
              <a:off x="1385023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墙_V13_Utility_FrenchLeaf-1L"/>
            <p:cNvSpPr/>
            <p:nvPr/>
          </p:nvSpPr>
          <p:spPr>
            <a:xfrm>
              <a:off x="872979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3967" y="16144"/>
                  </a:moveTo>
                  <a:lnTo>
                    <a:pt x="0" y="9300"/>
                  </a:lnTo>
                  <a:lnTo>
                    <a:pt x="16117" y="0"/>
                  </a:lnTo>
                  <a:lnTo>
                    <a:pt x="20060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墙_V13_Utility_FrenchLeaf-1R"/>
            <p:cNvSpPr/>
            <p:nvPr/>
          </p:nvSpPr>
          <p:spPr>
            <a:xfrm>
              <a:off x="809624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3" y="16143"/>
                  </a:moveTo>
                  <a:lnTo>
                    <a:pt x="0" y="9299"/>
                  </a:lnTo>
                  <a:lnTo>
                    <a:pt x="16093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墙_V13_Utility_FrenchLeaf1L"/>
            <p:cNvSpPr/>
            <p:nvPr/>
          </p:nvSpPr>
          <p:spPr>
            <a:xfrm>
              <a:off x="670021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20060" y="9299"/>
                  </a:moveTo>
                  <a:lnTo>
                    <a:pt x="16117" y="16143"/>
                  </a:lnTo>
                  <a:lnTo>
                    <a:pt x="0" y="6844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墙_V13_Utility_FrenchLeaf1R"/>
            <p:cNvSpPr/>
            <p:nvPr/>
          </p:nvSpPr>
          <p:spPr>
            <a:xfrm>
              <a:off x="606666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墙_V13_Utility_OuterL"/>
            <p:cNvSpPr/>
            <p:nvPr/>
          </p:nvSpPr>
          <p:spPr>
            <a:xfrm>
              <a:off x="885005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墙_V13_Utility_OuterR"/>
            <p:cNvSpPr/>
            <p:nvPr/>
          </p:nvSpPr>
          <p:spPr>
            <a:xfrm>
              <a:off x="601087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墙_V13_KitchenSide_FrenchLeaf-1L"/>
            <p:cNvSpPr/>
            <p:nvPr/>
          </p:nvSpPr>
          <p:spPr>
            <a:xfrm>
              <a:off x="1723393" y="2495510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18622" y="16119"/>
                  </a:moveTo>
                  <a:lnTo>
                    <a:pt x="9299" y="21500"/>
                  </a:lnTo>
                  <a:lnTo>
                    <a:pt x="0" y="5406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墙_V13_KitchenSide_FrenchLeaf-1R"/>
            <p:cNvSpPr/>
            <p:nvPr/>
          </p:nvSpPr>
          <p:spPr>
            <a:xfrm>
              <a:off x="1573797" y="2581906"/>
              <a:ext cx="18622" cy="21474"/>
            </a:xfrm>
            <a:custGeom>
              <a:avLst/>
              <a:gdLst/>
              <a:ahLst/>
              <a:cxnLst/>
              <a:rect l="l" t="t" r="r" b="b"/>
              <a:pathLst>
                <a:path w="18622" h="21474">
                  <a:moveTo>
                    <a:pt x="18622" y="16093"/>
                  </a:moveTo>
                  <a:lnTo>
                    <a:pt x="9299" y="21474"/>
                  </a:lnTo>
                  <a:lnTo>
                    <a:pt x="0" y="5381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墙_V13_KitchenSide_FrenchLeaf1L"/>
            <p:cNvSpPr/>
            <p:nvPr/>
          </p:nvSpPr>
          <p:spPr>
            <a:xfrm>
              <a:off x="1573797" y="2771806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9299" y="0"/>
                  </a:moveTo>
                  <a:lnTo>
                    <a:pt x="18622" y="5381"/>
                  </a:lnTo>
                  <a:lnTo>
                    <a:pt x="9324" y="21500"/>
                  </a:lnTo>
                  <a:lnTo>
                    <a:pt x="0" y="160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墙_V13_KitchenSide_FrenchLeaf1R"/>
            <p:cNvSpPr/>
            <p:nvPr/>
          </p:nvSpPr>
          <p:spPr>
            <a:xfrm>
              <a:off x="1723393" y="2858177"/>
              <a:ext cx="18622" cy="21499"/>
            </a:xfrm>
            <a:custGeom>
              <a:avLst/>
              <a:gdLst/>
              <a:ahLst/>
              <a:cxnLst/>
              <a:rect l="l" t="t" r="r" b="b"/>
              <a:pathLst>
                <a:path w="18622" h="21499">
                  <a:moveTo>
                    <a:pt x="9299" y="0"/>
                  </a:moveTo>
                  <a:lnTo>
                    <a:pt x="18622" y="5381"/>
                  </a:lnTo>
                  <a:lnTo>
                    <a:pt x="9324" y="21499"/>
                  </a:lnTo>
                  <a:lnTo>
                    <a:pt x="0" y="16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墙_V13_KitchenSide_OuterL"/>
            <p:cNvSpPr/>
            <p:nvPr/>
          </p:nvSpPr>
          <p:spPr>
            <a:xfrm>
              <a:off x="1736039" y="2484128"/>
              <a:ext cx="19937" cy="19442"/>
            </a:xfrm>
            <a:custGeom>
              <a:avLst/>
              <a:gdLst/>
              <a:ahLst/>
              <a:cxnLst/>
              <a:rect l="l" t="t" r="r" b="b"/>
              <a:pathLst>
                <a:path w="19937" h="19442">
                  <a:moveTo>
                    <a:pt x="19937" y="0"/>
                  </a:moveTo>
                  <a:lnTo>
                    <a:pt x="19937" y="19442"/>
                  </a:lnTo>
                  <a:lnTo>
                    <a:pt x="0" y="19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墙_V13_KitchenSide_OuterR"/>
            <p:cNvSpPr/>
            <p:nvPr/>
          </p:nvSpPr>
          <p:spPr>
            <a:xfrm>
              <a:off x="1736039" y="2871617"/>
              <a:ext cx="19937" cy="19441"/>
            </a:xfrm>
            <a:custGeom>
              <a:avLst/>
              <a:gdLst/>
              <a:ahLst/>
              <a:cxnLst/>
              <a:rect l="l" t="t" r="r" b="b"/>
              <a:pathLst>
                <a:path w="19937" h="19441">
                  <a:moveTo>
                    <a:pt x="19937" y="0"/>
                  </a:moveTo>
                  <a:lnTo>
                    <a:pt x="19937" y="19441"/>
                  </a:lnTo>
                  <a:lnTo>
                    <a:pt x="0" y="19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墙_SP_OuterFrame"/>
            <p:cNvSpPr/>
            <p:nvPr/>
          </p:nvSpPr>
          <p:spPr>
            <a:xfrm>
              <a:off x="489380" y="3025536"/>
              <a:ext cx="520722" cy="18598"/>
            </a:xfrm>
            <a:custGeom>
              <a:avLst/>
              <a:gdLst/>
              <a:ahLst/>
              <a:cxnLst/>
              <a:rect l="l" t="t" r="r" b="b"/>
              <a:pathLst>
                <a:path w="520722" h="18598">
                  <a:moveTo>
                    <a:pt x="111484" y="99"/>
                  </a:moveTo>
                  <a:lnTo>
                    <a:pt x="111211" y="0"/>
                  </a:lnTo>
                  <a:lnTo>
                    <a:pt x="99309" y="0"/>
                  </a:lnTo>
                  <a:lnTo>
                    <a:pt x="98962" y="75"/>
                  </a:lnTo>
                  <a:lnTo>
                    <a:pt x="98639" y="223"/>
                  </a:lnTo>
                  <a:lnTo>
                    <a:pt x="95267" y="2753"/>
                  </a:lnTo>
                  <a:lnTo>
                    <a:pt x="95069" y="3025"/>
                  </a:lnTo>
                  <a:lnTo>
                    <a:pt x="94970" y="3348"/>
                  </a:lnTo>
                  <a:lnTo>
                    <a:pt x="94970" y="4588"/>
                  </a:lnTo>
                  <a:lnTo>
                    <a:pt x="95069" y="4860"/>
                  </a:lnTo>
                  <a:lnTo>
                    <a:pt x="95341" y="4960"/>
                  </a:lnTo>
                  <a:lnTo>
                    <a:pt x="97573" y="4960"/>
                  </a:lnTo>
                  <a:lnTo>
                    <a:pt x="97846" y="5059"/>
                  </a:lnTo>
                  <a:lnTo>
                    <a:pt x="97945" y="5332"/>
                  </a:lnTo>
                  <a:lnTo>
                    <a:pt x="97945" y="18226"/>
                  </a:lnTo>
                  <a:lnTo>
                    <a:pt x="98044" y="18499"/>
                  </a:lnTo>
                  <a:lnTo>
                    <a:pt x="98317" y="18598"/>
                  </a:lnTo>
                  <a:lnTo>
                    <a:pt x="111211" y="18598"/>
                  </a:lnTo>
                  <a:lnTo>
                    <a:pt x="111484" y="18499"/>
                  </a:lnTo>
                  <a:lnTo>
                    <a:pt x="111583" y="18226"/>
                  </a:lnTo>
                  <a:lnTo>
                    <a:pt x="111583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274" y="0"/>
                  </a:lnTo>
                  <a:lnTo>
                    <a:pt x="12621" y="75"/>
                  </a:lnTo>
                  <a:lnTo>
                    <a:pt x="12943" y="223"/>
                  </a:lnTo>
                  <a:lnTo>
                    <a:pt x="16316" y="2753"/>
                  </a:lnTo>
                  <a:lnTo>
                    <a:pt x="16514" y="3025"/>
                  </a:lnTo>
                  <a:lnTo>
                    <a:pt x="16613" y="3348"/>
                  </a:lnTo>
                  <a:lnTo>
                    <a:pt x="16613" y="4588"/>
                  </a:lnTo>
                  <a:lnTo>
                    <a:pt x="16514" y="4860"/>
                  </a:lnTo>
                  <a:lnTo>
                    <a:pt x="16241" y="4960"/>
                  </a:lnTo>
                  <a:lnTo>
                    <a:pt x="14010" y="4960"/>
                  </a:lnTo>
                  <a:lnTo>
                    <a:pt x="13737" y="5059"/>
                  </a:lnTo>
                  <a:lnTo>
                    <a:pt x="13638" y="5332"/>
                  </a:lnTo>
                  <a:lnTo>
                    <a:pt x="13638" y="18226"/>
                  </a:lnTo>
                  <a:lnTo>
                    <a:pt x="13538" y="18499"/>
                  </a:lnTo>
                  <a:lnTo>
                    <a:pt x="13266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close/>
                  <a:moveTo>
                    <a:pt x="520623" y="99"/>
                  </a:moveTo>
                  <a:lnTo>
                    <a:pt x="520350" y="0"/>
                  </a:lnTo>
                  <a:lnTo>
                    <a:pt x="508448" y="0"/>
                  </a:lnTo>
                  <a:lnTo>
                    <a:pt x="508101" y="75"/>
                  </a:lnTo>
                  <a:lnTo>
                    <a:pt x="507779" y="223"/>
                  </a:lnTo>
                  <a:lnTo>
                    <a:pt x="504406" y="2753"/>
                  </a:lnTo>
                  <a:lnTo>
                    <a:pt x="504208" y="3025"/>
                  </a:lnTo>
                  <a:lnTo>
                    <a:pt x="504109" y="3348"/>
                  </a:lnTo>
                  <a:lnTo>
                    <a:pt x="504109" y="4588"/>
                  </a:lnTo>
                  <a:lnTo>
                    <a:pt x="504208" y="4860"/>
                  </a:lnTo>
                  <a:lnTo>
                    <a:pt x="504481" y="4960"/>
                  </a:lnTo>
                  <a:lnTo>
                    <a:pt x="506712" y="4960"/>
                  </a:lnTo>
                  <a:lnTo>
                    <a:pt x="506985" y="5059"/>
                  </a:lnTo>
                  <a:lnTo>
                    <a:pt x="507084" y="5332"/>
                  </a:lnTo>
                  <a:lnTo>
                    <a:pt x="507084" y="18226"/>
                  </a:lnTo>
                  <a:lnTo>
                    <a:pt x="507184" y="18499"/>
                  </a:lnTo>
                  <a:lnTo>
                    <a:pt x="507456" y="18598"/>
                  </a:lnTo>
                  <a:lnTo>
                    <a:pt x="520350" y="18598"/>
                  </a:lnTo>
                  <a:lnTo>
                    <a:pt x="520623" y="18499"/>
                  </a:lnTo>
                  <a:lnTo>
                    <a:pt x="520722" y="18226"/>
                  </a:lnTo>
                  <a:lnTo>
                    <a:pt x="520722" y="372"/>
                  </a:lnTo>
                  <a:close/>
                  <a:moveTo>
                    <a:pt x="409238" y="99"/>
                  </a:moveTo>
                  <a:lnTo>
                    <a:pt x="409511" y="0"/>
                  </a:lnTo>
                  <a:lnTo>
                    <a:pt x="421413" y="0"/>
                  </a:lnTo>
                  <a:lnTo>
                    <a:pt x="421760" y="75"/>
                  </a:lnTo>
                  <a:lnTo>
                    <a:pt x="422083" y="223"/>
                  </a:lnTo>
                  <a:lnTo>
                    <a:pt x="425455" y="2753"/>
                  </a:lnTo>
                  <a:lnTo>
                    <a:pt x="425653" y="3025"/>
                  </a:lnTo>
                  <a:lnTo>
                    <a:pt x="425752" y="3348"/>
                  </a:lnTo>
                  <a:lnTo>
                    <a:pt x="425752" y="4588"/>
                  </a:lnTo>
                  <a:lnTo>
                    <a:pt x="425653" y="4860"/>
                  </a:lnTo>
                  <a:lnTo>
                    <a:pt x="425381" y="4960"/>
                  </a:lnTo>
                  <a:lnTo>
                    <a:pt x="423149" y="4960"/>
                  </a:lnTo>
                  <a:lnTo>
                    <a:pt x="422876" y="5059"/>
                  </a:lnTo>
                  <a:lnTo>
                    <a:pt x="422777" y="5332"/>
                  </a:lnTo>
                  <a:lnTo>
                    <a:pt x="422777" y="18226"/>
                  </a:lnTo>
                  <a:lnTo>
                    <a:pt x="422678" y="18499"/>
                  </a:lnTo>
                  <a:lnTo>
                    <a:pt x="422405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墙_SP_Transom"/>
            <p:cNvSpPr/>
            <p:nvPr/>
          </p:nvSpPr>
          <p:spPr>
            <a:xfrm>
              <a:off x="503018" y="3025536"/>
              <a:ext cx="493446" cy="18598"/>
            </a:xfrm>
            <a:custGeom>
              <a:avLst/>
              <a:gdLst/>
              <a:ahLst/>
              <a:cxnLst/>
              <a:rect l="l" t="t" r="r" b="b"/>
              <a:pathLst>
                <a:path w="493446" h="18598">
                  <a:moveTo>
                    <a:pt x="84208" y="124"/>
                  </a:moveTo>
                  <a:lnTo>
                    <a:pt x="84307" y="372"/>
                  </a:lnTo>
                  <a:lnTo>
                    <a:pt x="84307" y="18226"/>
                  </a:lnTo>
                  <a:lnTo>
                    <a:pt x="84208" y="18499"/>
                  </a:lnTo>
                  <a:lnTo>
                    <a:pt x="83935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lnTo>
                    <a:pt x="99" y="124"/>
                  </a:lnTo>
                  <a:lnTo>
                    <a:pt x="372" y="0"/>
                  </a:lnTo>
                  <a:lnTo>
                    <a:pt x="83935" y="0"/>
                  </a:lnTo>
                  <a:close/>
                  <a:moveTo>
                    <a:pt x="493347" y="124"/>
                  </a:moveTo>
                  <a:lnTo>
                    <a:pt x="493446" y="372"/>
                  </a:lnTo>
                  <a:lnTo>
                    <a:pt x="493446" y="18226"/>
                  </a:lnTo>
                  <a:lnTo>
                    <a:pt x="493347" y="18499"/>
                  </a:lnTo>
                  <a:lnTo>
                    <a:pt x="493074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lnTo>
                    <a:pt x="409238" y="124"/>
                  </a:lnTo>
                  <a:lnTo>
                    <a:pt x="409511" y="0"/>
                  </a:lnTo>
                  <a:lnTo>
                    <a:pt x="49307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墙_V15_Fixed_Acoustic_Wall"/>
            <p:cNvSpPr/>
            <p:nvPr/>
          </p:nvSpPr>
          <p:spPr>
            <a:xfrm>
              <a:off x="1317577" y="3083315"/>
              <a:ext cx="11406" cy="628522"/>
            </a:xfrm>
            <a:custGeom>
              <a:avLst/>
              <a:gdLst/>
              <a:ahLst/>
              <a:cxnLst/>
              <a:rect l="l" t="t" r="r" b="b"/>
              <a:pathLst>
                <a:path w="11406" h="628522">
                  <a:moveTo>
                    <a:pt x="11356" y="49"/>
                  </a:moveTo>
                  <a:lnTo>
                    <a:pt x="11406" y="149"/>
                  </a:lnTo>
                  <a:lnTo>
                    <a:pt x="11406" y="5802"/>
                  </a:lnTo>
                  <a:lnTo>
                    <a:pt x="11356" y="5902"/>
                  </a:lnTo>
                  <a:lnTo>
                    <a:pt x="11257" y="5951"/>
                  </a:lnTo>
                  <a:lnTo>
                    <a:pt x="7091" y="5951"/>
                  </a:lnTo>
                  <a:lnTo>
                    <a:pt x="6992" y="5902"/>
                  </a:lnTo>
                  <a:lnTo>
                    <a:pt x="6943" y="5802"/>
                  </a:lnTo>
                  <a:lnTo>
                    <a:pt x="6943" y="149"/>
                  </a:lnTo>
                  <a:lnTo>
                    <a:pt x="6992" y="49"/>
                  </a:lnTo>
                  <a:lnTo>
                    <a:pt x="7091" y="0"/>
                  </a:lnTo>
                  <a:lnTo>
                    <a:pt x="11257" y="0"/>
                  </a:lnTo>
                  <a:close/>
                  <a:moveTo>
                    <a:pt x="11356" y="8977"/>
                  </a:moveTo>
                  <a:lnTo>
                    <a:pt x="11406" y="9076"/>
                  </a:lnTo>
                  <a:lnTo>
                    <a:pt x="11406" y="15721"/>
                  </a:lnTo>
                  <a:lnTo>
                    <a:pt x="11356" y="15821"/>
                  </a:lnTo>
                  <a:lnTo>
                    <a:pt x="11257" y="15870"/>
                  </a:lnTo>
                  <a:lnTo>
                    <a:pt x="7091" y="15870"/>
                  </a:lnTo>
                  <a:lnTo>
                    <a:pt x="6992" y="15821"/>
                  </a:lnTo>
                  <a:lnTo>
                    <a:pt x="6943" y="15721"/>
                  </a:lnTo>
                  <a:lnTo>
                    <a:pt x="6943" y="9076"/>
                  </a:lnTo>
                  <a:lnTo>
                    <a:pt x="6992" y="8977"/>
                  </a:lnTo>
                  <a:lnTo>
                    <a:pt x="7091" y="8927"/>
                  </a:lnTo>
                  <a:lnTo>
                    <a:pt x="11257" y="8927"/>
                  </a:lnTo>
                  <a:close/>
                  <a:moveTo>
                    <a:pt x="11356" y="18896"/>
                  </a:moveTo>
                  <a:lnTo>
                    <a:pt x="11406" y="18995"/>
                  </a:lnTo>
                  <a:lnTo>
                    <a:pt x="11406" y="25641"/>
                  </a:lnTo>
                  <a:lnTo>
                    <a:pt x="11356" y="25740"/>
                  </a:lnTo>
                  <a:lnTo>
                    <a:pt x="11257" y="25789"/>
                  </a:lnTo>
                  <a:lnTo>
                    <a:pt x="7091" y="25789"/>
                  </a:lnTo>
                  <a:lnTo>
                    <a:pt x="6992" y="25740"/>
                  </a:lnTo>
                  <a:lnTo>
                    <a:pt x="6943" y="25641"/>
                  </a:lnTo>
                  <a:lnTo>
                    <a:pt x="6943" y="18995"/>
                  </a:lnTo>
                  <a:lnTo>
                    <a:pt x="6992" y="18896"/>
                  </a:lnTo>
                  <a:lnTo>
                    <a:pt x="7091" y="18846"/>
                  </a:lnTo>
                  <a:lnTo>
                    <a:pt x="11257" y="18846"/>
                  </a:lnTo>
                  <a:close/>
                  <a:moveTo>
                    <a:pt x="11356" y="28815"/>
                  </a:moveTo>
                  <a:lnTo>
                    <a:pt x="11406" y="28914"/>
                  </a:lnTo>
                  <a:lnTo>
                    <a:pt x="11406" y="35560"/>
                  </a:lnTo>
                  <a:lnTo>
                    <a:pt x="11356" y="35659"/>
                  </a:lnTo>
                  <a:lnTo>
                    <a:pt x="11257" y="35708"/>
                  </a:lnTo>
                  <a:lnTo>
                    <a:pt x="7091" y="35708"/>
                  </a:lnTo>
                  <a:lnTo>
                    <a:pt x="6992" y="35659"/>
                  </a:lnTo>
                  <a:lnTo>
                    <a:pt x="6943" y="35560"/>
                  </a:lnTo>
                  <a:lnTo>
                    <a:pt x="6943" y="28914"/>
                  </a:lnTo>
                  <a:lnTo>
                    <a:pt x="6992" y="28815"/>
                  </a:lnTo>
                  <a:lnTo>
                    <a:pt x="7091" y="28765"/>
                  </a:lnTo>
                  <a:lnTo>
                    <a:pt x="11257" y="28765"/>
                  </a:lnTo>
                  <a:close/>
                  <a:moveTo>
                    <a:pt x="11356" y="38734"/>
                  </a:moveTo>
                  <a:lnTo>
                    <a:pt x="11406" y="38833"/>
                  </a:lnTo>
                  <a:lnTo>
                    <a:pt x="11406" y="45479"/>
                  </a:lnTo>
                  <a:lnTo>
                    <a:pt x="11356" y="45578"/>
                  </a:lnTo>
                  <a:lnTo>
                    <a:pt x="11257" y="45627"/>
                  </a:lnTo>
                  <a:lnTo>
                    <a:pt x="7091" y="45627"/>
                  </a:lnTo>
                  <a:lnTo>
                    <a:pt x="6992" y="45578"/>
                  </a:lnTo>
                  <a:lnTo>
                    <a:pt x="6943" y="45479"/>
                  </a:lnTo>
                  <a:lnTo>
                    <a:pt x="6943" y="38833"/>
                  </a:lnTo>
                  <a:lnTo>
                    <a:pt x="6992" y="38734"/>
                  </a:lnTo>
                  <a:lnTo>
                    <a:pt x="7091" y="38684"/>
                  </a:lnTo>
                  <a:lnTo>
                    <a:pt x="11257" y="38684"/>
                  </a:lnTo>
                  <a:close/>
                  <a:moveTo>
                    <a:pt x="11356" y="48653"/>
                  </a:moveTo>
                  <a:lnTo>
                    <a:pt x="11406" y="48752"/>
                  </a:lnTo>
                  <a:lnTo>
                    <a:pt x="11406" y="55398"/>
                  </a:lnTo>
                  <a:lnTo>
                    <a:pt x="11356" y="55497"/>
                  </a:lnTo>
                  <a:lnTo>
                    <a:pt x="11257" y="55547"/>
                  </a:lnTo>
                  <a:lnTo>
                    <a:pt x="7091" y="55547"/>
                  </a:lnTo>
                  <a:lnTo>
                    <a:pt x="6992" y="55497"/>
                  </a:lnTo>
                  <a:lnTo>
                    <a:pt x="6943" y="55398"/>
                  </a:lnTo>
                  <a:lnTo>
                    <a:pt x="6943" y="48752"/>
                  </a:lnTo>
                  <a:lnTo>
                    <a:pt x="6992" y="48653"/>
                  </a:lnTo>
                  <a:lnTo>
                    <a:pt x="7091" y="48603"/>
                  </a:lnTo>
                  <a:lnTo>
                    <a:pt x="11257" y="48603"/>
                  </a:lnTo>
                  <a:close/>
                  <a:moveTo>
                    <a:pt x="11356" y="58572"/>
                  </a:moveTo>
                  <a:lnTo>
                    <a:pt x="11406" y="58671"/>
                  </a:lnTo>
                  <a:lnTo>
                    <a:pt x="11406" y="65317"/>
                  </a:lnTo>
                  <a:lnTo>
                    <a:pt x="11356" y="65416"/>
                  </a:lnTo>
                  <a:lnTo>
                    <a:pt x="11257" y="65466"/>
                  </a:lnTo>
                  <a:lnTo>
                    <a:pt x="7091" y="65466"/>
                  </a:lnTo>
                  <a:lnTo>
                    <a:pt x="6992" y="65416"/>
                  </a:lnTo>
                  <a:lnTo>
                    <a:pt x="6943" y="65317"/>
                  </a:lnTo>
                  <a:lnTo>
                    <a:pt x="6943" y="58671"/>
                  </a:lnTo>
                  <a:lnTo>
                    <a:pt x="6992" y="58572"/>
                  </a:lnTo>
                  <a:lnTo>
                    <a:pt x="7091" y="58522"/>
                  </a:lnTo>
                  <a:lnTo>
                    <a:pt x="11257" y="58522"/>
                  </a:lnTo>
                  <a:close/>
                  <a:moveTo>
                    <a:pt x="11356" y="68491"/>
                  </a:moveTo>
                  <a:lnTo>
                    <a:pt x="11406" y="68590"/>
                  </a:lnTo>
                  <a:lnTo>
                    <a:pt x="11406" y="75236"/>
                  </a:lnTo>
                  <a:lnTo>
                    <a:pt x="11356" y="75335"/>
                  </a:lnTo>
                  <a:lnTo>
                    <a:pt x="11257" y="75385"/>
                  </a:lnTo>
                  <a:lnTo>
                    <a:pt x="7091" y="75385"/>
                  </a:lnTo>
                  <a:lnTo>
                    <a:pt x="6992" y="75335"/>
                  </a:lnTo>
                  <a:lnTo>
                    <a:pt x="6943" y="75236"/>
                  </a:lnTo>
                  <a:lnTo>
                    <a:pt x="6943" y="68590"/>
                  </a:lnTo>
                  <a:lnTo>
                    <a:pt x="6992" y="68491"/>
                  </a:lnTo>
                  <a:lnTo>
                    <a:pt x="7091" y="68441"/>
                  </a:lnTo>
                  <a:lnTo>
                    <a:pt x="11257" y="68441"/>
                  </a:lnTo>
                  <a:close/>
                  <a:moveTo>
                    <a:pt x="11356" y="78410"/>
                  </a:moveTo>
                  <a:lnTo>
                    <a:pt x="11406" y="78509"/>
                  </a:lnTo>
                  <a:lnTo>
                    <a:pt x="11406" y="85155"/>
                  </a:lnTo>
                  <a:lnTo>
                    <a:pt x="11356" y="85254"/>
                  </a:lnTo>
                  <a:lnTo>
                    <a:pt x="11257" y="85304"/>
                  </a:lnTo>
                  <a:lnTo>
                    <a:pt x="7091" y="85304"/>
                  </a:lnTo>
                  <a:lnTo>
                    <a:pt x="6992" y="85254"/>
                  </a:lnTo>
                  <a:lnTo>
                    <a:pt x="6943" y="85155"/>
                  </a:lnTo>
                  <a:lnTo>
                    <a:pt x="6943" y="78509"/>
                  </a:lnTo>
                  <a:lnTo>
                    <a:pt x="6992" y="78410"/>
                  </a:lnTo>
                  <a:lnTo>
                    <a:pt x="7091" y="78360"/>
                  </a:lnTo>
                  <a:lnTo>
                    <a:pt x="11257" y="78360"/>
                  </a:lnTo>
                  <a:close/>
                  <a:moveTo>
                    <a:pt x="11356" y="88329"/>
                  </a:moveTo>
                  <a:lnTo>
                    <a:pt x="11406" y="88428"/>
                  </a:lnTo>
                  <a:lnTo>
                    <a:pt x="11406" y="95074"/>
                  </a:lnTo>
                  <a:lnTo>
                    <a:pt x="11356" y="95173"/>
                  </a:lnTo>
                  <a:lnTo>
                    <a:pt x="11257" y="95223"/>
                  </a:lnTo>
                  <a:lnTo>
                    <a:pt x="7091" y="95223"/>
                  </a:lnTo>
                  <a:lnTo>
                    <a:pt x="6992" y="95173"/>
                  </a:lnTo>
                  <a:lnTo>
                    <a:pt x="6943" y="95074"/>
                  </a:lnTo>
                  <a:lnTo>
                    <a:pt x="6943" y="88428"/>
                  </a:lnTo>
                  <a:lnTo>
                    <a:pt x="6992" y="88329"/>
                  </a:lnTo>
                  <a:lnTo>
                    <a:pt x="7091" y="88280"/>
                  </a:lnTo>
                  <a:lnTo>
                    <a:pt x="11257" y="88280"/>
                  </a:lnTo>
                  <a:close/>
                  <a:moveTo>
                    <a:pt x="11356" y="98248"/>
                  </a:moveTo>
                  <a:lnTo>
                    <a:pt x="11406" y="98347"/>
                  </a:lnTo>
                  <a:lnTo>
                    <a:pt x="11406" y="104993"/>
                  </a:lnTo>
                  <a:lnTo>
                    <a:pt x="11356" y="105092"/>
                  </a:lnTo>
                  <a:lnTo>
                    <a:pt x="11257" y="105142"/>
                  </a:lnTo>
                  <a:lnTo>
                    <a:pt x="7091" y="105142"/>
                  </a:lnTo>
                  <a:lnTo>
                    <a:pt x="6992" y="105092"/>
                  </a:lnTo>
                  <a:lnTo>
                    <a:pt x="6943" y="104993"/>
                  </a:lnTo>
                  <a:lnTo>
                    <a:pt x="6943" y="98347"/>
                  </a:lnTo>
                  <a:lnTo>
                    <a:pt x="6992" y="98248"/>
                  </a:lnTo>
                  <a:lnTo>
                    <a:pt x="7091" y="98199"/>
                  </a:lnTo>
                  <a:lnTo>
                    <a:pt x="11257" y="98199"/>
                  </a:lnTo>
                  <a:close/>
                  <a:moveTo>
                    <a:pt x="11356" y="108167"/>
                  </a:moveTo>
                  <a:lnTo>
                    <a:pt x="11406" y="108266"/>
                  </a:lnTo>
                  <a:lnTo>
                    <a:pt x="11406" y="114912"/>
                  </a:lnTo>
                  <a:lnTo>
                    <a:pt x="11356" y="115011"/>
                  </a:lnTo>
                  <a:lnTo>
                    <a:pt x="11257" y="115061"/>
                  </a:lnTo>
                  <a:lnTo>
                    <a:pt x="7091" y="115061"/>
                  </a:lnTo>
                  <a:lnTo>
                    <a:pt x="6992" y="115011"/>
                  </a:lnTo>
                  <a:lnTo>
                    <a:pt x="6943" y="114912"/>
                  </a:lnTo>
                  <a:lnTo>
                    <a:pt x="6943" y="108266"/>
                  </a:lnTo>
                  <a:lnTo>
                    <a:pt x="6992" y="108167"/>
                  </a:lnTo>
                  <a:lnTo>
                    <a:pt x="7091" y="108118"/>
                  </a:lnTo>
                  <a:lnTo>
                    <a:pt x="11257" y="108118"/>
                  </a:lnTo>
                  <a:close/>
                  <a:moveTo>
                    <a:pt x="11356" y="118086"/>
                  </a:moveTo>
                  <a:lnTo>
                    <a:pt x="11406" y="118186"/>
                  </a:lnTo>
                  <a:lnTo>
                    <a:pt x="11406" y="124831"/>
                  </a:lnTo>
                  <a:lnTo>
                    <a:pt x="11356" y="124930"/>
                  </a:lnTo>
                  <a:lnTo>
                    <a:pt x="11257" y="124980"/>
                  </a:lnTo>
                  <a:lnTo>
                    <a:pt x="7091" y="124980"/>
                  </a:lnTo>
                  <a:lnTo>
                    <a:pt x="6992" y="124930"/>
                  </a:lnTo>
                  <a:lnTo>
                    <a:pt x="6943" y="124831"/>
                  </a:lnTo>
                  <a:lnTo>
                    <a:pt x="6943" y="118186"/>
                  </a:lnTo>
                  <a:lnTo>
                    <a:pt x="6992" y="118086"/>
                  </a:lnTo>
                  <a:lnTo>
                    <a:pt x="7091" y="118037"/>
                  </a:lnTo>
                  <a:lnTo>
                    <a:pt x="11257" y="118037"/>
                  </a:lnTo>
                  <a:close/>
                  <a:moveTo>
                    <a:pt x="11356" y="128005"/>
                  </a:moveTo>
                  <a:lnTo>
                    <a:pt x="11406" y="128105"/>
                  </a:lnTo>
                  <a:lnTo>
                    <a:pt x="11406" y="134750"/>
                  </a:lnTo>
                  <a:lnTo>
                    <a:pt x="11356" y="134850"/>
                  </a:lnTo>
                  <a:lnTo>
                    <a:pt x="11257" y="134899"/>
                  </a:lnTo>
                  <a:lnTo>
                    <a:pt x="7091" y="134899"/>
                  </a:lnTo>
                  <a:lnTo>
                    <a:pt x="6992" y="134850"/>
                  </a:lnTo>
                  <a:lnTo>
                    <a:pt x="6943" y="134750"/>
                  </a:lnTo>
                  <a:lnTo>
                    <a:pt x="6943" y="128105"/>
                  </a:lnTo>
                  <a:lnTo>
                    <a:pt x="6992" y="128005"/>
                  </a:lnTo>
                  <a:lnTo>
                    <a:pt x="7091" y="127956"/>
                  </a:lnTo>
                  <a:lnTo>
                    <a:pt x="11257" y="127956"/>
                  </a:lnTo>
                  <a:close/>
                  <a:moveTo>
                    <a:pt x="11356" y="137924"/>
                  </a:moveTo>
                  <a:lnTo>
                    <a:pt x="11406" y="138024"/>
                  </a:lnTo>
                  <a:lnTo>
                    <a:pt x="11406" y="144669"/>
                  </a:lnTo>
                  <a:lnTo>
                    <a:pt x="11356" y="144769"/>
                  </a:lnTo>
                  <a:lnTo>
                    <a:pt x="11257" y="144818"/>
                  </a:lnTo>
                  <a:lnTo>
                    <a:pt x="7091" y="144818"/>
                  </a:lnTo>
                  <a:lnTo>
                    <a:pt x="6992" y="144769"/>
                  </a:lnTo>
                  <a:lnTo>
                    <a:pt x="6943" y="144669"/>
                  </a:lnTo>
                  <a:lnTo>
                    <a:pt x="6943" y="138024"/>
                  </a:lnTo>
                  <a:lnTo>
                    <a:pt x="6992" y="137924"/>
                  </a:lnTo>
                  <a:lnTo>
                    <a:pt x="7091" y="137875"/>
                  </a:lnTo>
                  <a:lnTo>
                    <a:pt x="11257" y="137875"/>
                  </a:lnTo>
                  <a:close/>
                  <a:moveTo>
                    <a:pt x="11356" y="147844"/>
                  </a:moveTo>
                  <a:lnTo>
                    <a:pt x="11406" y="147943"/>
                  </a:lnTo>
                  <a:lnTo>
                    <a:pt x="11406" y="154589"/>
                  </a:lnTo>
                  <a:lnTo>
                    <a:pt x="11356" y="154688"/>
                  </a:lnTo>
                  <a:lnTo>
                    <a:pt x="11257" y="154737"/>
                  </a:lnTo>
                  <a:lnTo>
                    <a:pt x="7091" y="154737"/>
                  </a:lnTo>
                  <a:lnTo>
                    <a:pt x="6992" y="154688"/>
                  </a:lnTo>
                  <a:lnTo>
                    <a:pt x="6943" y="154589"/>
                  </a:lnTo>
                  <a:lnTo>
                    <a:pt x="6943" y="147943"/>
                  </a:lnTo>
                  <a:lnTo>
                    <a:pt x="6992" y="147844"/>
                  </a:lnTo>
                  <a:lnTo>
                    <a:pt x="7091" y="147794"/>
                  </a:lnTo>
                  <a:lnTo>
                    <a:pt x="11257" y="147794"/>
                  </a:lnTo>
                  <a:close/>
                  <a:moveTo>
                    <a:pt x="11356" y="157763"/>
                  </a:moveTo>
                  <a:lnTo>
                    <a:pt x="11406" y="157862"/>
                  </a:lnTo>
                  <a:lnTo>
                    <a:pt x="11406" y="164508"/>
                  </a:lnTo>
                  <a:lnTo>
                    <a:pt x="11356" y="164607"/>
                  </a:lnTo>
                  <a:lnTo>
                    <a:pt x="11257" y="164656"/>
                  </a:lnTo>
                  <a:lnTo>
                    <a:pt x="7091" y="164656"/>
                  </a:lnTo>
                  <a:lnTo>
                    <a:pt x="6992" y="164607"/>
                  </a:lnTo>
                  <a:lnTo>
                    <a:pt x="6943" y="164508"/>
                  </a:lnTo>
                  <a:lnTo>
                    <a:pt x="6943" y="157862"/>
                  </a:lnTo>
                  <a:lnTo>
                    <a:pt x="6992" y="157763"/>
                  </a:lnTo>
                  <a:lnTo>
                    <a:pt x="7091" y="157713"/>
                  </a:lnTo>
                  <a:lnTo>
                    <a:pt x="11257" y="157713"/>
                  </a:lnTo>
                  <a:close/>
                  <a:moveTo>
                    <a:pt x="11356" y="168351"/>
                  </a:moveTo>
                  <a:lnTo>
                    <a:pt x="11406" y="168450"/>
                  </a:lnTo>
                  <a:lnTo>
                    <a:pt x="11406" y="174427"/>
                  </a:lnTo>
                  <a:lnTo>
                    <a:pt x="11356" y="174526"/>
                  </a:lnTo>
                  <a:lnTo>
                    <a:pt x="11257" y="174575"/>
                  </a:lnTo>
                  <a:lnTo>
                    <a:pt x="7091" y="174575"/>
                  </a:lnTo>
                  <a:lnTo>
                    <a:pt x="6992" y="174526"/>
                  </a:lnTo>
                  <a:lnTo>
                    <a:pt x="6943" y="174427"/>
                  </a:lnTo>
                  <a:lnTo>
                    <a:pt x="6943" y="168450"/>
                  </a:lnTo>
                  <a:lnTo>
                    <a:pt x="6992" y="168351"/>
                  </a:lnTo>
                  <a:lnTo>
                    <a:pt x="7091" y="168302"/>
                  </a:lnTo>
                  <a:lnTo>
                    <a:pt x="11257" y="168302"/>
                  </a:lnTo>
                  <a:close/>
                  <a:moveTo>
                    <a:pt x="11356" y="167682"/>
                  </a:moveTo>
                  <a:lnTo>
                    <a:pt x="11406" y="167781"/>
                  </a:lnTo>
                  <a:lnTo>
                    <a:pt x="11406" y="168153"/>
                  </a:lnTo>
                  <a:lnTo>
                    <a:pt x="11356" y="168252"/>
                  </a:lnTo>
                  <a:lnTo>
                    <a:pt x="11257" y="168302"/>
                  </a:lnTo>
                  <a:lnTo>
                    <a:pt x="7091" y="168302"/>
                  </a:lnTo>
                  <a:lnTo>
                    <a:pt x="6992" y="168252"/>
                  </a:lnTo>
                  <a:lnTo>
                    <a:pt x="6943" y="168153"/>
                  </a:lnTo>
                  <a:lnTo>
                    <a:pt x="6943" y="167781"/>
                  </a:lnTo>
                  <a:lnTo>
                    <a:pt x="6992" y="167682"/>
                  </a:lnTo>
                  <a:lnTo>
                    <a:pt x="7091" y="167632"/>
                  </a:lnTo>
                  <a:lnTo>
                    <a:pt x="11257" y="167632"/>
                  </a:lnTo>
                  <a:close/>
                  <a:moveTo>
                    <a:pt x="11356" y="177601"/>
                  </a:moveTo>
                  <a:lnTo>
                    <a:pt x="11406" y="177700"/>
                  </a:lnTo>
                  <a:lnTo>
                    <a:pt x="11406" y="184346"/>
                  </a:lnTo>
                  <a:lnTo>
                    <a:pt x="11356" y="184445"/>
                  </a:lnTo>
                  <a:lnTo>
                    <a:pt x="11257" y="184495"/>
                  </a:lnTo>
                  <a:lnTo>
                    <a:pt x="7091" y="184495"/>
                  </a:lnTo>
                  <a:lnTo>
                    <a:pt x="6992" y="184445"/>
                  </a:lnTo>
                  <a:lnTo>
                    <a:pt x="6943" y="184346"/>
                  </a:lnTo>
                  <a:lnTo>
                    <a:pt x="6943" y="177700"/>
                  </a:lnTo>
                  <a:lnTo>
                    <a:pt x="6992" y="177601"/>
                  </a:lnTo>
                  <a:lnTo>
                    <a:pt x="7091" y="177551"/>
                  </a:lnTo>
                  <a:lnTo>
                    <a:pt x="11257" y="177551"/>
                  </a:lnTo>
                  <a:close/>
                  <a:moveTo>
                    <a:pt x="11356" y="187520"/>
                  </a:moveTo>
                  <a:lnTo>
                    <a:pt x="11406" y="187619"/>
                  </a:lnTo>
                  <a:lnTo>
                    <a:pt x="11406" y="194265"/>
                  </a:lnTo>
                  <a:lnTo>
                    <a:pt x="11356" y="194364"/>
                  </a:lnTo>
                  <a:lnTo>
                    <a:pt x="11257" y="194414"/>
                  </a:lnTo>
                  <a:lnTo>
                    <a:pt x="7091" y="194414"/>
                  </a:lnTo>
                  <a:lnTo>
                    <a:pt x="6992" y="194364"/>
                  </a:lnTo>
                  <a:lnTo>
                    <a:pt x="6943" y="194265"/>
                  </a:lnTo>
                  <a:lnTo>
                    <a:pt x="6943" y="187619"/>
                  </a:lnTo>
                  <a:lnTo>
                    <a:pt x="6992" y="187520"/>
                  </a:lnTo>
                  <a:lnTo>
                    <a:pt x="7091" y="187470"/>
                  </a:lnTo>
                  <a:lnTo>
                    <a:pt x="11257" y="187470"/>
                  </a:lnTo>
                  <a:close/>
                  <a:moveTo>
                    <a:pt x="11356" y="197439"/>
                  </a:moveTo>
                  <a:lnTo>
                    <a:pt x="11406" y="197538"/>
                  </a:lnTo>
                  <a:lnTo>
                    <a:pt x="11406" y="204184"/>
                  </a:lnTo>
                  <a:lnTo>
                    <a:pt x="11356" y="204283"/>
                  </a:lnTo>
                  <a:lnTo>
                    <a:pt x="11257" y="204333"/>
                  </a:lnTo>
                  <a:lnTo>
                    <a:pt x="7091" y="204333"/>
                  </a:lnTo>
                  <a:lnTo>
                    <a:pt x="6992" y="204283"/>
                  </a:lnTo>
                  <a:lnTo>
                    <a:pt x="6943" y="204184"/>
                  </a:lnTo>
                  <a:lnTo>
                    <a:pt x="6943" y="197538"/>
                  </a:lnTo>
                  <a:lnTo>
                    <a:pt x="6992" y="197439"/>
                  </a:lnTo>
                  <a:lnTo>
                    <a:pt x="7091" y="197389"/>
                  </a:lnTo>
                  <a:lnTo>
                    <a:pt x="11257" y="197389"/>
                  </a:lnTo>
                  <a:close/>
                  <a:moveTo>
                    <a:pt x="11356" y="207358"/>
                  </a:moveTo>
                  <a:lnTo>
                    <a:pt x="11406" y="207457"/>
                  </a:lnTo>
                  <a:lnTo>
                    <a:pt x="11406" y="214103"/>
                  </a:lnTo>
                  <a:lnTo>
                    <a:pt x="11356" y="214202"/>
                  </a:lnTo>
                  <a:lnTo>
                    <a:pt x="11257" y="214252"/>
                  </a:lnTo>
                  <a:lnTo>
                    <a:pt x="7091" y="214252"/>
                  </a:lnTo>
                  <a:lnTo>
                    <a:pt x="6992" y="214202"/>
                  </a:lnTo>
                  <a:lnTo>
                    <a:pt x="6943" y="214103"/>
                  </a:lnTo>
                  <a:lnTo>
                    <a:pt x="6943" y="207457"/>
                  </a:lnTo>
                  <a:lnTo>
                    <a:pt x="6992" y="207358"/>
                  </a:lnTo>
                  <a:lnTo>
                    <a:pt x="7091" y="207308"/>
                  </a:lnTo>
                  <a:lnTo>
                    <a:pt x="11257" y="207308"/>
                  </a:lnTo>
                  <a:close/>
                  <a:moveTo>
                    <a:pt x="11356" y="217277"/>
                  </a:moveTo>
                  <a:lnTo>
                    <a:pt x="11406" y="217376"/>
                  </a:lnTo>
                  <a:lnTo>
                    <a:pt x="11406" y="224022"/>
                  </a:lnTo>
                  <a:lnTo>
                    <a:pt x="11356" y="224121"/>
                  </a:lnTo>
                  <a:lnTo>
                    <a:pt x="11257" y="224171"/>
                  </a:lnTo>
                  <a:lnTo>
                    <a:pt x="7091" y="224171"/>
                  </a:lnTo>
                  <a:lnTo>
                    <a:pt x="6992" y="224121"/>
                  </a:lnTo>
                  <a:lnTo>
                    <a:pt x="6943" y="224022"/>
                  </a:lnTo>
                  <a:lnTo>
                    <a:pt x="6943" y="217376"/>
                  </a:lnTo>
                  <a:lnTo>
                    <a:pt x="6992" y="217277"/>
                  </a:lnTo>
                  <a:lnTo>
                    <a:pt x="7091" y="217227"/>
                  </a:lnTo>
                  <a:lnTo>
                    <a:pt x="11257" y="217227"/>
                  </a:lnTo>
                  <a:close/>
                  <a:moveTo>
                    <a:pt x="11356" y="227196"/>
                  </a:moveTo>
                  <a:lnTo>
                    <a:pt x="11406" y="227295"/>
                  </a:lnTo>
                  <a:lnTo>
                    <a:pt x="11406" y="233941"/>
                  </a:lnTo>
                  <a:lnTo>
                    <a:pt x="11356" y="234040"/>
                  </a:lnTo>
                  <a:lnTo>
                    <a:pt x="11257" y="234090"/>
                  </a:lnTo>
                  <a:lnTo>
                    <a:pt x="7091" y="234090"/>
                  </a:lnTo>
                  <a:lnTo>
                    <a:pt x="6992" y="234040"/>
                  </a:lnTo>
                  <a:lnTo>
                    <a:pt x="6943" y="233941"/>
                  </a:lnTo>
                  <a:lnTo>
                    <a:pt x="6943" y="227295"/>
                  </a:lnTo>
                  <a:lnTo>
                    <a:pt x="6992" y="227196"/>
                  </a:lnTo>
                  <a:lnTo>
                    <a:pt x="7091" y="227147"/>
                  </a:lnTo>
                  <a:lnTo>
                    <a:pt x="11257" y="227147"/>
                  </a:lnTo>
                  <a:close/>
                  <a:moveTo>
                    <a:pt x="11356" y="237115"/>
                  </a:moveTo>
                  <a:lnTo>
                    <a:pt x="11406" y="237214"/>
                  </a:lnTo>
                  <a:lnTo>
                    <a:pt x="11406" y="243860"/>
                  </a:lnTo>
                  <a:lnTo>
                    <a:pt x="11356" y="243959"/>
                  </a:lnTo>
                  <a:lnTo>
                    <a:pt x="11257" y="244009"/>
                  </a:lnTo>
                  <a:lnTo>
                    <a:pt x="7091" y="244009"/>
                  </a:lnTo>
                  <a:lnTo>
                    <a:pt x="6992" y="243959"/>
                  </a:lnTo>
                  <a:lnTo>
                    <a:pt x="6943" y="243860"/>
                  </a:lnTo>
                  <a:lnTo>
                    <a:pt x="6943" y="237214"/>
                  </a:lnTo>
                  <a:lnTo>
                    <a:pt x="6992" y="237115"/>
                  </a:lnTo>
                  <a:lnTo>
                    <a:pt x="7091" y="237066"/>
                  </a:lnTo>
                  <a:lnTo>
                    <a:pt x="11257" y="237066"/>
                  </a:lnTo>
                  <a:close/>
                  <a:moveTo>
                    <a:pt x="11356" y="247034"/>
                  </a:moveTo>
                  <a:lnTo>
                    <a:pt x="11406" y="247133"/>
                  </a:lnTo>
                  <a:lnTo>
                    <a:pt x="11406" y="253779"/>
                  </a:lnTo>
                  <a:lnTo>
                    <a:pt x="11356" y="253878"/>
                  </a:lnTo>
                  <a:lnTo>
                    <a:pt x="11257" y="253928"/>
                  </a:lnTo>
                  <a:lnTo>
                    <a:pt x="7091" y="253928"/>
                  </a:lnTo>
                  <a:lnTo>
                    <a:pt x="6992" y="253878"/>
                  </a:lnTo>
                  <a:lnTo>
                    <a:pt x="6943" y="253779"/>
                  </a:lnTo>
                  <a:lnTo>
                    <a:pt x="6943" y="247133"/>
                  </a:lnTo>
                  <a:lnTo>
                    <a:pt x="6992" y="247034"/>
                  </a:lnTo>
                  <a:lnTo>
                    <a:pt x="7091" y="246985"/>
                  </a:lnTo>
                  <a:lnTo>
                    <a:pt x="11257" y="246985"/>
                  </a:lnTo>
                  <a:close/>
                  <a:moveTo>
                    <a:pt x="11356" y="256953"/>
                  </a:moveTo>
                  <a:lnTo>
                    <a:pt x="11406" y="257053"/>
                  </a:lnTo>
                  <a:lnTo>
                    <a:pt x="11406" y="263698"/>
                  </a:lnTo>
                  <a:lnTo>
                    <a:pt x="11356" y="263798"/>
                  </a:lnTo>
                  <a:lnTo>
                    <a:pt x="11257" y="263847"/>
                  </a:lnTo>
                  <a:lnTo>
                    <a:pt x="7091" y="263847"/>
                  </a:lnTo>
                  <a:lnTo>
                    <a:pt x="6992" y="263798"/>
                  </a:lnTo>
                  <a:lnTo>
                    <a:pt x="6943" y="263698"/>
                  </a:lnTo>
                  <a:lnTo>
                    <a:pt x="6943" y="257053"/>
                  </a:lnTo>
                  <a:lnTo>
                    <a:pt x="6992" y="256953"/>
                  </a:lnTo>
                  <a:lnTo>
                    <a:pt x="7091" y="256904"/>
                  </a:lnTo>
                  <a:lnTo>
                    <a:pt x="11257" y="256904"/>
                  </a:lnTo>
                  <a:close/>
                  <a:moveTo>
                    <a:pt x="11356" y="266872"/>
                  </a:moveTo>
                  <a:lnTo>
                    <a:pt x="11406" y="266972"/>
                  </a:lnTo>
                  <a:lnTo>
                    <a:pt x="11406" y="273617"/>
                  </a:lnTo>
                  <a:lnTo>
                    <a:pt x="11356" y="273717"/>
                  </a:lnTo>
                  <a:lnTo>
                    <a:pt x="11257" y="273766"/>
                  </a:lnTo>
                  <a:lnTo>
                    <a:pt x="7091" y="273766"/>
                  </a:lnTo>
                  <a:lnTo>
                    <a:pt x="6992" y="273717"/>
                  </a:lnTo>
                  <a:lnTo>
                    <a:pt x="6943" y="273617"/>
                  </a:lnTo>
                  <a:lnTo>
                    <a:pt x="6943" y="266972"/>
                  </a:lnTo>
                  <a:lnTo>
                    <a:pt x="6992" y="266872"/>
                  </a:lnTo>
                  <a:lnTo>
                    <a:pt x="7091" y="266823"/>
                  </a:lnTo>
                  <a:lnTo>
                    <a:pt x="11257" y="266823"/>
                  </a:lnTo>
                  <a:close/>
                  <a:moveTo>
                    <a:pt x="11356" y="276792"/>
                  </a:moveTo>
                  <a:lnTo>
                    <a:pt x="11406" y="276891"/>
                  </a:lnTo>
                  <a:lnTo>
                    <a:pt x="11406" y="283536"/>
                  </a:lnTo>
                  <a:lnTo>
                    <a:pt x="11356" y="283636"/>
                  </a:lnTo>
                  <a:lnTo>
                    <a:pt x="11257" y="283685"/>
                  </a:lnTo>
                  <a:lnTo>
                    <a:pt x="7091" y="283685"/>
                  </a:lnTo>
                  <a:lnTo>
                    <a:pt x="6992" y="283636"/>
                  </a:lnTo>
                  <a:lnTo>
                    <a:pt x="6943" y="283536"/>
                  </a:lnTo>
                  <a:lnTo>
                    <a:pt x="6943" y="276891"/>
                  </a:lnTo>
                  <a:lnTo>
                    <a:pt x="6992" y="276792"/>
                  </a:lnTo>
                  <a:lnTo>
                    <a:pt x="7091" y="276742"/>
                  </a:lnTo>
                  <a:lnTo>
                    <a:pt x="11257" y="276742"/>
                  </a:lnTo>
                  <a:close/>
                  <a:moveTo>
                    <a:pt x="11356" y="286711"/>
                  </a:moveTo>
                  <a:lnTo>
                    <a:pt x="11406" y="286810"/>
                  </a:lnTo>
                  <a:lnTo>
                    <a:pt x="11406" y="293456"/>
                  </a:lnTo>
                  <a:lnTo>
                    <a:pt x="11356" y="293555"/>
                  </a:lnTo>
                  <a:lnTo>
                    <a:pt x="11257" y="293604"/>
                  </a:lnTo>
                  <a:lnTo>
                    <a:pt x="7091" y="293604"/>
                  </a:lnTo>
                  <a:lnTo>
                    <a:pt x="6992" y="293555"/>
                  </a:lnTo>
                  <a:lnTo>
                    <a:pt x="6943" y="293456"/>
                  </a:lnTo>
                  <a:lnTo>
                    <a:pt x="6943" y="286810"/>
                  </a:lnTo>
                  <a:lnTo>
                    <a:pt x="6992" y="286711"/>
                  </a:lnTo>
                  <a:lnTo>
                    <a:pt x="7091" y="286661"/>
                  </a:lnTo>
                  <a:lnTo>
                    <a:pt x="11257" y="286661"/>
                  </a:lnTo>
                  <a:close/>
                  <a:moveTo>
                    <a:pt x="11356" y="296630"/>
                  </a:moveTo>
                  <a:lnTo>
                    <a:pt x="11406" y="296729"/>
                  </a:lnTo>
                  <a:lnTo>
                    <a:pt x="11406" y="303375"/>
                  </a:lnTo>
                  <a:lnTo>
                    <a:pt x="11356" y="303474"/>
                  </a:lnTo>
                  <a:lnTo>
                    <a:pt x="11257" y="303523"/>
                  </a:lnTo>
                  <a:lnTo>
                    <a:pt x="7091" y="303523"/>
                  </a:lnTo>
                  <a:lnTo>
                    <a:pt x="6992" y="303474"/>
                  </a:lnTo>
                  <a:lnTo>
                    <a:pt x="6943" y="303375"/>
                  </a:lnTo>
                  <a:lnTo>
                    <a:pt x="6943" y="296729"/>
                  </a:lnTo>
                  <a:lnTo>
                    <a:pt x="6992" y="296630"/>
                  </a:lnTo>
                  <a:lnTo>
                    <a:pt x="7091" y="296580"/>
                  </a:lnTo>
                  <a:lnTo>
                    <a:pt x="11257" y="296580"/>
                  </a:lnTo>
                  <a:close/>
                  <a:moveTo>
                    <a:pt x="11356" y="306549"/>
                  </a:moveTo>
                  <a:lnTo>
                    <a:pt x="11406" y="306648"/>
                  </a:lnTo>
                  <a:lnTo>
                    <a:pt x="11406" y="313294"/>
                  </a:lnTo>
                  <a:lnTo>
                    <a:pt x="11356" y="313393"/>
                  </a:lnTo>
                  <a:lnTo>
                    <a:pt x="11257" y="313442"/>
                  </a:lnTo>
                  <a:lnTo>
                    <a:pt x="7091" y="313442"/>
                  </a:lnTo>
                  <a:lnTo>
                    <a:pt x="6992" y="313393"/>
                  </a:lnTo>
                  <a:lnTo>
                    <a:pt x="6943" y="313294"/>
                  </a:lnTo>
                  <a:lnTo>
                    <a:pt x="6943" y="306648"/>
                  </a:lnTo>
                  <a:lnTo>
                    <a:pt x="6992" y="306549"/>
                  </a:lnTo>
                  <a:lnTo>
                    <a:pt x="7091" y="306499"/>
                  </a:lnTo>
                  <a:lnTo>
                    <a:pt x="11257" y="306499"/>
                  </a:lnTo>
                  <a:close/>
                  <a:moveTo>
                    <a:pt x="11356" y="316468"/>
                  </a:moveTo>
                  <a:lnTo>
                    <a:pt x="11406" y="316567"/>
                  </a:lnTo>
                  <a:lnTo>
                    <a:pt x="11406" y="323213"/>
                  </a:lnTo>
                  <a:lnTo>
                    <a:pt x="11356" y="323312"/>
                  </a:lnTo>
                  <a:lnTo>
                    <a:pt x="11257" y="323362"/>
                  </a:lnTo>
                  <a:lnTo>
                    <a:pt x="7091" y="323362"/>
                  </a:lnTo>
                  <a:lnTo>
                    <a:pt x="6992" y="323312"/>
                  </a:lnTo>
                  <a:lnTo>
                    <a:pt x="6943" y="323213"/>
                  </a:lnTo>
                  <a:lnTo>
                    <a:pt x="6943" y="316567"/>
                  </a:lnTo>
                  <a:lnTo>
                    <a:pt x="6992" y="316468"/>
                  </a:lnTo>
                  <a:lnTo>
                    <a:pt x="7091" y="316418"/>
                  </a:lnTo>
                  <a:lnTo>
                    <a:pt x="11257" y="316418"/>
                  </a:lnTo>
                  <a:close/>
                  <a:moveTo>
                    <a:pt x="11356" y="326387"/>
                  </a:moveTo>
                  <a:lnTo>
                    <a:pt x="11406" y="326486"/>
                  </a:lnTo>
                  <a:lnTo>
                    <a:pt x="11406" y="333132"/>
                  </a:lnTo>
                  <a:lnTo>
                    <a:pt x="11356" y="333231"/>
                  </a:lnTo>
                  <a:lnTo>
                    <a:pt x="11257" y="333281"/>
                  </a:lnTo>
                  <a:lnTo>
                    <a:pt x="7091" y="333281"/>
                  </a:lnTo>
                  <a:lnTo>
                    <a:pt x="6992" y="333231"/>
                  </a:lnTo>
                  <a:lnTo>
                    <a:pt x="6943" y="333132"/>
                  </a:lnTo>
                  <a:lnTo>
                    <a:pt x="6943" y="326486"/>
                  </a:lnTo>
                  <a:lnTo>
                    <a:pt x="6992" y="326387"/>
                  </a:lnTo>
                  <a:lnTo>
                    <a:pt x="7091" y="326337"/>
                  </a:lnTo>
                  <a:lnTo>
                    <a:pt x="11257" y="326337"/>
                  </a:lnTo>
                  <a:close/>
                  <a:moveTo>
                    <a:pt x="11356" y="336306"/>
                  </a:moveTo>
                  <a:lnTo>
                    <a:pt x="11406" y="336405"/>
                  </a:lnTo>
                  <a:lnTo>
                    <a:pt x="11406" y="343051"/>
                  </a:lnTo>
                  <a:lnTo>
                    <a:pt x="11356" y="343150"/>
                  </a:lnTo>
                  <a:lnTo>
                    <a:pt x="11257" y="343200"/>
                  </a:lnTo>
                  <a:lnTo>
                    <a:pt x="7091" y="343200"/>
                  </a:lnTo>
                  <a:lnTo>
                    <a:pt x="6992" y="343150"/>
                  </a:lnTo>
                  <a:lnTo>
                    <a:pt x="6943" y="343051"/>
                  </a:lnTo>
                  <a:lnTo>
                    <a:pt x="6943" y="336405"/>
                  </a:lnTo>
                  <a:lnTo>
                    <a:pt x="6992" y="336306"/>
                  </a:lnTo>
                  <a:lnTo>
                    <a:pt x="7091" y="336256"/>
                  </a:lnTo>
                  <a:lnTo>
                    <a:pt x="11257" y="336256"/>
                  </a:lnTo>
                  <a:close/>
                  <a:moveTo>
                    <a:pt x="11356" y="346225"/>
                  </a:moveTo>
                  <a:lnTo>
                    <a:pt x="11406" y="346324"/>
                  </a:lnTo>
                  <a:lnTo>
                    <a:pt x="11406" y="352970"/>
                  </a:lnTo>
                  <a:lnTo>
                    <a:pt x="11356" y="353069"/>
                  </a:lnTo>
                  <a:lnTo>
                    <a:pt x="11257" y="353119"/>
                  </a:lnTo>
                  <a:lnTo>
                    <a:pt x="7091" y="353119"/>
                  </a:lnTo>
                  <a:lnTo>
                    <a:pt x="6992" y="353069"/>
                  </a:lnTo>
                  <a:lnTo>
                    <a:pt x="6943" y="352970"/>
                  </a:lnTo>
                  <a:lnTo>
                    <a:pt x="6943" y="346324"/>
                  </a:lnTo>
                  <a:lnTo>
                    <a:pt x="6992" y="346225"/>
                  </a:lnTo>
                  <a:lnTo>
                    <a:pt x="7091" y="346175"/>
                  </a:lnTo>
                  <a:lnTo>
                    <a:pt x="11257" y="346175"/>
                  </a:lnTo>
                  <a:close/>
                  <a:moveTo>
                    <a:pt x="11356" y="356144"/>
                  </a:moveTo>
                  <a:lnTo>
                    <a:pt x="11406" y="356243"/>
                  </a:lnTo>
                  <a:lnTo>
                    <a:pt x="11406" y="362889"/>
                  </a:lnTo>
                  <a:lnTo>
                    <a:pt x="11356" y="362988"/>
                  </a:lnTo>
                  <a:lnTo>
                    <a:pt x="11257" y="363038"/>
                  </a:lnTo>
                  <a:lnTo>
                    <a:pt x="7091" y="363038"/>
                  </a:lnTo>
                  <a:lnTo>
                    <a:pt x="6992" y="362988"/>
                  </a:lnTo>
                  <a:lnTo>
                    <a:pt x="6943" y="362889"/>
                  </a:lnTo>
                  <a:lnTo>
                    <a:pt x="6943" y="356243"/>
                  </a:lnTo>
                  <a:lnTo>
                    <a:pt x="6992" y="356144"/>
                  </a:lnTo>
                  <a:lnTo>
                    <a:pt x="7091" y="356095"/>
                  </a:lnTo>
                  <a:lnTo>
                    <a:pt x="11257" y="356095"/>
                  </a:lnTo>
                  <a:close/>
                  <a:moveTo>
                    <a:pt x="11356" y="366063"/>
                  </a:moveTo>
                  <a:lnTo>
                    <a:pt x="11406" y="366162"/>
                  </a:lnTo>
                  <a:lnTo>
                    <a:pt x="11406" y="372808"/>
                  </a:lnTo>
                  <a:lnTo>
                    <a:pt x="11356" y="372907"/>
                  </a:lnTo>
                  <a:lnTo>
                    <a:pt x="11257" y="372957"/>
                  </a:lnTo>
                  <a:lnTo>
                    <a:pt x="7091" y="372957"/>
                  </a:lnTo>
                  <a:lnTo>
                    <a:pt x="6992" y="372907"/>
                  </a:lnTo>
                  <a:lnTo>
                    <a:pt x="6943" y="372808"/>
                  </a:lnTo>
                  <a:lnTo>
                    <a:pt x="6943" y="366162"/>
                  </a:lnTo>
                  <a:lnTo>
                    <a:pt x="6992" y="366063"/>
                  </a:lnTo>
                  <a:lnTo>
                    <a:pt x="7091" y="366014"/>
                  </a:lnTo>
                  <a:lnTo>
                    <a:pt x="11257" y="366014"/>
                  </a:lnTo>
                  <a:close/>
                  <a:moveTo>
                    <a:pt x="11356" y="375982"/>
                  </a:moveTo>
                  <a:lnTo>
                    <a:pt x="11406" y="376081"/>
                  </a:lnTo>
                  <a:lnTo>
                    <a:pt x="11406" y="382727"/>
                  </a:lnTo>
                  <a:lnTo>
                    <a:pt x="11356" y="382826"/>
                  </a:lnTo>
                  <a:lnTo>
                    <a:pt x="11257" y="382876"/>
                  </a:lnTo>
                  <a:lnTo>
                    <a:pt x="7091" y="382876"/>
                  </a:lnTo>
                  <a:lnTo>
                    <a:pt x="6992" y="382826"/>
                  </a:lnTo>
                  <a:lnTo>
                    <a:pt x="6943" y="382727"/>
                  </a:lnTo>
                  <a:lnTo>
                    <a:pt x="6943" y="376081"/>
                  </a:lnTo>
                  <a:lnTo>
                    <a:pt x="6992" y="375982"/>
                  </a:lnTo>
                  <a:lnTo>
                    <a:pt x="7091" y="375933"/>
                  </a:lnTo>
                  <a:lnTo>
                    <a:pt x="11257" y="375933"/>
                  </a:lnTo>
                  <a:close/>
                  <a:moveTo>
                    <a:pt x="11356" y="385901"/>
                  </a:moveTo>
                  <a:lnTo>
                    <a:pt x="11406" y="386001"/>
                  </a:lnTo>
                  <a:lnTo>
                    <a:pt x="11406" y="392646"/>
                  </a:lnTo>
                  <a:lnTo>
                    <a:pt x="11356" y="392745"/>
                  </a:lnTo>
                  <a:lnTo>
                    <a:pt x="11257" y="392795"/>
                  </a:lnTo>
                  <a:lnTo>
                    <a:pt x="7091" y="392795"/>
                  </a:lnTo>
                  <a:lnTo>
                    <a:pt x="6992" y="392745"/>
                  </a:lnTo>
                  <a:lnTo>
                    <a:pt x="6943" y="392646"/>
                  </a:lnTo>
                  <a:lnTo>
                    <a:pt x="6943" y="386001"/>
                  </a:lnTo>
                  <a:lnTo>
                    <a:pt x="6992" y="385901"/>
                  </a:lnTo>
                  <a:lnTo>
                    <a:pt x="7091" y="385852"/>
                  </a:lnTo>
                  <a:lnTo>
                    <a:pt x="11257" y="385852"/>
                  </a:lnTo>
                  <a:close/>
                  <a:moveTo>
                    <a:pt x="11356" y="395820"/>
                  </a:moveTo>
                  <a:lnTo>
                    <a:pt x="11406" y="395920"/>
                  </a:lnTo>
                  <a:lnTo>
                    <a:pt x="11406" y="402565"/>
                  </a:lnTo>
                  <a:lnTo>
                    <a:pt x="11356" y="402665"/>
                  </a:lnTo>
                  <a:lnTo>
                    <a:pt x="11257" y="402714"/>
                  </a:lnTo>
                  <a:lnTo>
                    <a:pt x="7091" y="402714"/>
                  </a:lnTo>
                  <a:lnTo>
                    <a:pt x="6992" y="402665"/>
                  </a:lnTo>
                  <a:lnTo>
                    <a:pt x="6943" y="402565"/>
                  </a:lnTo>
                  <a:lnTo>
                    <a:pt x="6943" y="395920"/>
                  </a:lnTo>
                  <a:lnTo>
                    <a:pt x="6992" y="395820"/>
                  </a:lnTo>
                  <a:lnTo>
                    <a:pt x="7091" y="395771"/>
                  </a:lnTo>
                  <a:lnTo>
                    <a:pt x="11257" y="395771"/>
                  </a:lnTo>
                  <a:close/>
                  <a:moveTo>
                    <a:pt x="11356" y="405739"/>
                  </a:moveTo>
                  <a:lnTo>
                    <a:pt x="11406" y="405839"/>
                  </a:lnTo>
                  <a:lnTo>
                    <a:pt x="11406" y="412484"/>
                  </a:lnTo>
                  <a:lnTo>
                    <a:pt x="11356" y="412584"/>
                  </a:lnTo>
                  <a:lnTo>
                    <a:pt x="11257" y="412633"/>
                  </a:lnTo>
                  <a:lnTo>
                    <a:pt x="7091" y="412633"/>
                  </a:lnTo>
                  <a:lnTo>
                    <a:pt x="6992" y="412584"/>
                  </a:lnTo>
                  <a:lnTo>
                    <a:pt x="6943" y="412484"/>
                  </a:lnTo>
                  <a:lnTo>
                    <a:pt x="6943" y="405839"/>
                  </a:lnTo>
                  <a:lnTo>
                    <a:pt x="6992" y="405739"/>
                  </a:lnTo>
                  <a:lnTo>
                    <a:pt x="7091" y="405690"/>
                  </a:lnTo>
                  <a:lnTo>
                    <a:pt x="11257" y="405690"/>
                  </a:lnTo>
                  <a:close/>
                  <a:moveTo>
                    <a:pt x="11356" y="415659"/>
                  </a:moveTo>
                  <a:lnTo>
                    <a:pt x="11406" y="415758"/>
                  </a:lnTo>
                  <a:lnTo>
                    <a:pt x="11406" y="422404"/>
                  </a:lnTo>
                  <a:lnTo>
                    <a:pt x="11356" y="422503"/>
                  </a:lnTo>
                  <a:lnTo>
                    <a:pt x="11257" y="422552"/>
                  </a:lnTo>
                  <a:lnTo>
                    <a:pt x="7091" y="422552"/>
                  </a:lnTo>
                  <a:lnTo>
                    <a:pt x="6992" y="422503"/>
                  </a:lnTo>
                  <a:lnTo>
                    <a:pt x="6943" y="422404"/>
                  </a:lnTo>
                  <a:lnTo>
                    <a:pt x="6943" y="415758"/>
                  </a:lnTo>
                  <a:lnTo>
                    <a:pt x="6992" y="415659"/>
                  </a:lnTo>
                  <a:lnTo>
                    <a:pt x="7091" y="415609"/>
                  </a:lnTo>
                  <a:lnTo>
                    <a:pt x="11257" y="415609"/>
                  </a:lnTo>
                  <a:close/>
                  <a:moveTo>
                    <a:pt x="11356" y="425578"/>
                  </a:moveTo>
                  <a:lnTo>
                    <a:pt x="11406" y="425677"/>
                  </a:lnTo>
                  <a:lnTo>
                    <a:pt x="11406" y="432323"/>
                  </a:lnTo>
                  <a:lnTo>
                    <a:pt x="11356" y="432422"/>
                  </a:lnTo>
                  <a:lnTo>
                    <a:pt x="11257" y="432471"/>
                  </a:lnTo>
                  <a:lnTo>
                    <a:pt x="7091" y="432471"/>
                  </a:lnTo>
                  <a:lnTo>
                    <a:pt x="6992" y="432422"/>
                  </a:lnTo>
                  <a:lnTo>
                    <a:pt x="6943" y="432323"/>
                  </a:lnTo>
                  <a:lnTo>
                    <a:pt x="6943" y="425677"/>
                  </a:lnTo>
                  <a:lnTo>
                    <a:pt x="6992" y="425578"/>
                  </a:lnTo>
                  <a:lnTo>
                    <a:pt x="7091" y="425528"/>
                  </a:lnTo>
                  <a:lnTo>
                    <a:pt x="11257" y="425528"/>
                  </a:lnTo>
                  <a:close/>
                  <a:moveTo>
                    <a:pt x="11356" y="435497"/>
                  </a:moveTo>
                  <a:lnTo>
                    <a:pt x="11406" y="435596"/>
                  </a:lnTo>
                  <a:lnTo>
                    <a:pt x="11406" y="442242"/>
                  </a:lnTo>
                  <a:lnTo>
                    <a:pt x="11356" y="442341"/>
                  </a:lnTo>
                  <a:lnTo>
                    <a:pt x="11257" y="442390"/>
                  </a:lnTo>
                  <a:lnTo>
                    <a:pt x="7091" y="442390"/>
                  </a:lnTo>
                  <a:lnTo>
                    <a:pt x="6992" y="442341"/>
                  </a:lnTo>
                  <a:lnTo>
                    <a:pt x="6943" y="442242"/>
                  </a:lnTo>
                  <a:lnTo>
                    <a:pt x="6943" y="435596"/>
                  </a:lnTo>
                  <a:lnTo>
                    <a:pt x="6992" y="435497"/>
                  </a:lnTo>
                  <a:lnTo>
                    <a:pt x="7091" y="435447"/>
                  </a:lnTo>
                  <a:lnTo>
                    <a:pt x="11257" y="435447"/>
                  </a:lnTo>
                  <a:close/>
                  <a:moveTo>
                    <a:pt x="11356" y="445416"/>
                  </a:moveTo>
                  <a:lnTo>
                    <a:pt x="11406" y="445515"/>
                  </a:lnTo>
                  <a:lnTo>
                    <a:pt x="11406" y="452161"/>
                  </a:lnTo>
                  <a:lnTo>
                    <a:pt x="11356" y="452260"/>
                  </a:lnTo>
                  <a:lnTo>
                    <a:pt x="11257" y="452310"/>
                  </a:lnTo>
                  <a:lnTo>
                    <a:pt x="7091" y="452310"/>
                  </a:lnTo>
                  <a:lnTo>
                    <a:pt x="6992" y="452260"/>
                  </a:lnTo>
                  <a:lnTo>
                    <a:pt x="6943" y="452161"/>
                  </a:lnTo>
                  <a:lnTo>
                    <a:pt x="6943" y="445515"/>
                  </a:lnTo>
                  <a:lnTo>
                    <a:pt x="6992" y="445416"/>
                  </a:lnTo>
                  <a:lnTo>
                    <a:pt x="7091" y="445366"/>
                  </a:lnTo>
                  <a:lnTo>
                    <a:pt x="11257" y="445366"/>
                  </a:lnTo>
                  <a:close/>
                  <a:moveTo>
                    <a:pt x="11356" y="455335"/>
                  </a:moveTo>
                  <a:lnTo>
                    <a:pt x="11406" y="455434"/>
                  </a:lnTo>
                  <a:lnTo>
                    <a:pt x="11406" y="462080"/>
                  </a:lnTo>
                  <a:lnTo>
                    <a:pt x="11356" y="462179"/>
                  </a:lnTo>
                  <a:lnTo>
                    <a:pt x="11257" y="462229"/>
                  </a:lnTo>
                  <a:lnTo>
                    <a:pt x="7091" y="462229"/>
                  </a:lnTo>
                  <a:lnTo>
                    <a:pt x="6992" y="462179"/>
                  </a:lnTo>
                  <a:lnTo>
                    <a:pt x="6943" y="462080"/>
                  </a:lnTo>
                  <a:lnTo>
                    <a:pt x="6943" y="455434"/>
                  </a:lnTo>
                  <a:lnTo>
                    <a:pt x="6992" y="455335"/>
                  </a:lnTo>
                  <a:lnTo>
                    <a:pt x="7091" y="455285"/>
                  </a:lnTo>
                  <a:lnTo>
                    <a:pt x="11257" y="455285"/>
                  </a:lnTo>
                  <a:close/>
                  <a:moveTo>
                    <a:pt x="11356" y="465254"/>
                  </a:moveTo>
                  <a:lnTo>
                    <a:pt x="11406" y="465353"/>
                  </a:lnTo>
                  <a:lnTo>
                    <a:pt x="11406" y="471999"/>
                  </a:lnTo>
                  <a:lnTo>
                    <a:pt x="11356" y="472098"/>
                  </a:lnTo>
                  <a:lnTo>
                    <a:pt x="11257" y="472148"/>
                  </a:lnTo>
                  <a:lnTo>
                    <a:pt x="7091" y="472148"/>
                  </a:lnTo>
                  <a:lnTo>
                    <a:pt x="6992" y="472098"/>
                  </a:lnTo>
                  <a:lnTo>
                    <a:pt x="6943" y="471999"/>
                  </a:lnTo>
                  <a:lnTo>
                    <a:pt x="6943" y="465353"/>
                  </a:lnTo>
                  <a:lnTo>
                    <a:pt x="6992" y="465254"/>
                  </a:lnTo>
                  <a:lnTo>
                    <a:pt x="7091" y="465204"/>
                  </a:lnTo>
                  <a:lnTo>
                    <a:pt x="11257" y="465204"/>
                  </a:lnTo>
                  <a:close/>
                  <a:moveTo>
                    <a:pt x="11356" y="475173"/>
                  </a:moveTo>
                  <a:lnTo>
                    <a:pt x="11406" y="475272"/>
                  </a:lnTo>
                  <a:lnTo>
                    <a:pt x="11406" y="481918"/>
                  </a:lnTo>
                  <a:lnTo>
                    <a:pt x="11356" y="482017"/>
                  </a:lnTo>
                  <a:lnTo>
                    <a:pt x="11257" y="482067"/>
                  </a:lnTo>
                  <a:lnTo>
                    <a:pt x="7091" y="482067"/>
                  </a:lnTo>
                  <a:lnTo>
                    <a:pt x="6992" y="482017"/>
                  </a:lnTo>
                  <a:lnTo>
                    <a:pt x="6943" y="481918"/>
                  </a:lnTo>
                  <a:lnTo>
                    <a:pt x="6943" y="475272"/>
                  </a:lnTo>
                  <a:lnTo>
                    <a:pt x="6992" y="475173"/>
                  </a:lnTo>
                  <a:lnTo>
                    <a:pt x="7091" y="475123"/>
                  </a:lnTo>
                  <a:lnTo>
                    <a:pt x="11257" y="475123"/>
                  </a:lnTo>
                  <a:close/>
                  <a:moveTo>
                    <a:pt x="11356" y="485092"/>
                  </a:moveTo>
                  <a:lnTo>
                    <a:pt x="11406" y="485191"/>
                  </a:lnTo>
                  <a:lnTo>
                    <a:pt x="11406" y="491837"/>
                  </a:lnTo>
                  <a:lnTo>
                    <a:pt x="11356" y="491936"/>
                  </a:lnTo>
                  <a:lnTo>
                    <a:pt x="11257" y="491986"/>
                  </a:lnTo>
                  <a:lnTo>
                    <a:pt x="7091" y="491986"/>
                  </a:lnTo>
                  <a:lnTo>
                    <a:pt x="6992" y="491936"/>
                  </a:lnTo>
                  <a:lnTo>
                    <a:pt x="6943" y="491837"/>
                  </a:lnTo>
                  <a:lnTo>
                    <a:pt x="6943" y="485191"/>
                  </a:lnTo>
                  <a:lnTo>
                    <a:pt x="6992" y="485092"/>
                  </a:lnTo>
                  <a:lnTo>
                    <a:pt x="7091" y="485042"/>
                  </a:lnTo>
                  <a:lnTo>
                    <a:pt x="11257" y="485042"/>
                  </a:lnTo>
                  <a:close/>
                  <a:moveTo>
                    <a:pt x="11356" y="495011"/>
                  </a:moveTo>
                  <a:lnTo>
                    <a:pt x="11406" y="495110"/>
                  </a:lnTo>
                  <a:lnTo>
                    <a:pt x="11406" y="501756"/>
                  </a:lnTo>
                  <a:lnTo>
                    <a:pt x="11356" y="501855"/>
                  </a:lnTo>
                  <a:lnTo>
                    <a:pt x="11257" y="501905"/>
                  </a:lnTo>
                  <a:lnTo>
                    <a:pt x="7091" y="501905"/>
                  </a:lnTo>
                  <a:lnTo>
                    <a:pt x="6992" y="501855"/>
                  </a:lnTo>
                  <a:lnTo>
                    <a:pt x="6943" y="501756"/>
                  </a:lnTo>
                  <a:lnTo>
                    <a:pt x="6943" y="495110"/>
                  </a:lnTo>
                  <a:lnTo>
                    <a:pt x="6992" y="495011"/>
                  </a:lnTo>
                  <a:lnTo>
                    <a:pt x="7091" y="494962"/>
                  </a:lnTo>
                  <a:lnTo>
                    <a:pt x="11257" y="494962"/>
                  </a:lnTo>
                  <a:close/>
                  <a:moveTo>
                    <a:pt x="11356" y="504930"/>
                  </a:moveTo>
                  <a:lnTo>
                    <a:pt x="11406" y="505029"/>
                  </a:lnTo>
                  <a:lnTo>
                    <a:pt x="11406" y="511675"/>
                  </a:lnTo>
                  <a:lnTo>
                    <a:pt x="11356" y="511774"/>
                  </a:lnTo>
                  <a:lnTo>
                    <a:pt x="11257" y="511824"/>
                  </a:lnTo>
                  <a:lnTo>
                    <a:pt x="7091" y="511824"/>
                  </a:lnTo>
                  <a:lnTo>
                    <a:pt x="6992" y="511774"/>
                  </a:lnTo>
                  <a:lnTo>
                    <a:pt x="6943" y="511675"/>
                  </a:lnTo>
                  <a:lnTo>
                    <a:pt x="6943" y="505029"/>
                  </a:lnTo>
                  <a:lnTo>
                    <a:pt x="6992" y="504930"/>
                  </a:lnTo>
                  <a:lnTo>
                    <a:pt x="7091" y="504881"/>
                  </a:lnTo>
                  <a:lnTo>
                    <a:pt x="11257" y="504881"/>
                  </a:lnTo>
                  <a:close/>
                  <a:moveTo>
                    <a:pt x="11356" y="514849"/>
                  </a:moveTo>
                  <a:lnTo>
                    <a:pt x="11406" y="514948"/>
                  </a:lnTo>
                  <a:lnTo>
                    <a:pt x="11406" y="521594"/>
                  </a:lnTo>
                  <a:lnTo>
                    <a:pt x="11356" y="521693"/>
                  </a:lnTo>
                  <a:lnTo>
                    <a:pt x="11257" y="521743"/>
                  </a:lnTo>
                  <a:lnTo>
                    <a:pt x="7091" y="521743"/>
                  </a:lnTo>
                  <a:lnTo>
                    <a:pt x="6992" y="521693"/>
                  </a:lnTo>
                  <a:lnTo>
                    <a:pt x="6943" y="521594"/>
                  </a:lnTo>
                  <a:lnTo>
                    <a:pt x="6943" y="514948"/>
                  </a:lnTo>
                  <a:lnTo>
                    <a:pt x="6992" y="514849"/>
                  </a:lnTo>
                  <a:lnTo>
                    <a:pt x="7091" y="514800"/>
                  </a:lnTo>
                  <a:lnTo>
                    <a:pt x="11257" y="514800"/>
                  </a:lnTo>
                  <a:close/>
                  <a:moveTo>
                    <a:pt x="11356" y="524768"/>
                  </a:moveTo>
                  <a:lnTo>
                    <a:pt x="11406" y="524868"/>
                  </a:lnTo>
                  <a:lnTo>
                    <a:pt x="11406" y="531513"/>
                  </a:lnTo>
                  <a:lnTo>
                    <a:pt x="11356" y="531613"/>
                  </a:lnTo>
                  <a:lnTo>
                    <a:pt x="11257" y="531662"/>
                  </a:lnTo>
                  <a:lnTo>
                    <a:pt x="7091" y="531662"/>
                  </a:lnTo>
                  <a:lnTo>
                    <a:pt x="6992" y="531613"/>
                  </a:lnTo>
                  <a:lnTo>
                    <a:pt x="6943" y="531513"/>
                  </a:lnTo>
                  <a:lnTo>
                    <a:pt x="6943" y="524868"/>
                  </a:lnTo>
                  <a:lnTo>
                    <a:pt x="6992" y="524768"/>
                  </a:lnTo>
                  <a:lnTo>
                    <a:pt x="7091" y="524719"/>
                  </a:lnTo>
                  <a:lnTo>
                    <a:pt x="11257" y="524719"/>
                  </a:lnTo>
                  <a:close/>
                  <a:moveTo>
                    <a:pt x="11356" y="534687"/>
                  </a:moveTo>
                  <a:lnTo>
                    <a:pt x="11406" y="534787"/>
                  </a:lnTo>
                  <a:lnTo>
                    <a:pt x="11406" y="541432"/>
                  </a:lnTo>
                  <a:lnTo>
                    <a:pt x="11356" y="541532"/>
                  </a:lnTo>
                  <a:lnTo>
                    <a:pt x="11257" y="541581"/>
                  </a:lnTo>
                  <a:lnTo>
                    <a:pt x="7091" y="541581"/>
                  </a:lnTo>
                  <a:lnTo>
                    <a:pt x="6992" y="541532"/>
                  </a:lnTo>
                  <a:lnTo>
                    <a:pt x="6943" y="541432"/>
                  </a:lnTo>
                  <a:lnTo>
                    <a:pt x="6943" y="534787"/>
                  </a:lnTo>
                  <a:lnTo>
                    <a:pt x="6992" y="534687"/>
                  </a:lnTo>
                  <a:lnTo>
                    <a:pt x="7091" y="534638"/>
                  </a:lnTo>
                  <a:lnTo>
                    <a:pt x="11257" y="534638"/>
                  </a:lnTo>
                  <a:close/>
                  <a:moveTo>
                    <a:pt x="11356" y="544607"/>
                  </a:moveTo>
                  <a:lnTo>
                    <a:pt x="11406" y="544706"/>
                  </a:lnTo>
                  <a:lnTo>
                    <a:pt x="11406" y="551351"/>
                  </a:lnTo>
                  <a:lnTo>
                    <a:pt x="11356" y="551451"/>
                  </a:lnTo>
                  <a:lnTo>
                    <a:pt x="11257" y="551500"/>
                  </a:lnTo>
                  <a:lnTo>
                    <a:pt x="7091" y="551500"/>
                  </a:lnTo>
                  <a:lnTo>
                    <a:pt x="6992" y="551451"/>
                  </a:lnTo>
                  <a:lnTo>
                    <a:pt x="6943" y="551351"/>
                  </a:lnTo>
                  <a:lnTo>
                    <a:pt x="6943" y="544706"/>
                  </a:lnTo>
                  <a:lnTo>
                    <a:pt x="6992" y="544607"/>
                  </a:lnTo>
                  <a:lnTo>
                    <a:pt x="7091" y="544557"/>
                  </a:lnTo>
                  <a:lnTo>
                    <a:pt x="11257" y="544557"/>
                  </a:lnTo>
                  <a:close/>
                  <a:moveTo>
                    <a:pt x="11356" y="554526"/>
                  </a:moveTo>
                  <a:lnTo>
                    <a:pt x="11406" y="554625"/>
                  </a:lnTo>
                  <a:lnTo>
                    <a:pt x="11406" y="561271"/>
                  </a:lnTo>
                  <a:lnTo>
                    <a:pt x="11356" y="561370"/>
                  </a:lnTo>
                  <a:lnTo>
                    <a:pt x="11257" y="561419"/>
                  </a:lnTo>
                  <a:lnTo>
                    <a:pt x="7091" y="561419"/>
                  </a:lnTo>
                  <a:lnTo>
                    <a:pt x="6992" y="561370"/>
                  </a:lnTo>
                  <a:lnTo>
                    <a:pt x="6943" y="561271"/>
                  </a:lnTo>
                  <a:lnTo>
                    <a:pt x="6943" y="554625"/>
                  </a:lnTo>
                  <a:lnTo>
                    <a:pt x="6992" y="554526"/>
                  </a:lnTo>
                  <a:lnTo>
                    <a:pt x="7091" y="554476"/>
                  </a:lnTo>
                  <a:lnTo>
                    <a:pt x="11257" y="554476"/>
                  </a:lnTo>
                  <a:close/>
                  <a:moveTo>
                    <a:pt x="11356" y="564445"/>
                  </a:moveTo>
                  <a:lnTo>
                    <a:pt x="11406" y="564544"/>
                  </a:lnTo>
                  <a:lnTo>
                    <a:pt x="11406" y="571190"/>
                  </a:lnTo>
                  <a:lnTo>
                    <a:pt x="11356" y="571289"/>
                  </a:lnTo>
                  <a:lnTo>
                    <a:pt x="11257" y="571338"/>
                  </a:lnTo>
                  <a:lnTo>
                    <a:pt x="7091" y="571338"/>
                  </a:lnTo>
                  <a:lnTo>
                    <a:pt x="6992" y="571289"/>
                  </a:lnTo>
                  <a:lnTo>
                    <a:pt x="6943" y="571190"/>
                  </a:lnTo>
                  <a:lnTo>
                    <a:pt x="6943" y="564544"/>
                  </a:lnTo>
                  <a:lnTo>
                    <a:pt x="6992" y="564445"/>
                  </a:lnTo>
                  <a:lnTo>
                    <a:pt x="7091" y="564395"/>
                  </a:lnTo>
                  <a:lnTo>
                    <a:pt x="11257" y="564395"/>
                  </a:lnTo>
                  <a:close/>
                  <a:moveTo>
                    <a:pt x="11356" y="574364"/>
                  </a:moveTo>
                  <a:lnTo>
                    <a:pt x="11406" y="574463"/>
                  </a:lnTo>
                  <a:lnTo>
                    <a:pt x="11406" y="581109"/>
                  </a:lnTo>
                  <a:lnTo>
                    <a:pt x="11356" y="581208"/>
                  </a:lnTo>
                  <a:lnTo>
                    <a:pt x="11257" y="581257"/>
                  </a:lnTo>
                  <a:lnTo>
                    <a:pt x="7091" y="581257"/>
                  </a:lnTo>
                  <a:lnTo>
                    <a:pt x="6992" y="581208"/>
                  </a:lnTo>
                  <a:lnTo>
                    <a:pt x="6943" y="581109"/>
                  </a:lnTo>
                  <a:lnTo>
                    <a:pt x="6943" y="574463"/>
                  </a:lnTo>
                  <a:lnTo>
                    <a:pt x="6992" y="574364"/>
                  </a:lnTo>
                  <a:lnTo>
                    <a:pt x="7091" y="574314"/>
                  </a:lnTo>
                  <a:lnTo>
                    <a:pt x="11257" y="574314"/>
                  </a:lnTo>
                  <a:close/>
                  <a:moveTo>
                    <a:pt x="11356" y="584283"/>
                  </a:moveTo>
                  <a:lnTo>
                    <a:pt x="11406" y="584382"/>
                  </a:lnTo>
                  <a:lnTo>
                    <a:pt x="11406" y="591028"/>
                  </a:lnTo>
                  <a:lnTo>
                    <a:pt x="11356" y="591127"/>
                  </a:lnTo>
                  <a:lnTo>
                    <a:pt x="11257" y="591177"/>
                  </a:lnTo>
                  <a:lnTo>
                    <a:pt x="7091" y="591177"/>
                  </a:lnTo>
                  <a:lnTo>
                    <a:pt x="6992" y="591127"/>
                  </a:lnTo>
                  <a:lnTo>
                    <a:pt x="6943" y="591028"/>
                  </a:lnTo>
                  <a:lnTo>
                    <a:pt x="6943" y="584382"/>
                  </a:lnTo>
                  <a:lnTo>
                    <a:pt x="6992" y="584283"/>
                  </a:lnTo>
                  <a:lnTo>
                    <a:pt x="7091" y="584233"/>
                  </a:lnTo>
                  <a:lnTo>
                    <a:pt x="11257" y="584233"/>
                  </a:lnTo>
                  <a:close/>
                  <a:moveTo>
                    <a:pt x="11356" y="594202"/>
                  </a:moveTo>
                  <a:lnTo>
                    <a:pt x="11406" y="594301"/>
                  </a:lnTo>
                  <a:lnTo>
                    <a:pt x="11406" y="600947"/>
                  </a:lnTo>
                  <a:lnTo>
                    <a:pt x="11356" y="601046"/>
                  </a:lnTo>
                  <a:lnTo>
                    <a:pt x="11257" y="601096"/>
                  </a:lnTo>
                  <a:lnTo>
                    <a:pt x="7091" y="601096"/>
                  </a:lnTo>
                  <a:lnTo>
                    <a:pt x="6992" y="601046"/>
                  </a:lnTo>
                  <a:lnTo>
                    <a:pt x="6943" y="600947"/>
                  </a:lnTo>
                  <a:lnTo>
                    <a:pt x="6943" y="594301"/>
                  </a:lnTo>
                  <a:lnTo>
                    <a:pt x="6992" y="594202"/>
                  </a:lnTo>
                  <a:lnTo>
                    <a:pt x="7091" y="594152"/>
                  </a:lnTo>
                  <a:lnTo>
                    <a:pt x="11257" y="594152"/>
                  </a:lnTo>
                  <a:close/>
                  <a:moveTo>
                    <a:pt x="11356" y="604121"/>
                  </a:moveTo>
                  <a:lnTo>
                    <a:pt x="11406" y="604220"/>
                  </a:lnTo>
                  <a:lnTo>
                    <a:pt x="11406" y="610866"/>
                  </a:lnTo>
                  <a:lnTo>
                    <a:pt x="11356" y="610965"/>
                  </a:lnTo>
                  <a:lnTo>
                    <a:pt x="11257" y="611015"/>
                  </a:lnTo>
                  <a:lnTo>
                    <a:pt x="7091" y="611015"/>
                  </a:lnTo>
                  <a:lnTo>
                    <a:pt x="6992" y="610965"/>
                  </a:lnTo>
                  <a:lnTo>
                    <a:pt x="6943" y="610866"/>
                  </a:lnTo>
                  <a:lnTo>
                    <a:pt x="6943" y="604220"/>
                  </a:lnTo>
                  <a:lnTo>
                    <a:pt x="6992" y="604121"/>
                  </a:lnTo>
                  <a:lnTo>
                    <a:pt x="7091" y="604071"/>
                  </a:lnTo>
                  <a:lnTo>
                    <a:pt x="11257" y="604071"/>
                  </a:lnTo>
                  <a:close/>
                  <a:moveTo>
                    <a:pt x="11356" y="614040"/>
                  </a:moveTo>
                  <a:lnTo>
                    <a:pt x="11406" y="614139"/>
                  </a:lnTo>
                  <a:lnTo>
                    <a:pt x="11406" y="620785"/>
                  </a:lnTo>
                  <a:lnTo>
                    <a:pt x="11356" y="620884"/>
                  </a:lnTo>
                  <a:lnTo>
                    <a:pt x="11257" y="620934"/>
                  </a:lnTo>
                  <a:lnTo>
                    <a:pt x="7091" y="620934"/>
                  </a:lnTo>
                  <a:lnTo>
                    <a:pt x="6992" y="620884"/>
                  </a:lnTo>
                  <a:lnTo>
                    <a:pt x="6943" y="620785"/>
                  </a:lnTo>
                  <a:lnTo>
                    <a:pt x="6943" y="614139"/>
                  </a:lnTo>
                  <a:lnTo>
                    <a:pt x="6992" y="614040"/>
                  </a:lnTo>
                  <a:lnTo>
                    <a:pt x="7091" y="613990"/>
                  </a:lnTo>
                  <a:lnTo>
                    <a:pt x="11257" y="613990"/>
                  </a:lnTo>
                  <a:close/>
                  <a:moveTo>
                    <a:pt x="11356" y="623959"/>
                  </a:moveTo>
                  <a:lnTo>
                    <a:pt x="11406" y="624058"/>
                  </a:lnTo>
                  <a:lnTo>
                    <a:pt x="11406" y="628373"/>
                  </a:lnTo>
                  <a:lnTo>
                    <a:pt x="11356" y="628472"/>
                  </a:lnTo>
                  <a:lnTo>
                    <a:pt x="11257" y="628522"/>
                  </a:lnTo>
                  <a:lnTo>
                    <a:pt x="7091" y="628522"/>
                  </a:lnTo>
                  <a:lnTo>
                    <a:pt x="6992" y="628472"/>
                  </a:lnTo>
                  <a:lnTo>
                    <a:pt x="6943" y="628373"/>
                  </a:lnTo>
                  <a:lnTo>
                    <a:pt x="6943" y="624058"/>
                  </a:lnTo>
                  <a:lnTo>
                    <a:pt x="6992" y="623959"/>
                  </a:lnTo>
                  <a:lnTo>
                    <a:pt x="7091" y="623910"/>
                  </a:lnTo>
                  <a:lnTo>
                    <a:pt x="11257" y="623910"/>
                  </a:lnTo>
                  <a:close/>
                  <a:moveTo>
                    <a:pt x="6893" y="168351"/>
                  </a:moveTo>
                  <a:lnTo>
                    <a:pt x="6943" y="168450"/>
                  </a:lnTo>
                  <a:lnTo>
                    <a:pt x="6943" y="206837"/>
                  </a:lnTo>
                  <a:lnTo>
                    <a:pt x="6893" y="206936"/>
                  </a:lnTo>
                  <a:lnTo>
                    <a:pt x="6794" y="206986"/>
                  </a:lnTo>
                  <a:lnTo>
                    <a:pt x="149" y="206986"/>
                  </a:lnTo>
                  <a:lnTo>
                    <a:pt x="25" y="206936"/>
                  </a:lnTo>
                  <a:lnTo>
                    <a:pt x="0" y="206837"/>
                  </a:lnTo>
                  <a:lnTo>
                    <a:pt x="0" y="168450"/>
                  </a:lnTo>
                  <a:lnTo>
                    <a:pt x="25" y="168351"/>
                  </a:lnTo>
                  <a:lnTo>
                    <a:pt x="149" y="168302"/>
                  </a:lnTo>
                  <a:lnTo>
                    <a:pt x="6794" y="168302"/>
                  </a:lnTo>
                  <a:close/>
                  <a:moveTo>
                    <a:pt x="6893" y="49"/>
                  </a:moveTo>
                  <a:lnTo>
                    <a:pt x="6943" y="149"/>
                  </a:lnTo>
                  <a:lnTo>
                    <a:pt x="6943" y="168153"/>
                  </a:lnTo>
                  <a:lnTo>
                    <a:pt x="6893" y="168252"/>
                  </a:lnTo>
                  <a:lnTo>
                    <a:pt x="6794" y="168302"/>
                  </a:lnTo>
                  <a:lnTo>
                    <a:pt x="149" y="168302"/>
                  </a:lnTo>
                  <a:lnTo>
                    <a:pt x="25" y="168252"/>
                  </a:lnTo>
                  <a:lnTo>
                    <a:pt x="0" y="168153"/>
                  </a:lnTo>
                  <a:lnTo>
                    <a:pt x="0" y="149"/>
                  </a:lnTo>
                  <a:lnTo>
                    <a:pt x="25" y="49"/>
                  </a:lnTo>
                  <a:lnTo>
                    <a:pt x="149" y="0"/>
                  </a:lnTo>
                  <a:lnTo>
                    <a:pt x="6794" y="0"/>
                  </a:lnTo>
                  <a:close/>
                  <a:moveTo>
                    <a:pt x="6893" y="207036"/>
                  </a:moveTo>
                  <a:lnTo>
                    <a:pt x="6943" y="207135"/>
                  </a:lnTo>
                  <a:lnTo>
                    <a:pt x="6943" y="628373"/>
                  </a:lnTo>
                  <a:lnTo>
                    <a:pt x="6893" y="628472"/>
                  </a:lnTo>
                  <a:lnTo>
                    <a:pt x="6794" y="628522"/>
                  </a:lnTo>
                  <a:lnTo>
                    <a:pt x="1388" y="628522"/>
                  </a:lnTo>
                  <a:lnTo>
                    <a:pt x="1289" y="628472"/>
                  </a:lnTo>
                  <a:lnTo>
                    <a:pt x="1240" y="628373"/>
                  </a:lnTo>
                  <a:lnTo>
                    <a:pt x="1240" y="207135"/>
                  </a:lnTo>
                  <a:lnTo>
                    <a:pt x="1289" y="207036"/>
                  </a:lnTo>
                  <a:lnTo>
                    <a:pt x="1388" y="206986"/>
                  </a:lnTo>
                  <a:lnTo>
                    <a:pt x="6794" y="20698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墙_V15_Concealed_Door_Leaf"/>
            <p:cNvSpPr/>
            <p:nvPr/>
          </p:nvSpPr>
          <p:spPr>
            <a:xfrm>
              <a:off x="1318817" y="3711688"/>
              <a:ext cx="10166" cy="248969"/>
            </a:xfrm>
            <a:custGeom>
              <a:avLst/>
              <a:gdLst/>
              <a:ahLst/>
              <a:cxnLst/>
              <a:rect l="l" t="t" r="r" b="b"/>
              <a:pathLst>
                <a:path w="10166" h="248969">
                  <a:moveTo>
                    <a:pt x="10116" y="50"/>
                  </a:moveTo>
                  <a:lnTo>
                    <a:pt x="10166" y="149"/>
                  </a:lnTo>
                  <a:lnTo>
                    <a:pt x="10166" y="2331"/>
                  </a:lnTo>
                  <a:lnTo>
                    <a:pt x="10116" y="2430"/>
                  </a:lnTo>
                  <a:lnTo>
                    <a:pt x="10017" y="2480"/>
                  </a:lnTo>
                  <a:lnTo>
                    <a:pt x="5851" y="2480"/>
                  </a:lnTo>
                  <a:lnTo>
                    <a:pt x="5752" y="2430"/>
                  </a:lnTo>
                  <a:lnTo>
                    <a:pt x="5703" y="2331"/>
                  </a:lnTo>
                  <a:lnTo>
                    <a:pt x="5703" y="149"/>
                  </a:lnTo>
                  <a:lnTo>
                    <a:pt x="5752" y="50"/>
                  </a:lnTo>
                  <a:lnTo>
                    <a:pt x="5851" y="0"/>
                  </a:lnTo>
                  <a:lnTo>
                    <a:pt x="10017" y="0"/>
                  </a:lnTo>
                  <a:close/>
                  <a:moveTo>
                    <a:pt x="10116" y="5505"/>
                  </a:moveTo>
                  <a:lnTo>
                    <a:pt x="10166" y="5604"/>
                  </a:lnTo>
                  <a:lnTo>
                    <a:pt x="10166" y="12250"/>
                  </a:lnTo>
                  <a:lnTo>
                    <a:pt x="10116" y="12349"/>
                  </a:lnTo>
                  <a:lnTo>
                    <a:pt x="10017" y="12399"/>
                  </a:lnTo>
                  <a:lnTo>
                    <a:pt x="5851" y="12399"/>
                  </a:lnTo>
                  <a:lnTo>
                    <a:pt x="5752" y="12349"/>
                  </a:lnTo>
                  <a:lnTo>
                    <a:pt x="5703" y="12250"/>
                  </a:lnTo>
                  <a:lnTo>
                    <a:pt x="5703" y="5604"/>
                  </a:lnTo>
                  <a:lnTo>
                    <a:pt x="5752" y="5505"/>
                  </a:lnTo>
                  <a:lnTo>
                    <a:pt x="5851" y="5456"/>
                  </a:lnTo>
                  <a:lnTo>
                    <a:pt x="10017" y="5456"/>
                  </a:lnTo>
                  <a:close/>
                  <a:moveTo>
                    <a:pt x="10116" y="15424"/>
                  </a:moveTo>
                  <a:lnTo>
                    <a:pt x="10166" y="15523"/>
                  </a:lnTo>
                  <a:lnTo>
                    <a:pt x="10166" y="22169"/>
                  </a:lnTo>
                  <a:lnTo>
                    <a:pt x="10116" y="22268"/>
                  </a:lnTo>
                  <a:lnTo>
                    <a:pt x="10017" y="22318"/>
                  </a:lnTo>
                  <a:lnTo>
                    <a:pt x="5851" y="22318"/>
                  </a:lnTo>
                  <a:lnTo>
                    <a:pt x="5752" y="22268"/>
                  </a:lnTo>
                  <a:lnTo>
                    <a:pt x="5703" y="22169"/>
                  </a:lnTo>
                  <a:lnTo>
                    <a:pt x="5703" y="15523"/>
                  </a:lnTo>
                  <a:lnTo>
                    <a:pt x="5752" y="15424"/>
                  </a:lnTo>
                  <a:lnTo>
                    <a:pt x="5851" y="15375"/>
                  </a:lnTo>
                  <a:lnTo>
                    <a:pt x="10017" y="15375"/>
                  </a:lnTo>
                  <a:close/>
                  <a:moveTo>
                    <a:pt x="10116" y="25343"/>
                  </a:moveTo>
                  <a:lnTo>
                    <a:pt x="10166" y="25443"/>
                  </a:lnTo>
                  <a:lnTo>
                    <a:pt x="10166" y="32088"/>
                  </a:lnTo>
                  <a:lnTo>
                    <a:pt x="10116" y="32187"/>
                  </a:lnTo>
                  <a:lnTo>
                    <a:pt x="10017" y="32237"/>
                  </a:lnTo>
                  <a:lnTo>
                    <a:pt x="5851" y="32237"/>
                  </a:lnTo>
                  <a:lnTo>
                    <a:pt x="5752" y="32187"/>
                  </a:lnTo>
                  <a:lnTo>
                    <a:pt x="5703" y="32088"/>
                  </a:lnTo>
                  <a:lnTo>
                    <a:pt x="5703" y="25443"/>
                  </a:lnTo>
                  <a:lnTo>
                    <a:pt x="5752" y="25343"/>
                  </a:lnTo>
                  <a:lnTo>
                    <a:pt x="5851" y="25294"/>
                  </a:lnTo>
                  <a:lnTo>
                    <a:pt x="10017" y="25294"/>
                  </a:lnTo>
                  <a:close/>
                  <a:moveTo>
                    <a:pt x="10116" y="35262"/>
                  </a:moveTo>
                  <a:lnTo>
                    <a:pt x="10166" y="35362"/>
                  </a:lnTo>
                  <a:lnTo>
                    <a:pt x="10166" y="42007"/>
                  </a:lnTo>
                  <a:lnTo>
                    <a:pt x="10116" y="42107"/>
                  </a:lnTo>
                  <a:lnTo>
                    <a:pt x="10017" y="42156"/>
                  </a:lnTo>
                  <a:lnTo>
                    <a:pt x="5851" y="42156"/>
                  </a:lnTo>
                  <a:lnTo>
                    <a:pt x="5752" y="42107"/>
                  </a:lnTo>
                  <a:lnTo>
                    <a:pt x="5703" y="42007"/>
                  </a:lnTo>
                  <a:lnTo>
                    <a:pt x="5703" y="35362"/>
                  </a:lnTo>
                  <a:lnTo>
                    <a:pt x="5752" y="35262"/>
                  </a:lnTo>
                  <a:lnTo>
                    <a:pt x="5851" y="35213"/>
                  </a:lnTo>
                  <a:lnTo>
                    <a:pt x="10017" y="35213"/>
                  </a:lnTo>
                  <a:close/>
                  <a:moveTo>
                    <a:pt x="10116" y="45181"/>
                  </a:moveTo>
                  <a:lnTo>
                    <a:pt x="10166" y="45281"/>
                  </a:lnTo>
                  <a:lnTo>
                    <a:pt x="10166" y="51926"/>
                  </a:lnTo>
                  <a:lnTo>
                    <a:pt x="10116" y="52026"/>
                  </a:lnTo>
                  <a:lnTo>
                    <a:pt x="10017" y="52075"/>
                  </a:lnTo>
                  <a:lnTo>
                    <a:pt x="5851" y="52075"/>
                  </a:lnTo>
                  <a:lnTo>
                    <a:pt x="5752" y="52026"/>
                  </a:lnTo>
                  <a:lnTo>
                    <a:pt x="5703" y="51926"/>
                  </a:lnTo>
                  <a:lnTo>
                    <a:pt x="5703" y="45281"/>
                  </a:lnTo>
                  <a:lnTo>
                    <a:pt x="5752" y="45181"/>
                  </a:lnTo>
                  <a:lnTo>
                    <a:pt x="5851" y="45132"/>
                  </a:lnTo>
                  <a:lnTo>
                    <a:pt x="10017" y="45132"/>
                  </a:lnTo>
                  <a:close/>
                  <a:moveTo>
                    <a:pt x="10116" y="55101"/>
                  </a:moveTo>
                  <a:lnTo>
                    <a:pt x="10166" y="55200"/>
                  </a:lnTo>
                  <a:lnTo>
                    <a:pt x="10166" y="61846"/>
                  </a:lnTo>
                  <a:lnTo>
                    <a:pt x="10116" y="61945"/>
                  </a:lnTo>
                  <a:lnTo>
                    <a:pt x="10017" y="61994"/>
                  </a:lnTo>
                  <a:lnTo>
                    <a:pt x="5851" y="61994"/>
                  </a:lnTo>
                  <a:lnTo>
                    <a:pt x="5752" y="61945"/>
                  </a:lnTo>
                  <a:lnTo>
                    <a:pt x="5703" y="61846"/>
                  </a:lnTo>
                  <a:lnTo>
                    <a:pt x="5703" y="55200"/>
                  </a:lnTo>
                  <a:lnTo>
                    <a:pt x="5752" y="55101"/>
                  </a:lnTo>
                  <a:lnTo>
                    <a:pt x="5851" y="55051"/>
                  </a:lnTo>
                  <a:lnTo>
                    <a:pt x="10017" y="55051"/>
                  </a:lnTo>
                  <a:close/>
                  <a:moveTo>
                    <a:pt x="10116" y="65020"/>
                  </a:moveTo>
                  <a:lnTo>
                    <a:pt x="10166" y="65119"/>
                  </a:lnTo>
                  <a:lnTo>
                    <a:pt x="10166" y="71765"/>
                  </a:lnTo>
                  <a:lnTo>
                    <a:pt x="10116" y="71864"/>
                  </a:lnTo>
                  <a:lnTo>
                    <a:pt x="10017" y="71913"/>
                  </a:lnTo>
                  <a:lnTo>
                    <a:pt x="5851" y="71913"/>
                  </a:lnTo>
                  <a:lnTo>
                    <a:pt x="5752" y="71864"/>
                  </a:lnTo>
                  <a:lnTo>
                    <a:pt x="5703" y="71765"/>
                  </a:lnTo>
                  <a:lnTo>
                    <a:pt x="5703" y="65119"/>
                  </a:lnTo>
                  <a:lnTo>
                    <a:pt x="5752" y="65020"/>
                  </a:lnTo>
                  <a:lnTo>
                    <a:pt x="5851" y="64970"/>
                  </a:lnTo>
                  <a:lnTo>
                    <a:pt x="10017" y="64970"/>
                  </a:lnTo>
                  <a:close/>
                  <a:moveTo>
                    <a:pt x="10116" y="74939"/>
                  </a:moveTo>
                  <a:lnTo>
                    <a:pt x="10166" y="75038"/>
                  </a:lnTo>
                  <a:lnTo>
                    <a:pt x="10166" y="81684"/>
                  </a:lnTo>
                  <a:lnTo>
                    <a:pt x="10116" y="81783"/>
                  </a:lnTo>
                  <a:lnTo>
                    <a:pt x="10017" y="81832"/>
                  </a:lnTo>
                  <a:lnTo>
                    <a:pt x="5851" y="81832"/>
                  </a:lnTo>
                  <a:lnTo>
                    <a:pt x="5752" y="81783"/>
                  </a:lnTo>
                  <a:lnTo>
                    <a:pt x="5703" y="81684"/>
                  </a:lnTo>
                  <a:lnTo>
                    <a:pt x="5703" y="75038"/>
                  </a:lnTo>
                  <a:lnTo>
                    <a:pt x="5752" y="74939"/>
                  </a:lnTo>
                  <a:lnTo>
                    <a:pt x="5851" y="74889"/>
                  </a:lnTo>
                  <a:lnTo>
                    <a:pt x="10017" y="74889"/>
                  </a:lnTo>
                  <a:close/>
                  <a:moveTo>
                    <a:pt x="10116" y="84858"/>
                  </a:moveTo>
                  <a:lnTo>
                    <a:pt x="10166" y="84957"/>
                  </a:lnTo>
                  <a:lnTo>
                    <a:pt x="10166" y="91603"/>
                  </a:lnTo>
                  <a:lnTo>
                    <a:pt x="10116" y="91702"/>
                  </a:lnTo>
                  <a:lnTo>
                    <a:pt x="10017" y="91752"/>
                  </a:lnTo>
                  <a:lnTo>
                    <a:pt x="5851" y="91752"/>
                  </a:lnTo>
                  <a:lnTo>
                    <a:pt x="5752" y="91702"/>
                  </a:lnTo>
                  <a:lnTo>
                    <a:pt x="5703" y="91603"/>
                  </a:lnTo>
                  <a:lnTo>
                    <a:pt x="5703" y="84957"/>
                  </a:lnTo>
                  <a:lnTo>
                    <a:pt x="5752" y="84858"/>
                  </a:lnTo>
                  <a:lnTo>
                    <a:pt x="5851" y="84808"/>
                  </a:lnTo>
                  <a:lnTo>
                    <a:pt x="10017" y="84808"/>
                  </a:lnTo>
                  <a:close/>
                  <a:moveTo>
                    <a:pt x="10116" y="94777"/>
                  </a:moveTo>
                  <a:lnTo>
                    <a:pt x="10166" y="94876"/>
                  </a:lnTo>
                  <a:lnTo>
                    <a:pt x="10166" y="101522"/>
                  </a:lnTo>
                  <a:lnTo>
                    <a:pt x="10116" y="101621"/>
                  </a:lnTo>
                  <a:lnTo>
                    <a:pt x="10017" y="101671"/>
                  </a:lnTo>
                  <a:lnTo>
                    <a:pt x="5851" y="101671"/>
                  </a:lnTo>
                  <a:lnTo>
                    <a:pt x="5752" y="101621"/>
                  </a:lnTo>
                  <a:lnTo>
                    <a:pt x="5703" y="101522"/>
                  </a:lnTo>
                  <a:lnTo>
                    <a:pt x="5703" y="94876"/>
                  </a:lnTo>
                  <a:lnTo>
                    <a:pt x="5752" y="94777"/>
                  </a:lnTo>
                  <a:lnTo>
                    <a:pt x="5851" y="94727"/>
                  </a:lnTo>
                  <a:lnTo>
                    <a:pt x="10017" y="94727"/>
                  </a:lnTo>
                  <a:close/>
                  <a:moveTo>
                    <a:pt x="10116" y="104696"/>
                  </a:moveTo>
                  <a:lnTo>
                    <a:pt x="10166" y="104795"/>
                  </a:lnTo>
                  <a:lnTo>
                    <a:pt x="10166" y="111441"/>
                  </a:lnTo>
                  <a:lnTo>
                    <a:pt x="10116" y="111540"/>
                  </a:lnTo>
                  <a:lnTo>
                    <a:pt x="10017" y="111590"/>
                  </a:lnTo>
                  <a:lnTo>
                    <a:pt x="5851" y="111590"/>
                  </a:lnTo>
                  <a:lnTo>
                    <a:pt x="5752" y="111540"/>
                  </a:lnTo>
                  <a:lnTo>
                    <a:pt x="5703" y="111441"/>
                  </a:lnTo>
                  <a:lnTo>
                    <a:pt x="5703" y="104795"/>
                  </a:lnTo>
                  <a:lnTo>
                    <a:pt x="5752" y="104696"/>
                  </a:lnTo>
                  <a:lnTo>
                    <a:pt x="5851" y="104646"/>
                  </a:lnTo>
                  <a:lnTo>
                    <a:pt x="10017" y="104646"/>
                  </a:lnTo>
                  <a:close/>
                  <a:moveTo>
                    <a:pt x="10116" y="114615"/>
                  </a:moveTo>
                  <a:lnTo>
                    <a:pt x="10166" y="114714"/>
                  </a:lnTo>
                  <a:lnTo>
                    <a:pt x="10166" y="121360"/>
                  </a:lnTo>
                  <a:lnTo>
                    <a:pt x="10116" y="121459"/>
                  </a:lnTo>
                  <a:lnTo>
                    <a:pt x="10017" y="121509"/>
                  </a:lnTo>
                  <a:lnTo>
                    <a:pt x="5851" y="121509"/>
                  </a:lnTo>
                  <a:lnTo>
                    <a:pt x="5752" y="121459"/>
                  </a:lnTo>
                  <a:lnTo>
                    <a:pt x="5703" y="121360"/>
                  </a:lnTo>
                  <a:lnTo>
                    <a:pt x="5703" y="114714"/>
                  </a:lnTo>
                  <a:lnTo>
                    <a:pt x="5752" y="114615"/>
                  </a:lnTo>
                  <a:lnTo>
                    <a:pt x="5851" y="114565"/>
                  </a:lnTo>
                  <a:lnTo>
                    <a:pt x="10017" y="114565"/>
                  </a:lnTo>
                  <a:close/>
                  <a:moveTo>
                    <a:pt x="10116" y="124534"/>
                  </a:moveTo>
                  <a:lnTo>
                    <a:pt x="10166" y="124633"/>
                  </a:lnTo>
                  <a:lnTo>
                    <a:pt x="10166" y="131279"/>
                  </a:lnTo>
                  <a:lnTo>
                    <a:pt x="10116" y="131378"/>
                  </a:lnTo>
                  <a:lnTo>
                    <a:pt x="10017" y="131428"/>
                  </a:lnTo>
                  <a:lnTo>
                    <a:pt x="5851" y="131428"/>
                  </a:lnTo>
                  <a:lnTo>
                    <a:pt x="5752" y="131378"/>
                  </a:lnTo>
                  <a:lnTo>
                    <a:pt x="5703" y="131279"/>
                  </a:lnTo>
                  <a:lnTo>
                    <a:pt x="5703" y="124633"/>
                  </a:lnTo>
                  <a:lnTo>
                    <a:pt x="5752" y="124534"/>
                  </a:lnTo>
                  <a:lnTo>
                    <a:pt x="5851" y="124484"/>
                  </a:lnTo>
                  <a:lnTo>
                    <a:pt x="10017" y="124484"/>
                  </a:lnTo>
                  <a:close/>
                  <a:moveTo>
                    <a:pt x="10116" y="134453"/>
                  </a:moveTo>
                  <a:lnTo>
                    <a:pt x="10166" y="134552"/>
                  </a:lnTo>
                  <a:lnTo>
                    <a:pt x="10166" y="141198"/>
                  </a:lnTo>
                  <a:lnTo>
                    <a:pt x="10116" y="141297"/>
                  </a:lnTo>
                  <a:lnTo>
                    <a:pt x="10017" y="141347"/>
                  </a:lnTo>
                  <a:lnTo>
                    <a:pt x="5851" y="141347"/>
                  </a:lnTo>
                  <a:lnTo>
                    <a:pt x="5752" y="141297"/>
                  </a:lnTo>
                  <a:lnTo>
                    <a:pt x="5703" y="141198"/>
                  </a:lnTo>
                  <a:lnTo>
                    <a:pt x="5703" y="134552"/>
                  </a:lnTo>
                  <a:lnTo>
                    <a:pt x="5752" y="134453"/>
                  </a:lnTo>
                  <a:lnTo>
                    <a:pt x="5851" y="134404"/>
                  </a:lnTo>
                  <a:lnTo>
                    <a:pt x="10017" y="134404"/>
                  </a:lnTo>
                  <a:close/>
                  <a:moveTo>
                    <a:pt x="10116" y="144372"/>
                  </a:moveTo>
                  <a:lnTo>
                    <a:pt x="10166" y="144471"/>
                  </a:lnTo>
                  <a:lnTo>
                    <a:pt x="10166" y="151117"/>
                  </a:lnTo>
                  <a:lnTo>
                    <a:pt x="10116" y="151216"/>
                  </a:lnTo>
                  <a:lnTo>
                    <a:pt x="10017" y="151266"/>
                  </a:lnTo>
                  <a:lnTo>
                    <a:pt x="5851" y="151266"/>
                  </a:lnTo>
                  <a:lnTo>
                    <a:pt x="5752" y="151216"/>
                  </a:lnTo>
                  <a:lnTo>
                    <a:pt x="5703" y="151117"/>
                  </a:lnTo>
                  <a:lnTo>
                    <a:pt x="5703" y="144471"/>
                  </a:lnTo>
                  <a:lnTo>
                    <a:pt x="5752" y="144372"/>
                  </a:lnTo>
                  <a:lnTo>
                    <a:pt x="5851" y="144323"/>
                  </a:lnTo>
                  <a:lnTo>
                    <a:pt x="10017" y="144323"/>
                  </a:lnTo>
                  <a:close/>
                  <a:moveTo>
                    <a:pt x="10116" y="154291"/>
                  </a:moveTo>
                  <a:lnTo>
                    <a:pt x="10166" y="154390"/>
                  </a:lnTo>
                  <a:lnTo>
                    <a:pt x="10166" y="161036"/>
                  </a:lnTo>
                  <a:lnTo>
                    <a:pt x="10116" y="161135"/>
                  </a:lnTo>
                  <a:lnTo>
                    <a:pt x="10017" y="161185"/>
                  </a:lnTo>
                  <a:lnTo>
                    <a:pt x="5851" y="161185"/>
                  </a:lnTo>
                  <a:lnTo>
                    <a:pt x="5752" y="161135"/>
                  </a:lnTo>
                  <a:lnTo>
                    <a:pt x="5703" y="161036"/>
                  </a:lnTo>
                  <a:lnTo>
                    <a:pt x="5703" y="154390"/>
                  </a:lnTo>
                  <a:lnTo>
                    <a:pt x="5752" y="154291"/>
                  </a:lnTo>
                  <a:lnTo>
                    <a:pt x="5851" y="154242"/>
                  </a:lnTo>
                  <a:lnTo>
                    <a:pt x="10017" y="154242"/>
                  </a:lnTo>
                  <a:close/>
                  <a:moveTo>
                    <a:pt x="10116" y="164210"/>
                  </a:moveTo>
                  <a:lnTo>
                    <a:pt x="10166" y="164310"/>
                  </a:lnTo>
                  <a:lnTo>
                    <a:pt x="10166" y="170955"/>
                  </a:lnTo>
                  <a:lnTo>
                    <a:pt x="10116" y="171055"/>
                  </a:lnTo>
                  <a:lnTo>
                    <a:pt x="10017" y="171104"/>
                  </a:lnTo>
                  <a:lnTo>
                    <a:pt x="5851" y="171104"/>
                  </a:lnTo>
                  <a:lnTo>
                    <a:pt x="5752" y="171055"/>
                  </a:lnTo>
                  <a:lnTo>
                    <a:pt x="5703" y="170955"/>
                  </a:lnTo>
                  <a:lnTo>
                    <a:pt x="5703" y="164310"/>
                  </a:lnTo>
                  <a:lnTo>
                    <a:pt x="5752" y="164210"/>
                  </a:lnTo>
                  <a:lnTo>
                    <a:pt x="5851" y="164161"/>
                  </a:lnTo>
                  <a:lnTo>
                    <a:pt x="10017" y="164161"/>
                  </a:lnTo>
                  <a:close/>
                  <a:moveTo>
                    <a:pt x="10116" y="174129"/>
                  </a:moveTo>
                  <a:lnTo>
                    <a:pt x="10166" y="174229"/>
                  </a:lnTo>
                  <a:lnTo>
                    <a:pt x="10166" y="180874"/>
                  </a:lnTo>
                  <a:lnTo>
                    <a:pt x="10116" y="180974"/>
                  </a:lnTo>
                  <a:lnTo>
                    <a:pt x="10017" y="181023"/>
                  </a:lnTo>
                  <a:lnTo>
                    <a:pt x="5851" y="181023"/>
                  </a:lnTo>
                  <a:lnTo>
                    <a:pt x="5752" y="180974"/>
                  </a:lnTo>
                  <a:lnTo>
                    <a:pt x="5703" y="180874"/>
                  </a:lnTo>
                  <a:lnTo>
                    <a:pt x="5703" y="174229"/>
                  </a:lnTo>
                  <a:lnTo>
                    <a:pt x="5752" y="174129"/>
                  </a:lnTo>
                  <a:lnTo>
                    <a:pt x="5851" y="174080"/>
                  </a:lnTo>
                  <a:lnTo>
                    <a:pt x="10017" y="174080"/>
                  </a:lnTo>
                  <a:close/>
                  <a:moveTo>
                    <a:pt x="10116" y="184049"/>
                  </a:moveTo>
                  <a:lnTo>
                    <a:pt x="10166" y="184148"/>
                  </a:lnTo>
                  <a:lnTo>
                    <a:pt x="10166" y="190793"/>
                  </a:lnTo>
                  <a:lnTo>
                    <a:pt x="10116" y="190893"/>
                  </a:lnTo>
                  <a:lnTo>
                    <a:pt x="10017" y="190942"/>
                  </a:lnTo>
                  <a:lnTo>
                    <a:pt x="5851" y="190942"/>
                  </a:lnTo>
                  <a:lnTo>
                    <a:pt x="5752" y="190893"/>
                  </a:lnTo>
                  <a:lnTo>
                    <a:pt x="5703" y="190793"/>
                  </a:lnTo>
                  <a:lnTo>
                    <a:pt x="5703" y="184148"/>
                  </a:lnTo>
                  <a:lnTo>
                    <a:pt x="5752" y="184049"/>
                  </a:lnTo>
                  <a:lnTo>
                    <a:pt x="5851" y="183999"/>
                  </a:lnTo>
                  <a:lnTo>
                    <a:pt x="10017" y="183999"/>
                  </a:lnTo>
                  <a:close/>
                  <a:moveTo>
                    <a:pt x="10116" y="193968"/>
                  </a:moveTo>
                  <a:lnTo>
                    <a:pt x="10166" y="194067"/>
                  </a:lnTo>
                  <a:lnTo>
                    <a:pt x="10166" y="200713"/>
                  </a:lnTo>
                  <a:lnTo>
                    <a:pt x="10116" y="200812"/>
                  </a:lnTo>
                  <a:lnTo>
                    <a:pt x="10017" y="200861"/>
                  </a:lnTo>
                  <a:lnTo>
                    <a:pt x="5851" y="200861"/>
                  </a:lnTo>
                  <a:lnTo>
                    <a:pt x="5752" y="200812"/>
                  </a:lnTo>
                  <a:lnTo>
                    <a:pt x="5703" y="200713"/>
                  </a:lnTo>
                  <a:lnTo>
                    <a:pt x="5703" y="194067"/>
                  </a:lnTo>
                  <a:lnTo>
                    <a:pt x="5752" y="193968"/>
                  </a:lnTo>
                  <a:lnTo>
                    <a:pt x="5851" y="193918"/>
                  </a:lnTo>
                  <a:lnTo>
                    <a:pt x="10017" y="193918"/>
                  </a:lnTo>
                  <a:close/>
                  <a:moveTo>
                    <a:pt x="10116" y="203887"/>
                  </a:moveTo>
                  <a:lnTo>
                    <a:pt x="10166" y="203986"/>
                  </a:lnTo>
                  <a:lnTo>
                    <a:pt x="10166" y="210632"/>
                  </a:lnTo>
                  <a:lnTo>
                    <a:pt x="10116" y="210731"/>
                  </a:lnTo>
                  <a:lnTo>
                    <a:pt x="10017" y="210780"/>
                  </a:lnTo>
                  <a:lnTo>
                    <a:pt x="5851" y="210780"/>
                  </a:lnTo>
                  <a:lnTo>
                    <a:pt x="5752" y="210731"/>
                  </a:lnTo>
                  <a:lnTo>
                    <a:pt x="5703" y="210632"/>
                  </a:lnTo>
                  <a:lnTo>
                    <a:pt x="5703" y="203986"/>
                  </a:lnTo>
                  <a:lnTo>
                    <a:pt x="5752" y="203887"/>
                  </a:lnTo>
                  <a:lnTo>
                    <a:pt x="5851" y="203837"/>
                  </a:lnTo>
                  <a:lnTo>
                    <a:pt x="10017" y="203837"/>
                  </a:lnTo>
                  <a:close/>
                  <a:moveTo>
                    <a:pt x="10116" y="213806"/>
                  </a:moveTo>
                  <a:lnTo>
                    <a:pt x="10166" y="213905"/>
                  </a:lnTo>
                  <a:lnTo>
                    <a:pt x="10166" y="220551"/>
                  </a:lnTo>
                  <a:lnTo>
                    <a:pt x="10116" y="220650"/>
                  </a:lnTo>
                  <a:lnTo>
                    <a:pt x="10017" y="220699"/>
                  </a:lnTo>
                  <a:lnTo>
                    <a:pt x="5851" y="220699"/>
                  </a:lnTo>
                  <a:lnTo>
                    <a:pt x="5752" y="220650"/>
                  </a:lnTo>
                  <a:lnTo>
                    <a:pt x="5703" y="220551"/>
                  </a:lnTo>
                  <a:lnTo>
                    <a:pt x="5703" y="213905"/>
                  </a:lnTo>
                  <a:lnTo>
                    <a:pt x="5752" y="213806"/>
                  </a:lnTo>
                  <a:lnTo>
                    <a:pt x="5851" y="213756"/>
                  </a:lnTo>
                  <a:lnTo>
                    <a:pt x="10017" y="213756"/>
                  </a:lnTo>
                  <a:close/>
                  <a:moveTo>
                    <a:pt x="10116" y="223725"/>
                  </a:moveTo>
                  <a:lnTo>
                    <a:pt x="10166" y="223824"/>
                  </a:lnTo>
                  <a:lnTo>
                    <a:pt x="10166" y="230470"/>
                  </a:lnTo>
                  <a:lnTo>
                    <a:pt x="10116" y="230569"/>
                  </a:lnTo>
                  <a:lnTo>
                    <a:pt x="10017" y="230619"/>
                  </a:lnTo>
                  <a:lnTo>
                    <a:pt x="5851" y="230619"/>
                  </a:lnTo>
                  <a:lnTo>
                    <a:pt x="5752" y="230569"/>
                  </a:lnTo>
                  <a:lnTo>
                    <a:pt x="5703" y="230470"/>
                  </a:lnTo>
                  <a:lnTo>
                    <a:pt x="5703" y="223824"/>
                  </a:lnTo>
                  <a:lnTo>
                    <a:pt x="5752" y="223725"/>
                  </a:lnTo>
                  <a:lnTo>
                    <a:pt x="5851" y="223675"/>
                  </a:lnTo>
                  <a:lnTo>
                    <a:pt x="10017" y="223675"/>
                  </a:lnTo>
                  <a:close/>
                  <a:moveTo>
                    <a:pt x="10116" y="233644"/>
                  </a:moveTo>
                  <a:lnTo>
                    <a:pt x="10166" y="233743"/>
                  </a:lnTo>
                  <a:lnTo>
                    <a:pt x="10166" y="240389"/>
                  </a:lnTo>
                  <a:lnTo>
                    <a:pt x="10116" y="240488"/>
                  </a:lnTo>
                  <a:lnTo>
                    <a:pt x="10017" y="240538"/>
                  </a:lnTo>
                  <a:lnTo>
                    <a:pt x="5851" y="240538"/>
                  </a:lnTo>
                  <a:lnTo>
                    <a:pt x="5752" y="240488"/>
                  </a:lnTo>
                  <a:lnTo>
                    <a:pt x="5703" y="240389"/>
                  </a:lnTo>
                  <a:lnTo>
                    <a:pt x="5703" y="233743"/>
                  </a:lnTo>
                  <a:lnTo>
                    <a:pt x="5752" y="233644"/>
                  </a:lnTo>
                  <a:lnTo>
                    <a:pt x="5851" y="233594"/>
                  </a:lnTo>
                  <a:lnTo>
                    <a:pt x="10017" y="233594"/>
                  </a:lnTo>
                  <a:close/>
                  <a:moveTo>
                    <a:pt x="10116" y="243563"/>
                  </a:moveTo>
                  <a:lnTo>
                    <a:pt x="10166" y="243662"/>
                  </a:lnTo>
                  <a:lnTo>
                    <a:pt x="10166" y="248820"/>
                  </a:lnTo>
                  <a:lnTo>
                    <a:pt x="10116" y="248919"/>
                  </a:lnTo>
                  <a:lnTo>
                    <a:pt x="10017" y="248969"/>
                  </a:lnTo>
                  <a:lnTo>
                    <a:pt x="5851" y="248969"/>
                  </a:lnTo>
                  <a:lnTo>
                    <a:pt x="5752" y="248919"/>
                  </a:lnTo>
                  <a:lnTo>
                    <a:pt x="5703" y="248820"/>
                  </a:lnTo>
                  <a:lnTo>
                    <a:pt x="5703" y="243662"/>
                  </a:lnTo>
                  <a:lnTo>
                    <a:pt x="5752" y="243563"/>
                  </a:lnTo>
                  <a:lnTo>
                    <a:pt x="5851" y="243513"/>
                  </a:lnTo>
                  <a:lnTo>
                    <a:pt x="10017" y="243513"/>
                  </a:lnTo>
                  <a:close/>
                  <a:moveTo>
                    <a:pt x="5653" y="50"/>
                  </a:moveTo>
                  <a:lnTo>
                    <a:pt x="5703" y="149"/>
                  </a:lnTo>
                  <a:lnTo>
                    <a:pt x="5703" y="248820"/>
                  </a:lnTo>
                  <a:lnTo>
                    <a:pt x="5653" y="248919"/>
                  </a:lnTo>
                  <a:lnTo>
                    <a:pt x="5554" y="248969"/>
                  </a:lnTo>
                  <a:lnTo>
                    <a:pt x="148" y="248969"/>
                  </a:lnTo>
                  <a:lnTo>
                    <a:pt x="49" y="248919"/>
                  </a:lnTo>
                  <a:lnTo>
                    <a:pt x="0" y="248820"/>
                  </a:lnTo>
                  <a:lnTo>
                    <a:pt x="0" y="149"/>
                  </a:lnTo>
                  <a:lnTo>
                    <a:pt x="49" y="50"/>
                  </a:lnTo>
                  <a:lnTo>
                    <a:pt x="148" y="0"/>
                  </a:lnTo>
                  <a:lnTo>
                    <a:pt x="555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墙_V17_Storage_North_Casing"/>
            <p:cNvSpPr/>
            <p:nvPr/>
          </p:nvSpPr>
          <p:spPr>
            <a:xfrm>
              <a:off x="2240297" y="4676368"/>
              <a:ext cx="4960" cy="11159"/>
            </a:xfrm>
            <a:custGeom>
              <a:avLst/>
              <a:gdLst/>
              <a:ahLst/>
              <a:cxnLst/>
              <a:rect l="l" t="t" r="r" b="b"/>
              <a:pathLst>
                <a:path w="4960" h="11159">
                  <a:moveTo>
                    <a:pt x="4960" y="0"/>
                  </a:moveTo>
                  <a:lnTo>
                    <a:pt x="0" y="0"/>
                  </a:lnTo>
                  <a:lnTo>
                    <a:pt x="0" y="11159"/>
                  </a:lnTo>
                  <a:lnTo>
                    <a:pt x="4960" y="1115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23" name="房间名（沿用施工图）"/>
          <p:cNvGrpSpPr/>
          <p:nvPr/>
        </p:nvGrpSpPr>
        <p:grpSpPr>
          <a:xfrm>
            <a:off x="658780" y="1171576"/>
            <a:ext cx="1914044" cy="4397638"/>
            <a:chOff x="658780" y="1171576"/>
            <a:chExt cx="1914044" cy="4397638"/>
          </a:xfrm>
        </p:grpSpPr>
        <p:sp>
          <p:nvSpPr>
            <p:cNvPr id="424" name="TextBox 423"/>
            <p:cNvSpPr txBox="1"/>
            <p:nvPr/>
          </p:nvSpPr>
          <p:spPr>
            <a:xfrm>
              <a:off x="1704467" y="464322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起居室</a:t>
              </a:r>
            </a:p>
          </p:txBody>
        </p:sp>
        <p:sp>
          <p:nvSpPr>
            <p:cNvPr id="425" name="TextBox 424"/>
            <p:cNvSpPr txBox="1"/>
            <p:nvPr/>
          </p:nvSpPr>
          <p:spPr>
            <a:xfrm>
              <a:off x="1952573" y="2508311"/>
              <a:ext cx="54125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厨房（吧台区）</a:t>
              </a:r>
            </a:p>
          </p:txBody>
        </p:sp>
        <p:sp>
          <p:nvSpPr>
            <p:cNvPr id="426" name="TextBox 425"/>
            <p:cNvSpPr txBox="1"/>
            <p:nvPr/>
          </p:nvSpPr>
          <p:spPr>
            <a:xfrm>
              <a:off x="1377294" y="547717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前院</a:t>
              </a: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1792213" y="3624550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餐厅</a:t>
              </a:r>
            </a:p>
          </p:txBody>
        </p:sp>
        <p:sp>
          <p:nvSpPr>
            <p:cNvPr id="428" name="TextBox 427"/>
            <p:cNvSpPr txBox="1"/>
            <p:nvPr/>
          </p:nvSpPr>
          <p:spPr>
            <a:xfrm>
              <a:off x="2320821" y="4239600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  <p:sp>
          <p:nvSpPr>
            <p:cNvPr id="429" name="TextBox 428"/>
            <p:cNvSpPr txBox="1"/>
            <p:nvPr/>
          </p:nvSpPr>
          <p:spPr>
            <a:xfrm>
              <a:off x="964969" y="201019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后花园</a:t>
              </a: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2320821" y="472944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  <p:sp>
          <p:nvSpPr>
            <p:cNvPr id="431" name="TextBox 430"/>
            <p:cNvSpPr txBox="1"/>
            <p:nvPr/>
          </p:nvSpPr>
          <p:spPr>
            <a:xfrm>
              <a:off x="1098651" y="321923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2378657" y="3368357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2120615" y="1821014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</a:t>
              </a:r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2087745" y="117157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洗衣房</a:t>
              </a:r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791437" y="404074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客厅</a:t>
              </a:r>
            </a:p>
          </p:txBody>
        </p:sp>
        <p:sp>
          <p:nvSpPr>
            <p:cNvPr id="436" name="TextBox 435"/>
            <p:cNvSpPr txBox="1"/>
            <p:nvPr/>
          </p:nvSpPr>
          <p:spPr>
            <a:xfrm>
              <a:off x="658780" y="4720908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</p:grpSp>
      <p:grpSp>
        <p:nvGrpSpPr>
          <p:cNvPr id="437" name="用水设备 台盆 G19.001"/>
          <p:cNvGrpSpPr/>
          <p:nvPr/>
        </p:nvGrpSpPr>
        <p:grpSpPr>
          <a:xfrm>
            <a:off x="1098170" y="3272965"/>
            <a:ext cx="350613" cy="179637"/>
            <a:chOff x="1098170" y="3272965"/>
            <a:chExt cx="350613" cy="179637"/>
          </a:xfrm>
        </p:grpSpPr>
        <p:sp>
          <p:nvSpPr>
            <p:cNvPr id="438" name="Rectangle 437"/>
            <p:cNvSpPr/>
            <p:nvPr/>
          </p:nvSpPr>
          <p:spPr>
            <a:xfrm>
              <a:off x="1098170" y="3321174"/>
              <a:ext cx="131428" cy="131428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9" name="TextBox 438"/>
            <p:cNvSpPr txBox="1"/>
            <p:nvPr/>
          </p:nvSpPr>
          <p:spPr>
            <a:xfrm>
              <a:off x="1098170" y="3272965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台盆</a:t>
              </a:r>
            </a:p>
          </p:txBody>
        </p:sp>
      </p:grpSp>
      <p:grpSp>
        <p:nvGrpSpPr>
          <p:cNvPr id="440" name="W 坐便器"/>
          <p:cNvGrpSpPr/>
          <p:nvPr/>
        </p:nvGrpSpPr>
        <p:grpSpPr>
          <a:xfrm>
            <a:off x="1172211" y="3146519"/>
            <a:ext cx="77134" cy="77134"/>
            <a:chOff x="1083682" y="3348321"/>
            <a:chExt cx="77134" cy="77134"/>
          </a:xfrm>
        </p:grpSpPr>
        <p:sp>
          <p:nvSpPr>
            <p:cNvPr id="441" name="Oval 440"/>
            <p:cNvSpPr/>
            <p:nvPr/>
          </p:nvSpPr>
          <p:spPr>
            <a:xfrm>
              <a:off x="1083682" y="3348321"/>
              <a:ext cx="77134" cy="7713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2" name="Oval 441"/>
            <p:cNvSpPr/>
            <p:nvPr/>
          </p:nvSpPr>
          <p:spPr>
            <a:xfrm>
              <a:off x="1095076" y="3359715"/>
              <a:ext cx="54346" cy="54346"/>
            </a:xfrm>
            <a:prstGeom prst="ellipse">
              <a:avLst/>
            </a:prstGeom>
            <a:noFill/>
            <a:ln w="762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3" name="TextBox 442"/>
            <p:cNvSpPr txBox="1"/>
            <p:nvPr/>
          </p:nvSpPr>
          <p:spPr>
            <a:xfrm>
              <a:off x="1083682" y="3348321"/>
              <a:ext cx="77134" cy="771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00" b="1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W</a:t>
              </a:r>
            </a:p>
          </p:txBody>
        </p:sp>
      </p:grpSp>
      <p:grpSp>
        <p:nvGrpSpPr>
          <p:cNvPr id="444" name="J 台盆"/>
          <p:cNvGrpSpPr/>
          <p:nvPr/>
        </p:nvGrpSpPr>
        <p:grpSpPr>
          <a:xfrm>
            <a:off x="1172211" y="3353580"/>
            <a:ext cx="66616" cy="66616"/>
            <a:chOff x="1172211" y="3353580"/>
            <a:chExt cx="66616" cy="66616"/>
          </a:xfrm>
        </p:grpSpPr>
        <p:sp>
          <p:nvSpPr>
            <p:cNvPr id="445" name="Oval 444"/>
            <p:cNvSpPr/>
            <p:nvPr/>
          </p:nvSpPr>
          <p:spPr>
            <a:xfrm>
              <a:off x="1172211" y="3353580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6" name="TextBox 445"/>
            <p:cNvSpPr txBox="1"/>
            <p:nvPr/>
          </p:nvSpPr>
          <p:spPr>
            <a:xfrm>
              <a:off x="1172211" y="3353580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47" name="用水设备 坐便器 G20.001"/>
          <p:cNvGrpSpPr/>
          <p:nvPr/>
        </p:nvGrpSpPr>
        <p:grpSpPr>
          <a:xfrm>
            <a:off x="1119248" y="3055985"/>
            <a:ext cx="350613" cy="199475"/>
            <a:chOff x="1119248" y="3055985"/>
            <a:chExt cx="350613" cy="199475"/>
          </a:xfrm>
        </p:grpSpPr>
        <p:sp>
          <p:nvSpPr>
            <p:cNvPr id="448" name="Rectangle 447"/>
            <p:cNvSpPr/>
            <p:nvPr/>
          </p:nvSpPr>
          <p:spPr>
            <a:xfrm>
              <a:off x="1119248" y="3104194"/>
              <a:ext cx="89272" cy="151266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9" name="TextBox 448"/>
            <p:cNvSpPr txBox="1"/>
            <p:nvPr/>
          </p:nvSpPr>
          <p:spPr>
            <a:xfrm>
              <a:off x="1119248" y="3055985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坐便器</a:t>
              </a:r>
            </a:p>
          </p:txBody>
        </p:sp>
      </p:grpSp>
      <p:grpSp>
        <p:nvGrpSpPr>
          <p:cNvPr id="450" name="J 坐便器"/>
          <p:cNvGrpSpPr/>
          <p:nvPr/>
        </p:nvGrpSpPr>
        <p:grpSpPr>
          <a:xfrm>
            <a:off x="1088941" y="3146519"/>
            <a:ext cx="66616" cy="66616"/>
            <a:chOff x="1088941" y="3146519"/>
            <a:chExt cx="66616" cy="66616"/>
          </a:xfrm>
        </p:grpSpPr>
        <p:sp>
          <p:nvSpPr>
            <p:cNvPr id="451" name="Oval 450"/>
            <p:cNvSpPr/>
            <p:nvPr/>
          </p:nvSpPr>
          <p:spPr>
            <a:xfrm>
              <a:off x="1088941" y="3146519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2" name="TextBox 451"/>
            <p:cNvSpPr txBox="1"/>
            <p:nvPr/>
          </p:nvSpPr>
          <p:spPr>
            <a:xfrm>
              <a:off x="1088941" y="3146519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53" name="P 台盆"/>
          <p:cNvGrpSpPr/>
          <p:nvPr/>
        </p:nvGrpSpPr>
        <p:grpSpPr>
          <a:xfrm>
            <a:off x="1083682" y="3348321"/>
            <a:ext cx="66616" cy="66616"/>
            <a:chOff x="1172211" y="3146519"/>
            <a:chExt cx="66616" cy="66616"/>
          </a:xfrm>
        </p:grpSpPr>
        <p:sp>
          <p:nvSpPr>
            <p:cNvPr id="454" name="Oval 453"/>
            <p:cNvSpPr/>
            <p:nvPr/>
          </p:nvSpPr>
          <p:spPr>
            <a:xfrm>
              <a:off x="1172211" y="3146519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5" name="TextBox 454"/>
            <p:cNvSpPr txBox="1"/>
            <p:nvPr/>
          </p:nvSpPr>
          <p:spPr>
            <a:xfrm>
              <a:off x="1172211" y="3146519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456" name="用水设备 厨房水槽 WREN_29_Idro_Sink"/>
          <p:cNvGrpSpPr/>
          <p:nvPr/>
        </p:nvGrpSpPr>
        <p:grpSpPr>
          <a:xfrm>
            <a:off x="2170918" y="2283289"/>
            <a:ext cx="350613" cy="147400"/>
            <a:chOff x="2170918" y="2283289"/>
            <a:chExt cx="350613" cy="147400"/>
          </a:xfrm>
        </p:grpSpPr>
        <p:sp>
          <p:nvSpPr>
            <p:cNvPr id="457" name="Rectangle 456"/>
            <p:cNvSpPr/>
            <p:nvPr/>
          </p:nvSpPr>
          <p:spPr>
            <a:xfrm>
              <a:off x="2170918" y="2331498"/>
              <a:ext cx="123989" cy="99191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8" name="TextBox 457"/>
            <p:cNvSpPr txBox="1"/>
            <p:nvPr/>
          </p:nvSpPr>
          <p:spPr>
            <a:xfrm>
              <a:off x="2170918" y="2283289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厨房水槽</a:t>
              </a:r>
            </a:p>
          </p:txBody>
        </p:sp>
      </p:grpSp>
      <p:grpSp>
        <p:nvGrpSpPr>
          <p:cNvPr id="459" name="J 厨房水槽"/>
          <p:cNvGrpSpPr/>
          <p:nvPr/>
        </p:nvGrpSpPr>
        <p:grpSpPr>
          <a:xfrm>
            <a:off x="2157969" y="2347785"/>
            <a:ext cx="66616" cy="66616"/>
            <a:chOff x="2157969" y="2347785"/>
            <a:chExt cx="66616" cy="66616"/>
          </a:xfrm>
        </p:grpSpPr>
        <p:sp>
          <p:nvSpPr>
            <p:cNvPr id="460" name="Oval 459"/>
            <p:cNvSpPr/>
            <p:nvPr/>
          </p:nvSpPr>
          <p:spPr>
            <a:xfrm>
              <a:off x="2157969" y="2347785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1" name="TextBox 460"/>
            <p:cNvSpPr txBox="1"/>
            <p:nvPr/>
          </p:nvSpPr>
          <p:spPr>
            <a:xfrm>
              <a:off x="2157969" y="2347785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62" name="P 厨房水槽"/>
          <p:cNvGrpSpPr/>
          <p:nvPr/>
        </p:nvGrpSpPr>
        <p:grpSpPr>
          <a:xfrm>
            <a:off x="2241239" y="2347785"/>
            <a:ext cx="66616" cy="66616"/>
            <a:chOff x="2241239" y="2347785"/>
            <a:chExt cx="66616" cy="66616"/>
          </a:xfrm>
        </p:grpSpPr>
        <p:sp>
          <p:nvSpPr>
            <p:cNvPr id="463" name="Oval 462"/>
            <p:cNvSpPr/>
            <p:nvPr/>
          </p:nvSpPr>
          <p:spPr>
            <a:xfrm>
              <a:off x="2241239" y="2347785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4" name="TextBox 463"/>
            <p:cNvSpPr txBox="1"/>
            <p:nvPr/>
          </p:nvSpPr>
          <p:spPr>
            <a:xfrm>
              <a:off x="2241239" y="2347785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465" name="用水设备 洗碗机 WREN_27_Bosch_SMV2HTX02G"/>
          <p:cNvGrpSpPr/>
          <p:nvPr/>
        </p:nvGrpSpPr>
        <p:grpSpPr>
          <a:xfrm>
            <a:off x="2390130" y="2036552"/>
            <a:ext cx="350613" cy="196500"/>
            <a:chOff x="2390130" y="2036552"/>
            <a:chExt cx="350613" cy="196500"/>
          </a:xfrm>
        </p:grpSpPr>
        <p:sp>
          <p:nvSpPr>
            <p:cNvPr id="466" name="Rectangle 465"/>
            <p:cNvSpPr/>
            <p:nvPr/>
          </p:nvSpPr>
          <p:spPr>
            <a:xfrm>
              <a:off x="2390130" y="2084761"/>
              <a:ext cx="151514" cy="148291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7" name="TextBox 466"/>
            <p:cNvSpPr txBox="1"/>
            <p:nvPr/>
          </p:nvSpPr>
          <p:spPr>
            <a:xfrm>
              <a:off x="2390130" y="2036552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洗碗机</a:t>
              </a:r>
            </a:p>
          </p:txBody>
        </p:sp>
      </p:grpSp>
      <p:grpSp>
        <p:nvGrpSpPr>
          <p:cNvPr id="468" name="J 洗碗机"/>
          <p:cNvGrpSpPr/>
          <p:nvPr/>
        </p:nvGrpSpPr>
        <p:grpSpPr>
          <a:xfrm>
            <a:off x="2390944" y="2125598"/>
            <a:ext cx="66616" cy="66616"/>
            <a:chOff x="2390944" y="2125598"/>
            <a:chExt cx="66616" cy="66616"/>
          </a:xfrm>
        </p:grpSpPr>
        <p:sp>
          <p:nvSpPr>
            <p:cNvPr id="469" name="Oval 468"/>
            <p:cNvSpPr/>
            <p:nvPr/>
          </p:nvSpPr>
          <p:spPr>
            <a:xfrm>
              <a:off x="2390944" y="2125598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0" name="TextBox 469"/>
            <p:cNvSpPr txBox="1"/>
            <p:nvPr/>
          </p:nvSpPr>
          <p:spPr>
            <a:xfrm>
              <a:off x="2390944" y="2125598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71" name="P 洗碗机"/>
          <p:cNvGrpSpPr/>
          <p:nvPr/>
        </p:nvGrpSpPr>
        <p:grpSpPr>
          <a:xfrm>
            <a:off x="2474214" y="2125598"/>
            <a:ext cx="66616" cy="66616"/>
            <a:chOff x="2474214" y="2125598"/>
            <a:chExt cx="66616" cy="66616"/>
          </a:xfrm>
        </p:grpSpPr>
        <p:sp>
          <p:nvSpPr>
            <p:cNvPr id="472" name="Oval 471"/>
            <p:cNvSpPr/>
            <p:nvPr/>
          </p:nvSpPr>
          <p:spPr>
            <a:xfrm>
              <a:off x="2474214" y="2125598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3" name="TextBox 472"/>
            <p:cNvSpPr txBox="1"/>
            <p:nvPr/>
          </p:nvSpPr>
          <p:spPr>
            <a:xfrm>
              <a:off x="2474214" y="2125598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474" name="用水设备 洗衣柜（双机位+上盆） G04.001"/>
          <p:cNvGrpSpPr/>
          <p:nvPr/>
        </p:nvGrpSpPr>
        <p:grpSpPr>
          <a:xfrm>
            <a:off x="2354669" y="1011168"/>
            <a:ext cx="350613" cy="358180"/>
            <a:chOff x="2354669" y="1011168"/>
            <a:chExt cx="350613" cy="358180"/>
          </a:xfrm>
        </p:grpSpPr>
        <p:sp>
          <p:nvSpPr>
            <p:cNvPr id="475" name="Rectangle 474"/>
            <p:cNvSpPr/>
            <p:nvPr/>
          </p:nvSpPr>
          <p:spPr>
            <a:xfrm>
              <a:off x="2354669" y="1059377"/>
              <a:ext cx="181023" cy="309971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6" name="TextBox 475"/>
            <p:cNvSpPr txBox="1"/>
            <p:nvPr/>
          </p:nvSpPr>
          <p:spPr>
            <a:xfrm>
              <a:off x="2354669" y="1011168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洗衣柜（双机位+上盆）</a:t>
              </a:r>
            </a:p>
          </p:txBody>
        </p:sp>
      </p:grpSp>
      <p:grpSp>
        <p:nvGrpSpPr>
          <p:cNvPr id="477" name="J 洗衣柜（双机位+上盆）"/>
          <p:cNvGrpSpPr/>
          <p:nvPr/>
        </p:nvGrpSpPr>
        <p:grpSpPr>
          <a:xfrm>
            <a:off x="2370237" y="1181054"/>
            <a:ext cx="66616" cy="66616"/>
            <a:chOff x="2370237" y="1181054"/>
            <a:chExt cx="66616" cy="66616"/>
          </a:xfrm>
        </p:grpSpPr>
        <p:sp>
          <p:nvSpPr>
            <p:cNvPr id="478" name="Oval 477"/>
            <p:cNvSpPr/>
            <p:nvPr/>
          </p:nvSpPr>
          <p:spPr>
            <a:xfrm>
              <a:off x="2370237" y="1181054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9" name="TextBox 478"/>
            <p:cNvSpPr txBox="1"/>
            <p:nvPr/>
          </p:nvSpPr>
          <p:spPr>
            <a:xfrm>
              <a:off x="2370237" y="1181054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80" name="P 洗衣柜（双机位+上盆）"/>
          <p:cNvGrpSpPr/>
          <p:nvPr/>
        </p:nvGrpSpPr>
        <p:grpSpPr>
          <a:xfrm>
            <a:off x="2453507" y="1181054"/>
            <a:ext cx="66616" cy="66616"/>
            <a:chOff x="2453507" y="1181054"/>
            <a:chExt cx="66616" cy="66616"/>
          </a:xfrm>
        </p:grpSpPr>
        <p:sp>
          <p:nvSpPr>
            <p:cNvPr id="481" name="Oval 480"/>
            <p:cNvSpPr/>
            <p:nvPr/>
          </p:nvSpPr>
          <p:spPr>
            <a:xfrm>
              <a:off x="2453507" y="1181054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2" name="TextBox 481"/>
            <p:cNvSpPr txBox="1"/>
            <p:nvPr/>
          </p:nvSpPr>
          <p:spPr>
            <a:xfrm>
              <a:off x="2453507" y="1181054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483" name="用水设备 户外立柱盆 RearWall_PedestalBasin"/>
          <p:cNvGrpSpPr/>
          <p:nvPr/>
        </p:nvGrpSpPr>
        <p:grpSpPr>
          <a:xfrm>
            <a:off x="2306314" y="861390"/>
            <a:ext cx="350613" cy="151368"/>
            <a:chOff x="2306314" y="861390"/>
            <a:chExt cx="350613" cy="151368"/>
          </a:xfrm>
        </p:grpSpPr>
        <p:sp>
          <p:nvSpPr>
            <p:cNvPr id="484" name="Rectangle 483"/>
            <p:cNvSpPr/>
            <p:nvPr/>
          </p:nvSpPr>
          <p:spPr>
            <a:xfrm>
              <a:off x="2306314" y="909599"/>
              <a:ext cx="123988" cy="103159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5" name="TextBox 484"/>
            <p:cNvSpPr txBox="1"/>
            <p:nvPr/>
          </p:nvSpPr>
          <p:spPr>
            <a:xfrm>
              <a:off x="2306314" y="861390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户外立柱盆</a:t>
              </a:r>
            </a:p>
          </p:txBody>
        </p:sp>
      </p:grpSp>
      <p:grpSp>
        <p:nvGrpSpPr>
          <p:cNvPr id="486" name="J 户外立柱盆"/>
          <p:cNvGrpSpPr/>
          <p:nvPr/>
        </p:nvGrpSpPr>
        <p:grpSpPr>
          <a:xfrm>
            <a:off x="2293365" y="927870"/>
            <a:ext cx="66616" cy="66616"/>
            <a:chOff x="2293365" y="927870"/>
            <a:chExt cx="66616" cy="66616"/>
          </a:xfrm>
        </p:grpSpPr>
        <p:sp>
          <p:nvSpPr>
            <p:cNvPr id="487" name="Oval 486"/>
            <p:cNvSpPr/>
            <p:nvPr/>
          </p:nvSpPr>
          <p:spPr>
            <a:xfrm>
              <a:off x="2293365" y="927870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8" name="TextBox 487"/>
            <p:cNvSpPr txBox="1"/>
            <p:nvPr/>
          </p:nvSpPr>
          <p:spPr>
            <a:xfrm>
              <a:off x="2293365" y="927870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89" name="P 户外立柱盆"/>
          <p:cNvGrpSpPr/>
          <p:nvPr/>
        </p:nvGrpSpPr>
        <p:grpSpPr>
          <a:xfrm>
            <a:off x="2376635" y="927870"/>
            <a:ext cx="66616" cy="66616"/>
            <a:chOff x="2376635" y="927870"/>
            <a:chExt cx="66616" cy="66616"/>
          </a:xfrm>
        </p:grpSpPr>
        <p:sp>
          <p:nvSpPr>
            <p:cNvPr id="490" name="Oval 489"/>
            <p:cNvSpPr/>
            <p:nvPr/>
          </p:nvSpPr>
          <p:spPr>
            <a:xfrm>
              <a:off x="2376635" y="927870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1" name="TextBox 490"/>
            <p:cNvSpPr txBox="1"/>
            <p:nvPr/>
          </p:nvSpPr>
          <p:spPr>
            <a:xfrm>
              <a:off x="2376635" y="927870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492" name="图例（模型）"/>
          <p:cNvGrpSpPr/>
          <p:nvPr/>
        </p:nvGrpSpPr>
        <p:grpSpPr>
          <a:xfrm>
            <a:off x="6037142" y="914400"/>
            <a:ext cx="2980944" cy="1133856"/>
            <a:chOff x="6037142" y="914400"/>
            <a:chExt cx="2980944" cy="1133856"/>
          </a:xfrm>
        </p:grpSpPr>
        <p:sp>
          <p:nvSpPr>
            <p:cNvPr id="493" name="TextBox 492"/>
            <p:cNvSpPr txBox="1"/>
            <p:nvPr/>
          </p:nvSpPr>
          <p:spPr>
            <a:xfrm>
              <a:off x="6037142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494" name="图例"/>
            <p:cNvGrpSpPr/>
            <p:nvPr/>
          </p:nvGrpSpPr>
          <p:grpSpPr>
            <a:xfrm>
              <a:off x="6109660" y="1334390"/>
              <a:ext cx="110996" cy="110996"/>
              <a:chOff x="6109660" y="1334390"/>
              <a:chExt cx="110996" cy="110996"/>
            </a:xfrm>
          </p:grpSpPr>
          <p:sp>
            <p:nvSpPr>
              <p:cNvPr id="495" name="Oval 494"/>
              <p:cNvSpPr/>
              <p:nvPr/>
            </p:nvSpPr>
            <p:spPr>
              <a:xfrm>
                <a:off x="6109660" y="1334390"/>
                <a:ext cx="110996" cy="110996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1F6BD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6" name="TextBox 495"/>
              <p:cNvSpPr txBox="1"/>
              <p:nvPr/>
            </p:nvSpPr>
            <p:spPr>
              <a:xfrm>
                <a:off x="6109660" y="1334390"/>
                <a:ext cx="110996" cy="1109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50" b="1">
                    <a:solidFill>
                      <a:srgbClr val="1F6BD9"/>
                    </a:solidFill>
                    <a:latin typeface="Microsoft YaHei"/>
                    <a:ea typeface="Microsoft YaHei"/>
                    <a:cs typeface="Microsoft YaHei"/>
                  </a:rPr>
                  <a:t>J</a:t>
                </a:r>
              </a:p>
            </p:txBody>
          </p:sp>
        </p:grpSp>
        <p:sp>
          <p:nvSpPr>
            <p:cNvPr id="497" name="TextBox 496"/>
            <p:cNvSpPr txBox="1"/>
            <p:nvPr/>
          </p:nvSpPr>
          <p:spPr>
            <a:xfrm>
              <a:off x="6366326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给水点位（J）× 6</a:t>
              </a:r>
            </a:p>
          </p:txBody>
        </p:sp>
        <p:grpSp>
          <p:nvGrpSpPr>
            <p:cNvPr id="498" name="图例"/>
            <p:cNvGrpSpPr/>
            <p:nvPr/>
          </p:nvGrpSpPr>
          <p:grpSpPr>
            <a:xfrm>
              <a:off x="6109660" y="1608710"/>
              <a:ext cx="110996" cy="110996"/>
              <a:chOff x="6109660" y="1608710"/>
              <a:chExt cx="110996" cy="110996"/>
            </a:xfrm>
          </p:grpSpPr>
          <p:sp>
            <p:nvSpPr>
              <p:cNvPr id="499" name="Oval 498"/>
              <p:cNvSpPr/>
              <p:nvPr/>
            </p:nvSpPr>
            <p:spPr>
              <a:xfrm>
                <a:off x="6109660" y="1608710"/>
                <a:ext cx="110996" cy="110996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0D807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0" name="TextBox 499"/>
              <p:cNvSpPr txBox="1"/>
              <p:nvPr/>
            </p:nvSpPr>
            <p:spPr>
              <a:xfrm>
                <a:off x="6109660" y="1608710"/>
                <a:ext cx="110996" cy="1109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50" b="1">
                    <a:solidFill>
                      <a:srgbClr val="0D8073"/>
                    </a:solidFill>
                    <a:latin typeface="Microsoft YaHei"/>
                    <a:ea typeface="Microsoft YaHei"/>
                    <a:cs typeface="Microsoft YaHei"/>
                  </a:rPr>
                  <a:t>P</a:t>
                </a:r>
              </a:p>
            </p:txBody>
          </p:sp>
        </p:grpSp>
        <p:sp>
          <p:nvSpPr>
            <p:cNvPr id="501" name="TextBox 500"/>
            <p:cNvSpPr txBox="1"/>
            <p:nvPr/>
          </p:nvSpPr>
          <p:spPr>
            <a:xfrm>
              <a:off x="6366326" y="157276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排水点位（P）× 5</a:t>
              </a:r>
            </a:p>
          </p:txBody>
        </p:sp>
        <p:grpSp>
          <p:nvGrpSpPr>
            <p:cNvPr id="502" name="图例"/>
            <p:cNvGrpSpPr/>
            <p:nvPr/>
          </p:nvGrpSpPr>
          <p:grpSpPr>
            <a:xfrm>
              <a:off x="6100896" y="1874266"/>
              <a:ext cx="128524" cy="128524"/>
              <a:chOff x="6100896" y="1874266"/>
              <a:chExt cx="128524" cy="128524"/>
            </a:xfrm>
          </p:grpSpPr>
          <p:sp>
            <p:nvSpPr>
              <p:cNvPr id="503" name="Oval 502"/>
              <p:cNvSpPr/>
              <p:nvPr/>
            </p:nvSpPr>
            <p:spPr>
              <a:xfrm>
                <a:off x="6100896" y="1874266"/>
                <a:ext cx="128524" cy="128524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1A1A1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4" name="Oval 503"/>
              <p:cNvSpPr/>
              <p:nvPr/>
            </p:nvSpPr>
            <p:spPr>
              <a:xfrm>
                <a:off x="6119882" y="1893252"/>
                <a:ext cx="90552" cy="90552"/>
              </a:xfrm>
              <a:prstGeom prst="ellipse">
                <a:avLst/>
              </a:prstGeom>
              <a:noFill/>
              <a:ln w="7620">
                <a:solidFill>
                  <a:srgbClr val="1A1A1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5" name="TextBox 504"/>
              <p:cNvSpPr txBox="1"/>
              <p:nvPr/>
            </p:nvSpPr>
            <p:spPr>
              <a:xfrm>
                <a:off x="6100896" y="1874266"/>
                <a:ext cx="128524" cy="1285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00" b="1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W</a:t>
                </a:r>
              </a:p>
            </p:txBody>
          </p:sp>
        </p:grpSp>
        <p:sp>
          <p:nvSpPr>
            <p:cNvPr id="506" name="TextBox 505"/>
            <p:cNvSpPr txBox="1"/>
            <p:nvPr/>
          </p:nvSpPr>
          <p:spPr>
            <a:xfrm>
              <a:off x="6366326" y="184708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坐便器排污（W）× 1</a:t>
              </a:r>
            </a:p>
          </p:txBody>
        </p:sp>
      </p:grpSp>
      <p:sp>
        <p:nvSpPr>
          <p:cNvPr id="507" name="TextBox 506"/>
          <p:cNvSpPr txBox="1"/>
          <p:nvPr/>
        </p:nvSpPr>
        <p:spPr>
          <a:xfrm>
            <a:off x="6037142" y="2304288"/>
            <a:ext cx="5834513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模型没有单独的水路点，按卫浴 / 厨房设备推出：马桶 = J + W，台盆 / 淋浴 / 水槽 / 洗碗机 / 洗衣柜 = J + P；虚线框为设备外轮廓。
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二层照明平面图：Blender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4247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6311" y="926340"/>
            <a:ext cx="3635855" cy="4796943"/>
            <a:chOff x="356311" y="926340"/>
            <a:chExt cx="3635855" cy="4796943"/>
          </a:xfrm>
        </p:grpSpPr>
        <p:sp>
          <p:nvSpPr>
            <p:cNvPr id="5" name="墙_GF_Wall_Shell"/>
            <p:cNvSpPr/>
            <p:nvPr/>
          </p:nvSpPr>
          <p:spPr>
            <a:xfrm>
              <a:off x="2603764" y="4099465"/>
              <a:ext cx="49507" cy="415573"/>
            </a:xfrm>
            <a:custGeom>
              <a:avLst/>
              <a:gdLst/>
              <a:ahLst/>
              <a:cxnLst/>
              <a:rect l="l" t="t" r="r" b="b"/>
              <a:pathLst>
                <a:path w="49507" h="415573">
                  <a:moveTo>
                    <a:pt x="49507" y="76297"/>
                  </a:moveTo>
                  <a:lnTo>
                    <a:pt x="49507" y="0"/>
                  </a:lnTo>
                  <a:lnTo>
                    <a:pt x="0" y="0"/>
                  </a:lnTo>
                  <a:lnTo>
                    <a:pt x="0" y="76297"/>
                  </a:lnTo>
                  <a:close/>
                  <a:moveTo>
                    <a:pt x="49507" y="415573"/>
                  </a:moveTo>
                  <a:lnTo>
                    <a:pt x="49507" y="353886"/>
                  </a:lnTo>
                  <a:lnTo>
                    <a:pt x="0" y="353886"/>
                  </a:lnTo>
                  <a:lnTo>
                    <a:pt x="0" y="41557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墙_FF_Wall_Shell"/>
            <p:cNvSpPr/>
            <p:nvPr/>
          </p:nvSpPr>
          <p:spPr>
            <a:xfrm>
              <a:off x="356311" y="926340"/>
              <a:ext cx="3635855" cy="4796943"/>
            </a:xfrm>
            <a:custGeom>
              <a:avLst/>
              <a:gdLst/>
              <a:ahLst/>
              <a:cxnLst/>
              <a:rect l="l" t="t" r="r" b="b"/>
              <a:pathLst>
                <a:path w="3635855" h="4796943">
                  <a:moveTo>
                    <a:pt x="1498370" y="4271390"/>
                  </a:moveTo>
                  <a:lnTo>
                    <a:pt x="1498370" y="4222690"/>
                  </a:lnTo>
                  <a:lnTo>
                    <a:pt x="1509529" y="4222690"/>
                  </a:lnTo>
                  <a:lnTo>
                    <a:pt x="1509529" y="3735690"/>
                  </a:lnTo>
                  <a:lnTo>
                    <a:pt x="1509529" y="2997075"/>
                  </a:lnTo>
                  <a:lnTo>
                    <a:pt x="1032932" y="2997075"/>
                  </a:lnTo>
                  <a:lnTo>
                    <a:pt x="1032932" y="2972644"/>
                  </a:lnTo>
                  <a:lnTo>
                    <a:pt x="1533876" y="2972644"/>
                  </a:lnTo>
                  <a:lnTo>
                    <a:pt x="1533876" y="2972725"/>
                  </a:lnTo>
                  <a:lnTo>
                    <a:pt x="2272409" y="2972725"/>
                  </a:lnTo>
                  <a:lnTo>
                    <a:pt x="2478421" y="2972725"/>
                  </a:lnTo>
                  <a:lnTo>
                    <a:pt x="2478421" y="2972725"/>
                  </a:lnTo>
                  <a:lnTo>
                    <a:pt x="2478421" y="3021425"/>
                  </a:lnTo>
                  <a:lnTo>
                    <a:pt x="2478421" y="3021425"/>
                  </a:lnTo>
                  <a:lnTo>
                    <a:pt x="2296757" y="3021425"/>
                  </a:lnTo>
                  <a:lnTo>
                    <a:pt x="2296757" y="3183880"/>
                  </a:lnTo>
                  <a:lnTo>
                    <a:pt x="2248062" y="3183880"/>
                  </a:lnTo>
                  <a:lnTo>
                    <a:pt x="2248062" y="3021425"/>
                  </a:lnTo>
                  <a:lnTo>
                    <a:pt x="1558224" y="3021425"/>
                  </a:lnTo>
                  <a:lnTo>
                    <a:pt x="1558224" y="3711340"/>
                  </a:lnTo>
                  <a:lnTo>
                    <a:pt x="2248062" y="3711340"/>
                  </a:lnTo>
                  <a:lnTo>
                    <a:pt x="2248062" y="3588251"/>
                  </a:lnTo>
                  <a:lnTo>
                    <a:pt x="2296757" y="3588251"/>
                  </a:lnTo>
                  <a:lnTo>
                    <a:pt x="2296757" y="3735690"/>
                  </a:lnTo>
                  <a:lnTo>
                    <a:pt x="2296757" y="4247040"/>
                  </a:lnTo>
                  <a:lnTo>
                    <a:pt x="2248062" y="4247040"/>
                  </a:lnTo>
                  <a:lnTo>
                    <a:pt x="2248062" y="3760040"/>
                  </a:lnTo>
                  <a:lnTo>
                    <a:pt x="1558224" y="3760040"/>
                  </a:lnTo>
                  <a:lnTo>
                    <a:pt x="1558224" y="4222690"/>
                  </a:lnTo>
                  <a:lnTo>
                    <a:pt x="1947739" y="4222690"/>
                  </a:lnTo>
                  <a:lnTo>
                    <a:pt x="1947739" y="4271390"/>
                  </a:lnTo>
                  <a:lnTo>
                    <a:pt x="1558224" y="4271390"/>
                  </a:lnTo>
                  <a:lnTo>
                    <a:pt x="1558224" y="4502714"/>
                  </a:lnTo>
                  <a:lnTo>
                    <a:pt x="1558224" y="4703601"/>
                  </a:lnTo>
                  <a:lnTo>
                    <a:pt x="1893607" y="4703601"/>
                  </a:lnTo>
                  <a:lnTo>
                    <a:pt x="1893607" y="4750272"/>
                  </a:lnTo>
                  <a:lnTo>
                    <a:pt x="1893607" y="4796943"/>
                  </a:lnTo>
                  <a:lnTo>
                    <a:pt x="1533876" y="4796943"/>
                  </a:lnTo>
                  <a:lnTo>
                    <a:pt x="1533876" y="4750272"/>
                  </a:lnTo>
                  <a:lnTo>
                    <a:pt x="1522717" y="4750272"/>
                  </a:lnTo>
                  <a:lnTo>
                    <a:pt x="1487211" y="4750272"/>
                  </a:lnTo>
                  <a:lnTo>
                    <a:pt x="1487211" y="4549385"/>
                  </a:lnTo>
                  <a:lnTo>
                    <a:pt x="256458" y="4549385"/>
                  </a:lnTo>
                  <a:lnTo>
                    <a:pt x="46666" y="4549385"/>
                  </a:lnTo>
                  <a:lnTo>
                    <a:pt x="46666" y="4502714"/>
                  </a:lnTo>
                  <a:lnTo>
                    <a:pt x="0" y="4502714"/>
                  </a:lnTo>
                  <a:lnTo>
                    <a:pt x="0" y="1523902"/>
                  </a:lnTo>
                  <a:lnTo>
                    <a:pt x="46666" y="1523902"/>
                  </a:lnTo>
                  <a:lnTo>
                    <a:pt x="46666" y="1477231"/>
                  </a:lnTo>
                  <a:lnTo>
                    <a:pt x="700673" y="1477231"/>
                  </a:lnTo>
                  <a:lnTo>
                    <a:pt x="764341" y="1477231"/>
                  </a:lnTo>
                  <a:lnTo>
                    <a:pt x="1533876" y="1477231"/>
                  </a:lnTo>
                  <a:lnTo>
                    <a:pt x="1638772" y="1477231"/>
                  </a:lnTo>
                  <a:lnTo>
                    <a:pt x="1638772" y="1523902"/>
                  </a:lnTo>
                  <a:lnTo>
                    <a:pt x="1638772" y="1570573"/>
                  </a:lnTo>
                  <a:lnTo>
                    <a:pt x="1558224" y="1570573"/>
                  </a:lnTo>
                  <a:lnTo>
                    <a:pt x="1558224" y="2215400"/>
                  </a:lnTo>
                  <a:lnTo>
                    <a:pt x="1558224" y="2546600"/>
                  </a:lnTo>
                  <a:lnTo>
                    <a:pt x="1985234" y="2546600"/>
                  </a:lnTo>
                  <a:lnTo>
                    <a:pt x="1985234" y="2595300"/>
                  </a:lnTo>
                  <a:lnTo>
                    <a:pt x="1533876" y="2595300"/>
                  </a:lnTo>
                  <a:lnTo>
                    <a:pt x="1533876" y="2570950"/>
                  </a:lnTo>
                  <a:lnTo>
                    <a:pt x="1509529" y="2570950"/>
                  </a:lnTo>
                  <a:lnTo>
                    <a:pt x="1509529" y="2239994"/>
                  </a:lnTo>
                  <a:lnTo>
                    <a:pt x="1057847" y="2239994"/>
                  </a:lnTo>
                  <a:lnTo>
                    <a:pt x="1057847" y="2570950"/>
                  </a:lnTo>
                  <a:lnTo>
                    <a:pt x="1008016" y="2570950"/>
                  </a:lnTo>
                  <a:lnTo>
                    <a:pt x="1008016" y="2239994"/>
                  </a:lnTo>
                  <a:lnTo>
                    <a:pt x="692395" y="2239994"/>
                  </a:lnTo>
                  <a:lnTo>
                    <a:pt x="692395" y="2190847"/>
                  </a:lnTo>
                  <a:lnTo>
                    <a:pt x="667480" y="2190847"/>
                  </a:lnTo>
                  <a:lnTo>
                    <a:pt x="667480" y="2141701"/>
                  </a:lnTo>
                  <a:lnTo>
                    <a:pt x="717310" y="2141701"/>
                  </a:lnTo>
                  <a:lnTo>
                    <a:pt x="717310" y="2190847"/>
                  </a:lnTo>
                  <a:lnTo>
                    <a:pt x="1032932" y="2190847"/>
                  </a:lnTo>
                  <a:lnTo>
                    <a:pt x="1509529" y="2190847"/>
                  </a:lnTo>
                  <a:lnTo>
                    <a:pt x="1509529" y="1570573"/>
                  </a:lnTo>
                  <a:lnTo>
                    <a:pt x="764341" y="1570573"/>
                  </a:lnTo>
                  <a:lnTo>
                    <a:pt x="717310" y="1570573"/>
                  </a:lnTo>
                  <a:lnTo>
                    <a:pt x="717310" y="1854940"/>
                  </a:lnTo>
                  <a:lnTo>
                    <a:pt x="667480" y="1854940"/>
                  </a:lnTo>
                  <a:lnTo>
                    <a:pt x="667480" y="1570573"/>
                  </a:lnTo>
                  <a:lnTo>
                    <a:pt x="93331" y="1570573"/>
                  </a:lnTo>
                  <a:lnTo>
                    <a:pt x="93331" y="4456043"/>
                  </a:lnTo>
                  <a:lnTo>
                    <a:pt x="256458" y="4456043"/>
                  </a:lnTo>
                  <a:lnTo>
                    <a:pt x="1509529" y="4456043"/>
                  </a:lnTo>
                  <a:lnTo>
                    <a:pt x="1509529" y="4271390"/>
                  </a:lnTo>
                  <a:close/>
                  <a:moveTo>
                    <a:pt x="2296757" y="4583881"/>
                  </a:moveTo>
                  <a:lnTo>
                    <a:pt x="2296757" y="4673164"/>
                  </a:lnTo>
                  <a:lnTo>
                    <a:pt x="2464428" y="4673164"/>
                  </a:lnTo>
                  <a:lnTo>
                    <a:pt x="2464428" y="4697514"/>
                  </a:lnTo>
                  <a:lnTo>
                    <a:pt x="2488978" y="4697514"/>
                  </a:lnTo>
                  <a:lnTo>
                    <a:pt x="2488978" y="4703601"/>
                  </a:lnTo>
                  <a:lnTo>
                    <a:pt x="2610674" y="4703601"/>
                  </a:lnTo>
                  <a:lnTo>
                    <a:pt x="2610674" y="4750272"/>
                  </a:lnTo>
                  <a:lnTo>
                    <a:pt x="2610674" y="4796943"/>
                  </a:lnTo>
                  <a:lnTo>
                    <a:pt x="2464428" y="4796943"/>
                  </a:lnTo>
                  <a:lnTo>
                    <a:pt x="2306090" y="4796943"/>
                  </a:lnTo>
                  <a:lnTo>
                    <a:pt x="2306090" y="4750272"/>
                  </a:lnTo>
                  <a:lnTo>
                    <a:pt x="2306090" y="4721864"/>
                  </a:lnTo>
                  <a:lnTo>
                    <a:pt x="2272409" y="4721864"/>
                  </a:lnTo>
                  <a:lnTo>
                    <a:pt x="2272409" y="4697514"/>
                  </a:lnTo>
                  <a:lnTo>
                    <a:pt x="2248062" y="4697514"/>
                  </a:lnTo>
                  <a:lnTo>
                    <a:pt x="2248062" y="4583881"/>
                  </a:lnTo>
                  <a:close/>
                  <a:moveTo>
                    <a:pt x="3535828" y="582370"/>
                  </a:moveTo>
                  <a:lnTo>
                    <a:pt x="3535828" y="533670"/>
                  </a:lnTo>
                  <a:lnTo>
                    <a:pt x="3538466" y="533670"/>
                  </a:lnTo>
                  <a:lnTo>
                    <a:pt x="3538466" y="93342"/>
                  </a:lnTo>
                  <a:lnTo>
                    <a:pt x="3221505" y="93342"/>
                  </a:lnTo>
                  <a:lnTo>
                    <a:pt x="2319075" y="93342"/>
                  </a:lnTo>
                  <a:lnTo>
                    <a:pt x="2319075" y="682611"/>
                  </a:lnTo>
                  <a:lnTo>
                    <a:pt x="2272409" y="682611"/>
                  </a:lnTo>
                  <a:lnTo>
                    <a:pt x="2225663" y="682611"/>
                  </a:lnTo>
                  <a:lnTo>
                    <a:pt x="2225663" y="46671"/>
                  </a:lnTo>
                  <a:lnTo>
                    <a:pt x="2272409" y="46671"/>
                  </a:lnTo>
                  <a:lnTo>
                    <a:pt x="2272409" y="0"/>
                  </a:lnTo>
                  <a:lnTo>
                    <a:pt x="3221505" y="0"/>
                  </a:lnTo>
                  <a:lnTo>
                    <a:pt x="3587161" y="0"/>
                  </a:lnTo>
                  <a:lnTo>
                    <a:pt x="3587161" y="46671"/>
                  </a:lnTo>
                  <a:lnTo>
                    <a:pt x="3635855" y="46671"/>
                  </a:lnTo>
                  <a:lnTo>
                    <a:pt x="3635855" y="558020"/>
                  </a:lnTo>
                  <a:lnTo>
                    <a:pt x="3635855" y="1174886"/>
                  </a:lnTo>
                  <a:lnTo>
                    <a:pt x="3635855" y="1523902"/>
                  </a:lnTo>
                  <a:lnTo>
                    <a:pt x="3635855" y="2497901"/>
                  </a:lnTo>
                  <a:lnTo>
                    <a:pt x="3635855" y="2997075"/>
                  </a:lnTo>
                  <a:lnTo>
                    <a:pt x="3635855" y="4750272"/>
                  </a:lnTo>
                  <a:lnTo>
                    <a:pt x="3587161" y="4750272"/>
                  </a:lnTo>
                  <a:lnTo>
                    <a:pt x="3587161" y="4796943"/>
                  </a:lnTo>
                  <a:lnTo>
                    <a:pt x="3027093" y="4796943"/>
                  </a:lnTo>
                  <a:lnTo>
                    <a:pt x="3027093" y="4750272"/>
                  </a:lnTo>
                  <a:lnTo>
                    <a:pt x="3027093" y="4703601"/>
                  </a:lnTo>
                  <a:lnTo>
                    <a:pt x="3538466" y="4703601"/>
                  </a:lnTo>
                  <a:lnTo>
                    <a:pt x="3538466" y="3021425"/>
                  </a:lnTo>
                  <a:lnTo>
                    <a:pt x="3331433" y="3021425"/>
                  </a:lnTo>
                  <a:lnTo>
                    <a:pt x="3332042" y="3001174"/>
                  </a:lnTo>
                  <a:lnTo>
                    <a:pt x="3333178" y="2972725"/>
                  </a:lnTo>
                  <a:lnTo>
                    <a:pt x="3538466" y="2972725"/>
                  </a:lnTo>
                  <a:lnTo>
                    <a:pt x="3538466" y="2497901"/>
                  </a:lnTo>
                  <a:lnTo>
                    <a:pt x="3538466" y="1548252"/>
                  </a:lnTo>
                  <a:lnTo>
                    <a:pt x="3166197" y="1548252"/>
                  </a:lnTo>
                  <a:lnTo>
                    <a:pt x="3166197" y="1499552"/>
                  </a:lnTo>
                  <a:lnTo>
                    <a:pt x="3166197" y="1499065"/>
                  </a:lnTo>
                  <a:lnTo>
                    <a:pt x="3217245" y="1499065"/>
                  </a:lnTo>
                  <a:lnTo>
                    <a:pt x="3217245" y="1499552"/>
                  </a:lnTo>
                  <a:lnTo>
                    <a:pt x="3538466" y="1499552"/>
                  </a:lnTo>
                  <a:lnTo>
                    <a:pt x="3538466" y="1491435"/>
                  </a:lnTo>
                  <a:lnTo>
                    <a:pt x="3538466" y="1174886"/>
                  </a:lnTo>
                  <a:lnTo>
                    <a:pt x="3538466" y="582370"/>
                  </a:lnTo>
                  <a:close/>
                  <a:moveTo>
                    <a:pt x="2795875" y="2558775"/>
                  </a:moveTo>
                  <a:lnTo>
                    <a:pt x="2795875" y="2530367"/>
                  </a:lnTo>
                  <a:lnTo>
                    <a:pt x="2456231" y="2530367"/>
                  </a:lnTo>
                  <a:lnTo>
                    <a:pt x="2456231" y="2570950"/>
                  </a:lnTo>
                  <a:lnTo>
                    <a:pt x="2431640" y="2570950"/>
                  </a:lnTo>
                  <a:lnTo>
                    <a:pt x="2431640" y="2595300"/>
                  </a:lnTo>
                  <a:lnTo>
                    <a:pt x="2362291" y="2595300"/>
                  </a:lnTo>
                  <a:lnTo>
                    <a:pt x="2361074" y="2546600"/>
                  </a:lnTo>
                  <a:lnTo>
                    <a:pt x="2407050" y="2546600"/>
                  </a:lnTo>
                  <a:lnTo>
                    <a:pt x="2407050" y="2506017"/>
                  </a:lnTo>
                  <a:lnTo>
                    <a:pt x="2431640" y="2506017"/>
                  </a:lnTo>
                  <a:lnTo>
                    <a:pt x="2431640" y="2481667"/>
                  </a:lnTo>
                  <a:lnTo>
                    <a:pt x="2795875" y="2481667"/>
                  </a:lnTo>
                  <a:lnTo>
                    <a:pt x="2795875" y="1548252"/>
                  </a:lnTo>
                  <a:lnTo>
                    <a:pt x="2272409" y="1548252"/>
                  </a:lnTo>
                  <a:lnTo>
                    <a:pt x="2272409" y="1570573"/>
                  </a:lnTo>
                  <a:lnTo>
                    <a:pt x="2052229" y="1570573"/>
                  </a:lnTo>
                  <a:lnTo>
                    <a:pt x="2052229" y="1523902"/>
                  </a:lnTo>
                  <a:lnTo>
                    <a:pt x="2052229" y="1477231"/>
                  </a:lnTo>
                  <a:lnTo>
                    <a:pt x="2225663" y="1477231"/>
                  </a:lnTo>
                  <a:lnTo>
                    <a:pt x="2225663" y="1441112"/>
                  </a:lnTo>
                  <a:lnTo>
                    <a:pt x="2272409" y="1441112"/>
                  </a:lnTo>
                  <a:lnTo>
                    <a:pt x="2319075" y="1441112"/>
                  </a:lnTo>
                  <a:lnTo>
                    <a:pt x="2319075" y="1499552"/>
                  </a:lnTo>
                  <a:lnTo>
                    <a:pt x="2828338" y="1499552"/>
                  </a:lnTo>
                  <a:lnTo>
                    <a:pt x="2828338" y="1523902"/>
                  </a:lnTo>
                  <a:lnTo>
                    <a:pt x="2844570" y="1523902"/>
                  </a:lnTo>
                  <a:lnTo>
                    <a:pt x="2844570" y="2506017"/>
                  </a:lnTo>
                  <a:lnTo>
                    <a:pt x="2844570" y="2558775"/>
                  </a:lnTo>
                  <a:close/>
                  <a:moveTo>
                    <a:pt x="2272409" y="1090878"/>
                  </a:moveTo>
                  <a:lnTo>
                    <a:pt x="2225663" y="1090878"/>
                  </a:lnTo>
                  <a:lnTo>
                    <a:pt x="2225663" y="1174886"/>
                  </a:lnTo>
                  <a:lnTo>
                    <a:pt x="2225663" y="1247936"/>
                  </a:lnTo>
                  <a:lnTo>
                    <a:pt x="2272409" y="1247936"/>
                  </a:lnTo>
                  <a:lnTo>
                    <a:pt x="2319075" y="1247936"/>
                  </a:lnTo>
                  <a:lnTo>
                    <a:pt x="2319075" y="1174886"/>
                  </a:lnTo>
                  <a:lnTo>
                    <a:pt x="2319075" y="109087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Wall_FF_MasterBath_DoorInfill"/>
            <p:cNvSpPr/>
            <p:nvPr/>
          </p:nvSpPr>
          <p:spPr>
            <a:xfrm>
              <a:off x="2303888" y="5148949"/>
              <a:ext cx="348977" cy="361191"/>
            </a:xfrm>
            <a:custGeom>
              <a:avLst/>
              <a:gdLst/>
              <a:ahLst/>
              <a:cxnLst/>
              <a:rect l="l" t="t" r="r" b="b"/>
              <a:pathLst>
                <a:path w="348977" h="361191">
                  <a:moveTo>
                    <a:pt x="0" y="48699"/>
                  </a:moveTo>
                  <a:lnTo>
                    <a:pt x="0" y="0"/>
                  </a:lnTo>
                  <a:lnTo>
                    <a:pt x="23535" y="0"/>
                  </a:lnTo>
                  <a:lnTo>
                    <a:pt x="23535" y="48699"/>
                  </a:lnTo>
                  <a:close/>
                  <a:moveTo>
                    <a:pt x="348977" y="333594"/>
                  </a:moveTo>
                  <a:lnTo>
                    <a:pt x="348977" y="361191"/>
                  </a:lnTo>
                  <a:lnTo>
                    <a:pt x="300282" y="361191"/>
                  </a:lnTo>
                  <a:lnTo>
                    <a:pt x="300282" y="3335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Wall_FF_Corridor_NorthEnd_Infill"/>
            <p:cNvSpPr/>
            <p:nvPr/>
          </p:nvSpPr>
          <p:spPr>
            <a:xfrm>
              <a:off x="1865637" y="3497615"/>
              <a:ext cx="48695" cy="23944"/>
            </a:xfrm>
            <a:custGeom>
              <a:avLst/>
              <a:gdLst/>
              <a:ahLst/>
              <a:cxnLst/>
              <a:rect l="l" t="t" r="r" b="b"/>
              <a:pathLst>
                <a:path w="48695" h="23944">
                  <a:moveTo>
                    <a:pt x="48695" y="0"/>
                  </a:moveTo>
                  <a:lnTo>
                    <a:pt x="48695" y="23944"/>
                  </a:lnTo>
                  <a:lnTo>
                    <a:pt x="0" y="23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Wall_FF_Study_North_FlushInfill"/>
            <p:cNvSpPr/>
            <p:nvPr/>
          </p:nvSpPr>
          <p:spPr>
            <a:xfrm>
              <a:off x="2628517" y="2474511"/>
              <a:ext cx="523466" cy="22321"/>
            </a:xfrm>
            <a:custGeom>
              <a:avLst/>
              <a:gdLst/>
              <a:ahLst/>
              <a:cxnLst/>
              <a:rect l="l" t="t" r="r" b="b"/>
              <a:pathLst>
                <a:path w="523466" h="22321">
                  <a:moveTo>
                    <a:pt x="523466" y="0"/>
                  </a:moveTo>
                  <a:lnTo>
                    <a:pt x="523466" y="22321"/>
                  </a:lnTo>
                  <a:lnTo>
                    <a:pt x="0" y="223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Wall_FF_NarrowWindow_LowerInfill"/>
            <p:cNvSpPr/>
            <p:nvPr/>
          </p:nvSpPr>
          <p:spPr>
            <a:xfrm>
              <a:off x="2581852" y="2174195"/>
              <a:ext cx="93331" cy="193176"/>
            </a:xfrm>
            <a:custGeom>
              <a:avLst/>
              <a:gdLst/>
              <a:ahLst/>
              <a:cxnLst/>
              <a:rect l="l" t="t" r="r" b="b"/>
              <a:pathLst>
                <a:path w="93331" h="193176">
                  <a:moveTo>
                    <a:pt x="93331" y="0"/>
                  </a:moveTo>
                  <a:lnTo>
                    <a:pt x="93331" y="193176"/>
                  </a:lnTo>
                  <a:lnTo>
                    <a:pt x="0" y="193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001" name="墙_V39_Partition_Bed_Bath_S"/>
            <p:cNvSpPr/>
            <p:nvPr/>
          </p:nvSpPr>
          <p:spPr>
            <a:xfrm>
              <a:off x="3480817" y="2013566"/>
              <a:ext cx="413949" cy="64933"/>
            </a:xfrm>
            <a:custGeom>
              <a:avLst/>
              <a:gdLst/>
              <a:ahLst/>
              <a:cxnLst/>
              <a:rect l="l" t="t" r="r" b="b"/>
              <a:pathLst>
                <a:path w="413949" h="64933">
                  <a:moveTo>
                    <a:pt x="0" y="64933"/>
                  </a:moveTo>
                  <a:lnTo>
                    <a:pt x="413949" y="64933"/>
                  </a:lnTo>
                  <a:lnTo>
                    <a:pt x="413949" y="20292"/>
                  </a:lnTo>
                  <a:lnTo>
                    <a:pt x="44642" y="20292"/>
                  </a:lnTo>
                  <a:lnTo>
                    <a:pt x="446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000" name="墙_V39_Partition_Bed_Bath_W"/>
            <p:cNvSpPr/>
            <p:nvPr/>
          </p:nvSpPr>
          <p:spPr>
            <a:xfrm>
              <a:off x="3480817" y="1043626"/>
              <a:ext cx="44642" cy="702090"/>
            </a:xfrm>
            <a:custGeom>
              <a:avLst/>
              <a:gdLst/>
              <a:ahLst/>
              <a:cxnLst/>
              <a:rect l="l" t="t" r="r" b="b"/>
              <a:pathLst>
                <a:path w="44642" h="702090">
                  <a:moveTo>
                    <a:pt x="0" y="702090"/>
                  </a:moveTo>
                  <a:lnTo>
                    <a:pt x="44642" y="702090"/>
                  </a:lnTo>
                  <a:lnTo>
                    <a:pt x="446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0000" name="墙_V40_Wall_Bed2_North_East"/>
            <p:cNvSpPr/>
            <p:nvPr/>
          </p:nvSpPr>
          <p:spPr>
            <a:xfrm>
              <a:off x="3147628" y="3899065"/>
              <a:ext cx="540164" cy="48700"/>
            </a:xfrm>
            <a:custGeom>
              <a:avLst/>
              <a:gdLst/>
              <a:ahLst/>
              <a:cxnLst/>
              <a:rect l="l" t="t" r="r" b="b"/>
              <a:pathLst>
                <a:path w="540164" h="48700">
                  <a:moveTo>
                    <a:pt x="0" y="48700"/>
                  </a:moveTo>
                  <a:lnTo>
                    <a:pt x="540164" y="48700"/>
                  </a:lnTo>
                  <a:lnTo>
                    <a:pt x="5401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002" name="墙_V39_DoorLeaf_Bath"/>
            <p:cNvSpPr/>
            <p:nvPr/>
          </p:nvSpPr>
          <p:spPr>
            <a:xfrm>
              <a:off x="3212967" y="1745716"/>
              <a:ext cx="267850" cy="16234"/>
            </a:xfrm>
            <a:custGeom>
              <a:avLst/>
              <a:gdLst/>
              <a:ahLst/>
              <a:cxnLst/>
              <a:rect l="l" t="t" r="r" b="b"/>
              <a:pathLst>
                <a:path w="267850" h="16234">
                  <a:moveTo>
                    <a:pt x="0" y="16234"/>
                  </a:moveTo>
                  <a:lnTo>
                    <a:pt x="267850" y="16234"/>
                  </a:lnTo>
                  <a:lnTo>
                    <a:pt x="2678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Landing_Guard"/>
            <p:cNvSpPr/>
            <p:nvPr/>
          </p:nvSpPr>
          <p:spPr>
            <a:xfrm>
              <a:off x="3522508" y="3016257"/>
              <a:ext cx="21263" cy="197437"/>
            </a:xfrm>
            <a:custGeom>
              <a:avLst/>
              <a:gdLst/>
              <a:ahLst/>
              <a:cxnLst/>
              <a:rect l="l" t="t" r="r" b="b"/>
              <a:pathLst>
                <a:path w="21263" h="197437">
                  <a:moveTo>
                    <a:pt x="18138" y="28895"/>
                  </a:moveTo>
                  <a:lnTo>
                    <a:pt x="14689" y="7508"/>
                  </a:lnTo>
                  <a:lnTo>
                    <a:pt x="10631" y="0"/>
                  </a:lnTo>
                  <a:lnTo>
                    <a:pt x="6573" y="7508"/>
                  </a:lnTo>
                  <a:lnTo>
                    <a:pt x="3124" y="28895"/>
                  </a:lnTo>
                  <a:lnTo>
                    <a:pt x="811" y="60915"/>
                  </a:lnTo>
                  <a:lnTo>
                    <a:pt x="0" y="98698"/>
                  </a:lnTo>
                  <a:lnTo>
                    <a:pt x="811" y="136481"/>
                  </a:lnTo>
                  <a:lnTo>
                    <a:pt x="3124" y="168502"/>
                  </a:lnTo>
                  <a:lnTo>
                    <a:pt x="6573" y="189889"/>
                  </a:lnTo>
                  <a:lnTo>
                    <a:pt x="10631" y="197437"/>
                  </a:lnTo>
                  <a:lnTo>
                    <a:pt x="14689" y="189889"/>
                  </a:lnTo>
                  <a:lnTo>
                    <a:pt x="18138" y="168502"/>
                  </a:lnTo>
                  <a:lnTo>
                    <a:pt x="20451" y="136481"/>
                  </a:lnTo>
                  <a:lnTo>
                    <a:pt x="21263" y="98698"/>
                  </a:lnTo>
                  <a:lnTo>
                    <a:pt x="20451" y="6091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Landing_Baluster.009"/>
            <p:cNvSpPr/>
            <p:nvPr/>
          </p:nvSpPr>
          <p:spPr>
            <a:xfrm>
              <a:off x="3528879" y="3506422"/>
              <a:ext cx="8521" cy="8116"/>
            </a:xfrm>
            <a:custGeom>
              <a:avLst/>
              <a:gdLst/>
              <a:ahLst/>
              <a:cxnLst/>
              <a:rect l="l" t="t" r="r" b="b"/>
              <a:pathLst>
                <a:path w="8521" h="8116">
                  <a:moveTo>
                    <a:pt x="7263" y="6939"/>
                  </a:moveTo>
                  <a:lnTo>
                    <a:pt x="5883" y="7832"/>
                  </a:lnTo>
                  <a:lnTo>
                    <a:pt x="4260" y="8116"/>
                  </a:lnTo>
                  <a:lnTo>
                    <a:pt x="2637" y="7832"/>
                  </a:lnTo>
                  <a:lnTo>
                    <a:pt x="1257" y="6939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Landing_Baluster.010"/>
            <p:cNvSpPr/>
            <p:nvPr/>
          </p:nvSpPr>
          <p:spPr>
            <a:xfrm>
              <a:off x="3528879" y="347091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1"/>
                  </a:lnTo>
                  <a:lnTo>
                    <a:pt x="0" y="405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9"/>
                  </a:lnTo>
                  <a:lnTo>
                    <a:pt x="8196" y="560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Landing_Baluster.011"/>
            <p:cNvSpPr/>
            <p:nvPr/>
          </p:nvSpPr>
          <p:spPr>
            <a:xfrm>
              <a:off x="3528879" y="343540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Landing_Baluster.012"/>
            <p:cNvSpPr/>
            <p:nvPr/>
          </p:nvSpPr>
          <p:spPr>
            <a:xfrm>
              <a:off x="3528879" y="339980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Landing_Baluster.013"/>
            <p:cNvSpPr/>
            <p:nvPr/>
          </p:nvSpPr>
          <p:spPr>
            <a:xfrm>
              <a:off x="3528879" y="336397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Landing_Baluster.014"/>
            <p:cNvSpPr/>
            <p:nvPr/>
          </p:nvSpPr>
          <p:spPr>
            <a:xfrm>
              <a:off x="3528879" y="3328139"/>
              <a:ext cx="8521" cy="8158"/>
            </a:xfrm>
            <a:custGeom>
              <a:avLst/>
              <a:gdLst/>
              <a:ahLst/>
              <a:cxnLst/>
              <a:rect l="l" t="t" r="r" b="b"/>
              <a:pathLst>
                <a:path w="8521" h="8158">
                  <a:moveTo>
                    <a:pt x="7263" y="6981"/>
                  </a:moveTo>
                  <a:lnTo>
                    <a:pt x="5883" y="7873"/>
                  </a:lnTo>
                  <a:lnTo>
                    <a:pt x="4260" y="8158"/>
                  </a:lnTo>
                  <a:lnTo>
                    <a:pt x="2637" y="7873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Landing_Baluster.015"/>
            <p:cNvSpPr/>
            <p:nvPr/>
          </p:nvSpPr>
          <p:spPr>
            <a:xfrm>
              <a:off x="3528879" y="329226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913"/>
                  </a:lnTo>
                  <a:lnTo>
                    <a:pt x="4260" y="8198"/>
                  </a:lnTo>
                  <a:lnTo>
                    <a:pt x="2637" y="791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Landing_Baluster.016"/>
            <p:cNvSpPr/>
            <p:nvPr/>
          </p:nvSpPr>
          <p:spPr>
            <a:xfrm>
              <a:off x="3528879" y="325642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873"/>
                  </a:lnTo>
                  <a:lnTo>
                    <a:pt x="4260" y="8198"/>
                  </a:lnTo>
                  <a:lnTo>
                    <a:pt x="2637" y="787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Landing_Baluster.017"/>
            <p:cNvSpPr/>
            <p:nvPr/>
          </p:nvSpPr>
          <p:spPr>
            <a:xfrm>
              <a:off x="3528879" y="3220594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Landing_Baluster.018"/>
            <p:cNvSpPr/>
            <p:nvPr/>
          </p:nvSpPr>
          <p:spPr>
            <a:xfrm>
              <a:off x="3528879" y="3184759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ift_Guide_Duo_-1"/>
            <p:cNvSpPr/>
            <p:nvPr/>
          </p:nvSpPr>
          <p:spPr>
            <a:xfrm>
              <a:off x="1418054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Lift_Guide_Duo_1"/>
            <p:cNvSpPr/>
            <p:nvPr/>
          </p:nvSpPr>
          <p:spPr>
            <a:xfrm>
              <a:off x="1817957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FrameJamb.028"/>
            <p:cNvSpPr/>
            <p:nvPr/>
          </p:nvSpPr>
          <p:spPr>
            <a:xfrm>
              <a:off x="2341545" y="3467868"/>
              <a:ext cx="12336" cy="58845"/>
            </a:xfrm>
            <a:custGeom>
              <a:avLst/>
              <a:gdLst/>
              <a:ahLst/>
              <a:cxnLst/>
              <a:rect l="l" t="t" r="r" b="b"/>
              <a:pathLst>
                <a:path w="12336" h="58845">
                  <a:moveTo>
                    <a:pt x="0" y="0"/>
                  </a:moveTo>
                  <a:lnTo>
                    <a:pt x="12336" y="0"/>
                  </a:lnTo>
                  <a:lnTo>
                    <a:pt x="12336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29"/>
            <p:cNvSpPr/>
            <p:nvPr/>
          </p:nvSpPr>
          <p:spPr>
            <a:xfrm>
              <a:off x="2714220" y="3467868"/>
              <a:ext cx="12295" cy="58845"/>
            </a:xfrm>
            <a:custGeom>
              <a:avLst/>
              <a:gdLst/>
              <a:ahLst/>
              <a:cxnLst/>
              <a:rect l="l" t="t" r="r" b="b"/>
              <a:pathLst>
                <a:path w="12295" h="58845">
                  <a:moveTo>
                    <a:pt x="0" y="0"/>
                  </a:moveTo>
                  <a:lnTo>
                    <a:pt x="12295" y="0"/>
                  </a:lnTo>
                  <a:lnTo>
                    <a:pt x="12295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DoorLeaf.009"/>
            <p:cNvSpPr/>
            <p:nvPr/>
          </p:nvSpPr>
          <p:spPr>
            <a:xfrm>
              <a:off x="2657978" y="3144459"/>
              <a:ext cx="63100" cy="353602"/>
            </a:xfrm>
            <a:custGeom>
              <a:avLst/>
              <a:gdLst/>
              <a:ahLst/>
              <a:cxnLst/>
              <a:rect l="l" t="t" r="r" b="b"/>
              <a:pathLst>
                <a:path w="63100" h="353602">
                  <a:moveTo>
                    <a:pt x="63059" y="350883"/>
                  </a:moveTo>
                  <a:lnTo>
                    <a:pt x="63100" y="350234"/>
                  </a:lnTo>
                  <a:lnTo>
                    <a:pt x="14080" y="1380"/>
                  </a:lnTo>
                  <a:lnTo>
                    <a:pt x="13878" y="772"/>
                  </a:lnTo>
                  <a:lnTo>
                    <a:pt x="13431" y="285"/>
                  </a:lnTo>
                  <a:lnTo>
                    <a:pt x="12863" y="41"/>
                  </a:lnTo>
                  <a:lnTo>
                    <a:pt x="12214" y="0"/>
                  </a:lnTo>
                  <a:lnTo>
                    <a:pt x="1379" y="1543"/>
                  </a:lnTo>
                  <a:lnTo>
                    <a:pt x="771" y="1746"/>
                  </a:lnTo>
                  <a:lnTo>
                    <a:pt x="324" y="2151"/>
                  </a:lnTo>
                  <a:lnTo>
                    <a:pt x="40" y="2720"/>
                  </a:lnTo>
                  <a:lnTo>
                    <a:pt x="0" y="3369"/>
                  </a:lnTo>
                  <a:lnTo>
                    <a:pt x="48897" y="352223"/>
                  </a:lnTo>
                  <a:lnTo>
                    <a:pt x="49100" y="352831"/>
                  </a:lnTo>
                  <a:lnTo>
                    <a:pt x="49546" y="353278"/>
                  </a:lnTo>
                  <a:lnTo>
                    <a:pt x="50114" y="353562"/>
                  </a:lnTo>
                  <a:lnTo>
                    <a:pt x="50723" y="353602"/>
                  </a:lnTo>
                  <a:lnTo>
                    <a:pt x="61720" y="352060"/>
                  </a:lnTo>
                  <a:lnTo>
                    <a:pt x="62329" y="351857"/>
                  </a:lnTo>
                  <a:lnTo>
                    <a:pt x="62816" y="35145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FrameJamb.048"/>
            <p:cNvSpPr/>
            <p:nvPr/>
          </p:nvSpPr>
          <p:spPr>
            <a:xfrm>
              <a:off x="2834852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FrameJamb.049"/>
            <p:cNvSpPr/>
            <p:nvPr/>
          </p:nvSpPr>
          <p:spPr>
            <a:xfrm>
              <a:off x="3130983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PassageJamb_FF"/>
            <p:cNvSpPr/>
            <p:nvPr/>
          </p:nvSpPr>
          <p:spPr>
            <a:xfrm>
              <a:off x="1358078" y="3884455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PassageJamb_FF.001"/>
            <p:cNvSpPr/>
            <p:nvPr/>
          </p:nvSpPr>
          <p:spPr>
            <a:xfrm>
              <a:off x="1358078" y="3497290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PassageLeaf_FF"/>
            <p:cNvSpPr/>
            <p:nvPr/>
          </p:nvSpPr>
          <p:spPr>
            <a:xfrm>
              <a:off x="1010684" y="3504879"/>
              <a:ext cx="379573" cy="65908"/>
            </a:xfrm>
            <a:custGeom>
              <a:avLst/>
              <a:gdLst/>
              <a:ahLst/>
              <a:cxnLst/>
              <a:rect l="l" t="t" r="r" b="b"/>
              <a:pathLst>
                <a:path w="379573" h="65908">
                  <a:moveTo>
                    <a:pt x="379573" y="14042"/>
                  </a:moveTo>
                  <a:lnTo>
                    <a:pt x="2029" y="65908"/>
                  </a:lnTo>
                  <a:lnTo>
                    <a:pt x="0" y="51825"/>
                  </a:lnTo>
                  <a:lnTo>
                    <a:pt x="37754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0001" name="墙_V40_DoorLeaf_Bed2"/>
            <p:cNvSpPr/>
            <p:nvPr/>
          </p:nvSpPr>
          <p:spPr>
            <a:xfrm>
              <a:off x="3114756" y="3947765"/>
              <a:ext cx="16233" cy="283271"/>
            </a:xfrm>
            <a:custGeom>
              <a:avLst/>
              <a:gdLst/>
              <a:ahLst/>
              <a:cxnLst/>
              <a:rect l="l" t="t" r="r" b="b"/>
              <a:pathLst>
                <a:path w="16233" h="283271">
                  <a:moveTo>
                    <a:pt x="0" y="283271"/>
                  </a:moveTo>
                  <a:lnTo>
                    <a:pt x="16233" y="283271"/>
                  </a:lnTo>
                  <a:lnTo>
                    <a:pt x="162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WD_07_10_Study 1 Window_LowerL"/>
            <p:cNvSpPr/>
            <p:nvPr/>
          </p:nvSpPr>
          <p:spPr>
            <a:xfrm>
              <a:off x="2369422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WD_07_10_Study 1 Window_LowerR"/>
            <p:cNvSpPr/>
            <p:nvPr/>
          </p:nvSpPr>
          <p:spPr>
            <a:xfrm>
              <a:off x="2021257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WD_07_10_Study 1 Window_OuterL"/>
            <p:cNvSpPr/>
            <p:nvPr/>
          </p:nvSpPr>
          <p:spPr>
            <a:xfrm>
              <a:off x="2382407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WD_07_10_Study 1 Window_OuterR"/>
            <p:cNvSpPr/>
            <p:nvPr/>
          </p:nvSpPr>
          <p:spPr>
            <a:xfrm>
              <a:off x="1998938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WD_08_11_Study 2 Window_LowerL"/>
            <p:cNvSpPr/>
            <p:nvPr/>
          </p:nvSpPr>
          <p:spPr>
            <a:xfrm>
              <a:off x="2613503" y="1980693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WD_08_11_Study 2 Window_LowerR"/>
            <p:cNvSpPr/>
            <p:nvPr/>
          </p:nvSpPr>
          <p:spPr>
            <a:xfrm>
              <a:off x="2613503" y="1632489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WD_08_11_Study 2 Window_OuterL"/>
            <p:cNvSpPr/>
            <p:nvPr/>
          </p:nvSpPr>
          <p:spPr>
            <a:xfrm>
              <a:off x="2613503" y="1993680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WD_08_11_Study 2 Window_OuterR"/>
            <p:cNvSpPr/>
            <p:nvPr/>
          </p:nvSpPr>
          <p:spPr>
            <a:xfrm>
              <a:off x="2613503" y="1610168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WD_10_16_Bedroom Window (Clear)_LowerL"/>
            <p:cNvSpPr/>
            <p:nvPr/>
          </p:nvSpPr>
          <p:spPr>
            <a:xfrm>
              <a:off x="2991900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10_16_Bedroom Window (Clear)_LowerR"/>
            <p:cNvSpPr/>
            <p:nvPr/>
          </p:nvSpPr>
          <p:spPr>
            <a:xfrm>
              <a:off x="334006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10_16_Bedroom Window (Clear)_OuterL"/>
            <p:cNvSpPr/>
            <p:nvPr/>
          </p:nvSpPr>
          <p:spPr>
            <a:xfrm>
              <a:off x="2969582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10_16_Bedroom Window (Clear)_OuterR"/>
            <p:cNvSpPr/>
            <p:nvPr/>
          </p:nvSpPr>
          <p:spPr>
            <a:xfrm>
              <a:off x="3353051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11_17_Bedroom Window (Frosted)_LowerL"/>
            <p:cNvSpPr/>
            <p:nvPr/>
          </p:nvSpPr>
          <p:spPr>
            <a:xfrm>
              <a:off x="262421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11_17_Bedroom Window (Frosted)_LowerR"/>
            <p:cNvSpPr/>
            <p:nvPr/>
          </p:nvSpPr>
          <p:spPr>
            <a:xfrm>
              <a:off x="2276051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11_17_Bedroom Window (Frosted)_OuterL"/>
            <p:cNvSpPr/>
            <p:nvPr/>
          </p:nvSpPr>
          <p:spPr>
            <a:xfrm>
              <a:off x="2637201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11_17_Bedroom Window (Frosted)_OuterR"/>
            <p:cNvSpPr/>
            <p:nvPr/>
          </p:nvSpPr>
          <p:spPr>
            <a:xfrm>
              <a:off x="2253732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Bifold slim jamb"/>
            <p:cNvSpPr/>
            <p:nvPr/>
          </p:nvSpPr>
          <p:spPr>
            <a:xfrm>
              <a:off x="2596988" y="4515931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8"/>
                  </a:lnTo>
                  <a:lnTo>
                    <a:pt x="52752" y="11566"/>
                  </a:lnTo>
                  <a:lnTo>
                    <a:pt x="52712" y="11809"/>
                  </a:lnTo>
                  <a:lnTo>
                    <a:pt x="52590" y="12012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2"/>
                  </a:lnTo>
                  <a:lnTo>
                    <a:pt x="40" y="11809"/>
                  </a:lnTo>
                  <a:lnTo>
                    <a:pt x="0" y="11566"/>
                  </a:lnTo>
                  <a:lnTo>
                    <a:pt x="0" y="608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Bifold slim jamb.001"/>
            <p:cNvSpPr/>
            <p:nvPr/>
          </p:nvSpPr>
          <p:spPr>
            <a:xfrm>
              <a:off x="2596988" y="4097923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9"/>
                  </a:lnTo>
                  <a:lnTo>
                    <a:pt x="52752" y="11566"/>
                  </a:lnTo>
                  <a:lnTo>
                    <a:pt x="52712" y="11810"/>
                  </a:lnTo>
                  <a:lnTo>
                    <a:pt x="52590" y="12013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3"/>
                  </a:lnTo>
                  <a:lnTo>
                    <a:pt x="40" y="11810"/>
                  </a:lnTo>
                  <a:lnTo>
                    <a:pt x="0" y="11566"/>
                  </a:lnTo>
                  <a:lnTo>
                    <a:pt x="0" y="609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Rear215 jamb"/>
            <p:cNvSpPr/>
            <p:nvPr/>
          </p:nvSpPr>
          <p:spPr>
            <a:xfrm>
              <a:off x="3184649" y="2421834"/>
              <a:ext cx="12174" cy="56816"/>
            </a:xfrm>
            <a:custGeom>
              <a:avLst/>
              <a:gdLst/>
              <a:ahLst/>
              <a:cxnLst/>
              <a:rect l="l" t="t" r="r" b="b"/>
              <a:pathLst>
                <a:path w="12174" h="56816">
                  <a:moveTo>
                    <a:pt x="1502" y="203"/>
                  </a:moveTo>
                  <a:lnTo>
                    <a:pt x="2435" y="0"/>
                  </a:lnTo>
                  <a:lnTo>
                    <a:pt x="9739" y="0"/>
                  </a:lnTo>
                  <a:lnTo>
                    <a:pt x="10672" y="203"/>
                  </a:lnTo>
                  <a:lnTo>
                    <a:pt x="11443" y="730"/>
                  </a:lnTo>
                  <a:lnTo>
                    <a:pt x="11971" y="1501"/>
                  </a:lnTo>
                  <a:lnTo>
                    <a:pt x="12174" y="2435"/>
                  </a:lnTo>
                  <a:lnTo>
                    <a:pt x="12174" y="54381"/>
                  </a:lnTo>
                  <a:lnTo>
                    <a:pt x="11971" y="55315"/>
                  </a:lnTo>
                  <a:lnTo>
                    <a:pt x="11443" y="56126"/>
                  </a:lnTo>
                  <a:lnTo>
                    <a:pt x="10672" y="56654"/>
                  </a:lnTo>
                  <a:lnTo>
                    <a:pt x="9739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690" y="56126"/>
                  </a:lnTo>
                  <a:lnTo>
                    <a:pt x="162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162" y="1501"/>
                  </a:lnTo>
                  <a:lnTo>
                    <a:pt x="690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Rear215 jamb.001"/>
            <p:cNvSpPr/>
            <p:nvPr/>
          </p:nvSpPr>
          <p:spPr>
            <a:xfrm>
              <a:off x="3509725" y="2421834"/>
              <a:ext cx="12783" cy="56816"/>
            </a:xfrm>
            <a:custGeom>
              <a:avLst/>
              <a:gdLst/>
              <a:ahLst/>
              <a:cxnLst/>
              <a:rect l="l" t="t" r="r" b="b"/>
              <a:pathLst>
                <a:path w="12783" h="56816">
                  <a:moveTo>
                    <a:pt x="1502" y="203"/>
                  </a:moveTo>
                  <a:lnTo>
                    <a:pt x="2435" y="0"/>
                  </a:lnTo>
                  <a:lnTo>
                    <a:pt x="10348" y="0"/>
                  </a:lnTo>
                  <a:lnTo>
                    <a:pt x="11281" y="203"/>
                  </a:lnTo>
                  <a:lnTo>
                    <a:pt x="12052" y="730"/>
                  </a:lnTo>
                  <a:lnTo>
                    <a:pt x="12580" y="1501"/>
                  </a:lnTo>
                  <a:lnTo>
                    <a:pt x="12783" y="2435"/>
                  </a:lnTo>
                  <a:lnTo>
                    <a:pt x="12783" y="54381"/>
                  </a:lnTo>
                  <a:lnTo>
                    <a:pt x="12580" y="55315"/>
                  </a:lnTo>
                  <a:lnTo>
                    <a:pt x="12052" y="56126"/>
                  </a:lnTo>
                  <a:lnTo>
                    <a:pt x="11281" y="56654"/>
                  </a:lnTo>
                  <a:lnTo>
                    <a:pt x="10348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731" y="56126"/>
                  </a:lnTo>
                  <a:lnTo>
                    <a:pt x="203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203" y="1501"/>
                  </a:lnTo>
                  <a:lnTo>
                    <a:pt x="731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DoorLeaf_Rear215"/>
            <p:cNvSpPr/>
            <p:nvPr/>
          </p:nvSpPr>
          <p:spPr>
            <a:xfrm>
              <a:off x="3460057" y="2172612"/>
              <a:ext cx="55390" cy="278158"/>
            </a:xfrm>
            <a:custGeom>
              <a:avLst/>
              <a:gdLst/>
              <a:ahLst/>
              <a:cxnLst/>
              <a:rect l="l" t="t" r="r" b="b"/>
              <a:pathLst>
                <a:path w="55390" h="278158">
                  <a:moveTo>
                    <a:pt x="55309" y="274708"/>
                  </a:moveTo>
                  <a:lnTo>
                    <a:pt x="55390" y="273450"/>
                  </a:lnTo>
                  <a:lnTo>
                    <a:pt x="14568" y="2759"/>
                  </a:lnTo>
                  <a:lnTo>
                    <a:pt x="14121" y="1542"/>
                  </a:lnTo>
                  <a:lnTo>
                    <a:pt x="13269" y="609"/>
                  </a:lnTo>
                  <a:lnTo>
                    <a:pt x="12133" y="40"/>
                  </a:lnTo>
                  <a:lnTo>
                    <a:pt x="10875" y="0"/>
                  </a:lnTo>
                  <a:lnTo>
                    <a:pt x="2719" y="1096"/>
                  </a:lnTo>
                  <a:lnTo>
                    <a:pt x="1501" y="1501"/>
                  </a:lnTo>
                  <a:lnTo>
                    <a:pt x="568" y="2354"/>
                  </a:lnTo>
                  <a:lnTo>
                    <a:pt x="41" y="3449"/>
                  </a:lnTo>
                  <a:lnTo>
                    <a:pt x="0" y="4748"/>
                  </a:lnTo>
                  <a:lnTo>
                    <a:pt x="41309" y="275398"/>
                  </a:lnTo>
                  <a:lnTo>
                    <a:pt x="41756" y="276615"/>
                  </a:lnTo>
                  <a:lnTo>
                    <a:pt x="42608" y="277549"/>
                  </a:lnTo>
                  <a:lnTo>
                    <a:pt x="43744" y="278117"/>
                  </a:lnTo>
                  <a:lnTo>
                    <a:pt x="45002" y="278158"/>
                  </a:lnTo>
                  <a:lnTo>
                    <a:pt x="52631" y="277102"/>
                  </a:lnTo>
                  <a:lnTo>
                    <a:pt x="53848" y="276697"/>
                  </a:lnTo>
                  <a:lnTo>
                    <a:pt x="54781" y="275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Room199_Jamb"/>
            <p:cNvSpPr/>
            <p:nvPr/>
          </p:nvSpPr>
          <p:spPr>
            <a:xfrm>
              <a:off x="1040793" y="3071166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Room199_Jamb.001"/>
            <p:cNvSpPr/>
            <p:nvPr/>
          </p:nvSpPr>
          <p:spPr>
            <a:xfrm>
              <a:off x="1040793" y="2799258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DoorLeaf_Room199"/>
            <p:cNvSpPr/>
            <p:nvPr/>
          </p:nvSpPr>
          <p:spPr>
            <a:xfrm>
              <a:off x="784457" y="2786271"/>
              <a:ext cx="265263" cy="51095"/>
            </a:xfrm>
            <a:custGeom>
              <a:avLst/>
              <a:gdLst/>
              <a:ahLst/>
              <a:cxnLst/>
              <a:rect l="l" t="t" r="r" b="b"/>
              <a:pathLst>
                <a:path w="265263" h="51095">
                  <a:moveTo>
                    <a:pt x="265263" y="14610"/>
                  </a:moveTo>
                  <a:lnTo>
                    <a:pt x="2070" y="51095"/>
                  </a:lnTo>
                  <a:lnTo>
                    <a:pt x="0" y="36485"/>
                  </a:lnTo>
                  <a:lnTo>
                    <a:pt x="26319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WR_Carcass"/>
            <p:cNvSpPr/>
            <p:nvPr/>
          </p:nvSpPr>
          <p:spPr>
            <a:xfrm>
              <a:off x="449439" y="4022357"/>
              <a:ext cx="235357" cy="1217498"/>
            </a:xfrm>
            <a:custGeom>
              <a:avLst/>
              <a:gdLst/>
              <a:ahLst/>
              <a:cxnLst/>
              <a:rect l="l" t="t" r="r" b="b"/>
              <a:pathLst>
                <a:path w="235357" h="1217498">
                  <a:moveTo>
                    <a:pt x="244" y="608992"/>
                  </a:moveTo>
                  <a:lnTo>
                    <a:pt x="0" y="609561"/>
                  </a:lnTo>
                  <a:lnTo>
                    <a:pt x="0" y="1216686"/>
                  </a:lnTo>
                  <a:lnTo>
                    <a:pt x="244" y="1217255"/>
                  </a:lnTo>
                  <a:lnTo>
                    <a:pt x="812" y="1217498"/>
                  </a:lnTo>
                  <a:lnTo>
                    <a:pt x="234545" y="1217498"/>
                  </a:lnTo>
                  <a:lnTo>
                    <a:pt x="235113" y="1217255"/>
                  </a:lnTo>
                  <a:lnTo>
                    <a:pt x="235357" y="1216686"/>
                  </a:lnTo>
                  <a:lnTo>
                    <a:pt x="235357" y="609561"/>
                  </a:lnTo>
                  <a:lnTo>
                    <a:pt x="235113" y="608992"/>
                  </a:lnTo>
                  <a:lnTo>
                    <a:pt x="234545" y="608749"/>
                  </a:lnTo>
                  <a:lnTo>
                    <a:pt x="812" y="608749"/>
                  </a:lnTo>
                  <a:close/>
                  <a:moveTo>
                    <a:pt x="244" y="243"/>
                  </a:moveTo>
                  <a:lnTo>
                    <a:pt x="0" y="811"/>
                  </a:lnTo>
                  <a:lnTo>
                    <a:pt x="0" y="607937"/>
                  </a:lnTo>
                  <a:lnTo>
                    <a:pt x="244" y="608505"/>
                  </a:lnTo>
                  <a:lnTo>
                    <a:pt x="812" y="608749"/>
                  </a:lnTo>
                  <a:lnTo>
                    <a:pt x="234545" y="608749"/>
                  </a:lnTo>
                  <a:lnTo>
                    <a:pt x="235113" y="608505"/>
                  </a:lnTo>
                  <a:lnTo>
                    <a:pt x="235357" y="607937"/>
                  </a:lnTo>
                  <a:lnTo>
                    <a:pt x="235357" y="811"/>
                  </a:lnTo>
                  <a:lnTo>
                    <a:pt x="235113" y="243"/>
                  </a:lnTo>
                  <a:lnTo>
                    <a:pt x="234545" y="0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R_Door_L1"/>
            <p:cNvSpPr/>
            <p:nvPr/>
          </p:nvSpPr>
          <p:spPr>
            <a:xfrm>
              <a:off x="684796" y="4479527"/>
              <a:ext cx="8116" cy="759111"/>
            </a:xfrm>
            <a:custGeom>
              <a:avLst/>
              <a:gdLst/>
              <a:ahLst/>
              <a:cxnLst/>
              <a:rect l="l" t="t" r="r" b="b"/>
              <a:pathLst>
                <a:path w="8116" h="759111">
                  <a:moveTo>
                    <a:pt x="7872" y="735410"/>
                  </a:moveTo>
                  <a:lnTo>
                    <a:pt x="7385" y="735572"/>
                  </a:lnTo>
                  <a:lnTo>
                    <a:pt x="7020" y="735816"/>
                  </a:lnTo>
                  <a:lnTo>
                    <a:pt x="6695" y="736181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695" y="737398"/>
                  </a:lnTo>
                  <a:lnTo>
                    <a:pt x="7020" y="737764"/>
                  </a:lnTo>
                  <a:lnTo>
                    <a:pt x="7385" y="738007"/>
                  </a:lnTo>
                  <a:lnTo>
                    <a:pt x="7872" y="738170"/>
                  </a:lnTo>
                  <a:lnTo>
                    <a:pt x="7872" y="738170"/>
                  </a:lnTo>
                  <a:lnTo>
                    <a:pt x="8116" y="738413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2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4"/>
                  </a:lnTo>
                  <a:lnTo>
                    <a:pt x="8116" y="735166"/>
                  </a:lnTo>
                  <a:lnTo>
                    <a:pt x="7872" y="735410"/>
                  </a:lnTo>
                  <a:close/>
                  <a:moveTo>
                    <a:pt x="0" y="608993"/>
                  </a:moveTo>
                  <a:lnTo>
                    <a:pt x="243" y="608750"/>
                  </a:lnTo>
                  <a:lnTo>
                    <a:pt x="7872" y="608750"/>
                  </a:lnTo>
                  <a:lnTo>
                    <a:pt x="8116" y="608993"/>
                  </a:lnTo>
                  <a:lnTo>
                    <a:pt x="8116" y="758867"/>
                  </a:lnTo>
                  <a:lnTo>
                    <a:pt x="7872" y="759111"/>
                  </a:lnTo>
                  <a:lnTo>
                    <a:pt x="243" y="759111"/>
                  </a:lnTo>
                  <a:lnTo>
                    <a:pt x="0" y="758867"/>
                  </a:lnTo>
                  <a:close/>
                  <a:moveTo>
                    <a:pt x="7872" y="126661"/>
                  </a:moveTo>
                  <a:lnTo>
                    <a:pt x="7385" y="126823"/>
                  </a:lnTo>
                  <a:lnTo>
                    <a:pt x="7020" y="127067"/>
                  </a:lnTo>
                  <a:lnTo>
                    <a:pt x="6695" y="127432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695" y="128649"/>
                  </a:lnTo>
                  <a:lnTo>
                    <a:pt x="7020" y="129015"/>
                  </a:lnTo>
                  <a:lnTo>
                    <a:pt x="7385" y="129258"/>
                  </a:lnTo>
                  <a:lnTo>
                    <a:pt x="7872" y="129420"/>
                  </a:lnTo>
                  <a:lnTo>
                    <a:pt x="7872" y="129420"/>
                  </a:lnTo>
                  <a:lnTo>
                    <a:pt x="8116" y="129664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4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9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5"/>
                  </a:lnTo>
                  <a:lnTo>
                    <a:pt x="8116" y="126417"/>
                  </a:lnTo>
                  <a:lnTo>
                    <a:pt x="7872" y="126661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R_Door_L2"/>
            <p:cNvSpPr/>
            <p:nvPr/>
          </p:nvSpPr>
          <p:spPr>
            <a:xfrm>
              <a:off x="684796" y="4327340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6018"/>
                  </a:moveTo>
                  <a:lnTo>
                    <a:pt x="7385" y="736181"/>
                  </a:lnTo>
                  <a:lnTo>
                    <a:pt x="7020" y="736424"/>
                  </a:lnTo>
                  <a:lnTo>
                    <a:pt x="6695" y="736789"/>
                  </a:lnTo>
                  <a:lnTo>
                    <a:pt x="6574" y="737155"/>
                  </a:lnTo>
                  <a:lnTo>
                    <a:pt x="6574" y="737642"/>
                  </a:lnTo>
                  <a:lnTo>
                    <a:pt x="6695" y="738007"/>
                  </a:lnTo>
                  <a:lnTo>
                    <a:pt x="7020" y="738372"/>
                  </a:lnTo>
                  <a:lnTo>
                    <a:pt x="7385" y="738616"/>
                  </a:lnTo>
                  <a:lnTo>
                    <a:pt x="7872" y="738778"/>
                  </a:lnTo>
                  <a:lnTo>
                    <a:pt x="7872" y="738778"/>
                  </a:lnTo>
                  <a:lnTo>
                    <a:pt x="8116" y="739022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1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3"/>
                  </a:lnTo>
                  <a:lnTo>
                    <a:pt x="8116" y="735775"/>
                  </a:lnTo>
                  <a:lnTo>
                    <a:pt x="7872" y="736018"/>
                  </a:lnTo>
                  <a:close/>
                  <a:moveTo>
                    <a:pt x="0" y="608993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759476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6"/>
                  </a:lnTo>
                  <a:close/>
                  <a:moveTo>
                    <a:pt x="7872" y="127269"/>
                  </a:moveTo>
                  <a:lnTo>
                    <a:pt x="7385" y="127432"/>
                  </a:lnTo>
                  <a:lnTo>
                    <a:pt x="7020" y="127675"/>
                  </a:lnTo>
                  <a:lnTo>
                    <a:pt x="6695" y="128040"/>
                  </a:lnTo>
                  <a:lnTo>
                    <a:pt x="6574" y="128406"/>
                  </a:lnTo>
                  <a:lnTo>
                    <a:pt x="6574" y="128893"/>
                  </a:lnTo>
                  <a:lnTo>
                    <a:pt x="6695" y="129258"/>
                  </a:lnTo>
                  <a:lnTo>
                    <a:pt x="7020" y="129623"/>
                  </a:lnTo>
                  <a:lnTo>
                    <a:pt x="7385" y="129867"/>
                  </a:lnTo>
                  <a:lnTo>
                    <a:pt x="7872" y="130029"/>
                  </a:lnTo>
                  <a:lnTo>
                    <a:pt x="7872" y="130029"/>
                  </a:lnTo>
                  <a:lnTo>
                    <a:pt x="8116" y="130272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3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8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4"/>
                  </a:lnTo>
                  <a:lnTo>
                    <a:pt x="8116" y="127026"/>
                  </a:lnTo>
                  <a:lnTo>
                    <a:pt x="7872" y="127269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R_Door_R1"/>
            <p:cNvSpPr/>
            <p:nvPr/>
          </p:nvSpPr>
          <p:spPr>
            <a:xfrm>
              <a:off x="684796" y="4175153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5856"/>
                  </a:moveTo>
                  <a:lnTo>
                    <a:pt x="7426" y="736018"/>
                  </a:lnTo>
                  <a:lnTo>
                    <a:pt x="7020" y="736302"/>
                  </a:lnTo>
                  <a:lnTo>
                    <a:pt x="6736" y="736667"/>
                  </a:lnTo>
                  <a:lnTo>
                    <a:pt x="6574" y="737154"/>
                  </a:lnTo>
                  <a:lnTo>
                    <a:pt x="6574" y="737641"/>
                  </a:lnTo>
                  <a:lnTo>
                    <a:pt x="6736" y="738128"/>
                  </a:lnTo>
                  <a:lnTo>
                    <a:pt x="7020" y="738494"/>
                  </a:lnTo>
                  <a:lnTo>
                    <a:pt x="7426" y="738778"/>
                  </a:lnTo>
                  <a:lnTo>
                    <a:pt x="7872" y="738940"/>
                  </a:lnTo>
                  <a:lnTo>
                    <a:pt x="7872" y="738940"/>
                  </a:lnTo>
                  <a:lnTo>
                    <a:pt x="8116" y="739184"/>
                  </a:lnTo>
                  <a:lnTo>
                    <a:pt x="8116" y="629284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39"/>
                  </a:lnTo>
                  <a:lnTo>
                    <a:pt x="6574" y="630826"/>
                  </a:lnTo>
                  <a:lnTo>
                    <a:pt x="6574" y="631313"/>
                  </a:lnTo>
                  <a:lnTo>
                    <a:pt x="6736" y="631800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5"/>
                  </a:lnTo>
                  <a:lnTo>
                    <a:pt x="8116" y="735612"/>
                  </a:lnTo>
                  <a:lnTo>
                    <a:pt x="7872" y="735856"/>
                  </a:lnTo>
                  <a:close/>
                  <a:moveTo>
                    <a:pt x="0" y="608992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2"/>
                  </a:lnTo>
                  <a:lnTo>
                    <a:pt x="8116" y="759475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5"/>
                  </a:lnTo>
                  <a:close/>
                  <a:moveTo>
                    <a:pt x="7872" y="127107"/>
                  </a:moveTo>
                  <a:lnTo>
                    <a:pt x="7426" y="127269"/>
                  </a:lnTo>
                  <a:lnTo>
                    <a:pt x="7020" y="127553"/>
                  </a:lnTo>
                  <a:lnTo>
                    <a:pt x="6736" y="127918"/>
                  </a:lnTo>
                  <a:lnTo>
                    <a:pt x="6574" y="128405"/>
                  </a:lnTo>
                  <a:lnTo>
                    <a:pt x="6574" y="128892"/>
                  </a:lnTo>
                  <a:lnTo>
                    <a:pt x="6736" y="129379"/>
                  </a:lnTo>
                  <a:lnTo>
                    <a:pt x="7020" y="129745"/>
                  </a:lnTo>
                  <a:lnTo>
                    <a:pt x="7426" y="130029"/>
                  </a:lnTo>
                  <a:lnTo>
                    <a:pt x="7872" y="130191"/>
                  </a:lnTo>
                  <a:lnTo>
                    <a:pt x="7872" y="130191"/>
                  </a:lnTo>
                  <a:lnTo>
                    <a:pt x="8116" y="130434"/>
                  </a:lnTo>
                  <a:lnTo>
                    <a:pt x="8116" y="20535"/>
                  </a:lnTo>
                  <a:lnTo>
                    <a:pt x="7872" y="20778"/>
                  </a:lnTo>
                  <a:lnTo>
                    <a:pt x="7872" y="20778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0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736" y="23051"/>
                  </a:lnTo>
                  <a:lnTo>
                    <a:pt x="7020" y="23416"/>
                  </a:lnTo>
                  <a:lnTo>
                    <a:pt x="7426" y="23700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6"/>
                  </a:lnTo>
                  <a:lnTo>
                    <a:pt x="8116" y="126863"/>
                  </a:lnTo>
                  <a:lnTo>
                    <a:pt x="7872" y="127107"/>
                  </a:lnTo>
                  <a:close/>
                  <a:moveTo>
                    <a:pt x="0" y="243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3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R_Door_R2"/>
            <p:cNvSpPr/>
            <p:nvPr/>
          </p:nvSpPr>
          <p:spPr>
            <a:xfrm>
              <a:off x="684796" y="4023574"/>
              <a:ext cx="8116" cy="759110"/>
            </a:xfrm>
            <a:custGeom>
              <a:avLst/>
              <a:gdLst/>
              <a:ahLst/>
              <a:cxnLst/>
              <a:rect l="l" t="t" r="r" b="b"/>
              <a:pathLst>
                <a:path w="8116" h="759110">
                  <a:moveTo>
                    <a:pt x="7872" y="735247"/>
                  </a:moveTo>
                  <a:lnTo>
                    <a:pt x="7426" y="735410"/>
                  </a:lnTo>
                  <a:lnTo>
                    <a:pt x="7020" y="735694"/>
                  </a:lnTo>
                  <a:lnTo>
                    <a:pt x="6736" y="736059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736" y="737520"/>
                  </a:lnTo>
                  <a:lnTo>
                    <a:pt x="7020" y="737885"/>
                  </a:lnTo>
                  <a:lnTo>
                    <a:pt x="7426" y="738169"/>
                  </a:lnTo>
                  <a:lnTo>
                    <a:pt x="7872" y="738332"/>
                  </a:lnTo>
                  <a:lnTo>
                    <a:pt x="7872" y="738332"/>
                  </a:lnTo>
                  <a:lnTo>
                    <a:pt x="8116" y="738575"/>
                  </a:lnTo>
                  <a:lnTo>
                    <a:pt x="8116" y="758867"/>
                  </a:lnTo>
                  <a:lnTo>
                    <a:pt x="7872" y="759110"/>
                  </a:lnTo>
                  <a:lnTo>
                    <a:pt x="243" y="759110"/>
                  </a:lnTo>
                  <a:lnTo>
                    <a:pt x="0" y="758867"/>
                  </a:lnTo>
                  <a:lnTo>
                    <a:pt x="0" y="608993"/>
                  </a:ln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629285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40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736" y="631801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6"/>
                  </a:lnTo>
                  <a:lnTo>
                    <a:pt x="8116" y="735004"/>
                  </a:lnTo>
                  <a:lnTo>
                    <a:pt x="7872" y="735247"/>
                  </a:lnTo>
                  <a:close/>
                  <a:moveTo>
                    <a:pt x="7872" y="126498"/>
                  </a:moveTo>
                  <a:lnTo>
                    <a:pt x="7426" y="126661"/>
                  </a:lnTo>
                  <a:lnTo>
                    <a:pt x="7020" y="126945"/>
                  </a:lnTo>
                  <a:lnTo>
                    <a:pt x="6736" y="127310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736" y="128771"/>
                  </a:lnTo>
                  <a:lnTo>
                    <a:pt x="7020" y="129136"/>
                  </a:lnTo>
                  <a:lnTo>
                    <a:pt x="7426" y="129420"/>
                  </a:lnTo>
                  <a:lnTo>
                    <a:pt x="7872" y="129583"/>
                  </a:lnTo>
                  <a:lnTo>
                    <a:pt x="7872" y="129583"/>
                  </a:lnTo>
                  <a:lnTo>
                    <a:pt x="8116" y="129826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lnTo>
                    <a:pt x="0" y="244"/>
                  </a:ln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20535"/>
                  </a:lnTo>
                  <a:lnTo>
                    <a:pt x="7872" y="20779"/>
                  </a:lnTo>
                  <a:lnTo>
                    <a:pt x="7872" y="20779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1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736" y="23052"/>
                  </a:lnTo>
                  <a:lnTo>
                    <a:pt x="7020" y="23417"/>
                  </a:lnTo>
                  <a:lnTo>
                    <a:pt x="7426" y="23701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7"/>
                  </a:lnTo>
                  <a:lnTo>
                    <a:pt x="8116" y="126255"/>
                  </a:lnTo>
                  <a:lnTo>
                    <a:pt x="7872" y="1264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5" name="房间名（沿用施工图）"/>
          <p:cNvGrpSpPr/>
          <p:nvPr/>
        </p:nvGrpSpPr>
        <p:grpSpPr>
          <a:xfrm>
            <a:off x="1023096" y="1776807"/>
            <a:ext cx="2852368" cy="3609507"/>
            <a:chOff x="1023096" y="1776807"/>
            <a:chExt cx="2852368" cy="3609507"/>
          </a:xfrm>
        </p:grpSpPr>
        <p:sp>
          <p:nvSpPr>
            <p:cNvPr id="206" name="TextBox 205"/>
            <p:cNvSpPr txBox="1"/>
            <p:nvPr/>
          </p:nvSpPr>
          <p:spPr>
            <a:xfrm>
              <a:off x="1397825" y="2723710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1554812" y="3422893"/>
              <a:ext cx="205184" cy="12311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zh-CN" altLang="en-US" sz="8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电梯</a:t>
              </a:r>
              <a:endParaRPr sz="800" b="0" dirty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2148144" y="4779155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3427795" y="3101350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2407563" y="3053585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3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2471315" y="3595029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走廊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1023096" y="4053428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主卧</a:t>
              </a: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3130877" y="4653573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2</a:t>
              </a: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2148143" y="4165248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衣帽间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2160572" y="5276917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盥洗室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3537105" y="1379940"/>
              <a:ext cx="98457" cy="3500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2874120" y="1926401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4</a:t>
              </a:r>
            </a:p>
          </p:txBody>
        </p:sp>
      </p:grpSp>
      <p:grpSp>
        <p:nvGrpSpPr>
          <p:cNvPr id="218" name="主灯 F06"/>
          <p:cNvGrpSpPr/>
          <p:nvPr/>
        </p:nvGrpSpPr>
        <p:grpSpPr>
          <a:xfrm>
            <a:off x="3627582" y="2952915"/>
            <a:ext cx="343817" cy="135442"/>
            <a:chOff x="3627582" y="2952915"/>
            <a:chExt cx="343817" cy="135442"/>
          </a:xfrm>
        </p:grpSpPr>
        <p:sp>
          <p:nvSpPr>
            <p:cNvPr id="219" name="Oval 218"/>
            <p:cNvSpPr/>
            <p:nvPr/>
          </p:nvSpPr>
          <p:spPr>
            <a:xfrm>
              <a:off x="3627582" y="2984171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0" name="Connector 219"/>
            <p:cNvCxnSpPr/>
            <p:nvPr/>
          </p:nvCxnSpPr>
          <p:spPr>
            <a:xfrm>
              <a:off x="3643210" y="2999799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ctor 220"/>
            <p:cNvCxnSpPr/>
            <p:nvPr/>
          </p:nvCxnSpPr>
          <p:spPr>
            <a:xfrm flipV="1">
              <a:off x="3643210" y="2999799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TextBox 221"/>
            <p:cNvSpPr txBox="1"/>
            <p:nvPr/>
          </p:nvSpPr>
          <p:spPr>
            <a:xfrm>
              <a:off x="3742186" y="2952915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F06</a:t>
              </a:r>
            </a:p>
          </p:txBody>
        </p:sp>
      </p:grpSp>
      <p:grpSp>
        <p:nvGrpSpPr>
          <p:cNvPr id="223" name="主灯 F11"/>
          <p:cNvGrpSpPr/>
          <p:nvPr/>
        </p:nvGrpSpPr>
        <p:grpSpPr>
          <a:xfrm>
            <a:off x="2749543" y="3624568"/>
            <a:ext cx="343817" cy="135442"/>
            <a:chOff x="2399938" y="3624568"/>
            <a:chExt cx="343817" cy="135442"/>
          </a:xfrm>
        </p:grpSpPr>
        <p:sp>
          <p:nvSpPr>
            <p:cNvPr id="224" name="Oval 223"/>
            <p:cNvSpPr/>
            <p:nvPr/>
          </p:nvSpPr>
          <p:spPr>
            <a:xfrm>
              <a:off x="2399938" y="3655824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5" name="Connector 224"/>
            <p:cNvCxnSpPr/>
            <p:nvPr/>
          </p:nvCxnSpPr>
          <p:spPr>
            <a:xfrm>
              <a:off x="2415566" y="3671452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ctor 225"/>
            <p:cNvCxnSpPr/>
            <p:nvPr/>
          </p:nvCxnSpPr>
          <p:spPr>
            <a:xfrm flipV="1">
              <a:off x="2415566" y="3671452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TextBox 226"/>
            <p:cNvSpPr txBox="1"/>
            <p:nvPr/>
          </p:nvSpPr>
          <p:spPr>
            <a:xfrm>
              <a:off x="2514542" y="3624568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F11</a:t>
              </a:r>
            </a:p>
          </p:txBody>
        </p:sp>
      </p:grpSp>
      <p:grpSp>
        <p:nvGrpSpPr>
          <p:cNvPr id="228" name="主灯 F19"/>
          <p:cNvGrpSpPr/>
          <p:nvPr/>
        </p:nvGrpSpPr>
        <p:grpSpPr>
          <a:xfrm>
            <a:off x="1197391" y="4435629"/>
            <a:ext cx="343817" cy="135442"/>
            <a:chOff x="904445" y="4549867"/>
            <a:chExt cx="343817" cy="135442"/>
          </a:xfrm>
        </p:grpSpPr>
        <p:sp>
          <p:nvSpPr>
            <p:cNvPr id="229" name="Oval 228"/>
            <p:cNvSpPr/>
            <p:nvPr/>
          </p:nvSpPr>
          <p:spPr>
            <a:xfrm>
              <a:off x="904445" y="4581123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0" name="Connector 229"/>
            <p:cNvCxnSpPr/>
            <p:nvPr/>
          </p:nvCxnSpPr>
          <p:spPr>
            <a:xfrm>
              <a:off x="920073" y="4596751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ctor 230"/>
            <p:cNvCxnSpPr/>
            <p:nvPr/>
          </p:nvCxnSpPr>
          <p:spPr>
            <a:xfrm flipV="1">
              <a:off x="920073" y="4596751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TextBox 231"/>
            <p:cNvSpPr txBox="1"/>
            <p:nvPr/>
          </p:nvSpPr>
          <p:spPr>
            <a:xfrm>
              <a:off x="1019049" y="4549867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F19</a:t>
              </a:r>
            </a:p>
          </p:txBody>
        </p:sp>
      </p:grpSp>
      <p:grpSp>
        <p:nvGrpSpPr>
          <p:cNvPr id="233" name="主灯 F20"/>
          <p:cNvGrpSpPr/>
          <p:nvPr/>
        </p:nvGrpSpPr>
        <p:grpSpPr>
          <a:xfrm>
            <a:off x="3177108" y="4874533"/>
            <a:ext cx="343817" cy="135442"/>
            <a:chOff x="3177108" y="4874533"/>
            <a:chExt cx="343817" cy="135442"/>
          </a:xfrm>
        </p:grpSpPr>
        <p:sp>
          <p:nvSpPr>
            <p:cNvPr id="234" name="Oval 233"/>
            <p:cNvSpPr/>
            <p:nvPr/>
          </p:nvSpPr>
          <p:spPr>
            <a:xfrm>
              <a:off x="3177108" y="4905789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5" name="Connector 234"/>
            <p:cNvCxnSpPr/>
            <p:nvPr/>
          </p:nvCxnSpPr>
          <p:spPr>
            <a:xfrm>
              <a:off x="3192736" y="4921417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ctor 235"/>
            <p:cNvCxnSpPr/>
            <p:nvPr/>
          </p:nvCxnSpPr>
          <p:spPr>
            <a:xfrm flipV="1">
              <a:off x="3192736" y="4921417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TextBox 236"/>
            <p:cNvSpPr txBox="1"/>
            <p:nvPr/>
          </p:nvSpPr>
          <p:spPr>
            <a:xfrm>
              <a:off x="3291712" y="4874533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F20</a:t>
              </a:r>
            </a:p>
          </p:txBody>
        </p:sp>
      </p:grpSp>
      <p:grpSp>
        <p:nvGrpSpPr>
          <p:cNvPr id="238" name="主灯 F22"/>
          <p:cNvGrpSpPr/>
          <p:nvPr/>
        </p:nvGrpSpPr>
        <p:grpSpPr>
          <a:xfrm>
            <a:off x="2481105" y="2892040"/>
            <a:ext cx="343817" cy="135442"/>
            <a:chOff x="2481105" y="2892040"/>
            <a:chExt cx="343817" cy="135442"/>
          </a:xfrm>
        </p:grpSpPr>
        <p:sp>
          <p:nvSpPr>
            <p:cNvPr id="239" name="Oval 238"/>
            <p:cNvSpPr/>
            <p:nvPr/>
          </p:nvSpPr>
          <p:spPr>
            <a:xfrm>
              <a:off x="2481105" y="2923296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0" name="Connector 239"/>
            <p:cNvCxnSpPr/>
            <p:nvPr/>
          </p:nvCxnSpPr>
          <p:spPr>
            <a:xfrm>
              <a:off x="2496733" y="2938924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ctor 240"/>
            <p:cNvCxnSpPr/>
            <p:nvPr/>
          </p:nvCxnSpPr>
          <p:spPr>
            <a:xfrm flipV="1">
              <a:off x="2496733" y="2938924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TextBox 241"/>
            <p:cNvSpPr txBox="1"/>
            <p:nvPr/>
          </p:nvSpPr>
          <p:spPr>
            <a:xfrm>
              <a:off x="2595709" y="2892040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F22</a:t>
              </a:r>
            </a:p>
          </p:txBody>
        </p:sp>
      </p:grpSp>
      <p:grpSp>
        <p:nvGrpSpPr>
          <p:cNvPr id="243" name="主灯 F23"/>
          <p:cNvGrpSpPr/>
          <p:nvPr/>
        </p:nvGrpSpPr>
        <p:grpSpPr>
          <a:xfrm>
            <a:off x="3059237" y="1542447"/>
            <a:ext cx="343817" cy="135442"/>
            <a:chOff x="3219720" y="1465944"/>
            <a:chExt cx="343817" cy="135442"/>
          </a:xfrm>
        </p:grpSpPr>
        <p:sp>
          <p:nvSpPr>
            <p:cNvPr id="244" name="Oval 243"/>
            <p:cNvSpPr/>
            <p:nvPr/>
          </p:nvSpPr>
          <p:spPr>
            <a:xfrm>
              <a:off x="3219720" y="1497200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5" name="Connector 244"/>
            <p:cNvCxnSpPr/>
            <p:nvPr/>
          </p:nvCxnSpPr>
          <p:spPr>
            <a:xfrm>
              <a:off x="3235348" y="1512828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ctor 245"/>
            <p:cNvCxnSpPr/>
            <p:nvPr/>
          </p:nvCxnSpPr>
          <p:spPr>
            <a:xfrm flipV="1">
              <a:off x="3235348" y="1512828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TextBox 246"/>
            <p:cNvSpPr txBox="1"/>
            <p:nvPr/>
          </p:nvSpPr>
          <p:spPr>
            <a:xfrm>
              <a:off x="3334324" y="1465944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F23</a:t>
              </a:r>
            </a:p>
          </p:txBody>
        </p:sp>
      </p:grpSp>
      <p:grpSp>
        <p:nvGrpSpPr>
          <p:cNvPr id="248" name="射灯 GU10_FF_卫生间_1"/>
          <p:cNvGrpSpPr/>
          <p:nvPr/>
        </p:nvGrpSpPr>
        <p:grpSpPr>
          <a:xfrm>
            <a:off x="1370777" y="2815376"/>
            <a:ext cx="70846" cy="70846"/>
            <a:chOff x="1370777" y="2815376"/>
            <a:chExt cx="70846" cy="70846"/>
          </a:xfrm>
        </p:grpSpPr>
        <p:sp>
          <p:nvSpPr>
            <p:cNvPr id="249" name="Oval 248"/>
            <p:cNvSpPr/>
            <p:nvPr/>
          </p:nvSpPr>
          <p:spPr>
            <a:xfrm>
              <a:off x="1370777" y="2815376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50" name="Connector 249"/>
            <p:cNvCxnSpPr/>
            <p:nvPr/>
          </p:nvCxnSpPr>
          <p:spPr>
            <a:xfrm>
              <a:off x="1370777" y="2850799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ctor 250"/>
            <p:cNvCxnSpPr/>
            <p:nvPr/>
          </p:nvCxnSpPr>
          <p:spPr>
            <a:xfrm>
              <a:off x="1406200" y="2815376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射灯 GU10_FF_卧室4_1"/>
          <p:cNvGrpSpPr/>
          <p:nvPr/>
        </p:nvGrpSpPr>
        <p:grpSpPr>
          <a:xfrm>
            <a:off x="3684133" y="1407772"/>
            <a:ext cx="70846" cy="70846"/>
            <a:chOff x="3631671" y="1935936"/>
            <a:chExt cx="70846" cy="70846"/>
          </a:xfrm>
        </p:grpSpPr>
        <p:sp>
          <p:nvSpPr>
            <p:cNvPr id="253" name="Oval 252"/>
            <p:cNvSpPr/>
            <p:nvPr/>
          </p:nvSpPr>
          <p:spPr>
            <a:xfrm>
              <a:off x="3631671" y="1935936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54" name="Connector 253"/>
            <p:cNvCxnSpPr/>
            <p:nvPr/>
          </p:nvCxnSpPr>
          <p:spPr>
            <a:xfrm>
              <a:off x="3631671" y="1971359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ctor 254"/>
            <p:cNvCxnSpPr/>
            <p:nvPr/>
          </p:nvCxnSpPr>
          <p:spPr>
            <a:xfrm>
              <a:off x="3667094" y="1935936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0" name="射灯 GU10_FF_走廊_2"/>
          <p:cNvGrpSpPr/>
          <p:nvPr/>
        </p:nvGrpSpPr>
        <p:grpSpPr>
          <a:xfrm>
            <a:off x="2238172" y="5372006"/>
            <a:ext cx="70846" cy="70846"/>
            <a:chOff x="2174326" y="5407429"/>
            <a:chExt cx="70846" cy="70846"/>
          </a:xfrm>
        </p:grpSpPr>
        <p:sp>
          <p:nvSpPr>
            <p:cNvPr id="261" name="Oval 260"/>
            <p:cNvSpPr/>
            <p:nvPr/>
          </p:nvSpPr>
          <p:spPr>
            <a:xfrm>
              <a:off x="2174326" y="5407429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62" name="Connector 261"/>
            <p:cNvCxnSpPr/>
            <p:nvPr/>
          </p:nvCxnSpPr>
          <p:spPr>
            <a:xfrm>
              <a:off x="2174326" y="5442852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ctor 262"/>
            <p:cNvCxnSpPr/>
            <p:nvPr/>
          </p:nvCxnSpPr>
          <p:spPr>
            <a:xfrm>
              <a:off x="2209749" y="5407429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4" name="射灯 GU10_FF_衣帽间_1"/>
          <p:cNvGrpSpPr/>
          <p:nvPr/>
        </p:nvGrpSpPr>
        <p:grpSpPr>
          <a:xfrm>
            <a:off x="2034429" y="4269880"/>
            <a:ext cx="70846" cy="70846"/>
            <a:chOff x="2353298" y="4264199"/>
            <a:chExt cx="70846" cy="70846"/>
          </a:xfrm>
        </p:grpSpPr>
        <p:sp>
          <p:nvSpPr>
            <p:cNvPr id="265" name="Oval 264"/>
            <p:cNvSpPr/>
            <p:nvPr/>
          </p:nvSpPr>
          <p:spPr>
            <a:xfrm>
              <a:off x="2353298" y="4264199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66" name="Connector 265"/>
            <p:cNvCxnSpPr/>
            <p:nvPr/>
          </p:nvCxnSpPr>
          <p:spPr>
            <a:xfrm>
              <a:off x="2353298" y="4299622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ctor 266"/>
            <p:cNvCxnSpPr/>
            <p:nvPr/>
          </p:nvCxnSpPr>
          <p:spPr>
            <a:xfrm>
              <a:off x="2388721" y="4264199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2" name="射灯 GU10_FF_卧室2_2"/>
          <p:cNvGrpSpPr/>
          <p:nvPr/>
        </p:nvGrpSpPr>
        <p:grpSpPr>
          <a:xfrm>
            <a:off x="3389211" y="4229175"/>
            <a:ext cx="70846" cy="70846"/>
            <a:chOff x="3570796" y="4264604"/>
            <a:chExt cx="70846" cy="70846"/>
          </a:xfrm>
        </p:grpSpPr>
        <p:sp>
          <p:nvSpPr>
            <p:cNvPr id="273" name="Oval 272"/>
            <p:cNvSpPr/>
            <p:nvPr/>
          </p:nvSpPr>
          <p:spPr>
            <a:xfrm>
              <a:off x="3570796" y="4264604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74" name="Connector 273"/>
            <p:cNvCxnSpPr/>
            <p:nvPr/>
          </p:nvCxnSpPr>
          <p:spPr>
            <a:xfrm>
              <a:off x="3570796" y="4300027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ctor 274"/>
            <p:cNvCxnSpPr/>
            <p:nvPr/>
          </p:nvCxnSpPr>
          <p:spPr>
            <a:xfrm>
              <a:off x="3606219" y="4264604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6" name="主灯位待选 主灯待选_主卧"/>
          <p:cNvGrpSpPr/>
          <p:nvPr/>
        </p:nvGrpSpPr>
        <p:grpSpPr>
          <a:xfrm>
            <a:off x="720473" y="3369559"/>
            <a:ext cx="343817" cy="135442"/>
            <a:chOff x="694629" y="3387156"/>
            <a:chExt cx="343817" cy="135442"/>
          </a:xfrm>
        </p:grpSpPr>
        <p:sp>
          <p:nvSpPr>
            <p:cNvPr id="277" name="Oval 276"/>
            <p:cNvSpPr/>
            <p:nvPr/>
          </p:nvSpPr>
          <p:spPr>
            <a:xfrm>
              <a:off x="694629" y="3418412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78" name="Connector 277"/>
            <p:cNvCxnSpPr/>
            <p:nvPr/>
          </p:nvCxnSpPr>
          <p:spPr>
            <a:xfrm>
              <a:off x="710257" y="3434040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ctor 278"/>
            <p:cNvCxnSpPr/>
            <p:nvPr/>
          </p:nvCxnSpPr>
          <p:spPr>
            <a:xfrm flipV="1">
              <a:off x="710257" y="3434040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0" name="TextBox 279"/>
            <p:cNvSpPr txBox="1"/>
            <p:nvPr/>
          </p:nvSpPr>
          <p:spPr>
            <a:xfrm>
              <a:off x="809233" y="3387156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待选</a:t>
              </a:r>
            </a:p>
          </p:txBody>
        </p:sp>
      </p:grpSp>
      <p:grpSp>
        <p:nvGrpSpPr>
          <p:cNvPr id="281" name="射灯 GU10_FF_主卫_1"/>
          <p:cNvGrpSpPr/>
          <p:nvPr/>
        </p:nvGrpSpPr>
        <p:grpSpPr>
          <a:xfrm>
            <a:off x="2238853" y="4861584"/>
            <a:ext cx="70846" cy="70846"/>
            <a:chOff x="2238853" y="4861584"/>
            <a:chExt cx="70846" cy="70846"/>
          </a:xfrm>
        </p:grpSpPr>
        <p:sp>
          <p:nvSpPr>
            <p:cNvPr id="282" name="Oval 281"/>
            <p:cNvSpPr/>
            <p:nvPr/>
          </p:nvSpPr>
          <p:spPr>
            <a:xfrm>
              <a:off x="2238853" y="4861584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83" name="Connector 282"/>
            <p:cNvCxnSpPr/>
            <p:nvPr/>
          </p:nvCxnSpPr>
          <p:spPr>
            <a:xfrm>
              <a:off x="2238853" y="4897007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ctor 283"/>
            <p:cNvCxnSpPr/>
            <p:nvPr/>
          </p:nvCxnSpPr>
          <p:spPr>
            <a:xfrm>
              <a:off x="2274276" y="4861584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3" name="图例（模型）"/>
          <p:cNvGrpSpPr/>
          <p:nvPr/>
        </p:nvGrpSpPr>
        <p:grpSpPr>
          <a:xfrm>
            <a:off x="9174174" y="914400"/>
            <a:ext cx="2980944" cy="1419350"/>
            <a:chOff x="9174174" y="914400"/>
            <a:chExt cx="2980944" cy="1419350"/>
          </a:xfrm>
        </p:grpSpPr>
        <p:sp>
          <p:nvSpPr>
            <p:cNvPr id="334" name="TextBox 333"/>
            <p:cNvSpPr txBox="1"/>
            <p:nvPr/>
          </p:nvSpPr>
          <p:spPr>
            <a:xfrm>
              <a:off x="9174174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335" name="图例"/>
            <p:cNvGrpSpPr/>
            <p:nvPr/>
          </p:nvGrpSpPr>
          <p:grpSpPr>
            <a:xfrm>
              <a:off x="9229166" y="1316864"/>
              <a:ext cx="146048" cy="146048"/>
              <a:chOff x="9229166" y="1316864"/>
              <a:chExt cx="146048" cy="146048"/>
            </a:xfrm>
          </p:grpSpPr>
          <p:sp>
            <p:nvSpPr>
              <p:cNvPr id="336" name="Oval 335"/>
              <p:cNvSpPr/>
              <p:nvPr/>
            </p:nvSpPr>
            <p:spPr>
              <a:xfrm>
                <a:off x="9229166" y="1316864"/>
                <a:ext cx="146048" cy="146048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37" name="Connector 336"/>
              <p:cNvCxnSpPr/>
              <p:nvPr/>
            </p:nvCxnSpPr>
            <p:spPr>
              <a:xfrm>
                <a:off x="9251074" y="133877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Connector 337"/>
              <p:cNvCxnSpPr/>
              <p:nvPr/>
            </p:nvCxnSpPr>
            <p:spPr>
              <a:xfrm flipV="1">
                <a:off x="9251074" y="133877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9" name="TextBox 338"/>
            <p:cNvSpPr txBox="1"/>
            <p:nvPr/>
          </p:nvSpPr>
          <p:spPr>
            <a:xfrm>
              <a:off x="9503358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主灯（吸顶 / 吊灯）× 7</a:t>
              </a:r>
            </a:p>
          </p:txBody>
        </p:sp>
        <p:grpSp>
          <p:nvGrpSpPr>
            <p:cNvPr id="340" name="图例"/>
            <p:cNvGrpSpPr/>
            <p:nvPr/>
          </p:nvGrpSpPr>
          <p:grpSpPr>
            <a:xfrm>
              <a:off x="9229166" y="1591184"/>
              <a:ext cx="146048" cy="146048"/>
              <a:chOff x="9229166" y="1591184"/>
              <a:chExt cx="146048" cy="146048"/>
            </a:xfrm>
          </p:grpSpPr>
          <p:sp>
            <p:nvSpPr>
              <p:cNvPr id="341" name="Oval 340"/>
              <p:cNvSpPr/>
              <p:nvPr/>
            </p:nvSpPr>
            <p:spPr>
              <a:xfrm>
                <a:off x="9229166" y="1591184"/>
                <a:ext cx="146048" cy="146048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42" name="Connector 341"/>
              <p:cNvCxnSpPr/>
              <p:nvPr/>
            </p:nvCxnSpPr>
            <p:spPr>
              <a:xfrm>
                <a:off x="9251074" y="161309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Connector 342"/>
              <p:cNvCxnSpPr/>
              <p:nvPr/>
            </p:nvCxnSpPr>
            <p:spPr>
              <a:xfrm flipV="1">
                <a:off x="9251074" y="161309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4" name="TextBox 343"/>
            <p:cNvSpPr txBox="1"/>
            <p:nvPr/>
          </p:nvSpPr>
          <p:spPr>
            <a:xfrm>
              <a:off x="9503358" y="157276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主灯位（产品待选）× 1</a:t>
              </a:r>
            </a:p>
          </p:txBody>
        </p:sp>
        <p:grpSp>
          <p:nvGrpSpPr>
            <p:cNvPr id="345" name="图例"/>
            <p:cNvGrpSpPr/>
            <p:nvPr/>
          </p:nvGrpSpPr>
          <p:grpSpPr>
            <a:xfrm>
              <a:off x="9252534" y="1888872"/>
              <a:ext cx="99312" cy="99312"/>
              <a:chOff x="9252534" y="1888872"/>
              <a:chExt cx="99312" cy="99312"/>
            </a:xfrm>
          </p:grpSpPr>
          <p:sp>
            <p:nvSpPr>
              <p:cNvPr id="346" name="Oval 345"/>
              <p:cNvSpPr/>
              <p:nvPr/>
            </p:nvSpPr>
            <p:spPr>
              <a:xfrm>
                <a:off x="9252534" y="1888872"/>
                <a:ext cx="99312" cy="9931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47" name="Connector 346"/>
              <p:cNvCxnSpPr/>
              <p:nvPr/>
            </p:nvCxnSpPr>
            <p:spPr>
              <a:xfrm>
                <a:off x="9252534" y="1938528"/>
                <a:ext cx="99312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Connector 347"/>
              <p:cNvCxnSpPr/>
              <p:nvPr/>
            </p:nvCxnSpPr>
            <p:spPr>
              <a:xfrm>
                <a:off x="9302190" y="1888872"/>
                <a:ext cx="0" cy="9931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9" name="TextBox 348"/>
            <p:cNvSpPr txBox="1"/>
            <p:nvPr/>
          </p:nvSpPr>
          <p:spPr>
            <a:xfrm>
              <a:off x="9503358" y="184708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筒灯 / 射灯 × 8</a:t>
              </a:r>
            </a:p>
          </p:txBody>
        </p:sp>
        <p:grpSp>
          <p:nvGrpSpPr>
            <p:cNvPr id="350" name="图例"/>
            <p:cNvGrpSpPr/>
            <p:nvPr/>
          </p:nvGrpSpPr>
          <p:grpSpPr>
            <a:xfrm>
              <a:off x="9242627" y="2230056"/>
              <a:ext cx="135825" cy="103694"/>
              <a:chOff x="9242627" y="2230056"/>
              <a:chExt cx="135825" cy="103694"/>
            </a:xfrm>
          </p:grpSpPr>
          <p:sp>
            <p:nvSpPr>
              <p:cNvPr id="351" name="Oval 350"/>
              <p:cNvSpPr/>
              <p:nvPr/>
            </p:nvSpPr>
            <p:spPr>
              <a:xfrm>
                <a:off x="9242627" y="2230056"/>
                <a:ext cx="64262" cy="64262"/>
              </a:xfrm>
              <a:prstGeom prst="ellipse">
                <a:avLst/>
              </a:prstGeom>
              <a:solidFill>
                <a:srgbClr val="D01414"/>
              </a:solidFill>
              <a:ln w="635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52" name="Connector 351"/>
              <p:cNvCxnSpPr/>
              <p:nvPr/>
            </p:nvCxnSpPr>
            <p:spPr>
              <a:xfrm>
                <a:off x="9274758" y="2262187"/>
                <a:ext cx="71563" cy="71563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Connector 352"/>
              <p:cNvCxnSpPr/>
              <p:nvPr/>
            </p:nvCxnSpPr>
            <p:spPr>
              <a:xfrm>
                <a:off x="9346321" y="2333750"/>
                <a:ext cx="32131" cy="0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4" name="TextBox 353"/>
            <p:cNvSpPr txBox="1"/>
            <p:nvPr/>
          </p:nvSpPr>
          <p:spPr>
            <a:xfrm>
              <a:off x="9503358" y="212140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墙面开关 × 12</a:t>
              </a:r>
            </a:p>
          </p:txBody>
        </p:sp>
      </p:grpSp>
      <p:sp>
        <p:nvSpPr>
          <p:cNvPr id="355" name="TextBox 354"/>
          <p:cNvSpPr txBox="1"/>
          <p:nvPr/>
        </p:nvSpPr>
        <p:spPr>
          <a:xfrm>
            <a:off x="9174174" y="2578608"/>
            <a:ext cx="2697481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  <p:grpSp>
        <p:nvGrpSpPr>
          <p:cNvPr id="360" name="射灯 GU10_FF_衣帽间_1">
            <a:extLst>
              <a:ext uri="{FF2B5EF4-FFF2-40B4-BE49-F238E27FC236}">
                <a16:creationId xmlns:a16="http://schemas.microsoft.com/office/drawing/2014/main" id="{09A32A37-E2A8-5787-E2D7-7D7207206342}"/>
              </a:ext>
            </a:extLst>
          </p:cNvPr>
          <p:cNvGrpSpPr/>
          <p:nvPr/>
        </p:nvGrpSpPr>
        <p:grpSpPr>
          <a:xfrm>
            <a:off x="2326700" y="4268595"/>
            <a:ext cx="70846" cy="70846"/>
            <a:chOff x="2353298" y="4264199"/>
            <a:chExt cx="70846" cy="70846"/>
          </a:xfrm>
        </p:grpSpPr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258176A2-32B7-01A6-5A64-36BCB6EDDF4C}"/>
                </a:ext>
              </a:extLst>
            </p:cNvPr>
            <p:cNvSpPr/>
            <p:nvPr/>
          </p:nvSpPr>
          <p:spPr>
            <a:xfrm>
              <a:off x="2353298" y="4264199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62" name="Connector 265">
              <a:extLst>
                <a:ext uri="{FF2B5EF4-FFF2-40B4-BE49-F238E27FC236}">
                  <a16:creationId xmlns:a16="http://schemas.microsoft.com/office/drawing/2014/main" id="{831DF861-951A-44BB-E075-1732AC71B797}"/>
                </a:ext>
              </a:extLst>
            </p:cNvPr>
            <p:cNvCxnSpPr/>
            <p:nvPr/>
          </p:nvCxnSpPr>
          <p:spPr>
            <a:xfrm>
              <a:off x="2353298" y="4299622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Connector 266">
              <a:extLst>
                <a:ext uri="{FF2B5EF4-FFF2-40B4-BE49-F238E27FC236}">
                  <a16:creationId xmlns:a16="http://schemas.microsoft.com/office/drawing/2014/main" id="{D3DBB538-4D29-E8A8-B71D-51C29AF48F65}"/>
                </a:ext>
              </a:extLst>
            </p:cNvPr>
            <p:cNvCxnSpPr/>
            <p:nvPr/>
          </p:nvCxnSpPr>
          <p:spPr>
            <a:xfrm>
              <a:off x="2388721" y="4264199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4" name="主灯 F11">
            <a:extLst>
              <a:ext uri="{FF2B5EF4-FFF2-40B4-BE49-F238E27FC236}">
                <a16:creationId xmlns:a16="http://schemas.microsoft.com/office/drawing/2014/main" id="{301DD63D-8B4A-1096-4978-6E815DE5F907}"/>
              </a:ext>
            </a:extLst>
          </p:cNvPr>
          <p:cNvGrpSpPr/>
          <p:nvPr/>
        </p:nvGrpSpPr>
        <p:grpSpPr>
          <a:xfrm>
            <a:off x="1802099" y="3636705"/>
            <a:ext cx="343817" cy="135442"/>
            <a:chOff x="2399938" y="3624568"/>
            <a:chExt cx="343817" cy="135442"/>
          </a:xfrm>
        </p:grpSpPr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601A6F61-E4F2-776A-0448-E53DECBAD64C}"/>
                </a:ext>
              </a:extLst>
            </p:cNvPr>
            <p:cNvSpPr/>
            <p:nvPr/>
          </p:nvSpPr>
          <p:spPr>
            <a:xfrm>
              <a:off x="2399938" y="3655824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66" name="Connector 224">
              <a:extLst>
                <a:ext uri="{FF2B5EF4-FFF2-40B4-BE49-F238E27FC236}">
                  <a16:creationId xmlns:a16="http://schemas.microsoft.com/office/drawing/2014/main" id="{F8F225ED-0F81-04F8-F98C-322C2A832DE6}"/>
                </a:ext>
              </a:extLst>
            </p:cNvPr>
            <p:cNvCxnSpPr/>
            <p:nvPr/>
          </p:nvCxnSpPr>
          <p:spPr>
            <a:xfrm>
              <a:off x="2415566" y="3671452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Connector 225">
              <a:extLst>
                <a:ext uri="{FF2B5EF4-FFF2-40B4-BE49-F238E27FC236}">
                  <a16:creationId xmlns:a16="http://schemas.microsoft.com/office/drawing/2014/main" id="{D3759E1A-DA41-8F28-9457-C164C51A187D}"/>
                </a:ext>
              </a:extLst>
            </p:cNvPr>
            <p:cNvCxnSpPr/>
            <p:nvPr/>
          </p:nvCxnSpPr>
          <p:spPr>
            <a:xfrm flipV="1">
              <a:off x="2415566" y="3671452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B662ECEA-468B-665E-265E-D889109034C1}"/>
                </a:ext>
              </a:extLst>
            </p:cNvPr>
            <p:cNvSpPr txBox="1"/>
            <p:nvPr/>
          </p:nvSpPr>
          <p:spPr>
            <a:xfrm>
              <a:off x="2514542" y="3624568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F11</a:t>
              </a:r>
            </a:p>
          </p:txBody>
        </p:sp>
      </p:grpSp>
      <p:pic>
        <p:nvPicPr>
          <p:cNvPr id="257" name="Picture 256">
            <a:extLst>
              <a:ext uri="{FF2B5EF4-FFF2-40B4-BE49-F238E27FC236}">
                <a16:creationId xmlns:a16="http://schemas.microsoft.com/office/drawing/2014/main" id="{7367B3FF-1C00-611D-2E6A-D2EF6B9C8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404" y="1054557"/>
            <a:ext cx="621149" cy="663905"/>
          </a:xfrm>
          <a:prstGeom prst="rect">
            <a:avLst/>
          </a:prstGeom>
        </p:spPr>
      </p:pic>
      <p:sp>
        <p:nvSpPr>
          <p:cNvPr id="259" name="Oval 258">
            <a:extLst>
              <a:ext uri="{FF2B5EF4-FFF2-40B4-BE49-F238E27FC236}">
                <a16:creationId xmlns:a16="http://schemas.microsoft.com/office/drawing/2014/main" id="{984E53FD-FE62-DC71-13AF-DA151E4E53D4}"/>
              </a:ext>
            </a:extLst>
          </p:cNvPr>
          <p:cNvSpPr/>
          <p:nvPr/>
        </p:nvSpPr>
        <p:spPr>
          <a:xfrm>
            <a:off x="5308600" y="1188870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06" name="Picture 305">
            <a:extLst>
              <a:ext uri="{FF2B5EF4-FFF2-40B4-BE49-F238E27FC236}">
                <a16:creationId xmlns:a16="http://schemas.microsoft.com/office/drawing/2014/main" id="{3F0C9287-AD11-007F-ECD4-A5BF994DF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283" y="1776624"/>
            <a:ext cx="838317" cy="523948"/>
          </a:xfrm>
          <a:prstGeom prst="rect">
            <a:avLst/>
          </a:prstGeom>
        </p:spPr>
      </p:pic>
      <p:sp>
        <p:nvSpPr>
          <p:cNvPr id="308" name="Oval 307">
            <a:extLst>
              <a:ext uri="{FF2B5EF4-FFF2-40B4-BE49-F238E27FC236}">
                <a16:creationId xmlns:a16="http://schemas.microsoft.com/office/drawing/2014/main" id="{D2EE5732-9B04-861A-2FBD-A69C341422A4}"/>
              </a:ext>
            </a:extLst>
          </p:cNvPr>
          <p:cNvSpPr/>
          <p:nvPr/>
        </p:nvSpPr>
        <p:spPr>
          <a:xfrm>
            <a:off x="5308600" y="2017177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0" name="Picture 369">
            <a:extLst>
              <a:ext uri="{FF2B5EF4-FFF2-40B4-BE49-F238E27FC236}">
                <a16:creationId xmlns:a16="http://schemas.microsoft.com/office/drawing/2014/main" id="{7A7518F3-226D-90A7-0544-6C3FDED020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7394" y="2357584"/>
            <a:ext cx="809738" cy="876422"/>
          </a:xfrm>
          <a:prstGeom prst="rect">
            <a:avLst/>
          </a:prstGeom>
        </p:spPr>
      </p:pic>
      <p:sp>
        <p:nvSpPr>
          <p:cNvPr id="372" name="Oval 371">
            <a:extLst>
              <a:ext uri="{FF2B5EF4-FFF2-40B4-BE49-F238E27FC236}">
                <a16:creationId xmlns:a16="http://schemas.microsoft.com/office/drawing/2014/main" id="{C39BD39E-F325-1188-3E85-B1E1C823D9B9}"/>
              </a:ext>
            </a:extLst>
          </p:cNvPr>
          <p:cNvSpPr/>
          <p:nvPr/>
        </p:nvSpPr>
        <p:spPr>
          <a:xfrm>
            <a:off x="5351059" y="2747447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6" name="Oval 375">
            <a:extLst>
              <a:ext uri="{FF2B5EF4-FFF2-40B4-BE49-F238E27FC236}">
                <a16:creationId xmlns:a16="http://schemas.microsoft.com/office/drawing/2014/main" id="{FF13082F-1BD8-E169-107A-F869457D3D6E}"/>
              </a:ext>
            </a:extLst>
          </p:cNvPr>
          <p:cNvSpPr/>
          <p:nvPr/>
        </p:nvSpPr>
        <p:spPr>
          <a:xfrm>
            <a:off x="3073080" y="2322576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8" name="Oval 377">
            <a:extLst>
              <a:ext uri="{FF2B5EF4-FFF2-40B4-BE49-F238E27FC236}">
                <a16:creationId xmlns:a16="http://schemas.microsoft.com/office/drawing/2014/main" id="{052FC9CE-1751-FFDD-8D97-C20C6936FA5E}"/>
              </a:ext>
            </a:extLst>
          </p:cNvPr>
          <p:cNvSpPr/>
          <p:nvPr/>
        </p:nvSpPr>
        <p:spPr>
          <a:xfrm>
            <a:off x="3401348" y="1980693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80" name="Picture 379">
            <a:extLst>
              <a:ext uri="{FF2B5EF4-FFF2-40B4-BE49-F238E27FC236}">
                <a16:creationId xmlns:a16="http://schemas.microsoft.com/office/drawing/2014/main" id="{6CF04B68-59A1-85F7-614B-75E868B941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535" y="3271014"/>
            <a:ext cx="914528" cy="895475"/>
          </a:xfrm>
          <a:prstGeom prst="rect">
            <a:avLst/>
          </a:prstGeom>
        </p:spPr>
      </p:pic>
      <p:sp>
        <p:nvSpPr>
          <p:cNvPr id="382" name="Oval 381">
            <a:extLst>
              <a:ext uri="{FF2B5EF4-FFF2-40B4-BE49-F238E27FC236}">
                <a16:creationId xmlns:a16="http://schemas.microsoft.com/office/drawing/2014/main" id="{449D720A-DDC5-4841-B09D-9C8143F8AB05}"/>
              </a:ext>
            </a:extLst>
          </p:cNvPr>
          <p:cNvSpPr/>
          <p:nvPr/>
        </p:nvSpPr>
        <p:spPr>
          <a:xfrm>
            <a:off x="5378125" y="3669791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4" name="Oval 383">
            <a:extLst>
              <a:ext uri="{FF2B5EF4-FFF2-40B4-BE49-F238E27FC236}">
                <a16:creationId xmlns:a16="http://schemas.microsoft.com/office/drawing/2014/main" id="{FE54F74B-4B71-306A-007A-1782696430DC}"/>
              </a:ext>
            </a:extLst>
          </p:cNvPr>
          <p:cNvSpPr/>
          <p:nvPr/>
        </p:nvSpPr>
        <p:spPr>
          <a:xfrm>
            <a:off x="3399130" y="1816983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6" name="Oval 385">
            <a:extLst>
              <a:ext uri="{FF2B5EF4-FFF2-40B4-BE49-F238E27FC236}">
                <a16:creationId xmlns:a16="http://schemas.microsoft.com/office/drawing/2014/main" id="{2C351C09-C611-70AE-A4BD-337AC281EC3E}"/>
              </a:ext>
            </a:extLst>
          </p:cNvPr>
          <p:cNvSpPr/>
          <p:nvPr/>
        </p:nvSpPr>
        <p:spPr>
          <a:xfrm>
            <a:off x="3184965" y="3257513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5B1E75AB-16E1-ABFE-C46C-A1B4A2F28F22}"/>
              </a:ext>
            </a:extLst>
          </p:cNvPr>
          <p:cNvSpPr/>
          <p:nvPr/>
        </p:nvSpPr>
        <p:spPr>
          <a:xfrm>
            <a:off x="2672747" y="3899065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0" name="Oval 389">
            <a:extLst>
              <a:ext uri="{FF2B5EF4-FFF2-40B4-BE49-F238E27FC236}">
                <a16:creationId xmlns:a16="http://schemas.microsoft.com/office/drawing/2014/main" id="{723927B0-8580-9D71-2AD1-22690AC13822}"/>
              </a:ext>
            </a:extLst>
          </p:cNvPr>
          <p:cNvSpPr/>
          <p:nvPr/>
        </p:nvSpPr>
        <p:spPr>
          <a:xfrm>
            <a:off x="3773726" y="5341110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2" name="Oval 391">
            <a:extLst>
              <a:ext uri="{FF2B5EF4-FFF2-40B4-BE49-F238E27FC236}">
                <a16:creationId xmlns:a16="http://schemas.microsoft.com/office/drawing/2014/main" id="{E2305C76-E915-4AE6-1F84-A6F0B0B99A3C}"/>
              </a:ext>
            </a:extLst>
          </p:cNvPr>
          <p:cNvSpPr/>
          <p:nvPr/>
        </p:nvSpPr>
        <p:spPr>
          <a:xfrm>
            <a:off x="2578603" y="4058391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0D922B22-0751-5C7F-CF86-25B7297C7D13}"/>
              </a:ext>
            </a:extLst>
          </p:cNvPr>
          <p:cNvSpPr/>
          <p:nvPr/>
        </p:nvSpPr>
        <p:spPr>
          <a:xfrm>
            <a:off x="2603813" y="5434594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6" name="Oval 395">
            <a:extLst>
              <a:ext uri="{FF2B5EF4-FFF2-40B4-BE49-F238E27FC236}">
                <a16:creationId xmlns:a16="http://schemas.microsoft.com/office/drawing/2014/main" id="{A0BB7FFF-536B-C2BB-6050-724EA186DBBA}"/>
              </a:ext>
            </a:extLst>
          </p:cNvPr>
          <p:cNvSpPr/>
          <p:nvPr/>
        </p:nvSpPr>
        <p:spPr>
          <a:xfrm>
            <a:off x="2391940" y="5109948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8" name="Oval 397">
            <a:extLst>
              <a:ext uri="{FF2B5EF4-FFF2-40B4-BE49-F238E27FC236}">
                <a16:creationId xmlns:a16="http://schemas.microsoft.com/office/drawing/2014/main" id="{0EFEF2B3-8EE5-56B9-A9D6-E2E9548621A0}"/>
              </a:ext>
            </a:extLst>
          </p:cNvPr>
          <p:cNvSpPr/>
          <p:nvPr/>
        </p:nvSpPr>
        <p:spPr>
          <a:xfrm>
            <a:off x="2199602" y="3360893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0" name="Oval 399">
            <a:extLst>
              <a:ext uri="{FF2B5EF4-FFF2-40B4-BE49-F238E27FC236}">
                <a16:creationId xmlns:a16="http://schemas.microsoft.com/office/drawing/2014/main" id="{5882C80D-E227-8212-143B-4D1AA6DF64A9}"/>
              </a:ext>
            </a:extLst>
          </p:cNvPr>
          <p:cNvSpPr/>
          <p:nvPr/>
        </p:nvSpPr>
        <p:spPr>
          <a:xfrm>
            <a:off x="1903814" y="3496357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2" name="Oval 401">
            <a:extLst>
              <a:ext uri="{FF2B5EF4-FFF2-40B4-BE49-F238E27FC236}">
                <a16:creationId xmlns:a16="http://schemas.microsoft.com/office/drawing/2014/main" id="{D75E2924-2E60-3C55-CFB1-15937A5B292B}"/>
              </a:ext>
            </a:extLst>
          </p:cNvPr>
          <p:cNvSpPr/>
          <p:nvPr/>
        </p:nvSpPr>
        <p:spPr>
          <a:xfrm>
            <a:off x="3164468" y="2720414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E988259A-4C64-8093-793B-F08D460116B9}"/>
              </a:ext>
            </a:extLst>
          </p:cNvPr>
          <p:cNvSpPr/>
          <p:nvPr/>
        </p:nvSpPr>
        <p:spPr>
          <a:xfrm>
            <a:off x="1461833" y="3914715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6" name="Oval 405">
            <a:extLst>
              <a:ext uri="{FF2B5EF4-FFF2-40B4-BE49-F238E27FC236}">
                <a16:creationId xmlns:a16="http://schemas.microsoft.com/office/drawing/2014/main" id="{B8E0F764-9155-4DC6-CE71-E73A6E708B06}"/>
              </a:ext>
            </a:extLst>
          </p:cNvPr>
          <p:cNvSpPr/>
          <p:nvPr/>
        </p:nvSpPr>
        <p:spPr>
          <a:xfrm>
            <a:off x="881795" y="3043397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6D9FF61F-9469-B54D-DA66-B3D1669CF6A1}"/>
              </a:ext>
            </a:extLst>
          </p:cNvPr>
          <p:cNvSpPr/>
          <p:nvPr/>
        </p:nvSpPr>
        <p:spPr>
          <a:xfrm>
            <a:off x="1738340" y="4623863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2A0C14E-456C-37C8-728D-788122EB3C52}"/>
              </a:ext>
            </a:extLst>
          </p:cNvPr>
          <p:cNvSpPr/>
          <p:nvPr/>
        </p:nvSpPr>
        <p:spPr>
          <a:xfrm>
            <a:off x="2229643" y="5160524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478A2-9797-CF66-2F5D-FF91F6F1A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10F342-F58C-594B-6FFA-EBCBF33E4D01}"/>
              </a:ext>
            </a:extLst>
          </p:cNvPr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二层照明平面图：Blender 模型 vs 施工图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7F044F-5AE8-BB7E-E0DE-9A021DD00E73}"/>
              </a:ext>
            </a:extLst>
          </p:cNvPr>
          <p:cNvSpPr txBox="1"/>
          <p:nvPr/>
        </p:nvSpPr>
        <p:spPr>
          <a:xfrm>
            <a:off x="320040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1:75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7320BE-1AD3-F501-506B-016A730A3227}"/>
              </a:ext>
            </a:extLst>
          </p:cNvPr>
          <p:cNvSpPr txBox="1"/>
          <p:nvPr/>
        </p:nvSpPr>
        <p:spPr>
          <a:xfrm>
            <a:off x="4724247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grpSp>
        <p:nvGrpSpPr>
          <p:cNvPr id="410" name="二层平面（横向）"/>
          <p:cNvGrpSpPr/>
          <p:nvPr/>
        </p:nvGrpSpPr>
        <p:grpSpPr>
          <a:xfrm rot="5400000">
            <a:off x="3223675" y="45815"/>
            <a:ext cx="5744651" cy="7579170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  <p:grpSp>
          <p:nvGrpSpPr>
            <p:cNvPr id="218" name="主灯 F06">
              <a:extLst>
                <a:ext uri="{FF2B5EF4-FFF2-40B4-BE49-F238E27FC236}">
                  <a16:creationId xmlns:a16="http://schemas.microsoft.com/office/drawing/2014/main" id="{DCBC1B31-2D16-6966-4008-96ACBA626533}"/>
                </a:ext>
              </a:extLst>
            </p:cNvPr>
            <p:cNvGrpSpPr/>
            <p:nvPr/>
          </p:nvGrpSpPr>
          <p:grpSpPr>
            <a:xfrm>
              <a:off x="3627582" y="2952915"/>
              <a:ext cx="343817" cy="135442"/>
              <a:chOff x="3627582" y="2952915"/>
              <a:chExt cx="343817" cy="135442"/>
            </a:xfrm>
          </p:grpSpPr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131EB0FF-990A-68D1-3DB5-9269E8CA7963}"/>
                  </a:ext>
                </a:extLst>
              </p:cNvPr>
              <p:cNvSpPr/>
              <p:nvPr/>
            </p:nvSpPr>
            <p:spPr>
              <a:xfrm>
                <a:off x="3627582" y="2984171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20" name="Connector 219">
                <a:extLst>
                  <a:ext uri="{FF2B5EF4-FFF2-40B4-BE49-F238E27FC236}">
                    <a16:creationId xmlns:a16="http://schemas.microsoft.com/office/drawing/2014/main" id="{FC3DB9AF-D150-BCB4-DC07-7A768EE13F38}"/>
                  </a:ext>
                </a:extLst>
              </p:cNvPr>
              <p:cNvCxnSpPr/>
              <p:nvPr/>
            </p:nvCxnSpPr>
            <p:spPr>
              <a:xfrm>
                <a:off x="3643210" y="2999799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Connector 220">
                <a:extLst>
                  <a:ext uri="{FF2B5EF4-FFF2-40B4-BE49-F238E27FC236}">
                    <a16:creationId xmlns:a16="http://schemas.microsoft.com/office/drawing/2014/main" id="{83CE95AE-2E47-4DB2-46C5-948F6F3C270E}"/>
                  </a:ext>
                </a:extLst>
              </p:cNvPr>
              <p:cNvCxnSpPr/>
              <p:nvPr/>
            </p:nvCxnSpPr>
            <p:spPr>
              <a:xfrm flipV="1">
                <a:off x="3643210" y="2999799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49B34F4-507A-A669-6A6A-9EB9C5BFA9CF}"/>
                  </a:ext>
                </a:extLst>
              </p:cNvPr>
              <p:cNvSpPr txBox="1"/>
              <p:nvPr/>
            </p:nvSpPr>
            <p:spPr>
              <a:xfrm rot="16200000">
                <a:off x="3742186" y="2952915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F06</a:t>
                </a:r>
              </a:p>
            </p:txBody>
          </p:sp>
        </p:grpSp>
        <p:grpSp>
          <p:nvGrpSpPr>
            <p:cNvPr id="223" name="主灯 F11">
              <a:extLst>
                <a:ext uri="{FF2B5EF4-FFF2-40B4-BE49-F238E27FC236}">
                  <a16:creationId xmlns:a16="http://schemas.microsoft.com/office/drawing/2014/main" id="{17521C87-A874-F86F-9673-F4ADF566952C}"/>
                </a:ext>
              </a:extLst>
            </p:cNvPr>
            <p:cNvGrpSpPr/>
            <p:nvPr/>
          </p:nvGrpSpPr>
          <p:grpSpPr>
            <a:xfrm>
              <a:off x="2749543" y="3624568"/>
              <a:ext cx="343817" cy="135442"/>
              <a:chOff x="2399938" y="3624568"/>
              <a:chExt cx="343817" cy="135442"/>
            </a:xfrm>
          </p:grpSpPr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6D80C69A-2849-0C49-B609-1927D3DD1787}"/>
                  </a:ext>
                </a:extLst>
              </p:cNvPr>
              <p:cNvSpPr/>
              <p:nvPr/>
            </p:nvSpPr>
            <p:spPr>
              <a:xfrm>
                <a:off x="2399938" y="3655824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25" name="Connector 224">
                <a:extLst>
                  <a:ext uri="{FF2B5EF4-FFF2-40B4-BE49-F238E27FC236}">
                    <a16:creationId xmlns:a16="http://schemas.microsoft.com/office/drawing/2014/main" id="{112D0598-A1D0-EAC3-C631-F9B5F5651A80}"/>
                  </a:ext>
                </a:extLst>
              </p:cNvPr>
              <p:cNvCxnSpPr/>
              <p:nvPr/>
            </p:nvCxnSpPr>
            <p:spPr>
              <a:xfrm>
                <a:off x="2415566" y="3671452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Connector 225">
                <a:extLst>
                  <a:ext uri="{FF2B5EF4-FFF2-40B4-BE49-F238E27FC236}">
                    <a16:creationId xmlns:a16="http://schemas.microsoft.com/office/drawing/2014/main" id="{A6D8E6C4-287D-A1A4-92DB-81846F412E52}"/>
                  </a:ext>
                </a:extLst>
              </p:cNvPr>
              <p:cNvCxnSpPr/>
              <p:nvPr/>
            </p:nvCxnSpPr>
            <p:spPr>
              <a:xfrm flipV="1">
                <a:off x="2415566" y="3671452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BBD55F03-DB93-3C8D-0C96-B57B5F9BC1EB}"/>
                  </a:ext>
                </a:extLst>
              </p:cNvPr>
              <p:cNvSpPr txBox="1"/>
              <p:nvPr/>
            </p:nvSpPr>
            <p:spPr>
              <a:xfrm rot="16200000">
                <a:off x="2514542" y="3624568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F11</a:t>
                </a:r>
              </a:p>
            </p:txBody>
          </p:sp>
        </p:grpSp>
        <p:grpSp>
          <p:nvGrpSpPr>
            <p:cNvPr id="228" name="主灯 F19">
              <a:extLst>
                <a:ext uri="{FF2B5EF4-FFF2-40B4-BE49-F238E27FC236}">
                  <a16:creationId xmlns:a16="http://schemas.microsoft.com/office/drawing/2014/main" id="{B62DEC8E-DFFE-B726-CC3C-D86A0C006162}"/>
                </a:ext>
              </a:extLst>
            </p:cNvPr>
            <p:cNvGrpSpPr/>
            <p:nvPr/>
          </p:nvGrpSpPr>
          <p:grpSpPr>
            <a:xfrm>
              <a:off x="1197391" y="4435629"/>
              <a:ext cx="343817" cy="135442"/>
              <a:chOff x="904445" y="4549867"/>
              <a:chExt cx="343817" cy="135442"/>
            </a:xfrm>
          </p:grpSpPr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E3A1062F-8274-E834-0F8A-0ADE63479D6D}"/>
                  </a:ext>
                </a:extLst>
              </p:cNvPr>
              <p:cNvSpPr/>
              <p:nvPr/>
            </p:nvSpPr>
            <p:spPr>
              <a:xfrm>
                <a:off x="904445" y="4581123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30" name="Connector 229">
                <a:extLst>
                  <a:ext uri="{FF2B5EF4-FFF2-40B4-BE49-F238E27FC236}">
                    <a16:creationId xmlns:a16="http://schemas.microsoft.com/office/drawing/2014/main" id="{C853ED70-B918-FE9B-9FEF-933AFB3B8F70}"/>
                  </a:ext>
                </a:extLst>
              </p:cNvPr>
              <p:cNvCxnSpPr/>
              <p:nvPr/>
            </p:nvCxnSpPr>
            <p:spPr>
              <a:xfrm>
                <a:off x="920073" y="4596751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Connector 230">
                <a:extLst>
                  <a:ext uri="{FF2B5EF4-FFF2-40B4-BE49-F238E27FC236}">
                    <a16:creationId xmlns:a16="http://schemas.microsoft.com/office/drawing/2014/main" id="{B85B2705-1BA6-8016-D05F-E33392959210}"/>
                  </a:ext>
                </a:extLst>
              </p:cNvPr>
              <p:cNvCxnSpPr/>
              <p:nvPr/>
            </p:nvCxnSpPr>
            <p:spPr>
              <a:xfrm flipV="1">
                <a:off x="920073" y="4596751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4B5BD877-C966-031B-28DB-C84972F29ED4}"/>
                  </a:ext>
                </a:extLst>
              </p:cNvPr>
              <p:cNvSpPr txBox="1"/>
              <p:nvPr/>
            </p:nvSpPr>
            <p:spPr>
              <a:xfrm rot="16200000">
                <a:off x="1019049" y="4549867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F19</a:t>
                </a:r>
              </a:p>
            </p:txBody>
          </p:sp>
        </p:grpSp>
        <p:grpSp>
          <p:nvGrpSpPr>
            <p:cNvPr id="233" name="主灯 F20">
              <a:extLst>
                <a:ext uri="{FF2B5EF4-FFF2-40B4-BE49-F238E27FC236}">
                  <a16:creationId xmlns:a16="http://schemas.microsoft.com/office/drawing/2014/main" id="{3397D6C8-4C41-60AF-0903-84036D8A94F9}"/>
                </a:ext>
              </a:extLst>
            </p:cNvPr>
            <p:cNvGrpSpPr/>
            <p:nvPr/>
          </p:nvGrpSpPr>
          <p:grpSpPr>
            <a:xfrm>
              <a:off x="3177108" y="4874533"/>
              <a:ext cx="343817" cy="135442"/>
              <a:chOff x="3177108" y="4874533"/>
              <a:chExt cx="343817" cy="135442"/>
            </a:xfrm>
          </p:grpSpPr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61046CC8-0A8D-F7AC-DD64-2EFCF568DDCC}"/>
                  </a:ext>
                </a:extLst>
              </p:cNvPr>
              <p:cNvSpPr/>
              <p:nvPr/>
            </p:nvSpPr>
            <p:spPr>
              <a:xfrm>
                <a:off x="3177108" y="4905789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35" name="Connector 234">
                <a:extLst>
                  <a:ext uri="{FF2B5EF4-FFF2-40B4-BE49-F238E27FC236}">
                    <a16:creationId xmlns:a16="http://schemas.microsoft.com/office/drawing/2014/main" id="{4F2DE03F-4FE3-6FD1-1CA1-01404E6D2174}"/>
                  </a:ext>
                </a:extLst>
              </p:cNvPr>
              <p:cNvCxnSpPr/>
              <p:nvPr/>
            </p:nvCxnSpPr>
            <p:spPr>
              <a:xfrm>
                <a:off x="3192736" y="4921417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Connector 235">
                <a:extLst>
                  <a:ext uri="{FF2B5EF4-FFF2-40B4-BE49-F238E27FC236}">
                    <a16:creationId xmlns:a16="http://schemas.microsoft.com/office/drawing/2014/main" id="{A69E7692-14B4-4F90-9903-11FEF579FF15}"/>
                  </a:ext>
                </a:extLst>
              </p:cNvPr>
              <p:cNvCxnSpPr/>
              <p:nvPr/>
            </p:nvCxnSpPr>
            <p:spPr>
              <a:xfrm flipV="1">
                <a:off x="3192736" y="4921417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0792B702-30D8-418B-C286-59995D64A385}"/>
                  </a:ext>
                </a:extLst>
              </p:cNvPr>
              <p:cNvSpPr txBox="1"/>
              <p:nvPr/>
            </p:nvSpPr>
            <p:spPr>
              <a:xfrm rot="16200000">
                <a:off x="3291712" y="4874533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F20</a:t>
                </a:r>
              </a:p>
            </p:txBody>
          </p:sp>
        </p:grpSp>
        <p:grpSp>
          <p:nvGrpSpPr>
            <p:cNvPr id="238" name="主灯 F22">
              <a:extLst>
                <a:ext uri="{FF2B5EF4-FFF2-40B4-BE49-F238E27FC236}">
                  <a16:creationId xmlns:a16="http://schemas.microsoft.com/office/drawing/2014/main" id="{CEE877E0-E580-4E4B-3716-1AC6977E17CC}"/>
                </a:ext>
              </a:extLst>
            </p:cNvPr>
            <p:cNvGrpSpPr/>
            <p:nvPr/>
          </p:nvGrpSpPr>
          <p:grpSpPr>
            <a:xfrm>
              <a:off x="2481105" y="2892040"/>
              <a:ext cx="343817" cy="135442"/>
              <a:chOff x="2481105" y="2892040"/>
              <a:chExt cx="343817" cy="135442"/>
            </a:xfrm>
          </p:grpSpPr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D28301E3-7C47-1151-6CFA-C975A3F8188D}"/>
                  </a:ext>
                </a:extLst>
              </p:cNvPr>
              <p:cNvSpPr/>
              <p:nvPr/>
            </p:nvSpPr>
            <p:spPr>
              <a:xfrm>
                <a:off x="2481105" y="2923296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40" name="Connector 239">
                <a:extLst>
                  <a:ext uri="{FF2B5EF4-FFF2-40B4-BE49-F238E27FC236}">
                    <a16:creationId xmlns:a16="http://schemas.microsoft.com/office/drawing/2014/main" id="{8AF5FA04-FF01-15B0-C072-5FC0AE65CA92}"/>
                  </a:ext>
                </a:extLst>
              </p:cNvPr>
              <p:cNvCxnSpPr/>
              <p:nvPr/>
            </p:nvCxnSpPr>
            <p:spPr>
              <a:xfrm>
                <a:off x="2496733" y="2938924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Connector 240">
                <a:extLst>
                  <a:ext uri="{FF2B5EF4-FFF2-40B4-BE49-F238E27FC236}">
                    <a16:creationId xmlns:a16="http://schemas.microsoft.com/office/drawing/2014/main" id="{A1107D64-4E9B-B0F5-D963-1BDB15CD0E34}"/>
                  </a:ext>
                </a:extLst>
              </p:cNvPr>
              <p:cNvCxnSpPr/>
              <p:nvPr/>
            </p:nvCxnSpPr>
            <p:spPr>
              <a:xfrm flipV="1">
                <a:off x="2496733" y="2938924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A0930ABF-0350-B610-7EEC-084C3905BBC9}"/>
                  </a:ext>
                </a:extLst>
              </p:cNvPr>
              <p:cNvSpPr txBox="1"/>
              <p:nvPr/>
            </p:nvSpPr>
            <p:spPr>
              <a:xfrm rot="16200000">
                <a:off x="2595709" y="2892040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F22</a:t>
                </a:r>
              </a:p>
            </p:txBody>
          </p:sp>
        </p:grpSp>
        <p:grpSp>
          <p:nvGrpSpPr>
            <p:cNvPr id="243" name="主灯 F23">
              <a:extLst>
                <a:ext uri="{FF2B5EF4-FFF2-40B4-BE49-F238E27FC236}">
                  <a16:creationId xmlns:a16="http://schemas.microsoft.com/office/drawing/2014/main" id="{FB818648-252D-CBAB-2D7F-0D556BC923F9}"/>
                </a:ext>
              </a:extLst>
            </p:cNvPr>
            <p:cNvGrpSpPr/>
            <p:nvPr/>
          </p:nvGrpSpPr>
          <p:grpSpPr>
            <a:xfrm>
              <a:off x="3059237" y="1542447"/>
              <a:ext cx="343817" cy="135442"/>
              <a:chOff x="3219720" y="1465944"/>
              <a:chExt cx="343817" cy="135442"/>
            </a:xfrm>
          </p:grpSpPr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097E0B51-53F2-411E-5E73-65B0E3257C9E}"/>
                  </a:ext>
                </a:extLst>
              </p:cNvPr>
              <p:cNvSpPr/>
              <p:nvPr/>
            </p:nvSpPr>
            <p:spPr>
              <a:xfrm>
                <a:off x="3219720" y="1497200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45" name="Connector 244">
                <a:extLst>
                  <a:ext uri="{FF2B5EF4-FFF2-40B4-BE49-F238E27FC236}">
                    <a16:creationId xmlns:a16="http://schemas.microsoft.com/office/drawing/2014/main" id="{59F35103-E305-8FEB-CA0D-91B9AAD310A3}"/>
                  </a:ext>
                </a:extLst>
              </p:cNvPr>
              <p:cNvCxnSpPr/>
              <p:nvPr/>
            </p:nvCxnSpPr>
            <p:spPr>
              <a:xfrm>
                <a:off x="3235348" y="1512828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Connector 245">
                <a:extLst>
                  <a:ext uri="{FF2B5EF4-FFF2-40B4-BE49-F238E27FC236}">
                    <a16:creationId xmlns:a16="http://schemas.microsoft.com/office/drawing/2014/main" id="{CF7239EA-D971-840B-2279-ADF11C423ABA}"/>
                  </a:ext>
                </a:extLst>
              </p:cNvPr>
              <p:cNvCxnSpPr/>
              <p:nvPr/>
            </p:nvCxnSpPr>
            <p:spPr>
              <a:xfrm flipV="1">
                <a:off x="3235348" y="1512828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CE071428-9686-96DD-2D3F-A866247070CA}"/>
                  </a:ext>
                </a:extLst>
              </p:cNvPr>
              <p:cNvSpPr txBox="1"/>
              <p:nvPr/>
            </p:nvSpPr>
            <p:spPr>
              <a:xfrm rot="16200000">
                <a:off x="3334324" y="1465944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F23</a:t>
                </a:r>
              </a:p>
            </p:txBody>
          </p:sp>
        </p:grpSp>
        <p:grpSp>
          <p:nvGrpSpPr>
            <p:cNvPr id="248" name="射灯 GU10_FF_卫生间_1">
              <a:extLst>
                <a:ext uri="{FF2B5EF4-FFF2-40B4-BE49-F238E27FC236}">
                  <a16:creationId xmlns:a16="http://schemas.microsoft.com/office/drawing/2014/main" id="{637DF668-0F34-AA19-D2FA-4546C2C8D02C}"/>
                </a:ext>
              </a:extLst>
            </p:cNvPr>
            <p:cNvGrpSpPr/>
            <p:nvPr/>
          </p:nvGrpSpPr>
          <p:grpSpPr>
            <a:xfrm>
              <a:off x="1370777" y="2815376"/>
              <a:ext cx="70846" cy="70846"/>
              <a:chOff x="1370777" y="2815376"/>
              <a:chExt cx="70846" cy="70846"/>
            </a:xfrm>
          </p:grpSpPr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497BD24C-0691-3E7E-04C5-95C59E6EEB70}"/>
                  </a:ext>
                </a:extLst>
              </p:cNvPr>
              <p:cNvSpPr/>
              <p:nvPr/>
            </p:nvSpPr>
            <p:spPr>
              <a:xfrm>
                <a:off x="1370777" y="2815376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50" name="Connector 249">
                <a:extLst>
                  <a:ext uri="{FF2B5EF4-FFF2-40B4-BE49-F238E27FC236}">
                    <a16:creationId xmlns:a16="http://schemas.microsoft.com/office/drawing/2014/main" id="{3B2B947B-A2FE-72FB-4343-AD8518EE9080}"/>
                  </a:ext>
                </a:extLst>
              </p:cNvPr>
              <p:cNvCxnSpPr/>
              <p:nvPr/>
            </p:nvCxnSpPr>
            <p:spPr>
              <a:xfrm>
                <a:off x="1370777" y="2850799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Connector 250">
                <a:extLst>
                  <a:ext uri="{FF2B5EF4-FFF2-40B4-BE49-F238E27FC236}">
                    <a16:creationId xmlns:a16="http://schemas.microsoft.com/office/drawing/2014/main" id="{F6A8513A-3BEF-A583-AE3F-F8DF3C99E6B6}"/>
                  </a:ext>
                </a:extLst>
              </p:cNvPr>
              <p:cNvCxnSpPr/>
              <p:nvPr/>
            </p:nvCxnSpPr>
            <p:spPr>
              <a:xfrm>
                <a:off x="1406200" y="2815376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2" name="射灯 GU10_FF_卧室4_1">
              <a:extLst>
                <a:ext uri="{FF2B5EF4-FFF2-40B4-BE49-F238E27FC236}">
                  <a16:creationId xmlns:a16="http://schemas.microsoft.com/office/drawing/2014/main" id="{09ABE454-7955-183A-3382-B0A82FE9325C}"/>
                </a:ext>
              </a:extLst>
            </p:cNvPr>
            <p:cNvGrpSpPr/>
            <p:nvPr/>
          </p:nvGrpSpPr>
          <p:grpSpPr>
            <a:xfrm>
              <a:off x="3684133" y="1407772"/>
              <a:ext cx="70846" cy="70846"/>
              <a:chOff x="3631671" y="1935936"/>
              <a:chExt cx="70846" cy="70846"/>
            </a:xfrm>
          </p:grpSpPr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712D01A1-225C-5B7D-9A24-2CE0190C4332}"/>
                  </a:ext>
                </a:extLst>
              </p:cNvPr>
              <p:cNvSpPr/>
              <p:nvPr/>
            </p:nvSpPr>
            <p:spPr>
              <a:xfrm>
                <a:off x="3631671" y="1935936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54" name="Connector 253">
                <a:extLst>
                  <a:ext uri="{FF2B5EF4-FFF2-40B4-BE49-F238E27FC236}">
                    <a16:creationId xmlns:a16="http://schemas.microsoft.com/office/drawing/2014/main" id="{A30FB86E-69EB-4BBD-7838-B1D56AAA6A82}"/>
                  </a:ext>
                </a:extLst>
              </p:cNvPr>
              <p:cNvCxnSpPr/>
              <p:nvPr/>
            </p:nvCxnSpPr>
            <p:spPr>
              <a:xfrm>
                <a:off x="3631671" y="1971359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Connector 254">
                <a:extLst>
                  <a:ext uri="{FF2B5EF4-FFF2-40B4-BE49-F238E27FC236}">
                    <a16:creationId xmlns:a16="http://schemas.microsoft.com/office/drawing/2014/main" id="{7129B26F-0D9B-96FC-1237-B5C2648D12C9}"/>
                  </a:ext>
                </a:extLst>
              </p:cNvPr>
              <p:cNvCxnSpPr/>
              <p:nvPr/>
            </p:nvCxnSpPr>
            <p:spPr>
              <a:xfrm>
                <a:off x="3667094" y="1935936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0" name="射灯 GU10_FF_走廊_2">
              <a:extLst>
                <a:ext uri="{FF2B5EF4-FFF2-40B4-BE49-F238E27FC236}">
                  <a16:creationId xmlns:a16="http://schemas.microsoft.com/office/drawing/2014/main" id="{E1744379-5754-CFC4-4164-2148448F07C9}"/>
                </a:ext>
              </a:extLst>
            </p:cNvPr>
            <p:cNvGrpSpPr/>
            <p:nvPr/>
          </p:nvGrpSpPr>
          <p:grpSpPr>
            <a:xfrm>
              <a:off x="2238172" y="5372006"/>
              <a:ext cx="70846" cy="70846"/>
              <a:chOff x="2174326" y="5407429"/>
              <a:chExt cx="70846" cy="70846"/>
            </a:xfrm>
          </p:grpSpPr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37678CFB-3F60-9F96-1348-B44AF7CDC501}"/>
                  </a:ext>
                </a:extLst>
              </p:cNvPr>
              <p:cNvSpPr/>
              <p:nvPr/>
            </p:nvSpPr>
            <p:spPr>
              <a:xfrm>
                <a:off x="2174326" y="5407429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62" name="Connector 261">
                <a:extLst>
                  <a:ext uri="{FF2B5EF4-FFF2-40B4-BE49-F238E27FC236}">
                    <a16:creationId xmlns:a16="http://schemas.microsoft.com/office/drawing/2014/main" id="{817A6D01-733B-BF2D-4AA8-959C4ACFCEE9}"/>
                  </a:ext>
                </a:extLst>
              </p:cNvPr>
              <p:cNvCxnSpPr/>
              <p:nvPr/>
            </p:nvCxnSpPr>
            <p:spPr>
              <a:xfrm>
                <a:off x="2174326" y="5442852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Connector 262">
                <a:extLst>
                  <a:ext uri="{FF2B5EF4-FFF2-40B4-BE49-F238E27FC236}">
                    <a16:creationId xmlns:a16="http://schemas.microsoft.com/office/drawing/2014/main" id="{2EDB4B48-45B8-B859-869E-A1B345AF6BF4}"/>
                  </a:ext>
                </a:extLst>
              </p:cNvPr>
              <p:cNvCxnSpPr/>
              <p:nvPr/>
            </p:nvCxnSpPr>
            <p:spPr>
              <a:xfrm>
                <a:off x="2209749" y="5407429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4" name="射灯 GU10_FF_衣帽间_1">
              <a:extLst>
                <a:ext uri="{FF2B5EF4-FFF2-40B4-BE49-F238E27FC236}">
                  <a16:creationId xmlns:a16="http://schemas.microsoft.com/office/drawing/2014/main" id="{E9BC9A4B-0378-BBF3-5A0A-CEB00A852357}"/>
                </a:ext>
              </a:extLst>
            </p:cNvPr>
            <p:cNvGrpSpPr/>
            <p:nvPr/>
          </p:nvGrpSpPr>
          <p:grpSpPr>
            <a:xfrm>
              <a:off x="2034429" y="4269880"/>
              <a:ext cx="70846" cy="70846"/>
              <a:chOff x="2353298" y="4264199"/>
              <a:chExt cx="70846" cy="70846"/>
            </a:xfrm>
          </p:grpSpPr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E075C37F-EC5D-064C-6777-CAD7E429ED09}"/>
                  </a:ext>
                </a:extLst>
              </p:cNvPr>
              <p:cNvSpPr/>
              <p:nvPr/>
            </p:nvSpPr>
            <p:spPr>
              <a:xfrm>
                <a:off x="2353298" y="4264199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66" name="Connector 265">
                <a:extLst>
                  <a:ext uri="{FF2B5EF4-FFF2-40B4-BE49-F238E27FC236}">
                    <a16:creationId xmlns:a16="http://schemas.microsoft.com/office/drawing/2014/main" id="{F5924A71-1D42-014C-6BDE-765D0FED5072}"/>
                  </a:ext>
                </a:extLst>
              </p:cNvPr>
              <p:cNvCxnSpPr/>
              <p:nvPr/>
            </p:nvCxnSpPr>
            <p:spPr>
              <a:xfrm>
                <a:off x="2353298" y="4299622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Connector 266">
                <a:extLst>
                  <a:ext uri="{FF2B5EF4-FFF2-40B4-BE49-F238E27FC236}">
                    <a16:creationId xmlns:a16="http://schemas.microsoft.com/office/drawing/2014/main" id="{5A26CCDC-76A1-463E-BF58-C1DF37A34E77}"/>
                  </a:ext>
                </a:extLst>
              </p:cNvPr>
              <p:cNvCxnSpPr/>
              <p:nvPr/>
            </p:nvCxnSpPr>
            <p:spPr>
              <a:xfrm>
                <a:off x="2388721" y="4264199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2" name="射灯 GU10_FF_卧室2_2">
              <a:extLst>
                <a:ext uri="{FF2B5EF4-FFF2-40B4-BE49-F238E27FC236}">
                  <a16:creationId xmlns:a16="http://schemas.microsoft.com/office/drawing/2014/main" id="{26659EFB-46E3-A471-BB15-3BDA683CC1D3}"/>
                </a:ext>
              </a:extLst>
            </p:cNvPr>
            <p:cNvGrpSpPr/>
            <p:nvPr/>
          </p:nvGrpSpPr>
          <p:grpSpPr>
            <a:xfrm>
              <a:off x="3389211" y="4229175"/>
              <a:ext cx="70846" cy="70846"/>
              <a:chOff x="3570796" y="4264604"/>
              <a:chExt cx="70846" cy="70846"/>
            </a:xfrm>
          </p:grpSpPr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DD571AE8-AEE3-8DD3-3B56-F85C6395D980}"/>
                  </a:ext>
                </a:extLst>
              </p:cNvPr>
              <p:cNvSpPr/>
              <p:nvPr/>
            </p:nvSpPr>
            <p:spPr>
              <a:xfrm>
                <a:off x="3570796" y="4264604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74" name="Connector 273">
                <a:extLst>
                  <a:ext uri="{FF2B5EF4-FFF2-40B4-BE49-F238E27FC236}">
                    <a16:creationId xmlns:a16="http://schemas.microsoft.com/office/drawing/2014/main" id="{F4A0B227-3664-6A7C-00AD-5FAC5C428132}"/>
                  </a:ext>
                </a:extLst>
              </p:cNvPr>
              <p:cNvCxnSpPr/>
              <p:nvPr/>
            </p:nvCxnSpPr>
            <p:spPr>
              <a:xfrm>
                <a:off x="3570796" y="4300027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Connector 274">
                <a:extLst>
                  <a:ext uri="{FF2B5EF4-FFF2-40B4-BE49-F238E27FC236}">
                    <a16:creationId xmlns:a16="http://schemas.microsoft.com/office/drawing/2014/main" id="{9377783D-4134-D595-E510-5E6D1C2A618D}"/>
                  </a:ext>
                </a:extLst>
              </p:cNvPr>
              <p:cNvCxnSpPr/>
              <p:nvPr/>
            </p:nvCxnSpPr>
            <p:spPr>
              <a:xfrm>
                <a:off x="3606219" y="4264604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6" name="主灯位待选 主灯待选_主卧">
              <a:extLst>
                <a:ext uri="{FF2B5EF4-FFF2-40B4-BE49-F238E27FC236}">
                  <a16:creationId xmlns:a16="http://schemas.microsoft.com/office/drawing/2014/main" id="{50D858E4-AF7B-8D9C-5A70-55F8CE327A4B}"/>
                </a:ext>
              </a:extLst>
            </p:cNvPr>
            <p:cNvGrpSpPr/>
            <p:nvPr/>
          </p:nvGrpSpPr>
          <p:grpSpPr>
            <a:xfrm>
              <a:off x="720473" y="3369559"/>
              <a:ext cx="343817" cy="135442"/>
              <a:chOff x="694629" y="3387156"/>
              <a:chExt cx="343817" cy="135442"/>
            </a:xfrm>
          </p:grpSpPr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4A0172CE-C72C-918D-D2A7-FA6365B942CA}"/>
                  </a:ext>
                </a:extLst>
              </p:cNvPr>
              <p:cNvSpPr/>
              <p:nvPr/>
            </p:nvSpPr>
            <p:spPr>
              <a:xfrm>
                <a:off x="694629" y="3418412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78" name="Connector 277">
                <a:extLst>
                  <a:ext uri="{FF2B5EF4-FFF2-40B4-BE49-F238E27FC236}">
                    <a16:creationId xmlns:a16="http://schemas.microsoft.com/office/drawing/2014/main" id="{617DF58D-7782-1C5F-2C6E-A5C7BF7B9E86}"/>
                  </a:ext>
                </a:extLst>
              </p:cNvPr>
              <p:cNvCxnSpPr/>
              <p:nvPr/>
            </p:nvCxnSpPr>
            <p:spPr>
              <a:xfrm>
                <a:off x="710257" y="3434040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Connector 278">
                <a:extLst>
                  <a:ext uri="{FF2B5EF4-FFF2-40B4-BE49-F238E27FC236}">
                    <a16:creationId xmlns:a16="http://schemas.microsoft.com/office/drawing/2014/main" id="{1C5D4A47-24BD-636B-3BE0-CCA573EE9A9C}"/>
                  </a:ext>
                </a:extLst>
              </p:cNvPr>
              <p:cNvCxnSpPr/>
              <p:nvPr/>
            </p:nvCxnSpPr>
            <p:spPr>
              <a:xfrm flipV="1">
                <a:off x="710257" y="3434040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88C16903-E5D5-2099-EC9C-28AA856474EB}"/>
                  </a:ext>
                </a:extLst>
              </p:cNvPr>
              <p:cNvSpPr txBox="1"/>
              <p:nvPr/>
            </p:nvSpPr>
            <p:spPr>
              <a:xfrm rot="16200000">
                <a:off x="809233" y="3387156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待选</a:t>
                </a:r>
              </a:p>
            </p:txBody>
          </p:sp>
        </p:grpSp>
        <p:grpSp>
          <p:nvGrpSpPr>
            <p:cNvPr id="281" name="射灯 GU10_FF_主卫_1">
              <a:extLst>
                <a:ext uri="{FF2B5EF4-FFF2-40B4-BE49-F238E27FC236}">
                  <a16:creationId xmlns:a16="http://schemas.microsoft.com/office/drawing/2014/main" id="{DECF166E-7ECB-9309-0EB0-9F8E1927B636}"/>
                </a:ext>
              </a:extLst>
            </p:cNvPr>
            <p:cNvGrpSpPr/>
            <p:nvPr/>
          </p:nvGrpSpPr>
          <p:grpSpPr>
            <a:xfrm>
              <a:off x="2238853" y="4861584"/>
              <a:ext cx="70846" cy="70846"/>
              <a:chOff x="2238853" y="4861584"/>
              <a:chExt cx="70846" cy="70846"/>
            </a:xfrm>
          </p:grpSpPr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59F720E8-0BA4-AA93-FD50-72547491FFBD}"/>
                  </a:ext>
                </a:extLst>
              </p:cNvPr>
              <p:cNvSpPr/>
              <p:nvPr/>
            </p:nvSpPr>
            <p:spPr>
              <a:xfrm>
                <a:off x="2238853" y="4861584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83" name="Connector 282">
                <a:extLst>
                  <a:ext uri="{FF2B5EF4-FFF2-40B4-BE49-F238E27FC236}">
                    <a16:creationId xmlns:a16="http://schemas.microsoft.com/office/drawing/2014/main" id="{988EDFAB-0F39-ED86-983C-BD329728B793}"/>
                  </a:ext>
                </a:extLst>
              </p:cNvPr>
              <p:cNvCxnSpPr/>
              <p:nvPr/>
            </p:nvCxnSpPr>
            <p:spPr>
              <a:xfrm>
                <a:off x="2238853" y="4897007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Connector 283">
                <a:extLst>
                  <a:ext uri="{FF2B5EF4-FFF2-40B4-BE49-F238E27FC236}">
                    <a16:creationId xmlns:a16="http://schemas.microsoft.com/office/drawing/2014/main" id="{892DB065-3380-05C0-3F5B-38E56831F1A4}"/>
                  </a:ext>
                </a:extLst>
              </p:cNvPr>
              <p:cNvCxnSpPr/>
              <p:nvPr/>
            </p:nvCxnSpPr>
            <p:spPr>
              <a:xfrm>
                <a:off x="2274276" y="4861584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0" name="射灯 GU10_FF_衣帽间_1">
              <a:extLst>
                <a:ext uri="{FF2B5EF4-FFF2-40B4-BE49-F238E27FC236}">
                  <a16:creationId xmlns:a16="http://schemas.microsoft.com/office/drawing/2014/main" id="{B772AABA-21BF-63CC-DA61-99A7AD75228B}"/>
                </a:ext>
              </a:extLst>
            </p:cNvPr>
            <p:cNvGrpSpPr/>
            <p:nvPr/>
          </p:nvGrpSpPr>
          <p:grpSpPr>
            <a:xfrm>
              <a:off x="2326700" y="4268595"/>
              <a:ext cx="70846" cy="70846"/>
              <a:chOff x="2353298" y="4264199"/>
              <a:chExt cx="70846" cy="70846"/>
            </a:xfrm>
          </p:grpSpPr>
          <p:sp>
            <p:nvSpPr>
              <p:cNvPr id="361" name="Oval 360">
                <a:extLst>
                  <a:ext uri="{FF2B5EF4-FFF2-40B4-BE49-F238E27FC236}">
                    <a16:creationId xmlns:a16="http://schemas.microsoft.com/office/drawing/2014/main" id="{B3F36E2A-E541-8146-D208-C970E1323028}"/>
                  </a:ext>
                </a:extLst>
              </p:cNvPr>
              <p:cNvSpPr/>
              <p:nvPr/>
            </p:nvSpPr>
            <p:spPr>
              <a:xfrm>
                <a:off x="2353298" y="4264199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62" name="Connector 265">
                <a:extLst>
                  <a:ext uri="{FF2B5EF4-FFF2-40B4-BE49-F238E27FC236}">
                    <a16:creationId xmlns:a16="http://schemas.microsoft.com/office/drawing/2014/main" id="{7F62050A-4F71-F6F6-1378-C0D67836A6E3}"/>
                  </a:ext>
                </a:extLst>
              </p:cNvPr>
              <p:cNvCxnSpPr/>
              <p:nvPr/>
            </p:nvCxnSpPr>
            <p:spPr>
              <a:xfrm>
                <a:off x="2353298" y="4299622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Connector 266">
                <a:extLst>
                  <a:ext uri="{FF2B5EF4-FFF2-40B4-BE49-F238E27FC236}">
                    <a16:creationId xmlns:a16="http://schemas.microsoft.com/office/drawing/2014/main" id="{69F336FB-DCAA-F6AD-10BD-56B2FC4F219E}"/>
                  </a:ext>
                </a:extLst>
              </p:cNvPr>
              <p:cNvCxnSpPr/>
              <p:nvPr/>
            </p:nvCxnSpPr>
            <p:spPr>
              <a:xfrm>
                <a:off x="2388721" y="4264199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4" name="主灯 F11">
              <a:extLst>
                <a:ext uri="{FF2B5EF4-FFF2-40B4-BE49-F238E27FC236}">
                  <a16:creationId xmlns:a16="http://schemas.microsoft.com/office/drawing/2014/main" id="{0A49189A-12F3-93BD-1FE7-7FE130A81651}"/>
                </a:ext>
              </a:extLst>
            </p:cNvPr>
            <p:cNvGrpSpPr/>
            <p:nvPr/>
          </p:nvGrpSpPr>
          <p:grpSpPr>
            <a:xfrm>
              <a:off x="1802099" y="3636705"/>
              <a:ext cx="343817" cy="135442"/>
              <a:chOff x="2399938" y="3624568"/>
              <a:chExt cx="343817" cy="135442"/>
            </a:xfrm>
          </p:grpSpPr>
          <p:sp>
            <p:nvSpPr>
              <p:cNvPr id="365" name="Oval 364">
                <a:extLst>
                  <a:ext uri="{FF2B5EF4-FFF2-40B4-BE49-F238E27FC236}">
                    <a16:creationId xmlns:a16="http://schemas.microsoft.com/office/drawing/2014/main" id="{CA8DD3F4-CF27-8014-39F0-6D5D9FBCF70C}"/>
                  </a:ext>
                </a:extLst>
              </p:cNvPr>
              <p:cNvSpPr/>
              <p:nvPr/>
            </p:nvSpPr>
            <p:spPr>
              <a:xfrm>
                <a:off x="2399938" y="3655824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66" name="Connector 224">
                <a:extLst>
                  <a:ext uri="{FF2B5EF4-FFF2-40B4-BE49-F238E27FC236}">
                    <a16:creationId xmlns:a16="http://schemas.microsoft.com/office/drawing/2014/main" id="{07EB9B46-E569-D7B6-3DBE-85F5D028247B}"/>
                  </a:ext>
                </a:extLst>
              </p:cNvPr>
              <p:cNvCxnSpPr/>
              <p:nvPr/>
            </p:nvCxnSpPr>
            <p:spPr>
              <a:xfrm>
                <a:off x="2415566" y="3671452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Connector 225">
                <a:extLst>
                  <a:ext uri="{FF2B5EF4-FFF2-40B4-BE49-F238E27FC236}">
                    <a16:creationId xmlns:a16="http://schemas.microsoft.com/office/drawing/2014/main" id="{49C501A2-ED0D-FBAB-CAC4-3B606AADCCC0}"/>
                  </a:ext>
                </a:extLst>
              </p:cNvPr>
              <p:cNvCxnSpPr/>
              <p:nvPr/>
            </p:nvCxnSpPr>
            <p:spPr>
              <a:xfrm flipV="1">
                <a:off x="2415566" y="3671452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9A96D61E-2152-FB0C-69F4-6B0924DF416C}"/>
                  </a:ext>
                </a:extLst>
              </p:cNvPr>
              <p:cNvSpPr txBox="1"/>
              <p:nvPr/>
            </p:nvSpPr>
            <p:spPr>
              <a:xfrm rot="16200000">
                <a:off x="2514542" y="3624568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F11</a:t>
                </a:r>
              </a:p>
            </p:txBody>
          </p:sp>
        </p:grpSp>
      </p:grpSp>
      <p:pic>
        <p:nvPicPr>
          <p:cNvPr id="257" name="Picture 256">
            <a:extLst>
              <a:ext uri="{FF2B5EF4-FFF2-40B4-BE49-F238E27FC236}">
                <a16:creationId xmlns:a16="http://schemas.microsoft.com/office/drawing/2014/main" id="{221632B2-D407-B0F7-061C-F6D994DF7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97165" y="1752444"/>
            <a:ext cx="621149" cy="663905"/>
          </a:xfrm>
          <a:prstGeom prst="rect">
            <a:avLst/>
          </a:prstGeom>
        </p:spPr>
      </p:pic>
      <p:sp>
        <p:nvSpPr>
          <p:cNvPr id="259" name="Oval 258">
            <a:extLst>
              <a:ext uri="{FF2B5EF4-FFF2-40B4-BE49-F238E27FC236}">
                <a16:creationId xmlns:a16="http://schemas.microsoft.com/office/drawing/2014/main" id="{502D0718-1F27-FF36-A83E-123EDE78EB71}"/>
              </a:ext>
            </a:extLst>
          </p:cNvPr>
          <p:cNvSpPr/>
          <p:nvPr/>
        </p:nvSpPr>
        <p:spPr>
          <a:xfrm>
            <a:off x="-420969" y="1886757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06" name="Picture 305">
            <a:extLst>
              <a:ext uri="{FF2B5EF4-FFF2-40B4-BE49-F238E27FC236}">
                <a16:creationId xmlns:a16="http://schemas.microsoft.com/office/drawing/2014/main" id="{324FDED4-103E-2C5D-38FE-16EDE3640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59286" y="2474511"/>
            <a:ext cx="838317" cy="523948"/>
          </a:xfrm>
          <a:prstGeom prst="rect">
            <a:avLst/>
          </a:prstGeom>
        </p:spPr>
      </p:pic>
      <p:sp>
        <p:nvSpPr>
          <p:cNvPr id="308" name="Oval 307">
            <a:extLst>
              <a:ext uri="{FF2B5EF4-FFF2-40B4-BE49-F238E27FC236}">
                <a16:creationId xmlns:a16="http://schemas.microsoft.com/office/drawing/2014/main" id="{A9F6096F-0F96-0577-08B4-F682F1BF02D8}"/>
              </a:ext>
            </a:extLst>
          </p:cNvPr>
          <p:cNvSpPr/>
          <p:nvPr/>
        </p:nvSpPr>
        <p:spPr>
          <a:xfrm>
            <a:off x="-420969" y="2715064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0" name="Picture 369">
            <a:extLst>
              <a:ext uri="{FF2B5EF4-FFF2-40B4-BE49-F238E27FC236}">
                <a16:creationId xmlns:a16="http://schemas.microsoft.com/office/drawing/2014/main" id="{F2636ECD-9D76-95E1-2862-260C40315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02175" y="3055471"/>
            <a:ext cx="809738" cy="876422"/>
          </a:xfrm>
          <a:prstGeom prst="rect">
            <a:avLst/>
          </a:prstGeom>
        </p:spPr>
      </p:pic>
      <p:sp>
        <p:nvSpPr>
          <p:cNvPr id="372" name="Oval 371">
            <a:extLst>
              <a:ext uri="{FF2B5EF4-FFF2-40B4-BE49-F238E27FC236}">
                <a16:creationId xmlns:a16="http://schemas.microsoft.com/office/drawing/2014/main" id="{0F5EED1D-0532-D77D-18C2-10358D22895D}"/>
              </a:ext>
            </a:extLst>
          </p:cNvPr>
          <p:cNvSpPr/>
          <p:nvPr/>
        </p:nvSpPr>
        <p:spPr>
          <a:xfrm>
            <a:off x="-378510" y="3445334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80" name="Picture 379">
            <a:extLst>
              <a:ext uri="{FF2B5EF4-FFF2-40B4-BE49-F238E27FC236}">
                <a16:creationId xmlns:a16="http://schemas.microsoft.com/office/drawing/2014/main" id="{47D80337-D2D3-382D-7BF6-1F11CA1BCB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67034" y="3968901"/>
            <a:ext cx="914528" cy="895475"/>
          </a:xfrm>
          <a:prstGeom prst="rect">
            <a:avLst/>
          </a:prstGeom>
        </p:spPr>
      </p:pic>
      <p:sp>
        <p:nvSpPr>
          <p:cNvPr id="382" name="Oval 381">
            <a:extLst>
              <a:ext uri="{FF2B5EF4-FFF2-40B4-BE49-F238E27FC236}">
                <a16:creationId xmlns:a16="http://schemas.microsoft.com/office/drawing/2014/main" id="{4BD86923-5FE5-8F91-AF62-E9625054FF1B}"/>
              </a:ext>
            </a:extLst>
          </p:cNvPr>
          <p:cNvSpPr/>
          <p:nvPr/>
        </p:nvSpPr>
        <p:spPr>
          <a:xfrm>
            <a:off x="-351444" y="4367678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64" name="单联开关 1 连线"/>
          <p:cNvCxnSpPr/>
          <p:nvPr/>
        </p:nvCxnSpPr>
        <p:spPr>
          <a:xfrm>
            <a:off x="6438900" y="1917700"/>
            <a:ext cx="317500" cy="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65" name="单联开关 1 位置点"/>
          <p:cNvSpPr/>
          <p:nvPr/>
        </p:nvSpPr>
        <p:spPr>
          <a:xfrm>
            <a:off x="6394450" y="18732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66" name="双联开关 1 连线"/>
          <p:cNvCxnSpPr/>
          <p:nvPr/>
        </p:nvCxnSpPr>
        <p:spPr>
          <a:xfrm flipH="1">
            <a:off x="4673600" y="2832100"/>
            <a:ext cx="381000" cy="0"/>
          </a:xfrm>
          <a:prstGeom prst="line">
            <a:avLst/>
          </a:prstGeom>
          <a:ln w="12700">
            <a:solidFill>
              <a:srgbClr val="9BBB59"/>
            </a:solidFill>
          </a:ln>
        </p:spPr>
      </p:cxnSp>
      <p:sp>
        <p:nvSpPr>
          <p:cNvPr id="967" name="双联开关 1 位置点"/>
          <p:cNvSpPr/>
          <p:nvPr/>
        </p:nvSpPr>
        <p:spPr>
          <a:xfrm>
            <a:off x="5010150" y="2787650"/>
            <a:ext cx="88900" cy="88900"/>
          </a:xfrm>
          <a:prstGeom prst="ellipse">
            <a:avLst/>
          </a:prstGeom>
          <a:solidFill>
            <a:srgbClr val="9BBB59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68" name="单联开关 2 连线"/>
          <p:cNvCxnSpPr/>
          <p:nvPr/>
        </p:nvCxnSpPr>
        <p:spPr>
          <a:xfrm flipH="1" flipV="1">
            <a:off x="3811249" y="2933700"/>
            <a:ext cx="125751" cy="34290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69" name="单联开关 2 位置点"/>
          <p:cNvSpPr/>
          <p:nvPr/>
        </p:nvSpPr>
        <p:spPr>
          <a:xfrm>
            <a:off x="3892550" y="32321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70" name="单联开关 3 连线"/>
          <p:cNvCxnSpPr/>
          <p:nvPr/>
        </p:nvCxnSpPr>
        <p:spPr>
          <a:xfrm flipV="1">
            <a:off x="5715000" y="3251200"/>
            <a:ext cx="1397000" cy="27940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71" name="单联开关 3 位置点"/>
          <p:cNvSpPr/>
          <p:nvPr/>
        </p:nvSpPr>
        <p:spPr>
          <a:xfrm>
            <a:off x="5670550" y="34861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72" name="单联开关 4 连线"/>
          <p:cNvCxnSpPr/>
          <p:nvPr/>
        </p:nvCxnSpPr>
        <p:spPr>
          <a:xfrm>
            <a:off x="5930900" y="4000500"/>
            <a:ext cx="379750" cy="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73" name="单联开关 4 位置点"/>
          <p:cNvSpPr/>
          <p:nvPr/>
        </p:nvSpPr>
        <p:spPr>
          <a:xfrm>
            <a:off x="5886450" y="39560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74" name="单联开关 5 连线"/>
          <p:cNvCxnSpPr/>
          <p:nvPr/>
        </p:nvCxnSpPr>
        <p:spPr>
          <a:xfrm flipH="1">
            <a:off x="4446249" y="4699000"/>
            <a:ext cx="379751" cy="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75" name="单联开关 5 位置点"/>
          <p:cNvSpPr/>
          <p:nvPr/>
        </p:nvSpPr>
        <p:spPr>
          <a:xfrm>
            <a:off x="4781550" y="46545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76" name="单联开关 6 连线"/>
          <p:cNvCxnSpPr/>
          <p:nvPr/>
        </p:nvCxnSpPr>
        <p:spPr>
          <a:xfrm>
            <a:off x="2654300" y="4635500"/>
            <a:ext cx="189251" cy="49530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77" name="单联开关 6 位置点"/>
          <p:cNvSpPr/>
          <p:nvPr/>
        </p:nvSpPr>
        <p:spPr>
          <a:xfrm>
            <a:off x="2609850" y="45910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78" name="风扇隔离开关 1 连线"/>
          <p:cNvCxnSpPr/>
          <p:nvPr/>
        </p:nvCxnSpPr>
        <p:spPr>
          <a:xfrm>
            <a:off x="3175000" y="4305300"/>
            <a:ext cx="47017" cy="304800"/>
          </a:xfrm>
          <a:prstGeom prst="line">
            <a:avLst/>
          </a:prstGeom>
          <a:ln w="12700">
            <a:solidFill>
              <a:srgbClr val="8064A2"/>
            </a:solidFill>
          </a:ln>
        </p:spPr>
      </p:cxnSp>
      <p:sp>
        <p:nvSpPr>
          <p:cNvPr id="979" name="风扇隔离开关 1 位置点"/>
          <p:cNvSpPr/>
          <p:nvPr/>
        </p:nvSpPr>
        <p:spPr>
          <a:xfrm>
            <a:off x="3130550" y="4260850"/>
            <a:ext cx="88900" cy="88900"/>
          </a:xfrm>
          <a:prstGeom prst="ellipse">
            <a:avLst/>
          </a:prstGeom>
          <a:solidFill>
            <a:srgbClr val="8064A2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80" name="双联开关 2 连线"/>
          <p:cNvCxnSpPr/>
          <p:nvPr/>
        </p:nvCxnSpPr>
        <p:spPr>
          <a:xfrm flipV="1">
            <a:off x="2806700" y="6400800"/>
            <a:ext cx="241300" cy="88900"/>
          </a:xfrm>
          <a:prstGeom prst="line">
            <a:avLst/>
          </a:prstGeom>
          <a:ln w="12700">
            <a:solidFill>
              <a:srgbClr val="9BBB59"/>
            </a:solidFill>
          </a:ln>
        </p:spPr>
      </p:cxnSp>
      <p:sp>
        <p:nvSpPr>
          <p:cNvPr id="981" name="双联开关 2 位置点"/>
          <p:cNvSpPr/>
          <p:nvPr/>
        </p:nvSpPr>
        <p:spPr>
          <a:xfrm>
            <a:off x="2762250" y="6445250"/>
            <a:ext cx="88900" cy="88900"/>
          </a:xfrm>
          <a:prstGeom prst="ellipse">
            <a:avLst/>
          </a:prstGeom>
          <a:solidFill>
            <a:srgbClr val="9BBB59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82" name="双联开关 3 连线"/>
          <p:cNvCxnSpPr/>
          <p:nvPr/>
        </p:nvCxnSpPr>
        <p:spPr>
          <a:xfrm flipH="1">
            <a:off x="4660072" y="5499100"/>
            <a:ext cx="381828" cy="0"/>
          </a:xfrm>
          <a:prstGeom prst="line">
            <a:avLst/>
          </a:prstGeom>
          <a:ln w="12700">
            <a:solidFill>
              <a:srgbClr val="9BBB59"/>
            </a:solidFill>
          </a:ln>
        </p:spPr>
      </p:cxnSp>
      <p:sp>
        <p:nvSpPr>
          <p:cNvPr id="983" name="双联开关 3 位置点"/>
          <p:cNvSpPr/>
          <p:nvPr/>
        </p:nvSpPr>
        <p:spPr>
          <a:xfrm>
            <a:off x="4997450" y="5454650"/>
            <a:ext cx="88900" cy="88900"/>
          </a:xfrm>
          <a:prstGeom prst="ellipse">
            <a:avLst/>
          </a:prstGeom>
          <a:solidFill>
            <a:srgbClr val="9BBB59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84" name="双联开关 4 连线"/>
          <p:cNvCxnSpPr/>
          <p:nvPr/>
        </p:nvCxnSpPr>
        <p:spPr>
          <a:xfrm flipV="1">
            <a:off x="6096000" y="5156200"/>
            <a:ext cx="318328" cy="406400"/>
          </a:xfrm>
          <a:prstGeom prst="line">
            <a:avLst/>
          </a:prstGeom>
          <a:ln w="12700">
            <a:solidFill>
              <a:srgbClr val="9BBB59"/>
            </a:solidFill>
          </a:ln>
        </p:spPr>
      </p:cxnSp>
      <p:sp>
        <p:nvSpPr>
          <p:cNvPr id="985" name="双联开关 4 位置点"/>
          <p:cNvSpPr/>
          <p:nvPr/>
        </p:nvSpPr>
        <p:spPr>
          <a:xfrm>
            <a:off x="6051550" y="5518150"/>
            <a:ext cx="88900" cy="88900"/>
          </a:xfrm>
          <a:prstGeom prst="ellipse">
            <a:avLst/>
          </a:prstGeom>
          <a:solidFill>
            <a:srgbClr val="9BBB59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86" name="单联开关 7 连线"/>
          <p:cNvCxnSpPr/>
          <p:nvPr/>
        </p:nvCxnSpPr>
        <p:spPr>
          <a:xfrm>
            <a:off x="6946900" y="5524500"/>
            <a:ext cx="0" cy="30480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87" name="单联开关 7 位置点"/>
          <p:cNvSpPr/>
          <p:nvPr/>
        </p:nvSpPr>
        <p:spPr>
          <a:xfrm>
            <a:off x="6902450" y="54800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88" name="单联开关 8 连线"/>
          <p:cNvCxnSpPr/>
          <p:nvPr/>
        </p:nvCxnSpPr>
        <p:spPr>
          <a:xfrm>
            <a:off x="7569200" y="5384800"/>
            <a:ext cx="0" cy="43180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89" name="单联开关 8 位置点"/>
          <p:cNvSpPr/>
          <p:nvPr/>
        </p:nvSpPr>
        <p:spPr>
          <a:xfrm>
            <a:off x="7524750" y="53403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90" name="单联开关 9 连线"/>
          <p:cNvCxnSpPr/>
          <p:nvPr/>
        </p:nvCxnSpPr>
        <p:spPr>
          <a:xfrm flipH="1">
            <a:off x="8434050" y="4800600"/>
            <a:ext cx="379750" cy="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91" name="单联开关 9 位置点"/>
          <p:cNvSpPr/>
          <p:nvPr/>
        </p:nvSpPr>
        <p:spPr>
          <a:xfrm>
            <a:off x="8769350" y="47561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92" name="风扇隔离开关 2 连线"/>
          <p:cNvCxnSpPr/>
          <p:nvPr/>
        </p:nvCxnSpPr>
        <p:spPr>
          <a:xfrm>
            <a:off x="9144000" y="5092700"/>
            <a:ext cx="237517" cy="0"/>
          </a:xfrm>
          <a:prstGeom prst="line">
            <a:avLst/>
          </a:prstGeom>
          <a:ln w="12700">
            <a:solidFill>
              <a:srgbClr val="8064A2"/>
            </a:solidFill>
          </a:ln>
        </p:spPr>
      </p:cxnSp>
      <p:sp>
        <p:nvSpPr>
          <p:cNvPr id="993" name="风扇隔离开关 2 位置点"/>
          <p:cNvSpPr/>
          <p:nvPr/>
        </p:nvSpPr>
        <p:spPr>
          <a:xfrm>
            <a:off x="9099550" y="5048250"/>
            <a:ext cx="88900" cy="88900"/>
          </a:xfrm>
          <a:prstGeom prst="ellipse">
            <a:avLst/>
          </a:prstGeom>
          <a:solidFill>
            <a:srgbClr val="8064A2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grpSp>
        <p:nvGrpSpPr>
          <p:cNvPr id="916" name="单联开关 1"/>
          <p:cNvGrpSpPr/>
          <p:nvPr/>
        </p:nvGrpSpPr>
        <p:grpSpPr>
          <a:xfrm>
            <a:off x="6756400" y="1714500"/>
            <a:ext cx="381000" cy="558800"/>
            <a:chOff x="6248400" y="1714500"/>
            <a:chExt cx="381000" cy="558800"/>
          </a:xfrm>
        </p:grpSpPr>
        <p:sp>
          <p:nvSpPr>
            <p:cNvPr id="917" name="单联开关 1 框"/>
            <p:cNvSpPr/>
            <p:nvPr/>
          </p:nvSpPr>
          <p:spPr>
            <a:xfrm>
              <a:off x="6248400" y="1714500"/>
              <a:ext cx="381000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0" name="单联开关 1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73800" y="1739900"/>
              <a:ext cx="330200" cy="355600"/>
            </a:xfrm>
            <a:prstGeom prst="rect">
              <a:avLst/>
            </a:prstGeom>
          </p:spPr>
        </p:pic>
        <p:sp>
          <p:nvSpPr>
            <p:cNvPr id="915" name="按键 1"/>
            <p:cNvSpPr/>
            <p:nvPr/>
          </p:nvSpPr>
          <p:spPr>
            <a:xfrm>
              <a:off x="6369050" y="2114550"/>
              <a:ext cx="139700" cy="139700"/>
            </a:xfrm>
            <a:prstGeom prst="ellipse">
              <a:avLst/>
            </a:prstGeom>
            <a:solidFill>
              <a:srgbClr val="E619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1</a:t>
              </a:r>
            </a:p>
          </p:txBody>
        </p:sp>
      </p:grpSp>
      <p:grpSp>
        <p:nvGrpSpPr>
          <p:cNvPr id="944" name="双联开关 1"/>
          <p:cNvGrpSpPr/>
          <p:nvPr/>
        </p:nvGrpSpPr>
        <p:grpSpPr>
          <a:xfrm>
            <a:off x="4292600" y="2628900"/>
            <a:ext cx="381000" cy="558800"/>
            <a:chOff x="4864100" y="2628900"/>
            <a:chExt cx="381000" cy="558800"/>
          </a:xfrm>
        </p:grpSpPr>
        <p:sp>
          <p:nvSpPr>
            <p:cNvPr id="945" name="双联开关 1 框"/>
            <p:cNvSpPr/>
            <p:nvPr/>
          </p:nvSpPr>
          <p:spPr>
            <a:xfrm>
              <a:off x="4864100" y="2628900"/>
              <a:ext cx="381000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1" name="双联开关 1 图片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89500" y="2654300"/>
              <a:ext cx="330200" cy="355600"/>
            </a:xfrm>
            <a:prstGeom prst="rect">
              <a:avLst/>
            </a:prstGeom>
          </p:spPr>
        </p:pic>
        <p:sp>
          <p:nvSpPr>
            <p:cNvPr id="942" name="按键 10"/>
            <p:cNvSpPr/>
            <p:nvPr/>
          </p:nvSpPr>
          <p:spPr>
            <a:xfrm>
              <a:off x="4908804" y="3028950"/>
              <a:ext cx="139700" cy="139700"/>
            </a:xfrm>
            <a:prstGeom prst="ellipse">
              <a:avLst/>
            </a:prstGeom>
            <a:solidFill>
              <a:srgbClr val="FABED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943" name="按键 11"/>
            <p:cNvSpPr/>
            <p:nvPr/>
          </p:nvSpPr>
          <p:spPr>
            <a:xfrm>
              <a:off x="5060696" y="3028950"/>
              <a:ext cx="139700" cy="139700"/>
            </a:xfrm>
            <a:prstGeom prst="ellipse">
              <a:avLst/>
            </a:prstGeom>
            <a:solidFill>
              <a:srgbClr val="46999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11</a:t>
              </a:r>
            </a:p>
          </p:txBody>
        </p:sp>
      </p:grpSp>
      <p:grpSp>
        <p:nvGrpSpPr>
          <p:cNvPr id="919" name="单联开关 2"/>
          <p:cNvGrpSpPr/>
          <p:nvPr/>
        </p:nvGrpSpPr>
        <p:grpSpPr>
          <a:xfrm>
            <a:off x="3427750" y="2374900"/>
            <a:ext cx="383499" cy="558800"/>
            <a:chOff x="3745250" y="3073400"/>
            <a:chExt cx="383499" cy="558800"/>
          </a:xfrm>
        </p:grpSpPr>
        <p:sp>
          <p:nvSpPr>
            <p:cNvPr id="920" name="单联开关 2 框"/>
            <p:cNvSpPr/>
            <p:nvPr/>
          </p:nvSpPr>
          <p:spPr>
            <a:xfrm>
              <a:off x="3745250" y="30734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2" name="单联开关 2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0650" y="3098800"/>
              <a:ext cx="332699" cy="355600"/>
            </a:xfrm>
            <a:prstGeom prst="rect">
              <a:avLst/>
            </a:prstGeom>
          </p:spPr>
        </p:pic>
        <p:sp>
          <p:nvSpPr>
            <p:cNvPr id="918" name="按键 2"/>
            <p:cNvSpPr/>
            <p:nvPr/>
          </p:nvSpPr>
          <p:spPr>
            <a:xfrm>
              <a:off x="3867150" y="3473450"/>
              <a:ext cx="139700" cy="139700"/>
            </a:xfrm>
            <a:prstGeom prst="ellipse">
              <a:avLst/>
            </a:prstGeom>
            <a:solidFill>
              <a:srgbClr val="FABED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2</a:t>
              </a:r>
            </a:p>
          </p:txBody>
        </p:sp>
      </p:grpSp>
      <p:grpSp>
        <p:nvGrpSpPr>
          <p:cNvPr id="922" name="单联开关 3"/>
          <p:cNvGrpSpPr/>
          <p:nvPr/>
        </p:nvGrpSpPr>
        <p:grpSpPr>
          <a:xfrm>
            <a:off x="7112000" y="2692400"/>
            <a:ext cx="383499" cy="558800"/>
            <a:chOff x="5523250" y="3327400"/>
            <a:chExt cx="383499" cy="558800"/>
          </a:xfrm>
        </p:grpSpPr>
        <p:sp>
          <p:nvSpPr>
            <p:cNvPr id="923" name="单联开关 3 框"/>
            <p:cNvSpPr/>
            <p:nvPr/>
          </p:nvSpPr>
          <p:spPr>
            <a:xfrm>
              <a:off x="5523250" y="33274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3" name="单联开关 3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48650" y="3352800"/>
              <a:ext cx="332699" cy="355600"/>
            </a:xfrm>
            <a:prstGeom prst="rect">
              <a:avLst/>
            </a:prstGeom>
          </p:spPr>
        </p:pic>
        <p:sp>
          <p:nvSpPr>
            <p:cNvPr id="921" name="按键 3"/>
            <p:cNvSpPr/>
            <p:nvPr/>
          </p:nvSpPr>
          <p:spPr>
            <a:xfrm>
              <a:off x="5645150" y="3727450"/>
              <a:ext cx="139700" cy="139700"/>
            </a:xfrm>
            <a:prstGeom prst="ellipse">
              <a:avLst/>
            </a:prstGeom>
            <a:solidFill>
              <a:srgbClr val="AAFFC3"/>
            </a:solidFill>
            <a:ln w="6350">
              <a:solidFill>
                <a:srgbClr val="AAFFC3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3</a:t>
              </a:r>
            </a:p>
          </p:txBody>
        </p:sp>
      </p:grpSp>
      <p:grpSp>
        <p:nvGrpSpPr>
          <p:cNvPr id="925" name="单联开关 4"/>
          <p:cNvGrpSpPr/>
          <p:nvPr/>
        </p:nvGrpSpPr>
        <p:grpSpPr>
          <a:xfrm>
            <a:off x="6302541" y="3580278"/>
            <a:ext cx="383499" cy="558800"/>
            <a:chOff x="5739150" y="3797300"/>
            <a:chExt cx="383499" cy="558800"/>
          </a:xfrm>
        </p:grpSpPr>
        <p:sp>
          <p:nvSpPr>
            <p:cNvPr id="926" name="单联开关 4 框"/>
            <p:cNvSpPr/>
            <p:nvPr/>
          </p:nvSpPr>
          <p:spPr>
            <a:xfrm>
              <a:off x="5739150" y="37973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4" name="单联开关 4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4550" y="3822700"/>
              <a:ext cx="332699" cy="355600"/>
            </a:xfrm>
            <a:prstGeom prst="rect">
              <a:avLst/>
            </a:prstGeom>
          </p:spPr>
        </p:pic>
        <p:sp>
          <p:nvSpPr>
            <p:cNvPr id="924" name="按键 4"/>
            <p:cNvSpPr/>
            <p:nvPr/>
          </p:nvSpPr>
          <p:spPr>
            <a:xfrm>
              <a:off x="5861050" y="4197350"/>
              <a:ext cx="139700" cy="139700"/>
            </a:xfrm>
            <a:prstGeom prst="ellipse">
              <a:avLst/>
            </a:prstGeom>
            <a:solidFill>
              <a:srgbClr val="4363D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4</a:t>
              </a:r>
            </a:p>
          </p:txBody>
        </p:sp>
      </p:grpSp>
      <p:grpSp>
        <p:nvGrpSpPr>
          <p:cNvPr id="928" name="单联开关 5"/>
          <p:cNvGrpSpPr/>
          <p:nvPr/>
        </p:nvGrpSpPr>
        <p:grpSpPr>
          <a:xfrm>
            <a:off x="4062750" y="4495800"/>
            <a:ext cx="383499" cy="558800"/>
            <a:chOff x="4634250" y="4495800"/>
            <a:chExt cx="383499" cy="558800"/>
          </a:xfrm>
        </p:grpSpPr>
        <p:sp>
          <p:nvSpPr>
            <p:cNvPr id="929" name="单联开关 5 框"/>
            <p:cNvSpPr/>
            <p:nvPr/>
          </p:nvSpPr>
          <p:spPr>
            <a:xfrm>
              <a:off x="4634250" y="44958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5" name="单联开关 5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59650" y="4521200"/>
              <a:ext cx="332699" cy="355600"/>
            </a:xfrm>
            <a:prstGeom prst="rect">
              <a:avLst/>
            </a:prstGeom>
          </p:spPr>
        </p:pic>
        <p:sp>
          <p:nvSpPr>
            <p:cNvPr id="927" name="按键 5"/>
            <p:cNvSpPr/>
            <p:nvPr/>
          </p:nvSpPr>
          <p:spPr>
            <a:xfrm>
              <a:off x="4756150" y="4895850"/>
              <a:ext cx="139700" cy="139700"/>
            </a:xfrm>
            <a:prstGeom prst="ellipse">
              <a:avLst/>
            </a:prstGeom>
            <a:solidFill>
              <a:srgbClr val="F5823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5</a:t>
              </a:r>
            </a:p>
          </p:txBody>
        </p:sp>
      </p:grpSp>
      <p:grpSp>
        <p:nvGrpSpPr>
          <p:cNvPr id="931" name="单联开关 6"/>
          <p:cNvGrpSpPr/>
          <p:nvPr/>
        </p:nvGrpSpPr>
        <p:grpSpPr>
          <a:xfrm>
            <a:off x="2843550" y="5130800"/>
            <a:ext cx="383499" cy="558800"/>
            <a:chOff x="2462550" y="4432300"/>
            <a:chExt cx="383499" cy="558800"/>
          </a:xfrm>
        </p:grpSpPr>
        <p:sp>
          <p:nvSpPr>
            <p:cNvPr id="932" name="单联开关 6 框"/>
            <p:cNvSpPr/>
            <p:nvPr/>
          </p:nvSpPr>
          <p:spPr>
            <a:xfrm>
              <a:off x="2462550" y="44323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6" name="单联开关 6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7950" y="4457700"/>
              <a:ext cx="332699" cy="355600"/>
            </a:xfrm>
            <a:prstGeom prst="rect">
              <a:avLst/>
            </a:prstGeom>
          </p:spPr>
        </p:pic>
        <p:sp>
          <p:nvSpPr>
            <p:cNvPr id="930" name="按键 6"/>
            <p:cNvSpPr/>
            <p:nvPr/>
          </p:nvSpPr>
          <p:spPr>
            <a:xfrm>
              <a:off x="2584450" y="4832350"/>
              <a:ext cx="139700" cy="139700"/>
            </a:xfrm>
            <a:prstGeom prst="ellipse">
              <a:avLst/>
            </a:prstGeom>
            <a:solidFill>
              <a:srgbClr val="911EB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6</a:t>
              </a:r>
            </a:p>
          </p:txBody>
        </p:sp>
      </p:grpSp>
      <p:grpSp>
        <p:nvGrpSpPr>
          <p:cNvPr id="959" name="风扇隔离开关 1"/>
          <p:cNvGrpSpPr/>
          <p:nvPr/>
        </p:nvGrpSpPr>
        <p:grpSpPr>
          <a:xfrm>
            <a:off x="3222017" y="4610100"/>
            <a:ext cx="413966" cy="558800"/>
            <a:chOff x="2968017" y="4102100"/>
            <a:chExt cx="413966" cy="558800"/>
          </a:xfrm>
        </p:grpSpPr>
        <p:sp>
          <p:nvSpPr>
            <p:cNvPr id="960" name="风扇隔离开关 1 框"/>
            <p:cNvSpPr/>
            <p:nvPr/>
          </p:nvSpPr>
          <p:spPr>
            <a:xfrm>
              <a:off x="2968017" y="4102100"/>
              <a:ext cx="413966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4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7" name="风扇隔离开关 1 图片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93417" y="4127500"/>
              <a:ext cx="363166" cy="355600"/>
            </a:xfrm>
            <a:prstGeom prst="rect">
              <a:avLst/>
            </a:prstGeom>
          </p:spPr>
        </p:pic>
        <p:sp>
          <p:nvSpPr>
            <p:cNvPr id="958" name="按键 18"/>
            <p:cNvSpPr/>
            <p:nvPr/>
          </p:nvSpPr>
          <p:spPr>
            <a:xfrm>
              <a:off x="3105150" y="4502150"/>
              <a:ext cx="139700" cy="139700"/>
            </a:xfrm>
            <a:prstGeom prst="ellipse">
              <a:avLst/>
            </a:prstGeom>
            <a:solidFill>
              <a:srgbClr val="FFD8B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18</a:t>
              </a:r>
            </a:p>
          </p:txBody>
        </p:sp>
      </p:grpSp>
      <p:grpSp>
        <p:nvGrpSpPr>
          <p:cNvPr id="948" name="双联开关 2"/>
          <p:cNvGrpSpPr/>
          <p:nvPr/>
        </p:nvGrpSpPr>
        <p:grpSpPr>
          <a:xfrm>
            <a:off x="3048000" y="5842000"/>
            <a:ext cx="379344" cy="558800"/>
            <a:chOff x="2617028" y="6286500"/>
            <a:chExt cx="379344" cy="558800"/>
          </a:xfrm>
        </p:grpSpPr>
        <p:sp>
          <p:nvSpPr>
            <p:cNvPr id="949" name="双联开关 2 框"/>
            <p:cNvSpPr/>
            <p:nvPr/>
          </p:nvSpPr>
          <p:spPr>
            <a:xfrm>
              <a:off x="2617028" y="6286500"/>
              <a:ext cx="379344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8" name="双联开关 2 图片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42428" y="6311900"/>
              <a:ext cx="328544" cy="355600"/>
            </a:xfrm>
            <a:prstGeom prst="rect">
              <a:avLst/>
            </a:prstGeom>
          </p:spPr>
        </p:pic>
        <p:sp>
          <p:nvSpPr>
            <p:cNvPr id="946" name="按键 12"/>
            <p:cNvSpPr/>
            <p:nvPr/>
          </p:nvSpPr>
          <p:spPr>
            <a:xfrm>
              <a:off x="2661285" y="6686550"/>
              <a:ext cx="139700" cy="139700"/>
            </a:xfrm>
            <a:prstGeom prst="ellipse">
              <a:avLst/>
            </a:prstGeom>
            <a:solidFill>
              <a:srgbClr val="FFFAC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12</a:t>
              </a:r>
            </a:p>
          </p:txBody>
        </p:sp>
        <p:sp>
          <p:nvSpPr>
            <p:cNvPr id="947" name="按键 13"/>
            <p:cNvSpPr/>
            <p:nvPr/>
          </p:nvSpPr>
          <p:spPr>
            <a:xfrm>
              <a:off x="2812415" y="6686550"/>
              <a:ext cx="139700" cy="139700"/>
            </a:xfrm>
            <a:prstGeom prst="ellipse">
              <a:avLst/>
            </a:prstGeom>
            <a:solidFill>
              <a:srgbClr val="800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13</a:t>
              </a:r>
            </a:p>
          </p:txBody>
        </p:sp>
      </p:grpSp>
      <p:grpSp>
        <p:nvGrpSpPr>
          <p:cNvPr id="952" name="双联开关 3"/>
          <p:cNvGrpSpPr/>
          <p:nvPr/>
        </p:nvGrpSpPr>
        <p:grpSpPr>
          <a:xfrm>
            <a:off x="4280728" y="5295900"/>
            <a:ext cx="379344" cy="558800"/>
            <a:chOff x="4852228" y="5295900"/>
            <a:chExt cx="379344" cy="558800"/>
          </a:xfrm>
        </p:grpSpPr>
        <p:sp>
          <p:nvSpPr>
            <p:cNvPr id="953" name="双联开关 3 框"/>
            <p:cNvSpPr/>
            <p:nvPr/>
          </p:nvSpPr>
          <p:spPr>
            <a:xfrm>
              <a:off x="4852228" y="5295900"/>
              <a:ext cx="379344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9" name="双联开关 3 图片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77628" y="5321300"/>
              <a:ext cx="328544" cy="355600"/>
            </a:xfrm>
            <a:prstGeom prst="rect">
              <a:avLst/>
            </a:prstGeom>
          </p:spPr>
        </p:pic>
        <p:sp>
          <p:nvSpPr>
            <p:cNvPr id="950" name="按键 14"/>
            <p:cNvSpPr/>
            <p:nvPr/>
          </p:nvSpPr>
          <p:spPr>
            <a:xfrm>
              <a:off x="4896485" y="5695950"/>
              <a:ext cx="139700" cy="139700"/>
            </a:xfrm>
            <a:prstGeom prst="ellipse">
              <a:avLst/>
            </a:prstGeom>
            <a:solidFill>
              <a:srgbClr val="FFFAC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14</a:t>
              </a:r>
            </a:p>
          </p:txBody>
        </p:sp>
        <p:sp>
          <p:nvSpPr>
            <p:cNvPr id="951" name="按键 15"/>
            <p:cNvSpPr/>
            <p:nvPr/>
          </p:nvSpPr>
          <p:spPr>
            <a:xfrm>
              <a:off x="5047615" y="5695950"/>
              <a:ext cx="139700" cy="139700"/>
            </a:xfrm>
            <a:prstGeom prst="ellipse">
              <a:avLst/>
            </a:prstGeom>
            <a:solidFill>
              <a:srgbClr val="800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15</a:t>
              </a:r>
            </a:p>
          </p:txBody>
        </p:sp>
      </p:grpSp>
      <p:grpSp>
        <p:nvGrpSpPr>
          <p:cNvPr id="956" name="双联开关 4"/>
          <p:cNvGrpSpPr/>
          <p:nvPr/>
        </p:nvGrpSpPr>
        <p:grpSpPr>
          <a:xfrm>
            <a:off x="6414328" y="4597400"/>
            <a:ext cx="379344" cy="558800"/>
            <a:chOff x="5906328" y="5359400"/>
            <a:chExt cx="379344" cy="558800"/>
          </a:xfrm>
        </p:grpSpPr>
        <p:sp>
          <p:nvSpPr>
            <p:cNvPr id="957" name="双联开关 4 框"/>
            <p:cNvSpPr/>
            <p:nvPr/>
          </p:nvSpPr>
          <p:spPr>
            <a:xfrm>
              <a:off x="5906328" y="5359400"/>
              <a:ext cx="379344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10" name="双联开关 4 图片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31728" y="5384800"/>
              <a:ext cx="328544" cy="355600"/>
            </a:xfrm>
            <a:prstGeom prst="rect">
              <a:avLst/>
            </a:prstGeom>
          </p:spPr>
        </p:pic>
        <p:sp>
          <p:nvSpPr>
            <p:cNvPr id="954" name="按键 16"/>
            <p:cNvSpPr/>
            <p:nvPr/>
          </p:nvSpPr>
          <p:spPr>
            <a:xfrm>
              <a:off x="5950585" y="5759450"/>
              <a:ext cx="139700" cy="139700"/>
            </a:xfrm>
            <a:prstGeom prst="ellipse">
              <a:avLst/>
            </a:prstGeom>
            <a:solidFill>
              <a:srgbClr val="AAFFC3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16</a:t>
              </a:r>
            </a:p>
          </p:txBody>
        </p:sp>
        <p:sp>
          <p:nvSpPr>
            <p:cNvPr id="955" name="按键 17"/>
            <p:cNvSpPr/>
            <p:nvPr/>
          </p:nvSpPr>
          <p:spPr>
            <a:xfrm>
              <a:off x="6101715" y="5759450"/>
              <a:ext cx="139700" cy="139700"/>
            </a:xfrm>
            <a:prstGeom prst="ellipse">
              <a:avLst/>
            </a:prstGeom>
            <a:solidFill>
              <a:srgbClr val="808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17</a:t>
              </a:r>
            </a:p>
          </p:txBody>
        </p:sp>
      </p:grpSp>
      <p:grpSp>
        <p:nvGrpSpPr>
          <p:cNvPr id="934" name="单联开关 7"/>
          <p:cNvGrpSpPr/>
          <p:nvPr/>
        </p:nvGrpSpPr>
        <p:grpSpPr>
          <a:xfrm>
            <a:off x="6755150" y="5829300"/>
            <a:ext cx="383499" cy="558800"/>
            <a:chOff x="6755150" y="5321300"/>
            <a:chExt cx="383499" cy="558800"/>
          </a:xfrm>
        </p:grpSpPr>
        <p:sp>
          <p:nvSpPr>
            <p:cNvPr id="935" name="单联开关 7 框"/>
            <p:cNvSpPr/>
            <p:nvPr/>
          </p:nvSpPr>
          <p:spPr>
            <a:xfrm>
              <a:off x="6755150" y="53213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11" name="单联开关 7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0550" y="5346700"/>
              <a:ext cx="332699" cy="355600"/>
            </a:xfrm>
            <a:prstGeom prst="rect">
              <a:avLst/>
            </a:prstGeom>
          </p:spPr>
        </p:pic>
        <p:sp>
          <p:nvSpPr>
            <p:cNvPr id="933" name="按键 7"/>
            <p:cNvSpPr/>
            <p:nvPr/>
          </p:nvSpPr>
          <p:spPr>
            <a:xfrm>
              <a:off x="6877050" y="5721350"/>
              <a:ext cx="139700" cy="139700"/>
            </a:xfrm>
            <a:prstGeom prst="ellipse">
              <a:avLst/>
            </a:prstGeom>
            <a:solidFill>
              <a:srgbClr val="808000"/>
            </a:solidFill>
            <a:ln w="635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7</a:t>
              </a:r>
            </a:p>
          </p:txBody>
        </p:sp>
      </p:grpSp>
      <p:grpSp>
        <p:nvGrpSpPr>
          <p:cNvPr id="937" name="单联开关 8"/>
          <p:cNvGrpSpPr/>
          <p:nvPr/>
        </p:nvGrpSpPr>
        <p:grpSpPr>
          <a:xfrm>
            <a:off x="7377450" y="5816600"/>
            <a:ext cx="383499" cy="558800"/>
            <a:chOff x="7377450" y="5181600"/>
            <a:chExt cx="383499" cy="558800"/>
          </a:xfrm>
        </p:grpSpPr>
        <p:sp>
          <p:nvSpPr>
            <p:cNvPr id="938" name="单联开关 8 框"/>
            <p:cNvSpPr/>
            <p:nvPr/>
          </p:nvSpPr>
          <p:spPr>
            <a:xfrm>
              <a:off x="7377450" y="51816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12" name="单联开关 8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02850" y="5207000"/>
              <a:ext cx="332699" cy="355600"/>
            </a:xfrm>
            <a:prstGeom prst="rect">
              <a:avLst/>
            </a:prstGeom>
          </p:spPr>
        </p:pic>
        <p:sp>
          <p:nvSpPr>
            <p:cNvPr id="936" name="按键 8"/>
            <p:cNvSpPr/>
            <p:nvPr/>
          </p:nvSpPr>
          <p:spPr>
            <a:xfrm>
              <a:off x="7499350" y="5581650"/>
              <a:ext cx="139700" cy="139700"/>
            </a:xfrm>
            <a:prstGeom prst="ellipse">
              <a:avLst/>
            </a:prstGeom>
            <a:solidFill>
              <a:srgbClr val="F032E6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8</a:t>
              </a:r>
            </a:p>
          </p:txBody>
        </p:sp>
      </p:grpSp>
      <p:grpSp>
        <p:nvGrpSpPr>
          <p:cNvPr id="940" name="单联开关 9"/>
          <p:cNvGrpSpPr/>
          <p:nvPr/>
        </p:nvGrpSpPr>
        <p:grpSpPr>
          <a:xfrm>
            <a:off x="8050551" y="4597400"/>
            <a:ext cx="383499" cy="558800"/>
            <a:chOff x="8622050" y="4597400"/>
            <a:chExt cx="383499" cy="558800"/>
          </a:xfrm>
        </p:grpSpPr>
        <p:sp>
          <p:nvSpPr>
            <p:cNvPr id="941" name="单联开关 9 框"/>
            <p:cNvSpPr/>
            <p:nvPr/>
          </p:nvSpPr>
          <p:spPr>
            <a:xfrm>
              <a:off x="8622050" y="45974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13" name="单联开关 9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47450" y="4622800"/>
              <a:ext cx="332699" cy="355600"/>
            </a:xfrm>
            <a:prstGeom prst="rect">
              <a:avLst/>
            </a:prstGeom>
          </p:spPr>
        </p:pic>
        <p:sp>
          <p:nvSpPr>
            <p:cNvPr id="939" name="按键 9"/>
            <p:cNvSpPr/>
            <p:nvPr/>
          </p:nvSpPr>
          <p:spPr>
            <a:xfrm>
              <a:off x="8743950" y="4997450"/>
              <a:ext cx="139700" cy="139700"/>
            </a:xfrm>
            <a:prstGeom prst="ellipse">
              <a:avLst/>
            </a:prstGeom>
            <a:solidFill>
              <a:srgbClr val="BFEF4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9</a:t>
              </a:r>
            </a:p>
          </p:txBody>
        </p:sp>
      </p:grpSp>
      <p:grpSp>
        <p:nvGrpSpPr>
          <p:cNvPr id="962" name="风扇隔离开关 2"/>
          <p:cNvGrpSpPr/>
          <p:nvPr/>
        </p:nvGrpSpPr>
        <p:grpSpPr>
          <a:xfrm>
            <a:off x="9381517" y="4889500"/>
            <a:ext cx="413966" cy="558800"/>
            <a:chOff x="8937017" y="4889500"/>
            <a:chExt cx="413966" cy="558800"/>
          </a:xfrm>
        </p:grpSpPr>
        <p:sp>
          <p:nvSpPr>
            <p:cNvPr id="963" name="风扇隔离开关 2 框"/>
            <p:cNvSpPr/>
            <p:nvPr/>
          </p:nvSpPr>
          <p:spPr>
            <a:xfrm>
              <a:off x="8937017" y="4889500"/>
              <a:ext cx="413966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4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14" name="风扇隔离开关 2 图片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62417" y="4914900"/>
              <a:ext cx="363166" cy="355600"/>
            </a:xfrm>
            <a:prstGeom prst="rect">
              <a:avLst/>
            </a:prstGeom>
          </p:spPr>
        </p:pic>
        <p:sp>
          <p:nvSpPr>
            <p:cNvPr id="961" name="按键 19"/>
            <p:cNvSpPr/>
            <p:nvPr/>
          </p:nvSpPr>
          <p:spPr>
            <a:xfrm>
              <a:off x="9074150" y="5289550"/>
              <a:ext cx="139700" cy="139700"/>
            </a:xfrm>
            <a:prstGeom prst="ellipse">
              <a:avLst/>
            </a:prstGeom>
            <a:solidFill>
              <a:srgbClr val="00007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19</a:t>
              </a:r>
            </a:p>
          </p:txBody>
        </p:sp>
      </p:grpSp>
      <p:grpSp>
        <p:nvGrpSpPr>
          <p:cNvPr id="994" name="一楼 单联开关 6（按键30）"/>
          <p:cNvGrpSpPr/>
          <p:nvPr/>
        </p:nvGrpSpPr>
        <p:grpSpPr>
          <a:xfrm>
            <a:off x="762000" y="5334000"/>
            <a:ext cx="1019867" cy="924958"/>
            <a:chOff x="6521874" y="5725947"/>
            <a:chExt cx="1019867" cy="924958"/>
          </a:xfrm>
        </p:grpSpPr>
        <p:pic>
          <p:nvPicPr>
            <p:cNvPr id="995" name="单联开关 6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25226" y="5764047"/>
              <a:ext cx="621149" cy="663905"/>
            </a:xfrm>
            <a:prstGeom prst="rect">
              <a:avLst/>
            </a:prstGeom>
          </p:spPr>
        </p:pic>
        <p:sp>
          <p:nvSpPr>
            <p:cNvPr id="996" name="按键 30"/>
            <p:cNvSpPr/>
            <p:nvPr/>
          </p:nvSpPr>
          <p:spPr>
            <a:xfrm>
              <a:off x="6521874" y="6444860"/>
              <a:ext cx="1019867" cy="206045"/>
            </a:xfrm>
            <a:prstGeom prst="ellipse">
              <a:avLst/>
            </a:prstGeom>
            <a:solidFill>
              <a:srgbClr val="808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30</a:t>
              </a:r>
              <a:r>
                <a:rPr lang="zh-CN" altLang="en-US" sz="700" b="1" dirty="0">
                  <a:solidFill>
                    <a:srgbClr val="FFFFFF"/>
                  </a:solidFill>
                </a:rPr>
                <a:t>控制楼梯吊灯</a:t>
              </a:r>
              <a:endParaRPr lang="en-US" sz="700" b="1" dirty="0">
                <a:solidFill>
                  <a:srgbClr val="FFFFFF"/>
                </a:solidFill>
              </a:endParaRPr>
            </a:p>
          </p:txBody>
        </p:sp>
        <p:sp>
          <p:nvSpPr>
            <p:cNvPr id="997" name="单联开关 6 框"/>
            <p:cNvSpPr/>
            <p:nvPr/>
          </p:nvSpPr>
          <p:spPr>
            <a:xfrm>
              <a:off x="6687126" y="5725947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97" name="Rectangle 896">
            <a:extLst>
              <a:ext uri="{FF2B5EF4-FFF2-40B4-BE49-F238E27FC236}">
                <a16:creationId xmlns:a16="http://schemas.microsoft.com/office/drawing/2014/main" id="{79E0FB59-2DEE-B794-FE90-0A6A585A629A}"/>
              </a:ext>
            </a:extLst>
          </p:cNvPr>
          <p:cNvSpPr/>
          <p:nvPr/>
        </p:nvSpPr>
        <p:spPr>
          <a:xfrm>
            <a:off x="3344393" y="5358373"/>
            <a:ext cx="466856" cy="281453"/>
          </a:xfrm>
          <a:prstGeom prst="rect">
            <a:avLst/>
          </a:prstGeom>
          <a:noFill/>
          <a:ln w="76200">
            <a:solidFill>
              <a:srgbClr val="FFF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E134D11C-D359-6F23-175A-71CF5DAA7F4A}"/>
              </a:ext>
            </a:extLst>
          </p:cNvPr>
          <p:cNvSpPr/>
          <p:nvPr/>
        </p:nvSpPr>
        <p:spPr>
          <a:xfrm>
            <a:off x="4602793" y="5867401"/>
            <a:ext cx="295990" cy="238990"/>
          </a:xfrm>
          <a:prstGeom prst="rect">
            <a:avLst/>
          </a:prstGeom>
          <a:noFill/>
          <a:ln w="762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637C952C-BEC3-8034-F74B-B677F2C39AAB}"/>
              </a:ext>
            </a:extLst>
          </p:cNvPr>
          <p:cNvSpPr/>
          <p:nvPr/>
        </p:nvSpPr>
        <p:spPr>
          <a:xfrm>
            <a:off x="4541636" y="4845050"/>
            <a:ext cx="295990" cy="238990"/>
          </a:xfrm>
          <a:prstGeom prst="rect">
            <a:avLst/>
          </a:prstGeom>
          <a:noFill/>
          <a:ln w="762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D440B9E2-CD60-6481-4B10-6651C50E11BE}"/>
              </a:ext>
            </a:extLst>
          </p:cNvPr>
          <p:cNvSpPr/>
          <p:nvPr/>
        </p:nvSpPr>
        <p:spPr>
          <a:xfrm>
            <a:off x="4409672" y="3560188"/>
            <a:ext cx="295990" cy="703097"/>
          </a:xfrm>
          <a:prstGeom prst="rect">
            <a:avLst/>
          </a:prstGeom>
          <a:noFill/>
          <a:ln w="76200">
            <a:solidFill>
              <a:srgbClr val="F5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02" name="单联开关 6">
            <a:extLst>
              <a:ext uri="{FF2B5EF4-FFF2-40B4-BE49-F238E27FC236}">
                <a16:creationId xmlns:a16="http://schemas.microsoft.com/office/drawing/2014/main" id="{D610EC6B-DB9E-C18F-9AB2-F6A0AAFBF79C}"/>
              </a:ext>
            </a:extLst>
          </p:cNvPr>
          <p:cNvGrpSpPr/>
          <p:nvPr/>
        </p:nvGrpSpPr>
        <p:grpSpPr>
          <a:xfrm>
            <a:off x="1598238" y="3676650"/>
            <a:ext cx="383499" cy="558800"/>
            <a:chOff x="2462550" y="4432300"/>
            <a:chExt cx="383499" cy="558800"/>
          </a:xfrm>
        </p:grpSpPr>
        <p:sp>
          <p:nvSpPr>
            <p:cNvPr id="1003" name="单联开关 6 框">
              <a:extLst>
                <a:ext uri="{FF2B5EF4-FFF2-40B4-BE49-F238E27FC236}">
                  <a16:creationId xmlns:a16="http://schemas.microsoft.com/office/drawing/2014/main" id="{1A0C22FC-76DD-CD09-D5FD-7EF60CB3F9D5}"/>
                </a:ext>
              </a:extLst>
            </p:cNvPr>
            <p:cNvSpPr/>
            <p:nvPr/>
          </p:nvSpPr>
          <p:spPr>
            <a:xfrm>
              <a:off x="2462550" y="44323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1004" name="单联开关 6 图片">
              <a:extLst>
                <a:ext uri="{FF2B5EF4-FFF2-40B4-BE49-F238E27FC236}">
                  <a16:creationId xmlns:a16="http://schemas.microsoft.com/office/drawing/2014/main" id="{6A4F6EBB-4426-5086-A0C8-8472DFCAC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7950" y="4457700"/>
              <a:ext cx="332699" cy="355600"/>
            </a:xfrm>
            <a:prstGeom prst="rect">
              <a:avLst/>
            </a:prstGeom>
          </p:spPr>
        </p:pic>
        <p:sp>
          <p:nvSpPr>
            <p:cNvPr id="1005" name="按键 6">
              <a:extLst>
                <a:ext uri="{FF2B5EF4-FFF2-40B4-BE49-F238E27FC236}">
                  <a16:creationId xmlns:a16="http://schemas.microsoft.com/office/drawing/2014/main" id="{AD8D7311-27D5-AA06-C26A-C71939BC75C3}"/>
                </a:ext>
              </a:extLst>
            </p:cNvPr>
            <p:cNvSpPr/>
            <p:nvPr/>
          </p:nvSpPr>
          <p:spPr>
            <a:xfrm>
              <a:off x="2584450" y="4832350"/>
              <a:ext cx="139700" cy="1397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6+</a:t>
              </a:r>
            </a:p>
          </p:txBody>
        </p:sp>
      </p:grpSp>
      <p:cxnSp>
        <p:nvCxnSpPr>
          <p:cNvPr id="1006" name="单联开关 6 连线">
            <a:extLst>
              <a:ext uri="{FF2B5EF4-FFF2-40B4-BE49-F238E27FC236}">
                <a16:creationId xmlns:a16="http://schemas.microsoft.com/office/drawing/2014/main" id="{D27498F0-E258-0C15-244B-5EFEF48669F2}"/>
              </a:ext>
            </a:extLst>
          </p:cNvPr>
          <p:cNvCxnSpPr>
            <a:cxnSpLocks/>
            <a:stCxn id="1003" idx="3"/>
            <a:endCxn id="1010" idx="1"/>
          </p:cNvCxnSpPr>
          <p:nvPr/>
        </p:nvCxnSpPr>
        <p:spPr>
          <a:xfrm flipV="1">
            <a:off x="1981737" y="3929569"/>
            <a:ext cx="1079282" cy="26481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1010" name="单联开关 6 位置点">
            <a:extLst>
              <a:ext uri="{FF2B5EF4-FFF2-40B4-BE49-F238E27FC236}">
                <a16:creationId xmlns:a16="http://schemas.microsoft.com/office/drawing/2014/main" id="{DF049006-D3FB-1283-3F9D-E8029257E0BB}"/>
              </a:ext>
            </a:extLst>
          </p:cNvPr>
          <p:cNvSpPr/>
          <p:nvPr/>
        </p:nvSpPr>
        <p:spPr>
          <a:xfrm>
            <a:off x="3048000" y="39165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3089164B-ED06-D987-C03E-F8A0F36BB438}"/>
              </a:ext>
            </a:extLst>
          </p:cNvPr>
          <p:cNvSpPr/>
          <p:nvPr/>
        </p:nvSpPr>
        <p:spPr>
          <a:xfrm>
            <a:off x="2688614" y="3850804"/>
            <a:ext cx="276836" cy="281453"/>
          </a:xfrm>
          <a:prstGeom prst="rect">
            <a:avLst/>
          </a:prstGeom>
          <a:noFill/>
          <a:ln w="76200">
            <a:solidFill>
              <a:srgbClr val="911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6DCA194D-08CB-2025-1F94-8F29014036A2}"/>
              </a:ext>
            </a:extLst>
          </p:cNvPr>
          <p:cNvSpPr/>
          <p:nvPr/>
        </p:nvSpPr>
        <p:spPr>
          <a:xfrm>
            <a:off x="3491060" y="3837782"/>
            <a:ext cx="276836" cy="281453"/>
          </a:xfrm>
          <a:prstGeom prst="rect">
            <a:avLst/>
          </a:prstGeom>
          <a:noFill/>
          <a:ln w="76200">
            <a:solidFill>
              <a:srgbClr val="B3A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1" name="Rectangle 1020">
            <a:extLst>
              <a:ext uri="{FF2B5EF4-FFF2-40B4-BE49-F238E27FC236}">
                <a16:creationId xmlns:a16="http://schemas.microsoft.com/office/drawing/2014/main" id="{2952B178-592B-8C9F-3077-058D1DC60DF5}"/>
              </a:ext>
            </a:extLst>
          </p:cNvPr>
          <p:cNvSpPr/>
          <p:nvPr/>
        </p:nvSpPr>
        <p:spPr>
          <a:xfrm>
            <a:off x="6236170" y="6069573"/>
            <a:ext cx="466856" cy="281453"/>
          </a:xfrm>
          <a:prstGeom prst="rect">
            <a:avLst/>
          </a:prstGeom>
          <a:noFill/>
          <a:ln w="76200">
            <a:solidFill>
              <a:srgbClr val="8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3" name="Rectangle 1022">
            <a:extLst>
              <a:ext uri="{FF2B5EF4-FFF2-40B4-BE49-F238E27FC236}">
                <a16:creationId xmlns:a16="http://schemas.microsoft.com/office/drawing/2014/main" id="{E6FE843F-1017-7C0B-E671-E33E7F21E784}"/>
              </a:ext>
            </a:extLst>
          </p:cNvPr>
          <p:cNvSpPr/>
          <p:nvPr/>
        </p:nvSpPr>
        <p:spPr>
          <a:xfrm>
            <a:off x="5248144" y="3168651"/>
            <a:ext cx="377956" cy="1809750"/>
          </a:xfrm>
          <a:prstGeom prst="rect">
            <a:avLst/>
          </a:prstGeom>
          <a:noFill/>
          <a:ln w="76200">
            <a:solidFill>
              <a:srgbClr val="AAF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0783E09-CC9C-3185-813C-CD80B7851F4F}"/>
              </a:ext>
            </a:extLst>
          </p:cNvPr>
          <p:cNvSpPr/>
          <p:nvPr/>
        </p:nvSpPr>
        <p:spPr>
          <a:xfrm>
            <a:off x="6414328" y="4246362"/>
            <a:ext cx="466856" cy="281453"/>
          </a:xfrm>
          <a:prstGeom prst="rect">
            <a:avLst/>
          </a:prstGeom>
          <a:noFill/>
          <a:ln w="76200">
            <a:solidFill>
              <a:srgbClr val="43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0443D89-252B-1E57-4B17-ADE901F73CB2}"/>
              </a:ext>
            </a:extLst>
          </p:cNvPr>
          <p:cNvSpPr/>
          <p:nvPr/>
        </p:nvSpPr>
        <p:spPr>
          <a:xfrm>
            <a:off x="8199150" y="5298170"/>
            <a:ext cx="466856" cy="281453"/>
          </a:xfrm>
          <a:prstGeom prst="rect">
            <a:avLst/>
          </a:prstGeom>
          <a:noFill/>
          <a:ln w="76200">
            <a:solidFill>
              <a:srgbClr val="F03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5264BF9-B848-3C1E-F1FA-20F4C85ACFF5}"/>
              </a:ext>
            </a:extLst>
          </p:cNvPr>
          <p:cNvSpPr/>
          <p:nvPr/>
        </p:nvSpPr>
        <p:spPr>
          <a:xfrm>
            <a:off x="9191494" y="5456400"/>
            <a:ext cx="466856" cy="281453"/>
          </a:xfrm>
          <a:prstGeom prst="rect">
            <a:avLst/>
          </a:prstGeom>
          <a:noFill/>
          <a:ln w="76200">
            <a:solidFill>
              <a:srgbClr val="BFE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DF3085A-ED87-ED58-B555-CC31B218D4FD}"/>
              </a:ext>
            </a:extLst>
          </p:cNvPr>
          <p:cNvSpPr/>
          <p:nvPr/>
        </p:nvSpPr>
        <p:spPr>
          <a:xfrm>
            <a:off x="6555544" y="2467091"/>
            <a:ext cx="466856" cy="281453"/>
          </a:xfrm>
          <a:prstGeom prst="rect">
            <a:avLst/>
          </a:prstGeom>
          <a:noFill/>
          <a:ln w="76200">
            <a:solidFill>
              <a:srgbClr val="E61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C41EF5A-00EF-0D56-53FC-1026BC54E782}"/>
              </a:ext>
            </a:extLst>
          </p:cNvPr>
          <p:cNvSpPr/>
          <p:nvPr/>
        </p:nvSpPr>
        <p:spPr>
          <a:xfrm>
            <a:off x="5653022" y="1470141"/>
            <a:ext cx="466856" cy="281453"/>
          </a:xfrm>
          <a:prstGeom prst="rect">
            <a:avLst/>
          </a:prstGeom>
          <a:noFill/>
          <a:ln w="76200">
            <a:solidFill>
              <a:srgbClr val="469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092853F-358E-A1FE-23CF-3336AA06538E}"/>
              </a:ext>
            </a:extLst>
          </p:cNvPr>
          <p:cNvSpPr/>
          <p:nvPr/>
        </p:nvSpPr>
        <p:spPr>
          <a:xfrm>
            <a:off x="4009259" y="2221822"/>
            <a:ext cx="466856" cy="281453"/>
          </a:xfrm>
          <a:prstGeom prst="rect">
            <a:avLst/>
          </a:prstGeom>
          <a:noFill/>
          <a:ln w="76200">
            <a:solidFill>
              <a:srgbClr val="FAB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30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二层插座平面图：Blender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4247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6311" y="926340"/>
            <a:ext cx="3635855" cy="4796943"/>
            <a:chOff x="356311" y="926340"/>
            <a:chExt cx="3635855" cy="4796943"/>
          </a:xfrm>
        </p:grpSpPr>
        <p:sp>
          <p:nvSpPr>
            <p:cNvPr id="5" name="墙_GF_Wall_Shell"/>
            <p:cNvSpPr/>
            <p:nvPr/>
          </p:nvSpPr>
          <p:spPr>
            <a:xfrm>
              <a:off x="2603764" y="4099465"/>
              <a:ext cx="49507" cy="415573"/>
            </a:xfrm>
            <a:custGeom>
              <a:avLst/>
              <a:gdLst/>
              <a:ahLst/>
              <a:cxnLst/>
              <a:rect l="l" t="t" r="r" b="b"/>
              <a:pathLst>
                <a:path w="49507" h="415573">
                  <a:moveTo>
                    <a:pt x="49507" y="76297"/>
                  </a:moveTo>
                  <a:lnTo>
                    <a:pt x="49507" y="0"/>
                  </a:lnTo>
                  <a:lnTo>
                    <a:pt x="0" y="0"/>
                  </a:lnTo>
                  <a:lnTo>
                    <a:pt x="0" y="76297"/>
                  </a:lnTo>
                  <a:close/>
                  <a:moveTo>
                    <a:pt x="49507" y="415573"/>
                  </a:moveTo>
                  <a:lnTo>
                    <a:pt x="49507" y="353886"/>
                  </a:lnTo>
                  <a:lnTo>
                    <a:pt x="0" y="353886"/>
                  </a:lnTo>
                  <a:lnTo>
                    <a:pt x="0" y="41557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墙_FF_Wall_Shell"/>
            <p:cNvSpPr/>
            <p:nvPr/>
          </p:nvSpPr>
          <p:spPr>
            <a:xfrm>
              <a:off x="356311" y="926340"/>
              <a:ext cx="3635855" cy="4796943"/>
            </a:xfrm>
            <a:custGeom>
              <a:avLst/>
              <a:gdLst/>
              <a:ahLst/>
              <a:cxnLst/>
              <a:rect l="l" t="t" r="r" b="b"/>
              <a:pathLst>
                <a:path w="3635855" h="4796943">
                  <a:moveTo>
                    <a:pt x="1498370" y="4271390"/>
                  </a:moveTo>
                  <a:lnTo>
                    <a:pt x="1498370" y="4222690"/>
                  </a:lnTo>
                  <a:lnTo>
                    <a:pt x="1509529" y="4222690"/>
                  </a:lnTo>
                  <a:lnTo>
                    <a:pt x="1509529" y="3735690"/>
                  </a:lnTo>
                  <a:lnTo>
                    <a:pt x="1509529" y="2997075"/>
                  </a:lnTo>
                  <a:lnTo>
                    <a:pt x="1032932" y="2997075"/>
                  </a:lnTo>
                  <a:lnTo>
                    <a:pt x="1032932" y="2972644"/>
                  </a:lnTo>
                  <a:lnTo>
                    <a:pt x="1533876" y="2972644"/>
                  </a:lnTo>
                  <a:lnTo>
                    <a:pt x="1533876" y="2972725"/>
                  </a:lnTo>
                  <a:lnTo>
                    <a:pt x="2272409" y="2972725"/>
                  </a:lnTo>
                  <a:lnTo>
                    <a:pt x="2478421" y="2972725"/>
                  </a:lnTo>
                  <a:lnTo>
                    <a:pt x="2478421" y="2972725"/>
                  </a:lnTo>
                  <a:lnTo>
                    <a:pt x="2478421" y="3021425"/>
                  </a:lnTo>
                  <a:lnTo>
                    <a:pt x="2478421" y="3021425"/>
                  </a:lnTo>
                  <a:lnTo>
                    <a:pt x="2296757" y="3021425"/>
                  </a:lnTo>
                  <a:lnTo>
                    <a:pt x="2296757" y="3183880"/>
                  </a:lnTo>
                  <a:lnTo>
                    <a:pt x="2248062" y="3183880"/>
                  </a:lnTo>
                  <a:lnTo>
                    <a:pt x="2248062" y="3021425"/>
                  </a:lnTo>
                  <a:lnTo>
                    <a:pt x="1558224" y="3021425"/>
                  </a:lnTo>
                  <a:lnTo>
                    <a:pt x="1558224" y="3711340"/>
                  </a:lnTo>
                  <a:lnTo>
                    <a:pt x="2248062" y="3711340"/>
                  </a:lnTo>
                  <a:lnTo>
                    <a:pt x="2248062" y="3588251"/>
                  </a:lnTo>
                  <a:lnTo>
                    <a:pt x="2296757" y="3588251"/>
                  </a:lnTo>
                  <a:lnTo>
                    <a:pt x="2296757" y="3735690"/>
                  </a:lnTo>
                  <a:lnTo>
                    <a:pt x="2296757" y="4247040"/>
                  </a:lnTo>
                  <a:lnTo>
                    <a:pt x="2248062" y="4247040"/>
                  </a:lnTo>
                  <a:lnTo>
                    <a:pt x="2248062" y="3760040"/>
                  </a:lnTo>
                  <a:lnTo>
                    <a:pt x="1558224" y="3760040"/>
                  </a:lnTo>
                  <a:lnTo>
                    <a:pt x="1558224" y="4222690"/>
                  </a:lnTo>
                  <a:lnTo>
                    <a:pt x="1947739" y="4222690"/>
                  </a:lnTo>
                  <a:lnTo>
                    <a:pt x="1947739" y="4271390"/>
                  </a:lnTo>
                  <a:lnTo>
                    <a:pt x="1558224" y="4271390"/>
                  </a:lnTo>
                  <a:lnTo>
                    <a:pt x="1558224" y="4502714"/>
                  </a:lnTo>
                  <a:lnTo>
                    <a:pt x="1558224" y="4703601"/>
                  </a:lnTo>
                  <a:lnTo>
                    <a:pt x="1893607" y="4703601"/>
                  </a:lnTo>
                  <a:lnTo>
                    <a:pt x="1893607" y="4750272"/>
                  </a:lnTo>
                  <a:lnTo>
                    <a:pt x="1893607" y="4796943"/>
                  </a:lnTo>
                  <a:lnTo>
                    <a:pt x="1533876" y="4796943"/>
                  </a:lnTo>
                  <a:lnTo>
                    <a:pt x="1533876" y="4750272"/>
                  </a:lnTo>
                  <a:lnTo>
                    <a:pt x="1522717" y="4750272"/>
                  </a:lnTo>
                  <a:lnTo>
                    <a:pt x="1487211" y="4750272"/>
                  </a:lnTo>
                  <a:lnTo>
                    <a:pt x="1487211" y="4549385"/>
                  </a:lnTo>
                  <a:lnTo>
                    <a:pt x="256458" y="4549385"/>
                  </a:lnTo>
                  <a:lnTo>
                    <a:pt x="46666" y="4549385"/>
                  </a:lnTo>
                  <a:lnTo>
                    <a:pt x="46666" y="4502714"/>
                  </a:lnTo>
                  <a:lnTo>
                    <a:pt x="0" y="4502714"/>
                  </a:lnTo>
                  <a:lnTo>
                    <a:pt x="0" y="1523902"/>
                  </a:lnTo>
                  <a:lnTo>
                    <a:pt x="46666" y="1523902"/>
                  </a:lnTo>
                  <a:lnTo>
                    <a:pt x="46666" y="1477231"/>
                  </a:lnTo>
                  <a:lnTo>
                    <a:pt x="700673" y="1477231"/>
                  </a:lnTo>
                  <a:lnTo>
                    <a:pt x="764341" y="1477231"/>
                  </a:lnTo>
                  <a:lnTo>
                    <a:pt x="1533876" y="1477231"/>
                  </a:lnTo>
                  <a:lnTo>
                    <a:pt x="1638772" y="1477231"/>
                  </a:lnTo>
                  <a:lnTo>
                    <a:pt x="1638772" y="1523902"/>
                  </a:lnTo>
                  <a:lnTo>
                    <a:pt x="1638772" y="1570573"/>
                  </a:lnTo>
                  <a:lnTo>
                    <a:pt x="1558224" y="1570573"/>
                  </a:lnTo>
                  <a:lnTo>
                    <a:pt x="1558224" y="2215400"/>
                  </a:lnTo>
                  <a:lnTo>
                    <a:pt x="1558224" y="2546600"/>
                  </a:lnTo>
                  <a:lnTo>
                    <a:pt x="1985234" y="2546600"/>
                  </a:lnTo>
                  <a:lnTo>
                    <a:pt x="1985234" y="2595300"/>
                  </a:lnTo>
                  <a:lnTo>
                    <a:pt x="1533876" y="2595300"/>
                  </a:lnTo>
                  <a:lnTo>
                    <a:pt x="1533876" y="2570950"/>
                  </a:lnTo>
                  <a:lnTo>
                    <a:pt x="1509529" y="2570950"/>
                  </a:lnTo>
                  <a:lnTo>
                    <a:pt x="1509529" y="2239994"/>
                  </a:lnTo>
                  <a:lnTo>
                    <a:pt x="1057847" y="2239994"/>
                  </a:lnTo>
                  <a:lnTo>
                    <a:pt x="1057847" y="2570950"/>
                  </a:lnTo>
                  <a:lnTo>
                    <a:pt x="1008016" y="2570950"/>
                  </a:lnTo>
                  <a:lnTo>
                    <a:pt x="1008016" y="2239994"/>
                  </a:lnTo>
                  <a:lnTo>
                    <a:pt x="692395" y="2239994"/>
                  </a:lnTo>
                  <a:lnTo>
                    <a:pt x="692395" y="2190847"/>
                  </a:lnTo>
                  <a:lnTo>
                    <a:pt x="667480" y="2190847"/>
                  </a:lnTo>
                  <a:lnTo>
                    <a:pt x="667480" y="2141701"/>
                  </a:lnTo>
                  <a:lnTo>
                    <a:pt x="717310" y="2141701"/>
                  </a:lnTo>
                  <a:lnTo>
                    <a:pt x="717310" y="2190847"/>
                  </a:lnTo>
                  <a:lnTo>
                    <a:pt x="1032932" y="2190847"/>
                  </a:lnTo>
                  <a:lnTo>
                    <a:pt x="1509529" y="2190847"/>
                  </a:lnTo>
                  <a:lnTo>
                    <a:pt x="1509529" y="1570573"/>
                  </a:lnTo>
                  <a:lnTo>
                    <a:pt x="764341" y="1570573"/>
                  </a:lnTo>
                  <a:lnTo>
                    <a:pt x="717310" y="1570573"/>
                  </a:lnTo>
                  <a:lnTo>
                    <a:pt x="717310" y="1854940"/>
                  </a:lnTo>
                  <a:lnTo>
                    <a:pt x="667480" y="1854940"/>
                  </a:lnTo>
                  <a:lnTo>
                    <a:pt x="667480" y="1570573"/>
                  </a:lnTo>
                  <a:lnTo>
                    <a:pt x="93331" y="1570573"/>
                  </a:lnTo>
                  <a:lnTo>
                    <a:pt x="93331" y="4456043"/>
                  </a:lnTo>
                  <a:lnTo>
                    <a:pt x="256458" y="4456043"/>
                  </a:lnTo>
                  <a:lnTo>
                    <a:pt x="1509529" y="4456043"/>
                  </a:lnTo>
                  <a:lnTo>
                    <a:pt x="1509529" y="4271390"/>
                  </a:lnTo>
                  <a:close/>
                  <a:moveTo>
                    <a:pt x="2296757" y="4583881"/>
                  </a:moveTo>
                  <a:lnTo>
                    <a:pt x="2296757" y="4673164"/>
                  </a:lnTo>
                  <a:lnTo>
                    <a:pt x="2464428" y="4673164"/>
                  </a:lnTo>
                  <a:lnTo>
                    <a:pt x="2464428" y="4697514"/>
                  </a:lnTo>
                  <a:lnTo>
                    <a:pt x="2488978" y="4697514"/>
                  </a:lnTo>
                  <a:lnTo>
                    <a:pt x="2488978" y="4703601"/>
                  </a:lnTo>
                  <a:lnTo>
                    <a:pt x="2610674" y="4703601"/>
                  </a:lnTo>
                  <a:lnTo>
                    <a:pt x="2610674" y="4750272"/>
                  </a:lnTo>
                  <a:lnTo>
                    <a:pt x="2610674" y="4796943"/>
                  </a:lnTo>
                  <a:lnTo>
                    <a:pt x="2464428" y="4796943"/>
                  </a:lnTo>
                  <a:lnTo>
                    <a:pt x="2306090" y="4796943"/>
                  </a:lnTo>
                  <a:lnTo>
                    <a:pt x="2306090" y="4750272"/>
                  </a:lnTo>
                  <a:lnTo>
                    <a:pt x="2306090" y="4721864"/>
                  </a:lnTo>
                  <a:lnTo>
                    <a:pt x="2272409" y="4721864"/>
                  </a:lnTo>
                  <a:lnTo>
                    <a:pt x="2272409" y="4697514"/>
                  </a:lnTo>
                  <a:lnTo>
                    <a:pt x="2248062" y="4697514"/>
                  </a:lnTo>
                  <a:lnTo>
                    <a:pt x="2248062" y="4583881"/>
                  </a:lnTo>
                  <a:close/>
                  <a:moveTo>
                    <a:pt x="3535828" y="582370"/>
                  </a:moveTo>
                  <a:lnTo>
                    <a:pt x="3535828" y="533670"/>
                  </a:lnTo>
                  <a:lnTo>
                    <a:pt x="3538466" y="533670"/>
                  </a:lnTo>
                  <a:lnTo>
                    <a:pt x="3538466" y="93342"/>
                  </a:lnTo>
                  <a:lnTo>
                    <a:pt x="3221505" y="93342"/>
                  </a:lnTo>
                  <a:lnTo>
                    <a:pt x="2319075" y="93342"/>
                  </a:lnTo>
                  <a:lnTo>
                    <a:pt x="2319075" y="682611"/>
                  </a:lnTo>
                  <a:lnTo>
                    <a:pt x="2272409" y="682611"/>
                  </a:lnTo>
                  <a:lnTo>
                    <a:pt x="2225663" y="682611"/>
                  </a:lnTo>
                  <a:lnTo>
                    <a:pt x="2225663" y="46671"/>
                  </a:lnTo>
                  <a:lnTo>
                    <a:pt x="2272409" y="46671"/>
                  </a:lnTo>
                  <a:lnTo>
                    <a:pt x="2272409" y="0"/>
                  </a:lnTo>
                  <a:lnTo>
                    <a:pt x="3221505" y="0"/>
                  </a:lnTo>
                  <a:lnTo>
                    <a:pt x="3587161" y="0"/>
                  </a:lnTo>
                  <a:lnTo>
                    <a:pt x="3587161" y="46671"/>
                  </a:lnTo>
                  <a:lnTo>
                    <a:pt x="3635855" y="46671"/>
                  </a:lnTo>
                  <a:lnTo>
                    <a:pt x="3635855" y="558020"/>
                  </a:lnTo>
                  <a:lnTo>
                    <a:pt x="3635855" y="1174886"/>
                  </a:lnTo>
                  <a:lnTo>
                    <a:pt x="3635855" y="1523902"/>
                  </a:lnTo>
                  <a:lnTo>
                    <a:pt x="3635855" y="2497901"/>
                  </a:lnTo>
                  <a:lnTo>
                    <a:pt x="3635855" y="2997075"/>
                  </a:lnTo>
                  <a:lnTo>
                    <a:pt x="3635855" y="4750272"/>
                  </a:lnTo>
                  <a:lnTo>
                    <a:pt x="3587161" y="4750272"/>
                  </a:lnTo>
                  <a:lnTo>
                    <a:pt x="3587161" y="4796943"/>
                  </a:lnTo>
                  <a:lnTo>
                    <a:pt x="3027093" y="4796943"/>
                  </a:lnTo>
                  <a:lnTo>
                    <a:pt x="3027093" y="4750272"/>
                  </a:lnTo>
                  <a:lnTo>
                    <a:pt x="3027093" y="4703601"/>
                  </a:lnTo>
                  <a:lnTo>
                    <a:pt x="3538466" y="4703601"/>
                  </a:lnTo>
                  <a:lnTo>
                    <a:pt x="3538466" y="3021425"/>
                  </a:lnTo>
                  <a:lnTo>
                    <a:pt x="3331433" y="3021425"/>
                  </a:lnTo>
                  <a:lnTo>
                    <a:pt x="3332042" y="3001174"/>
                  </a:lnTo>
                  <a:lnTo>
                    <a:pt x="3333178" y="2972725"/>
                  </a:lnTo>
                  <a:lnTo>
                    <a:pt x="3538466" y="2972725"/>
                  </a:lnTo>
                  <a:lnTo>
                    <a:pt x="3538466" y="2497901"/>
                  </a:lnTo>
                  <a:lnTo>
                    <a:pt x="3538466" y="1548252"/>
                  </a:lnTo>
                  <a:lnTo>
                    <a:pt x="3166197" y="1548252"/>
                  </a:lnTo>
                  <a:lnTo>
                    <a:pt x="3166197" y="1499552"/>
                  </a:lnTo>
                  <a:lnTo>
                    <a:pt x="3166197" y="1499065"/>
                  </a:lnTo>
                  <a:lnTo>
                    <a:pt x="3217245" y="1499065"/>
                  </a:lnTo>
                  <a:lnTo>
                    <a:pt x="3217245" y="1499552"/>
                  </a:lnTo>
                  <a:lnTo>
                    <a:pt x="3538466" y="1499552"/>
                  </a:lnTo>
                  <a:lnTo>
                    <a:pt x="3538466" y="1491435"/>
                  </a:lnTo>
                  <a:lnTo>
                    <a:pt x="3538466" y="1174886"/>
                  </a:lnTo>
                  <a:lnTo>
                    <a:pt x="3538466" y="582370"/>
                  </a:lnTo>
                  <a:close/>
                  <a:moveTo>
                    <a:pt x="2795875" y="2558775"/>
                  </a:moveTo>
                  <a:lnTo>
                    <a:pt x="2795875" y="2530367"/>
                  </a:lnTo>
                  <a:lnTo>
                    <a:pt x="2456231" y="2530367"/>
                  </a:lnTo>
                  <a:lnTo>
                    <a:pt x="2456231" y="2570950"/>
                  </a:lnTo>
                  <a:lnTo>
                    <a:pt x="2431640" y="2570950"/>
                  </a:lnTo>
                  <a:lnTo>
                    <a:pt x="2431640" y="2595300"/>
                  </a:lnTo>
                  <a:lnTo>
                    <a:pt x="2362291" y="2595300"/>
                  </a:lnTo>
                  <a:lnTo>
                    <a:pt x="2361074" y="2546600"/>
                  </a:lnTo>
                  <a:lnTo>
                    <a:pt x="2407050" y="2546600"/>
                  </a:lnTo>
                  <a:lnTo>
                    <a:pt x="2407050" y="2506017"/>
                  </a:lnTo>
                  <a:lnTo>
                    <a:pt x="2431640" y="2506017"/>
                  </a:lnTo>
                  <a:lnTo>
                    <a:pt x="2431640" y="2481667"/>
                  </a:lnTo>
                  <a:lnTo>
                    <a:pt x="2795875" y="2481667"/>
                  </a:lnTo>
                  <a:lnTo>
                    <a:pt x="2795875" y="1548252"/>
                  </a:lnTo>
                  <a:lnTo>
                    <a:pt x="2272409" y="1548252"/>
                  </a:lnTo>
                  <a:lnTo>
                    <a:pt x="2272409" y="1570573"/>
                  </a:lnTo>
                  <a:lnTo>
                    <a:pt x="2052229" y="1570573"/>
                  </a:lnTo>
                  <a:lnTo>
                    <a:pt x="2052229" y="1523902"/>
                  </a:lnTo>
                  <a:lnTo>
                    <a:pt x="2052229" y="1477231"/>
                  </a:lnTo>
                  <a:lnTo>
                    <a:pt x="2225663" y="1477231"/>
                  </a:lnTo>
                  <a:lnTo>
                    <a:pt x="2225663" y="1441112"/>
                  </a:lnTo>
                  <a:lnTo>
                    <a:pt x="2272409" y="1441112"/>
                  </a:lnTo>
                  <a:lnTo>
                    <a:pt x="2319075" y="1441112"/>
                  </a:lnTo>
                  <a:lnTo>
                    <a:pt x="2319075" y="1499552"/>
                  </a:lnTo>
                  <a:lnTo>
                    <a:pt x="2828338" y="1499552"/>
                  </a:lnTo>
                  <a:lnTo>
                    <a:pt x="2828338" y="1523902"/>
                  </a:lnTo>
                  <a:lnTo>
                    <a:pt x="2844570" y="1523902"/>
                  </a:lnTo>
                  <a:lnTo>
                    <a:pt x="2844570" y="2506017"/>
                  </a:lnTo>
                  <a:lnTo>
                    <a:pt x="2844570" y="2558775"/>
                  </a:lnTo>
                  <a:close/>
                  <a:moveTo>
                    <a:pt x="2272409" y="1090878"/>
                  </a:moveTo>
                  <a:lnTo>
                    <a:pt x="2225663" y="1090878"/>
                  </a:lnTo>
                  <a:lnTo>
                    <a:pt x="2225663" y="1174886"/>
                  </a:lnTo>
                  <a:lnTo>
                    <a:pt x="2225663" y="1247936"/>
                  </a:lnTo>
                  <a:lnTo>
                    <a:pt x="2272409" y="1247936"/>
                  </a:lnTo>
                  <a:lnTo>
                    <a:pt x="2319075" y="1247936"/>
                  </a:lnTo>
                  <a:lnTo>
                    <a:pt x="2319075" y="1174886"/>
                  </a:lnTo>
                  <a:lnTo>
                    <a:pt x="2319075" y="109087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Wall_FF_MasterBath_DoorInfill"/>
            <p:cNvSpPr/>
            <p:nvPr/>
          </p:nvSpPr>
          <p:spPr>
            <a:xfrm>
              <a:off x="2303888" y="5148949"/>
              <a:ext cx="348977" cy="361191"/>
            </a:xfrm>
            <a:custGeom>
              <a:avLst/>
              <a:gdLst/>
              <a:ahLst/>
              <a:cxnLst/>
              <a:rect l="l" t="t" r="r" b="b"/>
              <a:pathLst>
                <a:path w="348977" h="361191">
                  <a:moveTo>
                    <a:pt x="0" y="48699"/>
                  </a:moveTo>
                  <a:lnTo>
                    <a:pt x="0" y="0"/>
                  </a:lnTo>
                  <a:lnTo>
                    <a:pt x="23535" y="0"/>
                  </a:lnTo>
                  <a:lnTo>
                    <a:pt x="23535" y="48699"/>
                  </a:lnTo>
                  <a:close/>
                  <a:moveTo>
                    <a:pt x="348977" y="333594"/>
                  </a:moveTo>
                  <a:lnTo>
                    <a:pt x="348977" y="361191"/>
                  </a:lnTo>
                  <a:lnTo>
                    <a:pt x="300282" y="361191"/>
                  </a:lnTo>
                  <a:lnTo>
                    <a:pt x="300282" y="3335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Wall_FF_Corridor_NorthEnd_Infill"/>
            <p:cNvSpPr/>
            <p:nvPr/>
          </p:nvSpPr>
          <p:spPr>
            <a:xfrm>
              <a:off x="1865637" y="3497615"/>
              <a:ext cx="48695" cy="23944"/>
            </a:xfrm>
            <a:custGeom>
              <a:avLst/>
              <a:gdLst/>
              <a:ahLst/>
              <a:cxnLst/>
              <a:rect l="l" t="t" r="r" b="b"/>
              <a:pathLst>
                <a:path w="48695" h="23944">
                  <a:moveTo>
                    <a:pt x="48695" y="0"/>
                  </a:moveTo>
                  <a:lnTo>
                    <a:pt x="48695" y="23944"/>
                  </a:lnTo>
                  <a:lnTo>
                    <a:pt x="0" y="23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Wall_FF_Study_North_FlushInfill"/>
            <p:cNvSpPr/>
            <p:nvPr/>
          </p:nvSpPr>
          <p:spPr>
            <a:xfrm>
              <a:off x="2628517" y="2474511"/>
              <a:ext cx="523466" cy="22321"/>
            </a:xfrm>
            <a:custGeom>
              <a:avLst/>
              <a:gdLst/>
              <a:ahLst/>
              <a:cxnLst/>
              <a:rect l="l" t="t" r="r" b="b"/>
              <a:pathLst>
                <a:path w="523466" h="22321">
                  <a:moveTo>
                    <a:pt x="523466" y="0"/>
                  </a:moveTo>
                  <a:lnTo>
                    <a:pt x="523466" y="22321"/>
                  </a:lnTo>
                  <a:lnTo>
                    <a:pt x="0" y="223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Wall_FF_NarrowWindow_LowerInfill"/>
            <p:cNvSpPr/>
            <p:nvPr/>
          </p:nvSpPr>
          <p:spPr>
            <a:xfrm>
              <a:off x="2581852" y="2174195"/>
              <a:ext cx="93331" cy="193176"/>
            </a:xfrm>
            <a:custGeom>
              <a:avLst/>
              <a:gdLst/>
              <a:ahLst/>
              <a:cxnLst/>
              <a:rect l="l" t="t" r="r" b="b"/>
              <a:pathLst>
                <a:path w="93331" h="193176">
                  <a:moveTo>
                    <a:pt x="93331" y="0"/>
                  </a:moveTo>
                  <a:lnTo>
                    <a:pt x="93331" y="193176"/>
                  </a:lnTo>
                  <a:lnTo>
                    <a:pt x="0" y="193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007" name="墙_V39_Partition_Bed_Bath_S"/>
            <p:cNvSpPr/>
            <p:nvPr/>
          </p:nvSpPr>
          <p:spPr>
            <a:xfrm>
              <a:off x="3480817" y="2013566"/>
              <a:ext cx="413949" cy="64933"/>
            </a:xfrm>
            <a:custGeom>
              <a:avLst/>
              <a:gdLst/>
              <a:ahLst/>
              <a:cxnLst/>
              <a:rect l="l" t="t" r="r" b="b"/>
              <a:pathLst>
                <a:path w="413949" h="64933">
                  <a:moveTo>
                    <a:pt x="0" y="64933"/>
                  </a:moveTo>
                  <a:lnTo>
                    <a:pt x="413949" y="64933"/>
                  </a:lnTo>
                  <a:lnTo>
                    <a:pt x="413949" y="20292"/>
                  </a:lnTo>
                  <a:lnTo>
                    <a:pt x="44642" y="20292"/>
                  </a:lnTo>
                  <a:lnTo>
                    <a:pt x="446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006" name="墙_V39_Partition_Bed_Bath_W"/>
            <p:cNvSpPr/>
            <p:nvPr/>
          </p:nvSpPr>
          <p:spPr>
            <a:xfrm>
              <a:off x="3480817" y="1043626"/>
              <a:ext cx="44642" cy="702090"/>
            </a:xfrm>
            <a:custGeom>
              <a:avLst/>
              <a:gdLst/>
              <a:ahLst/>
              <a:cxnLst/>
              <a:rect l="l" t="t" r="r" b="b"/>
              <a:pathLst>
                <a:path w="44642" h="702090">
                  <a:moveTo>
                    <a:pt x="0" y="702090"/>
                  </a:moveTo>
                  <a:lnTo>
                    <a:pt x="44642" y="702090"/>
                  </a:lnTo>
                  <a:lnTo>
                    <a:pt x="446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0004" name="墙_V40_Wall_Bed2_North_East"/>
            <p:cNvSpPr/>
            <p:nvPr/>
          </p:nvSpPr>
          <p:spPr>
            <a:xfrm>
              <a:off x="3147628" y="3899065"/>
              <a:ext cx="540164" cy="48700"/>
            </a:xfrm>
            <a:custGeom>
              <a:avLst/>
              <a:gdLst/>
              <a:ahLst/>
              <a:cxnLst/>
              <a:rect l="l" t="t" r="r" b="b"/>
              <a:pathLst>
                <a:path w="540164" h="48700">
                  <a:moveTo>
                    <a:pt x="0" y="48700"/>
                  </a:moveTo>
                  <a:lnTo>
                    <a:pt x="540164" y="48700"/>
                  </a:lnTo>
                  <a:lnTo>
                    <a:pt x="5401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008" name="墙_V39_DoorLeaf_Bath"/>
            <p:cNvSpPr/>
            <p:nvPr/>
          </p:nvSpPr>
          <p:spPr>
            <a:xfrm>
              <a:off x="3212967" y="1745716"/>
              <a:ext cx="267850" cy="16234"/>
            </a:xfrm>
            <a:custGeom>
              <a:avLst/>
              <a:gdLst/>
              <a:ahLst/>
              <a:cxnLst/>
              <a:rect l="l" t="t" r="r" b="b"/>
              <a:pathLst>
                <a:path w="267850" h="16234">
                  <a:moveTo>
                    <a:pt x="0" y="16234"/>
                  </a:moveTo>
                  <a:lnTo>
                    <a:pt x="267850" y="16234"/>
                  </a:lnTo>
                  <a:lnTo>
                    <a:pt x="2678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Landing_Guard"/>
            <p:cNvSpPr/>
            <p:nvPr/>
          </p:nvSpPr>
          <p:spPr>
            <a:xfrm>
              <a:off x="3522508" y="3016257"/>
              <a:ext cx="21263" cy="197437"/>
            </a:xfrm>
            <a:custGeom>
              <a:avLst/>
              <a:gdLst/>
              <a:ahLst/>
              <a:cxnLst/>
              <a:rect l="l" t="t" r="r" b="b"/>
              <a:pathLst>
                <a:path w="21263" h="197437">
                  <a:moveTo>
                    <a:pt x="18138" y="28895"/>
                  </a:moveTo>
                  <a:lnTo>
                    <a:pt x="14689" y="7508"/>
                  </a:lnTo>
                  <a:lnTo>
                    <a:pt x="10631" y="0"/>
                  </a:lnTo>
                  <a:lnTo>
                    <a:pt x="6573" y="7508"/>
                  </a:lnTo>
                  <a:lnTo>
                    <a:pt x="3124" y="28895"/>
                  </a:lnTo>
                  <a:lnTo>
                    <a:pt x="811" y="60915"/>
                  </a:lnTo>
                  <a:lnTo>
                    <a:pt x="0" y="98698"/>
                  </a:lnTo>
                  <a:lnTo>
                    <a:pt x="811" y="136481"/>
                  </a:lnTo>
                  <a:lnTo>
                    <a:pt x="3124" y="168502"/>
                  </a:lnTo>
                  <a:lnTo>
                    <a:pt x="6573" y="189889"/>
                  </a:lnTo>
                  <a:lnTo>
                    <a:pt x="10631" y="197437"/>
                  </a:lnTo>
                  <a:lnTo>
                    <a:pt x="14689" y="189889"/>
                  </a:lnTo>
                  <a:lnTo>
                    <a:pt x="18138" y="168502"/>
                  </a:lnTo>
                  <a:lnTo>
                    <a:pt x="20451" y="136481"/>
                  </a:lnTo>
                  <a:lnTo>
                    <a:pt x="21263" y="98698"/>
                  </a:lnTo>
                  <a:lnTo>
                    <a:pt x="20451" y="6091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Landing_Baluster.009"/>
            <p:cNvSpPr/>
            <p:nvPr/>
          </p:nvSpPr>
          <p:spPr>
            <a:xfrm>
              <a:off x="3528879" y="3506422"/>
              <a:ext cx="8521" cy="8116"/>
            </a:xfrm>
            <a:custGeom>
              <a:avLst/>
              <a:gdLst/>
              <a:ahLst/>
              <a:cxnLst/>
              <a:rect l="l" t="t" r="r" b="b"/>
              <a:pathLst>
                <a:path w="8521" h="8116">
                  <a:moveTo>
                    <a:pt x="7263" y="6939"/>
                  </a:moveTo>
                  <a:lnTo>
                    <a:pt x="5883" y="7832"/>
                  </a:lnTo>
                  <a:lnTo>
                    <a:pt x="4260" y="8116"/>
                  </a:lnTo>
                  <a:lnTo>
                    <a:pt x="2637" y="7832"/>
                  </a:lnTo>
                  <a:lnTo>
                    <a:pt x="1257" y="6939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Landing_Baluster.010"/>
            <p:cNvSpPr/>
            <p:nvPr/>
          </p:nvSpPr>
          <p:spPr>
            <a:xfrm>
              <a:off x="3528879" y="347091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1"/>
                  </a:lnTo>
                  <a:lnTo>
                    <a:pt x="0" y="405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9"/>
                  </a:lnTo>
                  <a:lnTo>
                    <a:pt x="8196" y="560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Landing_Baluster.011"/>
            <p:cNvSpPr/>
            <p:nvPr/>
          </p:nvSpPr>
          <p:spPr>
            <a:xfrm>
              <a:off x="3528879" y="343540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Landing_Baluster.012"/>
            <p:cNvSpPr/>
            <p:nvPr/>
          </p:nvSpPr>
          <p:spPr>
            <a:xfrm>
              <a:off x="3528879" y="339980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Landing_Baluster.013"/>
            <p:cNvSpPr/>
            <p:nvPr/>
          </p:nvSpPr>
          <p:spPr>
            <a:xfrm>
              <a:off x="3528879" y="336397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Landing_Baluster.014"/>
            <p:cNvSpPr/>
            <p:nvPr/>
          </p:nvSpPr>
          <p:spPr>
            <a:xfrm>
              <a:off x="3528879" y="3328139"/>
              <a:ext cx="8521" cy="8158"/>
            </a:xfrm>
            <a:custGeom>
              <a:avLst/>
              <a:gdLst/>
              <a:ahLst/>
              <a:cxnLst/>
              <a:rect l="l" t="t" r="r" b="b"/>
              <a:pathLst>
                <a:path w="8521" h="8158">
                  <a:moveTo>
                    <a:pt x="7263" y="6981"/>
                  </a:moveTo>
                  <a:lnTo>
                    <a:pt x="5883" y="7873"/>
                  </a:lnTo>
                  <a:lnTo>
                    <a:pt x="4260" y="8158"/>
                  </a:lnTo>
                  <a:lnTo>
                    <a:pt x="2637" y="7873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Landing_Baluster.015"/>
            <p:cNvSpPr/>
            <p:nvPr/>
          </p:nvSpPr>
          <p:spPr>
            <a:xfrm>
              <a:off x="3528879" y="329226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913"/>
                  </a:lnTo>
                  <a:lnTo>
                    <a:pt x="4260" y="8198"/>
                  </a:lnTo>
                  <a:lnTo>
                    <a:pt x="2637" y="791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Landing_Baluster.016"/>
            <p:cNvSpPr/>
            <p:nvPr/>
          </p:nvSpPr>
          <p:spPr>
            <a:xfrm>
              <a:off x="3528879" y="325642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873"/>
                  </a:lnTo>
                  <a:lnTo>
                    <a:pt x="4260" y="8198"/>
                  </a:lnTo>
                  <a:lnTo>
                    <a:pt x="2637" y="787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Landing_Baluster.017"/>
            <p:cNvSpPr/>
            <p:nvPr/>
          </p:nvSpPr>
          <p:spPr>
            <a:xfrm>
              <a:off x="3528879" y="3220594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Landing_Baluster.018"/>
            <p:cNvSpPr/>
            <p:nvPr/>
          </p:nvSpPr>
          <p:spPr>
            <a:xfrm>
              <a:off x="3528879" y="3184759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ift_Guide_Duo_-1"/>
            <p:cNvSpPr/>
            <p:nvPr/>
          </p:nvSpPr>
          <p:spPr>
            <a:xfrm>
              <a:off x="1418054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Lift_Guide_Duo_1"/>
            <p:cNvSpPr/>
            <p:nvPr/>
          </p:nvSpPr>
          <p:spPr>
            <a:xfrm>
              <a:off x="1817957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FrameJamb.028"/>
            <p:cNvSpPr/>
            <p:nvPr/>
          </p:nvSpPr>
          <p:spPr>
            <a:xfrm>
              <a:off x="2341545" y="3467868"/>
              <a:ext cx="12336" cy="58845"/>
            </a:xfrm>
            <a:custGeom>
              <a:avLst/>
              <a:gdLst/>
              <a:ahLst/>
              <a:cxnLst/>
              <a:rect l="l" t="t" r="r" b="b"/>
              <a:pathLst>
                <a:path w="12336" h="58845">
                  <a:moveTo>
                    <a:pt x="0" y="0"/>
                  </a:moveTo>
                  <a:lnTo>
                    <a:pt x="12336" y="0"/>
                  </a:lnTo>
                  <a:lnTo>
                    <a:pt x="12336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29"/>
            <p:cNvSpPr/>
            <p:nvPr/>
          </p:nvSpPr>
          <p:spPr>
            <a:xfrm>
              <a:off x="2714220" y="3467868"/>
              <a:ext cx="12295" cy="58845"/>
            </a:xfrm>
            <a:custGeom>
              <a:avLst/>
              <a:gdLst/>
              <a:ahLst/>
              <a:cxnLst/>
              <a:rect l="l" t="t" r="r" b="b"/>
              <a:pathLst>
                <a:path w="12295" h="58845">
                  <a:moveTo>
                    <a:pt x="0" y="0"/>
                  </a:moveTo>
                  <a:lnTo>
                    <a:pt x="12295" y="0"/>
                  </a:lnTo>
                  <a:lnTo>
                    <a:pt x="12295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DoorLeaf.009"/>
            <p:cNvSpPr/>
            <p:nvPr/>
          </p:nvSpPr>
          <p:spPr>
            <a:xfrm>
              <a:off x="2657978" y="3144459"/>
              <a:ext cx="63100" cy="353602"/>
            </a:xfrm>
            <a:custGeom>
              <a:avLst/>
              <a:gdLst/>
              <a:ahLst/>
              <a:cxnLst/>
              <a:rect l="l" t="t" r="r" b="b"/>
              <a:pathLst>
                <a:path w="63100" h="353602">
                  <a:moveTo>
                    <a:pt x="63059" y="350883"/>
                  </a:moveTo>
                  <a:lnTo>
                    <a:pt x="63100" y="350234"/>
                  </a:lnTo>
                  <a:lnTo>
                    <a:pt x="14080" y="1380"/>
                  </a:lnTo>
                  <a:lnTo>
                    <a:pt x="13878" y="772"/>
                  </a:lnTo>
                  <a:lnTo>
                    <a:pt x="13431" y="285"/>
                  </a:lnTo>
                  <a:lnTo>
                    <a:pt x="12863" y="41"/>
                  </a:lnTo>
                  <a:lnTo>
                    <a:pt x="12214" y="0"/>
                  </a:lnTo>
                  <a:lnTo>
                    <a:pt x="1379" y="1543"/>
                  </a:lnTo>
                  <a:lnTo>
                    <a:pt x="771" y="1746"/>
                  </a:lnTo>
                  <a:lnTo>
                    <a:pt x="324" y="2151"/>
                  </a:lnTo>
                  <a:lnTo>
                    <a:pt x="40" y="2720"/>
                  </a:lnTo>
                  <a:lnTo>
                    <a:pt x="0" y="3369"/>
                  </a:lnTo>
                  <a:lnTo>
                    <a:pt x="48897" y="352223"/>
                  </a:lnTo>
                  <a:lnTo>
                    <a:pt x="49100" y="352831"/>
                  </a:lnTo>
                  <a:lnTo>
                    <a:pt x="49546" y="353278"/>
                  </a:lnTo>
                  <a:lnTo>
                    <a:pt x="50114" y="353562"/>
                  </a:lnTo>
                  <a:lnTo>
                    <a:pt x="50723" y="353602"/>
                  </a:lnTo>
                  <a:lnTo>
                    <a:pt x="61720" y="352060"/>
                  </a:lnTo>
                  <a:lnTo>
                    <a:pt x="62329" y="351857"/>
                  </a:lnTo>
                  <a:lnTo>
                    <a:pt x="62816" y="35145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FrameJamb.048"/>
            <p:cNvSpPr/>
            <p:nvPr/>
          </p:nvSpPr>
          <p:spPr>
            <a:xfrm>
              <a:off x="2834852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FrameJamb.049"/>
            <p:cNvSpPr/>
            <p:nvPr/>
          </p:nvSpPr>
          <p:spPr>
            <a:xfrm>
              <a:off x="3130983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PassageJamb_FF"/>
            <p:cNvSpPr/>
            <p:nvPr/>
          </p:nvSpPr>
          <p:spPr>
            <a:xfrm>
              <a:off x="1358078" y="3884455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PassageJamb_FF.001"/>
            <p:cNvSpPr/>
            <p:nvPr/>
          </p:nvSpPr>
          <p:spPr>
            <a:xfrm>
              <a:off x="1358078" y="3497290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PassageLeaf_FF"/>
            <p:cNvSpPr/>
            <p:nvPr/>
          </p:nvSpPr>
          <p:spPr>
            <a:xfrm>
              <a:off x="1010684" y="3504879"/>
              <a:ext cx="379573" cy="65908"/>
            </a:xfrm>
            <a:custGeom>
              <a:avLst/>
              <a:gdLst/>
              <a:ahLst/>
              <a:cxnLst/>
              <a:rect l="l" t="t" r="r" b="b"/>
              <a:pathLst>
                <a:path w="379573" h="65908">
                  <a:moveTo>
                    <a:pt x="379573" y="14042"/>
                  </a:moveTo>
                  <a:lnTo>
                    <a:pt x="2029" y="65908"/>
                  </a:lnTo>
                  <a:lnTo>
                    <a:pt x="0" y="51825"/>
                  </a:lnTo>
                  <a:lnTo>
                    <a:pt x="37754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0005" name="墙_V40_DoorLeaf_Bed2"/>
            <p:cNvSpPr/>
            <p:nvPr/>
          </p:nvSpPr>
          <p:spPr>
            <a:xfrm>
              <a:off x="3114756" y="3947765"/>
              <a:ext cx="16233" cy="283271"/>
            </a:xfrm>
            <a:custGeom>
              <a:avLst/>
              <a:gdLst/>
              <a:ahLst/>
              <a:cxnLst/>
              <a:rect l="l" t="t" r="r" b="b"/>
              <a:pathLst>
                <a:path w="16233" h="283271">
                  <a:moveTo>
                    <a:pt x="0" y="283271"/>
                  </a:moveTo>
                  <a:lnTo>
                    <a:pt x="16233" y="283271"/>
                  </a:lnTo>
                  <a:lnTo>
                    <a:pt x="162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WD_07_10_Study 1 Window_LowerL"/>
            <p:cNvSpPr/>
            <p:nvPr/>
          </p:nvSpPr>
          <p:spPr>
            <a:xfrm>
              <a:off x="2369422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WD_07_10_Study 1 Window_LowerR"/>
            <p:cNvSpPr/>
            <p:nvPr/>
          </p:nvSpPr>
          <p:spPr>
            <a:xfrm>
              <a:off x="2021257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WD_07_10_Study 1 Window_OuterL"/>
            <p:cNvSpPr/>
            <p:nvPr/>
          </p:nvSpPr>
          <p:spPr>
            <a:xfrm>
              <a:off x="2382407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WD_07_10_Study 1 Window_OuterR"/>
            <p:cNvSpPr/>
            <p:nvPr/>
          </p:nvSpPr>
          <p:spPr>
            <a:xfrm>
              <a:off x="1998938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WD_08_11_Study 2 Window_LowerL"/>
            <p:cNvSpPr/>
            <p:nvPr/>
          </p:nvSpPr>
          <p:spPr>
            <a:xfrm>
              <a:off x="2613503" y="1980693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WD_08_11_Study 2 Window_LowerR"/>
            <p:cNvSpPr/>
            <p:nvPr/>
          </p:nvSpPr>
          <p:spPr>
            <a:xfrm>
              <a:off x="2613503" y="1632489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WD_08_11_Study 2 Window_OuterL"/>
            <p:cNvSpPr/>
            <p:nvPr/>
          </p:nvSpPr>
          <p:spPr>
            <a:xfrm>
              <a:off x="2613503" y="1993680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WD_08_11_Study 2 Window_OuterR"/>
            <p:cNvSpPr/>
            <p:nvPr/>
          </p:nvSpPr>
          <p:spPr>
            <a:xfrm>
              <a:off x="2613503" y="1610168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WD_10_16_Bedroom Window (Clear)_LowerL"/>
            <p:cNvSpPr/>
            <p:nvPr/>
          </p:nvSpPr>
          <p:spPr>
            <a:xfrm>
              <a:off x="2991900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10_16_Bedroom Window (Clear)_LowerR"/>
            <p:cNvSpPr/>
            <p:nvPr/>
          </p:nvSpPr>
          <p:spPr>
            <a:xfrm>
              <a:off x="334006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10_16_Bedroom Window (Clear)_OuterL"/>
            <p:cNvSpPr/>
            <p:nvPr/>
          </p:nvSpPr>
          <p:spPr>
            <a:xfrm>
              <a:off x="2969582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10_16_Bedroom Window (Clear)_OuterR"/>
            <p:cNvSpPr/>
            <p:nvPr/>
          </p:nvSpPr>
          <p:spPr>
            <a:xfrm>
              <a:off x="3353051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11_17_Bedroom Window (Frosted)_LowerL"/>
            <p:cNvSpPr/>
            <p:nvPr/>
          </p:nvSpPr>
          <p:spPr>
            <a:xfrm>
              <a:off x="262421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11_17_Bedroom Window (Frosted)_LowerR"/>
            <p:cNvSpPr/>
            <p:nvPr/>
          </p:nvSpPr>
          <p:spPr>
            <a:xfrm>
              <a:off x="2276051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11_17_Bedroom Window (Frosted)_OuterL"/>
            <p:cNvSpPr/>
            <p:nvPr/>
          </p:nvSpPr>
          <p:spPr>
            <a:xfrm>
              <a:off x="2637201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11_17_Bedroom Window (Frosted)_OuterR"/>
            <p:cNvSpPr/>
            <p:nvPr/>
          </p:nvSpPr>
          <p:spPr>
            <a:xfrm>
              <a:off x="2253732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Bifold slim jamb"/>
            <p:cNvSpPr/>
            <p:nvPr/>
          </p:nvSpPr>
          <p:spPr>
            <a:xfrm>
              <a:off x="2596988" y="4515931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8"/>
                  </a:lnTo>
                  <a:lnTo>
                    <a:pt x="52752" y="11566"/>
                  </a:lnTo>
                  <a:lnTo>
                    <a:pt x="52712" y="11809"/>
                  </a:lnTo>
                  <a:lnTo>
                    <a:pt x="52590" y="12012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2"/>
                  </a:lnTo>
                  <a:lnTo>
                    <a:pt x="40" y="11809"/>
                  </a:lnTo>
                  <a:lnTo>
                    <a:pt x="0" y="11566"/>
                  </a:lnTo>
                  <a:lnTo>
                    <a:pt x="0" y="608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Bifold slim jamb.001"/>
            <p:cNvSpPr/>
            <p:nvPr/>
          </p:nvSpPr>
          <p:spPr>
            <a:xfrm>
              <a:off x="2596988" y="4097923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9"/>
                  </a:lnTo>
                  <a:lnTo>
                    <a:pt x="52752" y="11566"/>
                  </a:lnTo>
                  <a:lnTo>
                    <a:pt x="52712" y="11810"/>
                  </a:lnTo>
                  <a:lnTo>
                    <a:pt x="52590" y="12013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3"/>
                  </a:lnTo>
                  <a:lnTo>
                    <a:pt x="40" y="11810"/>
                  </a:lnTo>
                  <a:lnTo>
                    <a:pt x="0" y="11566"/>
                  </a:lnTo>
                  <a:lnTo>
                    <a:pt x="0" y="609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Rear215 jamb"/>
            <p:cNvSpPr/>
            <p:nvPr/>
          </p:nvSpPr>
          <p:spPr>
            <a:xfrm>
              <a:off x="3184649" y="2421834"/>
              <a:ext cx="12174" cy="56816"/>
            </a:xfrm>
            <a:custGeom>
              <a:avLst/>
              <a:gdLst/>
              <a:ahLst/>
              <a:cxnLst/>
              <a:rect l="l" t="t" r="r" b="b"/>
              <a:pathLst>
                <a:path w="12174" h="56816">
                  <a:moveTo>
                    <a:pt x="1502" y="203"/>
                  </a:moveTo>
                  <a:lnTo>
                    <a:pt x="2435" y="0"/>
                  </a:lnTo>
                  <a:lnTo>
                    <a:pt x="9739" y="0"/>
                  </a:lnTo>
                  <a:lnTo>
                    <a:pt x="10672" y="203"/>
                  </a:lnTo>
                  <a:lnTo>
                    <a:pt x="11443" y="730"/>
                  </a:lnTo>
                  <a:lnTo>
                    <a:pt x="11971" y="1501"/>
                  </a:lnTo>
                  <a:lnTo>
                    <a:pt x="12174" y="2435"/>
                  </a:lnTo>
                  <a:lnTo>
                    <a:pt x="12174" y="54381"/>
                  </a:lnTo>
                  <a:lnTo>
                    <a:pt x="11971" y="55315"/>
                  </a:lnTo>
                  <a:lnTo>
                    <a:pt x="11443" y="56126"/>
                  </a:lnTo>
                  <a:lnTo>
                    <a:pt x="10672" y="56654"/>
                  </a:lnTo>
                  <a:lnTo>
                    <a:pt x="9739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690" y="56126"/>
                  </a:lnTo>
                  <a:lnTo>
                    <a:pt x="162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162" y="1501"/>
                  </a:lnTo>
                  <a:lnTo>
                    <a:pt x="690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Rear215 jamb.001"/>
            <p:cNvSpPr/>
            <p:nvPr/>
          </p:nvSpPr>
          <p:spPr>
            <a:xfrm>
              <a:off x="3509725" y="2421834"/>
              <a:ext cx="12783" cy="56816"/>
            </a:xfrm>
            <a:custGeom>
              <a:avLst/>
              <a:gdLst/>
              <a:ahLst/>
              <a:cxnLst/>
              <a:rect l="l" t="t" r="r" b="b"/>
              <a:pathLst>
                <a:path w="12783" h="56816">
                  <a:moveTo>
                    <a:pt x="1502" y="203"/>
                  </a:moveTo>
                  <a:lnTo>
                    <a:pt x="2435" y="0"/>
                  </a:lnTo>
                  <a:lnTo>
                    <a:pt x="10348" y="0"/>
                  </a:lnTo>
                  <a:lnTo>
                    <a:pt x="11281" y="203"/>
                  </a:lnTo>
                  <a:lnTo>
                    <a:pt x="12052" y="730"/>
                  </a:lnTo>
                  <a:lnTo>
                    <a:pt x="12580" y="1501"/>
                  </a:lnTo>
                  <a:lnTo>
                    <a:pt x="12783" y="2435"/>
                  </a:lnTo>
                  <a:lnTo>
                    <a:pt x="12783" y="54381"/>
                  </a:lnTo>
                  <a:lnTo>
                    <a:pt x="12580" y="55315"/>
                  </a:lnTo>
                  <a:lnTo>
                    <a:pt x="12052" y="56126"/>
                  </a:lnTo>
                  <a:lnTo>
                    <a:pt x="11281" y="56654"/>
                  </a:lnTo>
                  <a:lnTo>
                    <a:pt x="10348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731" y="56126"/>
                  </a:lnTo>
                  <a:lnTo>
                    <a:pt x="203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203" y="1501"/>
                  </a:lnTo>
                  <a:lnTo>
                    <a:pt x="731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DoorLeaf_Rear215"/>
            <p:cNvSpPr/>
            <p:nvPr/>
          </p:nvSpPr>
          <p:spPr>
            <a:xfrm>
              <a:off x="3460057" y="2172612"/>
              <a:ext cx="55390" cy="278158"/>
            </a:xfrm>
            <a:custGeom>
              <a:avLst/>
              <a:gdLst/>
              <a:ahLst/>
              <a:cxnLst/>
              <a:rect l="l" t="t" r="r" b="b"/>
              <a:pathLst>
                <a:path w="55390" h="278158">
                  <a:moveTo>
                    <a:pt x="55309" y="274708"/>
                  </a:moveTo>
                  <a:lnTo>
                    <a:pt x="55390" y="273450"/>
                  </a:lnTo>
                  <a:lnTo>
                    <a:pt x="14568" y="2759"/>
                  </a:lnTo>
                  <a:lnTo>
                    <a:pt x="14121" y="1542"/>
                  </a:lnTo>
                  <a:lnTo>
                    <a:pt x="13269" y="609"/>
                  </a:lnTo>
                  <a:lnTo>
                    <a:pt x="12133" y="40"/>
                  </a:lnTo>
                  <a:lnTo>
                    <a:pt x="10875" y="0"/>
                  </a:lnTo>
                  <a:lnTo>
                    <a:pt x="2719" y="1096"/>
                  </a:lnTo>
                  <a:lnTo>
                    <a:pt x="1501" y="1501"/>
                  </a:lnTo>
                  <a:lnTo>
                    <a:pt x="568" y="2354"/>
                  </a:lnTo>
                  <a:lnTo>
                    <a:pt x="41" y="3449"/>
                  </a:lnTo>
                  <a:lnTo>
                    <a:pt x="0" y="4748"/>
                  </a:lnTo>
                  <a:lnTo>
                    <a:pt x="41309" y="275398"/>
                  </a:lnTo>
                  <a:lnTo>
                    <a:pt x="41756" y="276615"/>
                  </a:lnTo>
                  <a:lnTo>
                    <a:pt x="42608" y="277549"/>
                  </a:lnTo>
                  <a:lnTo>
                    <a:pt x="43744" y="278117"/>
                  </a:lnTo>
                  <a:lnTo>
                    <a:pt x="45002" y="278158"/>
                  </a:lnTo>
                  <a:lnTo>
                    <a:pt x="52631" y="277102"/>
                  </a:lnTo>
                  <a:lnTo>
                    <a:pt x="53848" y="276697"/>
                  </a:lnTo>
                  <a:lnTo>
                    <a:pt x="54781" y="275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Room199_Jamb"/>
            <p:cNvSpPr/>
            <p:nvPr/>
          </p:nvSpPr>
          <p:spPr>
            <a:xfrm>
              <a:off x="1040793" y="3071166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Room199_Jamb.001"/>
            <p:cNvSpPr/>
            <p:nvPr/>
          </p:nvSpPr>
          <p:spPr>
            <a:xfrm>
              <a:off x="1040793" y="2799258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DoorLeaf_Room199"/>
            <p:cNvSpPr/>
            <p:nvPr/>
          </p:nvSpPr>
          <p:spPr>
            <a:xfrm>
              <a:off x="784457" y="2786271"/>
              <a:ext cx="265263" cy="51095"/>
            </a:xfrm>
            <a:custGeom>
              <a:avLst/>
              <a:gdLst/>
              <a:ahLst/>
              <a:cxnLst/>
              <a:rect l="l" t="t" r="r" b="b"/>
              <a:pathLst>
                <a:path w="265263" h="51095">
                  <a:moveTo>
                    <a:pt x="265263" y="14610"/>
                  </a:moveTo>
                  <a:lnTo>
                    <a:pt x="2070" y="51095"/>
                  </a:lnTo>
                  <a:lnTo>
                    <a:pt x="0" y="36485"/>
                  </a:lnTo>
                  <a:lnTo>
                    <a:pt x="26319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WR_Carcass"/>
            <p:cNvSpPr/>
            <p:nvPr/>
          </p:nvSpPr>
          <p:spPr>
            <a:xfrm>
              <a:off x="449439" y="4022357"/>
              <a:ext cx="235357" cy="1217498"/>
            </a:xfrm>
            <a:custGeom>
              <a:avLst/>
              <a:gdLst/>
              <a:ahLst/>
              <a:cxnLst/>
              <a:rect l="l" t="t" r="r" b="b"/>
              <a:pathLst>
                <a:path w="235357" h="1217498">
                  <a:moveTo>
                    <a:pt x="244" y="608992"/>
                  </a:moveTo>
                  <a:lnTo>
                    <a:pt x="0" y="609561"/>
                  </a:lnTo>
                  <a:lnTo>
                    <a:pt x="0" y="1216686"/>
                  </a:lnTo>
                  <a:lnTo>
                    <a:pt x="244" y="1217255"/>
                  </a:lnTo>
                  <a:lnTo>
                    <a:pt x="812" y="1217498"/>
                  </a:lnTo>
                  <a:lnTo>
                    <a:pt x="234545" y="1217498"/>
                  </a:lnTo>
                  <a:lnTo>
                    <a:pt x="235113" y="1217255"/>
                  </a:lnTo>
                  <a:lnTo>
                    <a:pt x="235357" y="1216686"/>
                  </a:lnTo>
                  <a:lnTo>
                    <a:pt x="235357" y="609561"/>
                  </a:lnTo>
                  <a:lnTo>
                    <a:pt x="235113" y="608992"/>
                  </a:lnTo>
                  <a:lnTo>
                    <a:pt x="234545" y="608749"/>
                  </a:lnTo>
                  <a:lnTo>
                    <a:pt x="812" y="608749"/>
                  </a:lnTo>
                  <a:close/>
                  <a:moveTo>
                    <a:pt x="244" y="243"/>
                  </a:moveTo>
                  <a:lnTo>
                    <a:pt x="0" y="811"/>
                  </a:lnTo>
                  <a:lnTo>
                    <a:pt x="0" y="607937"/>
                  </a:lnTo>
                  <a:lnTo>
                    <a:pt x="244" y="608505"/>
                  </a:lnTo>
                  <a:lnTo>
                    <a:pt x="812" y="608749"/>
                  </a:lnTo>
                  <a:lnTo>
                    <a:pt x="234545" y="608749"/>
                  </a:lnTo>
                  <a:lnTo>
                    <a:pt x="235113" y="608505"/>
                  </a:lnTo>
                  <a:lnTo>
                    <a:pt x="235357" y="607937"/>
                  </a:lnTo>
                  <a:lnTo>
                    <a:pt x="235357" y="811"/>
                  </a:lnTo>
                  <a:lnTo>
                    <a:pt x="235113" y="243"/>
                  </a:lnTo>
                  <a:lnTo>
                    <a:pt x="234545" y="0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R_Door_L1"/>
            <p:cNvSpPr/>
            <p:nvPr/>
          </p:nvSpPr>
          <p:spPr>
            <a:xfrm>
              <a:off x="684796" y="4479527"/>
              <a:ext cx="8116" cy="759111"/>
            </a:xfrm>
            <a:custGeom>
              <a:avLst/>
              <a:gdLst/>
              <a:ahLst/>
              <a:cxnLst/>
              <a:rect l="l" t="t" r="r" b="b"/>
              <a:pathLst>
                <a:path w="8116" h="759111">
                  <a:moveTo>
                    <a:pt x="7872" y="735410"/>
                  </a:moveTo>
                  <a:lnTo>
                    <a:pt x="7385" y="735572"/>
                  </a:lnTo>
                  <a:lnTo>
                    <a:pt x="7020" y="735816"/>
                  </a:lnTo>
                  <a:lnTo>
                    <a:pt x="6695" y="736181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695" y="737398"/>
                  </a:lnTo>
                  <a:lnTo>
                    <a:pt x="7020" y="737764"/>
                  </a:lnTo>
                  <a:lnTo>
                    <a:pt x="7385" y="738007"/>
                  </a:lnTo>
                  <a:lnTo>
                    <a:pt x="7872" y="738170"/>
                  </a:lnTo>
                  <a:lnTo>
                    <a:pt x="7872" y="738170"/>
                  </a:lnTo>
                  <a:lnTo>
                    <a:pt x="8116" y="738413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2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4"/>
                  </a:lnTo>
                  <a:lnTo>
                    <a:pt x="8116" y="735166"/>
                  </a:lnTo>
                  <a:lnTo>
                    <a:pt x="7872" y="735410"/>
                  </a:lnTo>
                  <a:close/>
                  <a:moveTo>
                    <a:pt x="0" y="608993"/>
                  </a:moveTo>
                  <a:lnTo>
                    <a:pt x="243" y="608750"/>
                  </a:lnTo>
                  <a:lnTo>
                    <a:pt x="7872" y="608750"/>
                  </a:lnTo>
                  <a:lnTo>
                    <a:pt x="8116" y="608993"/>
                  </a:lnTo>
                  <a:lnTo>
                    <a:pt x="8116" y="758867"/>
                  </a:lnTo>
                  <a:lnTo>
                    <a:pt x="7872" y="759111"/>
                  </a:lnTo>
                  <a:lnTo>
                    <a:pt x="243" y="759111"/>
                  </a:lnTo>
                  <a:lnTo>
                    <a:pt x="0" y="758867"/>
                  </a:lnTo>
                  <a:close/>
                  <a:moveTo>
                    <a:pt x="7872" y="126661"/>
                  </a:moveTo>
                  <a:lnTo>
                    <a:pt x="7385" y="126823"/>
                  </a:lnTo>
                  <a:lnTo>
                    <a:pt x="7020" y="127067"/>
                  </a:lnTo>
                  <a:lnTo>
                    <a:pt x="6695" y="127432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695" y="128649"/>
                  </a:lnTo>
                  <a:lnTo>
                    <a:pt x="7020" y="129015"/>
                  </a:lnTo>
                  <a:lnTo>
                    <a:pt x="7385" y="129258"/>
                  </a:lnTo>
                  <a:lnTo>
                    <a:pt x="7872" y="129420"/>
                  </a:lnTo>
                  <a:lnTo>
                    <a:pt x="7872" y="129420"/>
                  </a:lnTo>
                  <a:lnTo>
                    <a:pt x="8116" y="129664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4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9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5"/>
                  </a:lnTo>
                  <a:lnTo>
                    <a:pt x="8116" y="126417"/>
                  </a:lnTo>
                  <a:lnTo>
                    <a:pt x="7872" y="126661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R_Door_L2"/>
            <p:cNvSpPr/>
            <p:nvPr/>
          </p:nvSpPr>
          <p:spPr>
            <a:xfrm>
              <a:off x="684796" y="4327340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6018"/>
                  </a:moveTo>
                  <a:lnTo>
                    <a:pt x="7385" y="736181"/>
                  </a:lnTo>
                  <a:lnTo>
                    <a:pt x="7020" y="736424"/>
                  </a:lnTo>
                  <a:lnTo>
                    <a:pt x="6695" y="736789"/>
                  </a:lnTo>
                  <a:lnTo>
                    <a:pt x="6574" y="737155"/>
                  </a:lnTo>
                  <a:lnTo>
                    <a:pt x="6574" y="737642"/>
                  </a:lnTo>
                  <a:lnTo>
                    <a:pt x="6695" y="738007"/>
                  </a:lnTo>
                  <a:lnTo>
                    <a:pt x="7020" y="738372"/>
                  </a:lnTo>
                  <a:lnTo>
                    <a:pt x="7385" y="738616"/>
                  </a:lnTo>
                  <a:lnTo>
                    <a:pt x="7872" y="738778"/>
                  </a:lnTo>
                  <a:lnTo>
                    <a:pt x="7872" y="738778"/>
                  </a:lnTo>
                  <a:lnTo>
                    <a:pt x="8116" y="739022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1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3"/>
                  </a:lnTo>
                  <a:lnTo>
                    <a:pt x="8116" y="735775"/>
                  </a:lnTo>
                  <a:lnTo>
                    <a:pt x="7872" y="736018"/>
                  </a:lnTo>
                  <a:close/>
                  <a:moveTo>
                    <a:pt x="0" y="608993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759476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6"/>
                  </a:lnTo>
                  <a:close/>
                  <a:moveTo>
                    <a:pt x="7872" y="127269"/>
                  </a:moveTo>
                  <a:lnTo>
                    <a:pt x="7385" y="127432"/>
                  </a:lnTo>
                  <a:lnTo>
                    <a:pt x="7020" y="127675"/>
                  </a:lnTo>
                  <a:lnTo>
                    <a:pt x="6695" y="128040"/>
                  </a:lnTo>
                  <a:lnTo>
                    <a:pt x="6574" y="128406"/>
                  </a:lnTo>
                  <a:lnTo>
                    <a:pt x="6574" y="128893"/>
                  </a:lnTo>
                  <a:lnTo>
                    <a:pt x="6695" y="129258"/>
                  </a:lnTo>
                  <a:lnTo>
                    <a:pt x="7020" y="129623"/>
                  </a:lnTo>
                  <a:lnTo>
                    <a:pt x="7385" y="129867"/>
                  </a:lnTo>
                  <a:lnTo>
                    <a:pt x="7872" y="130029"/>
                  </a:lnTo>
                  <a:lnTo>
                    <a:pt x="7872" y="130029"/>
                  </a:lnTo>
                  <a:lnTo>
                    <a:pt x="8116" y="130272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3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8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4"/>
                  </a:lnTo>
                  <a:lnTo>
                    <a:pt x="8116" y="127026"/>
                  </a:lnTo>
                  <a:lnTo>
                    <a:pt x="7872" y="127269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R_Door_R1"/>
            <p:cNvSpPr/>
            <p:nvPr/>
          </p:nvSpPr>
          <p:spPr>
            <a:xfrm>
              <a:off x="684796" y="4175153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5856"/>
                  </a:moveTo>
                  <a:lnTo>
                    <a:pt x="7426" y="736018"/>
                  </a:lnTo>
                  <a:lnTo>
                    <a:pt x="7020" y="736302"/>
                  </a:lnTo>
                  <a:lnTo>
                    <a:pt x="6736" y="736667"/>
                  </a:lnTo>
                  <a:lnTo>
                    <a:pt x="6574" y="737154"/>
                  </a:lnTo>
                  <a:lnTo>
                    <a:pt x="6574" y="737641"/>
                  </a:lnTo>
                  <a:lnTo>
                    <a:pt x="6736" y="738128"/>
                  </a:lnTo>
                  <a:lnTo>
                    <a:pt x="7020" y="738494"/>
                  </a:lnTo>
                  <a:lnTo>
                    <a:pt x="7426" y="738778"/>
                  </a:lnTo>
                  <a:lnTo>
                    <a:pt x="7872" y="738940"/>
                  </a:lnTo>
                  <a:lnTo>
                    <a:pt x="7872" y="738940"/>
                  </a:lnTo>
                  <a:lnTo>
                    <a:pt x="8116" y="739184"/>
                  </a:lnTo>
                  <a:lnTo>
                    <a:pt x="8116" y="629284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39"/>
                  </a:lnTo>
                  <a:lnTo>
                    <a:pt x="6574" y="630826"/>
                  </a:lnTo>
                  <a:lnTo>
                    <a:pt x="6574" y="631313"/>
                  </a:lnTo>
                  <a:lnTo>
                    <a:pt x="6736" y="631800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5"/>
                  </a:lnTo>
                  <a:lnTo>
                    <a:pt x="8116" y="735612"/>
                  </a:lnTo>
                  <a:lnTo>
                    <a:pt x="7872" y="735856"/>
                  </a:lnTo>
                  <a:close/>
                  <a:moveTo>
                    <a:pt x="0" y="608992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2"/>
                  </a:lnTo>
                  <a:lnTo>
                    <a:pt x="8116" y="759475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5"/>
                  </a:lnTo>
                  <a:close/>
                  <a:moveTo>
                    <a:pt x="7872" y="127107"/>
                  </a:moveTo>
                  <a:lnTo>
                    <a:pt x="7426" y="127269"/>
                  </a:lnTo>
                  <a:lnTo>
                    <a:pt x="7020" y="127553"/>
                  </a:lnTo>
                  <a:lnTo>
                    <a:pt x="6736" y="127918"/>
                  </a:lnTo>
                  <a:lnTo>
                    <a:pt x="6574" y="128405"/>
                  </a:lnTo>
                  <a:lnTo>
                    <a:pt x="6574" y="128892"/>
                  </a:lnTo>
                  <a:lnTo>
                    <a:pt x="6736" y="129379"/>
                  </a:lnTo>
                  <a:lnTo>
                    <a:pt x="7020" y="129745"/>
                  </a:lnTo>
                  <a:lnTo>
                    <a:pt x="7426" y="130029"/>
                  </a:lnTo>
                  <a:lnTo>
                    <a:pt x="7872" y="130191"/>
                  </a:lnTo>
                  <a:lnTo>
                    <a:pt x="7872" y="130191"/>
                  </a:lnTo>
                  <a:lnTo>
                    <a:pt x="8116" y="130434"/>
                  </a:lnTo>
                  <a:lnTo>
                    <a:pt x="8116" y="20535"/>
                  </a:lnTo>
                  <a:lnTo>
                    <a:pt x="7872" y="20778"/>
                  </a:lnTo>
                  <a:lnTo>
                    <a:pt x="7872" y="20778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0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736" y="23051"/>
                  </a:lnTo>
                  <a:lnTo>
                    <a:pt x="7020" y="23416"/>
                  </a:lnTo>
                  <a:lnTo>
                    <a:pt x="7426" y="23700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6"/>
                  </a:lnTo>
                  <a:lnTo>
                    <a:pt x="8116" y="126863"/>
                  </a:lnTo>
                  <a:lnTo>
                    <a:pt x="7872" y="127107"/>
                  </a:lnTo>
                  <a:close/>
                  <a:moveTo>
                    <a:pt x="0" y="243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3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R_Door_R2"/>
            <p:cNvSpPr/>
            <p:nvPr/>
          </p:nvSpPr>
          <p:spPr>
            <a:xfrm>
              <a:off x="684796" y="4023574"/>
              <a:ext cx="8116" cy="759110"/>
            </a:xfrm>
            <a:custGeom>
              <a:avLst/>
              <a:gdLst/>
              <a:ahLst/>
              <a:cxnLst/>
              <a:rect l="l" t="t" r="r" b="b"/>
              <a:pathLst>
                <a:path w="8116" h="759110">
                  <a:moveTo>
                    <a:pt x="7872" y="735247"/>
                  </a:moveTo>
                  <a:lnTo>
                    <a:pt x="7426" y="735410"/>
                  </a:lnTo>
                  <a:lnTo>
                    <a:pt x="7020" y="735694"/>
                  </a:lnTo>
                  <a:lnTo>
                    <a:pt x="6736" y="736059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736" y="737520"/>
                  </a:lnTo>
                  <a:lnTo>
                    <a:pt x="7020" y="737885"/>
                  </a:lnTo>
                  <a:lnTo>
                    <a:pt x="7426" y="738169"/>
                  </a:lnTo>
                  <a:lnTo>
                    <a:pt x="7872" y="738332"/>
                  </a:lnTo>
                  <a:lnTo>
                    <a:pt x="7872" y="738332"/>
                  </a:lnTo>
                  <a:lnTo>
                    <a:pt x="8116" y="738575"/>
                  </a:lnTo>
                  <a:lnTo>
                    <a:pt x="8116" y="758867"/>
                  </a:lnTo>
                  <a:lnTo>
                    <a:pt x="7872" y="759110"/>
                  </a:lnTo>
                  <a:lnTo>
                    <a:pt x="243" y="759110"/>
                  </a:lnTo>
                  <a:lnTo>
                    <a:pt x="0" y="758867"/>
                  </a:lnTo>
                  <a:lnTo>
                    <a:pt x="0" y="608993"/>
                  </a:ln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629285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40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736" y="631801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6"/>
                  </a:lnTo>
                  <a:lnTo>
                    <a:pt x="8116" y="735004"/>
                  </a:lnTo>
                  <a:lnTo>
                    <a:pt x="7872" y="735247"/>
                  </a:lnTo>
                  <a:close/>
                  <a:moveTo>
                    <a:pt x="7872" y="126498"/>
                  </a:moveTo>
                  <a:lnTo>
                    <a:pt x="7426" y="126661"/>
                  </a:lnTo>
                  <a:lnTo>
                    <a:pt x="7020" y="126945"/>
                  </a:lnTo>
                  <a:lnTo>
                    <a:pt x="6736" y="127310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736" y="128771"/>
                  </a:lnTo>
                  <a:lnTo>
                    <a:pt x="7020" y="129136"/>
                  </a:lnTo>
                  <a:lnTo>
                    <a:pt x="7426" y="129420"/>
                  </a:lnTo>
                  <a:lnTo>
                    <a:pt x="7872" y="129583"/>
                  </a:lnTo>
                  <a:lnTo>
                    <a:pt x="7872" y="129583"/>
                  </a:lnTo>
                  <a:lnTo>
                    <a:pt x="8116" y="129826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lnTo>
                    <a:pt x="0" y="244"/>
                  </a:ln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20535"/>
                  </a:lnTo>
                  <a:lnTo>
                    <a:pt x="7872" y="20779"/>
                  </a:lnTo>
                  <a:lnTo>
                    <a:pt x="7872" y="20779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1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736" y="23052"/>
                  </a:lnTo>
                  <a:lnTo>
                    <a:pt x="7020" y="23417"/>
                  </a:lnTo>
                  <a:lnTo>
                    <a:pt x="7426" y="23701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7"/>
                  </a:lnTo>
                  <a:lnTo>
                    <a:pt x="8116" y="126255"/>
                  </a:lnTo>
                  <a:lnTo>
                    <a:pt x="7872" y="1264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5" name="房间名（沿用施工图）"/>
          <p:cNvGrpSpPr/>
          <p:nvPr/>
        </p:nvGrpSpPr>
        <p:grpSpPr>
          <a:xfrm>
            <a:off x="1023096" y="1776807"/>
            <a:ext cx="2852368" cy="3609507"/>
            <a:chOff x="1023096" y="1776807"/>
            <a:chExt cx="2852368" cy="3609507"/>
          </a:xfrm>
        </p:grpSpPr>
        <p:sp>
          <p:nvSpPr>
            <p:cNvPr id="206" name="TextBox 205"/>
            <p:cNvSpPr txBox="1"/>
            <p:nvPr/>
          </p:nvSpPr>
          <p:spPr>
            <a:xfrm>
              <a:off x="1397825" y="2723710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1554812" y="3422893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淋浴间</a:t>
              </a: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2148144" y="4779155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3427795" y="3101350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2407563" y="3053585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3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2471315" y="3595029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走廊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1023096" y="4053428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主卧</a:t>
              </a: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3130877" y="4653573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2</a:t>
              </a: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2148143" y="4165248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衣帽间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2160572" y="5276917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盥洗室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3537105" y="1379940"/>
              <a:ext cx="98457" cy="3500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2874120" y="1926401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4</a:t>
              </a:r>
            </a:p>
          </p:txBody>
        </p:sp>
      </p:grpSp>
      <p:grpSp>
        <p:nvGrpSpPr>
          <p:cNvPr id="218" name="插座 FF-socket-01"/>
          <p:cNvGrpSpPr/>
          <p:nvPr/>
        </p:nvGrpSpPr>
        <p:grpSpPr>
          <a:xfrm>
            <a:off x="3875464" y="3740149"/>
            <a:ext cx="37507" cy="93767"/>
            <a:chOff x="3846841" y="3655758"/>
            <a:chExt cx="37507" cy="93767"/>
          </a:xfrm>
        </p:grpSpPr>
        <p:sp>
          <p:nvSpPr>
            <p:cNvPr id="219" name="Freeform 218"/>
            <p:cNvSpPr/>
            <p:nvPr/>
          </p:nvSpPr>
          <p:spPr>
            <a:xfrm>
              <a:off x="3846841" y="3665135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0" name="Connector 219"/>
            <p:cNvCxnSpPr/>
            <p:nvPr/>
          </p:nvCxnSpPr>
          <p:spPr>
            <a:xfrm flipV="1">
              <a:off x="3884348" y="3655758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1" name="插座 FF-socket-02"/>
          <p:cNvGrpSpPr/>
          <p:nvPr/>
        </p:nvGrpSpPr>
        <p:grpSpPr>
          <a:xfrm>
            <a:off x="3846841" y="4621762"/>
            <a:ext cx="37507" cy="93767"/>
            <a:chOff x="3846841" y="4539661"/>
            <a:chExt cx="37507" cy="93767"/>
          </a:xfrm>
        </p:grpSpPr>
        <p:sp>
          <p:nvSpPr>
            <p:cNvPr id="222" name="Freeform 221"/>
            <p:cNvSpPr/>
            <p:nvPr/>
          </p:nvSpPr>
          <p:spPr>
            <a:xfrm>
              <a:off x="3846841" y="4549038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3" name="Connector 222"/>
            <p:cNvCxnSpPr/>
            <p:nvPr/>
          </p:nvCxnSpPr>
          <p:spPr>
            <a:xfrm flipV="1">
              <a:off x="3884348" y="4539661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4" name="插座 FF-socket-03"/>
          <p:cNvGrpSpPr/>
          <p:nvPr/>
        </p:nvGrpSpPr>
        <p:grpSpPr>
          <a:xfrm>
            <a:off x="3865594" y="5366107"/>
            <a:ext cx="37507" cy="93767"/>
            <a:chOff x="3846841" y="5328600"/>
            <a:chExt cx="37507" cy="93767"/>
          </a:xfrm>
        </p:grpSpPr>
        <p:sp>
          <p:nvSpPr>
            <p:cNvPr id="225" name="Freeform 224"/>
            <p:cNvSpPr/>
            <p:nvPr/>
          </p:nvSpPr>
          <p:spPr>
            <a:xfrm>
              <a:off x="3846841" y="5337977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6" name="Connector 225"/>
            <p:cNvCxnSpPr/>
            <p:nvPr/>
          </p:nvCxnSpPr>
          <p:spPr>
            <a:xfrm flipV="1">
              <a:off x="3884348" y="5328600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7" name="插座 FF-socket-04"/>
          <p:cNvGrpSpPr/>
          <p:nvPr/>
        </p:nvGrpSpPr>
        <p:grpSpPr>
          <a:xfrm>
            <a:off x="2642384" y="4861511"/>
            <a:ext cx="37507" cy="93767"/>
            <a:chOff x="2604993" y="4882996"/>
            <a:chExt cx="37507" cy="93767"/>
          </a:xfrm>
        </p:grpSpPr>
        <p:sp>
          <p:nvSpPr>
            <p:cNvPr id="228" name="Freeform 227"/>
            <p:cNvSpPr/>
            <p:nvPr/>
          </p:nvSpPr>
          <p:spPr>
            <a:xfrm>
              <a:off x="2604993" y="4892373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9" name="Connector 228"/>
            <p:cNvCxnSpPr/>
            <p:nvPr/>
          </p:nvCxnSpPr>
          <p:spPr>
            <a:xfrm flipV="1">
              <a:off x="2642500" y="4882996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3" name="插座 FF-socket-06"/>
          <p:cNvGrpSpPr/>
          <p:nvPr/>
        </p:nvGrpSpPr>
        <p:grpSpPr>
          <a:xfrm>
            <a:off x="1817715" y="4210419"/>
            <a:ext cx="37507" cy="93767"/>
            <a:chOff x="1866378" y="4247056"/>
            <a:chExt cx="37507" cy="93767"/>
          </a:xfrm>
        </p:grpSpPr>
        <p:sp>
          <p:nvSpPr>
            <p:cNvPr id="234" name="Freeform 233"/>
            <p:cNvSpPr/>
            <p:nvPr/>
          </p:nvSpPr>
          <p:spPr>
            <a:xfrm>
              <a:off x="1866378" y="4256433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5" name="Connector 234"/>
            <p:cNvCxnSpPr/>
            <p:nvPr/>
          </p:nvCxnSpPr>
          <p:spPr>
            <a:xfrm flipV="1">
              <a:off x="1903885" y="4247056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插座 FF-socket-07"/>
          <p:cNvGrpSpPr/>
          <p:nvPr/>
        </p:nvGrpSpPr>
        <p:grpSpPr>
          <a:xfrm>
            <a:off x="2349983" y="3912372"/>
            <a:ext cx="60868" cy="81203"/>
            <a:chOff x="2349983" y="3912372"/>
            <a:chExt cx="60868" cy="81203"/>
          </a:xfrm>
        </p:grpSpPr>
        <p:sp>
          <p:nvSpPr>
            <p:cNvPr id="237" name="Freeform 236"/>
            <p:cNvSpPr/>
            <p:nvPr/>
          </p:nvSpPr>
          <p:spPr>
            <a:xfrm>
              <a:off x="2349983" y="3920492"/>
              <a:ext cx="56180" cy="69908"/>
            </a:xfrm>
            <a:custGeom>
              <a:avLst/>
              <a:gdLst/>
              <a:ahLst/>
              <a:cxnLst/>
              <a:rect l="l" t="t" r="r" b="b"/>
              <a:pathLst>
                <a:path w="56180" h="69908">
                  <a:moveTo>
                    <a:pt x="56180" y="64963"/>
                  </a:moveTo>
                  <a:lnTo>
                    <a:pt x="49483" y="67998"/>
                  </a:lnTo>
                  <a:lnTo>
                    <a:pt x="42323" y="69668"/>
                  </a:lnTo>
                  <a:lnTo>
                    <a:pt x="34974" y="69908"/>
                  </a:lnTo>
                  <a:lnTo>
                    <a:pt x="27719" y="68711"/>
                  </a:lnTo>
                  <a:lnTo>
                    <a:pt x="20838" y="66121"/>
                  </a:lnTo>
                  <a:lnTo>
                    <a:pt x="14594" y="62238"/>
                  </a:lnTo>
                  <a:lnTo>
                    <a:pt x="9228" y="57212"/>
                  </a:lnTo>
                  <a:lnTo>
                    <a:pt x="4945" y="51235"/>
                  </a:lnTo>
                  <a:lnTo>
                    <a:pt x="1910" y="44538"/>
                  </a:lnTo>
                  <a:lnTo>
                    <a:pt x="240" y="37378"/>
                  </a:lnTo>
                  <a:lnTo>
                    <a:pt x="0" y="30029"/>
                  </a:lnTo>
                  <a:lnTo>
                    <a:pt x="1197" y="22774"/>
                  </a:lnTo>
                  <a:lnTo>
                    <a:pt x="3787" y="15893"/>
                  </a:lnTo>
                  <a:lnTo>
                    <a:pt x="7670" y="9649"/>
                  </a:lnTo>
                  <a:lnTo>
                    <a:pt x="12696" y="4283"/>
                  </a:lnTo>
                  <a:lnTo>
                    <a:pt x="18673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8" name="Connector 237"/>
            <p:cNvCxnSpPr/>
            <p:nvPr/>
          </p:nvCxnSpPr>
          <p:spPr>
            <a:xfrm flipH="1" flipV="1">
              <a:off x="2363968" y="3912372"/>
              <a:ext cx="46883" cy="81203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插座 FF-socket-08"/>
          <p:cNvGrpSpPr/>
          <p:nvPr/>
        </p:nvGrpSpPr>
        <p:grpSpPr>
          <a:xfrm>
            <a:off x="2475491" y="5604159"/>
            <a:ext cx="70654" cy="70654"/>
            <a:chOff x="2402694" y="5604159"/>
            <a:chExt cx="70654" cy="70654"/>
          </a:xfrm>
        </p:grpSpPr>
        <p:sp>
          <p:nvSpPr>
            <p:cNvPr id="240" name="Freeform 239"/>
            <p:cNvSpPr/>
            <p:nvPr/>
          </p:nvSpPr>
          <p:spPr>
            <a:xfrm>
              <a:off x="2402694" y="5610785"/>
              <a:ext cx="64028" cy="64028"/>
            </a:xfrm>
            <a:custGeom>
              <a:avLst/>
              <a:gdLst/>
              <a:ahLst/>
              <a:cxnLst/>
              <a:rect l="l" t="t" r="r" b="b"/>
              <a:pathLst>
                <a:path w="64028" h="64028">
                  <a:moveTo>
                    <a:pt x="64028" y="53042"/>
                  </a:moveTo>
                  <a:lnTo>
                    <a:pt x="58345" y="57707"/>
                  </a:lnTo>
                  <a:lnTo>
                    <a:pt x="51860" y="61173"/>
                  </a:lnTo>
                  <a:lnTo>
                    <a:pt x="44824" y="63307"/>
                  </a:lnTo>
                  <a:lnTo>
                    <a:pt x="37507" y="64028"/>
                  </a:lnTo>
                  <a:lnTo>
                    <a:pt x="30190" y="63307"/>
                  </a:lnTo>
                  <a:lnTo>
                    <a:pt x="23154" y="61173"/>
                  </a:lnTo>
                  <a:lnTo>
                    <a:pt x="16669" y="57707"/>
                  </a:lnTo>
                  <a:lnTo>
                    <a:pt x="10986" y="53042"/>
                  </a:lnTo>
                  <a:lnTo>
                    <a:pt x="6321" y="47359"/>
                  </a:lnTo>
                  <a:lnTo>
                    <a:pt x="2855" y="40874"/>
                  </a:lnTo>
                  <a:lnTo>
                    <a:pt x="721" y="33838"/>
                  </a:lnTo>
                  <a:lnTo>
                    <a:pt x="0" y="26521"/>
                  </a:lnTo>
                  <a:lnTo>
                    <a:pt x="721" y="19204"/>
                  </a:lnTo>
                  <a:lnTo>
                    <a:pt x="2855" y="12168"/>
                  </a:lnTo>
                  <a:lnTo>
                    <a:pt x="6321" y="5683"/>
                  </a:lnTo>
                  <a:lnTo>
                    <a:pt x="10986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1" name="Connector 240"/>
            <p:cNvCxnSpPr/>
            <p:nvPr/>
          </p:nvCxnSpPr>
          <p:spPr>
            <a:xfrm flipH="1" flipV="1">
              <a:off x="2407054" y="5604159"/>
              <a:ext cx="66294" cy="66294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2" name="插座 FF-socket-09"/>
          <p:cNvGrpSpPr/>
          <p:nvPr/>
        </p:nvGrpSpPr>
        <p:grpSpPr>
          <a:xfrm>
            <a:off x="1914303" y="4420447"/>
            <a:ext cx="37507" cy="93767"/>
            <a:chOff x="1817678" y="4261666"/>
            <a:chExt cx="37507" cy="93767"/>
          </a:xfrm>
        </p:grpSpPr>
        <p:sp>
          <p:nvSpPr>
            <p:cNvPr id="243" name="Freeform 242"/>
            <p:cNvSpPr/>
            <p:nvPr/>
          </p:nvSpPr>
          <p:spPr>
            <a:xfrm>
              <a:off x="1817678" y="4271043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4" name="Connector 243"/>
            <p:cNvCxnSpPr/>
            <p:nvPr/>
          </p:nvCxnSpPr>
          <p:spPr>
            <a:xfrm flipV="1">
              <a:off x="1855185" y="4261666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插座 FF-socket-10"/>
          <p:cNvGrpSpPr/>
          <p:nvPr/>
        </p:nvGrpSpPr>
        <p:grpSpPr>
          <a:xfrm>
            <a:off x="1817678" y="5060750"/>
            <a:ext cx="37507" cy="93767"/>
            <a:chOff x="1817678" y="5060750"/>
            <a:chExt cx="37507" cy="93767"/>
          </a:xfrm>
        </p:grpSpPr>
        <p:sp>
          <p:nvSpPr>
            <p:cNvPr id="246" name="Freeform 245"/>
            <p:cNvSpPr/>
            <p:nvPr/>
          </p:nvSpPr>
          <p:spPr>
            <a:xfrm>
              <a:off x="1817678" y="5070127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7" name="Connector 246"/>
            <p:cNvCxnSpPr/>
            <p:nvPr/>
          </p:nvCxnSpPr>
          <p:spPr>
            <a:xfrm flipV="1">
              <a:off x="1855185" y="5060750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4" name="插座 FF-socket-13"/>
          <p:cNvGrpSpPr/>
          <p:nvPr/>
        </p:nvGrpSpPr>
        <p:grpSpPr>
          <a:xfrm>
            <a:off x="701807" y="2489644"/>
            <a:ext cx="37507" cy="93767"/>
            <a:chOff x="401322" y="2616826"/>
            <a:chExt cx="37507" cy="93767"/>
          </a:xfrm>
        </p:grpSpPr>
        <p:sp>
          <p:nvSpPr>
            <p:cNvPr id="255" name="Freeform 254"/>
            <p:cNvSpPr/>
            <p:nvPr/>
          </p:nvSpPr>
          <p:spPr>
            <a:xfrm>
              <a:off x="401322" y="2626203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56" name="Connector 255"/>
            <p:cNvCxnSpPr/>
            <p:nvPr/>
          </p:nvCxnSpPr>
          <p:spPr>
            <a:xfrm flipV="1">
              <a:off x="438829" y="2616826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6" name="插座 FF-socket-17"/>
          <p:cNvGrpSpPr/>
          <p:nvPr/>
        </p:nvGrpSpPr>
        <p:grpSpPr>
          <a:xfrm>
            <a:off x="3104168" y="2744663"/>
            <a:ext cx="37507" cy="93767"/>
            <a:chOff x="3104168" y="2744663"/>
            <a:chExt cx="37507" cy="93767"/>
          </a:xfrm>
        </p:grpSpPr>
        <p:sp>
          <p:nvSpPr>
            <p:cNvPr id="267" name="Freeform 266"/>
            <p:cNvSpPr/>
            <p:nvPr/>
          </p:nvSpPr>
          <p:spPr>
            <a:xfrm>
              <a:off x="3104168" y="2754040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68" name="Connector 267"/>
            <p:cNvCxnSpPr/>
            <p:nvPr/>
          </p:nvCxnSpPr>
          <p:spPr>
            <a:xfrm flipV="1">
              <a:off x="3141675" y="2744663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插座 FF-socket-18"/>
          <p:cNvGrpSpPr/>
          <p:nvPr/>
        </p:nvGrpSpPr>
        <p:grpSpPr>
          <a:xfrm>
            <a:off x="3104168" y="3155772"/>
            <a:ext cx="37507" cy="93767"/>
            <a:chOff x="3104168" y="3155772"/>
            <a:chExt cx="37507" cy="93767"/>
          </a:xfrm>
        </p:grpSpPr>
        <p:sp>
          <p:nvSpPr>
            <p:cNvPr id="270" name="Freeform 269"/>
            <p:cNvSpPr/>
            <p:nvPr/>
          </p:nvSpPr>
          <p:spPr>
            <a:xfrm>
              <a:off x="3104168" y="3165149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71" name="Connector 270"/>
            <p:cNvCxnSpPr/>
            <p:nvPr/>
          </p:nvCxnSpPr>
          <p:spPr>
            <a:xfrm flipV="1">
              <a:off x="3141675" y="3155772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8" name="插座 FF-socket-21"/>
          <p:cNvGrpSpPr/>
          <p:nvPr/>
        </p:nvGrpSpPr>
        <p:grpSpPr>
          <a:xfrm>
            <a:off x="2089614" y="3385058"/>
            <a:ext cx="49570" cy="90579"/>
            <a:chOff x="2068916" y="3430348"/>
            <a:chExt cx="49570" cy="90579"/>
          </a:xfrm>
        </p:grpSpPr>
        <p:sp>
          <p:nvSpPr>
            <p:cNvPr id="279" name="Freeform 278"/>
            <p:cNvSpPr/>
            <p:nvPr/>
          </p:nvSpPr>
          <p:spPr>
            <a:xfrm>
              <a:off x="2068916" y="3439410"/>
              <a:ext cx="47140" cy="73654"/>
            </a:xfrm>
            <a:custGeom>
              <a:avLst/>
              <a:gdLst/>
              <a:ahLst/>
              <a:cxnLst/>
              <a:rect l="l" t="t" r="r" b="b"/>
              <a:pathLst>
                <a:path w="47140" h="73654">
                  <a:moveTo>
                    <a:pt x="47140" y="72455"/>
                  </a:moveTo>
                  <a:lnTo>
                    <a:pt x="39886" y="73654"/>
                  </a:lnTo>
                  <a:lnTo>
                    <a:pt x="32537" y="73415"/>
                  </a:lnTo>
                  <a:lnTo>
                    <a:pt x="25376" y="71746"/>
                  </a:lnTo>
                  <a:lnTo>
                    <a:pt x="18678" y="68713"/>
                  </a:lnTo>
                  <a:lnTo>
                    <a:pt x="12701" y="64431"/>
                  </a:lnTo>
                  <a:lnTo>
                    <a:pt x="7674" y="59065"/>
                  </a:lnTo>
                  <a:lnTo>
                    <a:pt x="3790" y="52822"/>
                  </a:lnTo>
                  <a:lnTo>
                    <a:pt x="1199" y="45941"/>
                  </a:lnTo>
                  <a:lnTo>
                    <a:pt x="0" y="38687"/>
                  </a:lnTo>
                  <a:lnTo>
                    <a:pt x="240" y="31338"/>
                  </a:lnTo>
                  <a:lnTo>
                    <a:pt x="1908" y="24177"/>
                  </a:lnTo>
                  <a:lnTo>
                    <a:pt x="4942" y="17479"/>
                  </a:lnTo>
                  <a:lnTo>
                    <a:pt x="9224" y="11502"/>
                  </a:lnTo>
                  <a:lnTo>
                    <a:pt x="14589" y="6475"/>
                  </a:lnTo>
                  <a:lnTo>
                    <a:pt x="20833" y="2591"/>
                  </a:lnTo>
                  <a:lnTo>
                    <a:pt x="27714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80" name="Connector 279"/>
            <p:cNvCxnSpPr/>
            <p:nvPr/>
          </p:nvCxnSpPr>
          <p:spPr>
            <a:xfrm flipH="1" flipV="1">
              <a:off x="2094200" y="3430348"/>
              <a:ext cx="24286" cy="90579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0" name="插座 FF-socket-25"/>
          <p:cNvGrpSpPr/>
          <p:nvPr/>
        </p:nvGrpSpPr>
        <p:grpSpPr>
          <a:xfrm>
            <a:off x="2727073" y="2165641"/>
            <a:ext cx="37507" cy="93767"/>
            <a:chOff x="2627314" y="2139972"/>
            <a:chExt cx="37507" cy="93767"/>
          </a:xfrm>
        </p:grpSpPr>
        <p:sp>
          <p:nvSpPr>
            <p:cNvPr id="291" name="Freeform 290"/>
            <p:cNvSpPr/>
            <p:nvPr/>
          </p:nvSpPr>
          <p:spPr>
            <a:xfrm>
              <a:off x="2627314" y="2149349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92" name="Connector 291"/>
            <p:cNvCxnSpPr/>
            <p:nvPr/>
          </p:nvCxnSpPr>
          <p:spPr>
            <a:xfrm flipV="1">
              <a:off x="2664821" y="2139972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6" name="图例（模型）"/>
          <p:cNvGrpSpPr/>
          <p:nvPr/>
        </p:nvGrpSpPr>
        <p:grpSpPr>
          <a:xfrm>
            <a:off x="9174174" y="914400"/>
            <a:ext cx="2980944" cy="585216"/>
            <a:chOff x="9174174" y="914400"/>
            <a:chExt cx="2980944" cy="585216"/>
          </a:xfrm>
        </p:grpSpPr>
        <p:sp>
          <p:nvSpPr>
            <p:cNvPr id="297" name="TextBox 296"/>
            <p:cNvSpPr txBox="1"/>
            <p:nvPr/>
          </p:nvSpPr>
          <p:spPr>
            <a:xfrm>
              <a:off x="9174174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298" name="图例"/>
            <p:cNvGrpSpPr/>
            <p:nvPr/>
          </p:nvGrpSpPr>
          <p:grpSpPr>
            <a:xfrm>
              <a:off x="9236468" y="1340995"/>
              <a:ext cx="131443" cy="52577"/>
              <a:chOff x="9236468" y="1340995"/>
              <a:chExt cx="131443" cy="52577"/>
            </a:xfrm>
          </p:grpSpPr>
          <p:sp>
            <p:nvSpPr>
              <p:cNvPr id="299" name="Freeform 298"/>
              <p:cNvSpPr/>
              <p:nvPr/>
            </p:nvSpPr>
            <p:spPr>
              <a:xfrm>
                <a:off x="9249613" y="1340995"/>
                <a:ext cx="105154" cy="52577"/>
              </a:xfrm>
              <a:custGeom>
                <a:avLst/>
                <a:gdLst/>
                <a:ahLst/>
                <a:cxnLst/>
                <a:rect l="l" t="t" r="r" b="b"/>
                <a:pathLst>
                  <a:path w="105154" h="52577">
                    <a:moveTo>
                      <a:pt x="0" y="52577"/>
                    </a:moveTo>
                    <a:lnTo>
                      <a:pt x="1010" y="42319"/>
                    </a:lnTo>
                    <a:lnTo>
                      <a:pt x="4002" y="32456"/>
                    </a:lnTo>
                    <a:lnTo>
                      <a:pt x="8860" y="23366"/>
                    </a:lnTo>
                    <a:lnTo>
                      <a:pt x="15399" y="15399"/>
                    </a:lnTo>
                    <a:lnTo>
                      <a:pt x="23366" y="8860"/>
                    </a:lnTo>
                    <a:lnTo>
                      <a:pt x="32456" y="4002"/>
                    </a:lnTo>
                    <a:lnTo>
                      <a:pt x="42319" y="1010"/>
                    </a:lnTo>
                    <a:lnTo>
                      <a:pt x="52577" y="0"/>
                    </a:lnTo>
                    <a:lnTo>
                      <a:pt x="62834" y="1010"/>
                    </a:lnTo>
                    <a:lnTo>
                      <a:pt x="72697" y="4002"/>
                    </a:lnTo>
                    <a:lnTo>
                      <a:pt x="81787" y="8860"/>
                    </a:lnTo>
                    <a:lnTo>
                      <a:pt x="89754" y="15399"/>
                    </a:lnTo>
                    <a:lnTo>
                      <a:pt x="96293" y="23366"/>
                    </a:lnTo>
                    <a:lnTo>
                      <a:pt x="101151" y="32456"/>
                    </a:lnTo>
                    <a:lnTo>
                      <a:pt x="104143" y="42319"/>
                    </a:lnTo>
                    <a:lnTo>
                      <a:pt x="105154" y="52577"/>
                    </a:lnTo>
                    <a:close/>
                  </a:path>
                </a:pathLst>
              </a:custGeom>
              <a:solidFill>
                <a:srgbClr val="D01414"/>
              </a:solidFill>
              <a:ln w="635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00" name="Connector 299"/>
              <p:cNvCxnSpPr/>
              <p:nvPr/>
            </p:nvCxnSpPr>
            <p:spPr>
              <a:xfrm>
                <a:off x="9236468" y="1393572"/>
                <a:ext cx="131443" cy="0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1" name="TextBox 300"/>
            <p:cNvSpPr txBox="1"/>
            <p:nvPr/>
          </p:nvSpPr>
          <p:spPr>
            <a:xfrm>
              <a:off x="9503358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单相带接地插座（暗装）× 29</a:t>
              </a:r>
            </a:p>
          </p:txBody>
        </p:sp>
      </p:grpSp>
      <p:sp>
        <p:nvSpPr>
          <p:cNvPr id="302" name="TextBox 301"/>
          <p:cNvSpPr txBox="1"/>
          <p:nvPr/>
        </p:nvSpPr>
        <p:spPr>
          <a:xfrm>
            <a:off x="9174174" y="1755648"/>
            <a:ext cx="2697481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  <p:pic>
        <p:nvPicPr>
          <p:cNvPr id="313" name="Picture 312">
            <a:extLst>
              <a:ext uri="{FF2B5EF4-FFF2-40B4-BE49-F238E27FC236}">
                <a16:creationId xmlns:a16="http://schemas.microsoft.com/office/drawing/2014/main" id="{B8581B97-CE2D-2FA1-014A-7C892F233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163" y="1441235"/>
            <a:ext cx="2014330" cy="1383645"/>
          </a:xfrm>
          <a:prstGeom prst="rect">
            <a:avLst/>
          </a:prstGeom>
        </p:spPr>
      </p:pic>
      <p:sp>
        <p:nvSpPr>
          <p:cNvPr id="315" name="Oval 314">
            <a:extLst>
              <a:ext uri="{FF2B5EF4-FFF2-40B4-BE49-F238E27FC236}">
                <a16:creationId xmlns:a16="http://schemas.microsoft.com/office/drawing/2014/main" id="{95999AB3-3619-6B01-13CF-C5C7567D02F1}"/>
              </a:ext>
            </a:extLst>
          </p:cNvPr>
          <p:cNvSpPr/>
          <p:nvPr/>
        </p:nvSpPr>
        <p:spPr>
          <a:xfrm>
            <a:off x="7167372" y="1887077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7" name="Picture 316">
            <a:extLst>
              <a:ext uri="{FF2B5EF4-FFF2-40B4-BE49-F238E27FC236}">
                <a16:creationId xmlns:a16="http://schemas.microsoft.com/office/drawing/2014/main" id="{DA7DA644-583D-5D4A-9979-607DA2763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580" y="2744663"/>
            <a:ext cx="1683165" cy="1665753"/>
          </a:xfrm>
          <a:prstGeom prst="rect">
            <a:avLst/>
          </a:prstGeom>
        </p:spPr>
      </p:pic>
      <p:sp>
        <p:nvSpPr>
          <p:cNvPr id="319" name="Oval 318">
            <a:extLst>
              <a:ext uri="{FF2B5EF4-FFF2-40B4-BE49-F238E27FC236}">
                <a16:creationId xmlns:a16="http://schemas.microsoft.com/office/drawing/2014/main" id="{A41A0651-C2D6-5815-23CC-4F918C3EB3DA}"/>
              </a:ext>
            </a:extLst>
          </p:cNvPr>
          <p:cNvSpPr/>
          <p:nvPr/>
        </p:nvSpPr>
        <p:spPr>
          <a:xfrm>
            <a:off x="6984493" y="3273891"/>
            <a:ext cx="180848" cy="16982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F2217882-7132-A134-2424-2254C5D41A75}"/>
              </a:ext>
            </a:extLst>
          </p:cNvPr>
          <p:cNvSpPr/>
          <p:nvPr/>
        </p:nvSpPr>
        <p:spPr>
          <a:xfrm>
            <a:off x="2279264" y="3927381"/>
            <a:ext cx="180848" cy="16982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D0A9E95A-84B5-BBC2-8FCF-5A3429E85632}"/>
              </a:ext>
            </a:extLst>
          </p:cNvPr>
          <p:cNvSpPr/>
          <p:nvPr/>
        </p:nvSpPr>
        <p:spPr>
          <a:xfrm>
            <a:off x="3742892" y="3688627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5639ACE-20C7-26AD-96E7-B210E11D8F44}"/>
              </a:ext>
            </a:extLst>
          </p:cNvPr>
          <p:cNvSpPr/>
          <p:nvPr/>
        </p:nvSpPr>
        <p:spPr>
          <a:xfrm>
            <a:off x="3736590" y="4577647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A80DDC58-E460-46BE-2166-3E36905863CF}"/>
              </a:ext>
            </a:extLst>
          </p:cNvPr>
          <p:cNvSpPr/>
          <p:nvPr/>
        </p:nvSpPr>
        <p:spPr>
          <a:xfrm>
            <a:off x="3722253" y="533307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5F9F42F5-703D-EE2D-CE10-8AB1E854FCA7}"/>
              </a:ext>
            </a:extLst>
          </p:cNvPr>
          <p:cNvSpPr/>
          <p:nvPr/>
        </p:nvSpPr>
        <p:spPr>
          <a:xfrm>
            <a:off x="2863706" y="553463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3" name="Oval 332">
            <a:extLst>
              <a:ext uri="{FF2B5EF4-FFF2-40B4-BE49-F238E27FC236}">
                <a16:creationId xmlns:a16="http://schemas.microsoft.com/office/drawing/2014/main" id="{2EC55F1B-F261-6EFF-F4DE-A947B3EC923A}"/>
              </a:ext>
            </a:extLst>
          </p:cNvPr>
          <p:cNvSpPr/>
          <p:nvPr/>
        </p:nvSpPr>
        <p:spPr>
          <a:xfrm>
            <a:off x="2413679" y="5529644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5" name="Oval 334">
            <a:extLst>
              <a:ext uri="{FF2B5EF4-FFF2-40B4-BE49-F238E27FC236}">
                <a16:creationId xmlns:a16="http://schemas.microsoft.com/office/drawing/2014/main" id="{CF4F7C3D-8718-57D8-3FF6-5BA346CB18E0}"/>
              </a:ext>
            </a:extLst>
          </p:cNvPr>
          <p:cNvSpPr/>
          <p:nvPr/>
        </p:nvSpPr>
        <p:spPr>
          <a:xfrm>
            <a:off x="3249642" y="3899065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0B6FFE5D-6938-0623-CCF1-7BCDE3D1003D}"/>
              </a:ext>
            </a:extLst>
          </p:cNvPr>
          <p:cNvSpPr/>
          <p:nvPr/>
        </p:nvSpPr>
        <p:spPr>
          <a:xfrm>
            <a:off x="2631651" y="482318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10347544-92AD-FF13-5308-BC5EBDC74D82}"/>
              </a:ext>
            </a:extLst>
          </p:cNvPr>
          <p:cNvSpPr/>
          <p:nvPr/>
        </p:nvSpPr>
        <p:spPr>
          <a:xfrm>
            <a:off x="1908292" y="4372575"/>
            <a:ext cx="180848" cy="16982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3" name="Oval 342">
            <a:extLst>
              <a:ext uri="{FF2B5EF4-FFF2-40B4-BE49-F238E27FC236}">
                <a16:creationId xmlns:a16="http://schemas.microsoft.com/office/drawing/2014/main" id="{2080F293-EBBE-2977-17A4-7D038981B0F8}"/>
              </a:ext>
            </a:extLst>
          </p:cNvPr>
          <p:cNvSpPr/>
          <p:nvPr/>
        </p:nvSpPr>
        <p:spPr>
          <a:xfrm>
            <a:off x="2990208" y="2695896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47719901-12D9-C64C-364A-EC456D2789CE}"/>
              </a:ext>
            </a:extLst>
          </p:cNvPr>
          <p:cNvSpPr/>
          <p:nvPr/>
        </p:nvSpPr>
        <p:spPr>
          <a:xfrm>
            <a:off x="2981023" y="3107346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35809268-AB4B-20E9-0E53-3372776E0A39}"/>
              </a:ext>
            </a:extLst>
          </p:cNvPr>
          <p:cNvSpPr/>
          <p:nvPr/>
        </p:nvSpPr>
        <p:spPr>
          <a:xfrm>
            <a:off x="2055612" y="3317263"/>
            <a:ext cx="180848" cy="16982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2E4E0395-BA87-3DA4-442E-6533CCAC07FF}"/>
              </a:ext>
            </a:extLst>
          </p:cNvPr>
          <p:cNvSpPr/>
          <p:nvPr/>
        </p:nvSpPr>
        <p:spPr>
          <a:xfrm>
            <a:off x="1908812" y="2489644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CF5FEED8-C9CF-C88D-FD3A-F01502472576}"/>
              </a:ext>
            </a:extLst>
          </p:cNvPr>
          <p:cNvSpPr/>
          <p:nvPr/>
        </p:nvSpPr>
        <p:spPr>
          <a:xfrm>
            <a:off x="2712445" y="2275645"/>
            <a:ext cx="224569" cy="21234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/>
              <a:t>高</a:t>
            </a:r>
            <a:endParaRPr lang="en-GB" sz="900" dirty="0"/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635A8031-6A46-79A1-6601-E3E3B4D3DCAA}"/>
              </a:ext>
            </a:extLst>
          </p:cNvPr>
          <p:cNvSpPr/>
          <p:nvPr/>
        </p:nvSpPr>
        <p:spPr>
          <a:xfrm>
            <a:off x="2641986" y="142313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7" name="Oval 366">
            <a:extLst>
              <a:ext uri="{FF2B5EF4-FFF2-40B4-BE49-F238E27FC236}">
                <a16:creationId xmlns:a16="http://schemas.microsoft.com/office/drawing/2014/main" id="{3E0B581B-C455-82CC-1744-AC2045FF4873}"/>
              </a:ext>
            </a:extLst>
          </p:cNvPr>
          <p:cNvSpPr/>
          <p:nvPr/>
        </p:nvSpPr>
        <p:spPr>
          <a:xfrm>
            <a:off x="3372075" y="145115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9" name="Oval 368">
            <a:extLst>
              <a:ext uri="{FF2B5EF4-FFF2-40B4-BE49-F238E27FC236}">
                <a16:creationId xmlns:a16="http://schemas.microsoft.com/office/drawing/2014/main" id="{64883C1F-24E8-3C29-4402-3CA13DD5DF09}"/>
              </a:ext>
            </a:extLst>
          </p:cNvPr>
          <p:cNvSpPr/>
          <p:nvPr/>
        </p:nvSpPr>
        <p:spPr>
          <a:xfrm>
            <a:off x="3040453" y="2274319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1" name="Oval 370">
            <a:extLst>
              <a:ext uri="{FF2B5EF4-FFF2-40B4-BE49-F238E27FC236}">
                <a16:creationId xmlns:a16="http://schemas.microsoft.com/office/drawing/2014/main" id="{0B9B4284-2F35-A564-2130-A1F342D2905B}"/>
              </a:ext>
            </a:extLst>
          </p:cNvPr>
          <p:cNvSpPr/>
          <p:nvPr/>
        </p:nvSpPr>
        <p:spPr>
          <a:xfrm>
            <a:off x="2617046" y="208694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C7B639EE-DCE8-4A93-BD90-180029AAD0A1}"/>
              </a:ext>
            </a:extLst>
          </p:cNvPr>
          <p:cNvSpPr/>
          <p:nvPr/>
        </p:nvSpPr>
        <p:spPr>
          <a:xfrm>
            <a:off x="1705299" y="416524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B1CD865F-8324-4DF0-F7B5-6BFD10A44068}"/>
              </a:ext>
            </a:extLst>
          </p:cNvPr>
          <p:cNvSpPr/>
          <p:nvPr/>
        </p:nvSpPr>
        <p:spPr>
          <a:xfrm>
            <a:off x="1692747" y="503339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7" name="Oval 376">
            <a:extLst>
              <a:ext uri="{FF2B5EF4-FFF2-40B4-BE49-F238E27FC236}">
                <a16:creationId xmlns:a16="http://schemas.microsoft.com/office/drawing/2014/main" id="{7443629A-D889-C65A-21A9-67B3D7297297}"/>
              </a:ext>
            </a:extLst>
          </p:cNvPr>
          <p:cNvSpPr/>
          <p:nvPr/>
        </p:nvSpPr>
        <p:spPr>
          <a:xfrm>
            <a:off x="916514" y="528360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1" name="Oval 380">
            <a:extLst>
              <a:ext uri="{FF2B5EF4-FFF2-40B4-BE49-F238E27FC236}">
                <a16:creationId xmlns:a16="http://schemas.microsoft.com/office/drawing/2014/main" id="{F7961AB3-5946-7801-13F4-1E0975D7E634}"/>
              </a:ext>
            </a:extLst>
          </p:cNvPr>
          <p:cNvSpPr/>
          <p:nvPr/>
        </p:nvSpPr>
        <p:spPr>
          <a:xfrm>
            <a:off x="364411" y="4271244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28CCD19E-C45D-413A-C3E4-16510B6917B1}"/>
              </a:ext>
            </a:extLst>
          </p:cNvPr>
          <p:cNvSpPr/>
          <p:nvPr/>
        </p:nvSpPr>
        <p:spPr>
          <a:xfrm>
            <a:off x="618444" y="2473984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9" name="Oval 388">
            <a:extLst>
              <a:ext uri="{FF2B5EF4-FFF2-40B4-BE49-F238E27FC236}">
                <a16:creationId xmlns:a16="http://schemas.microsoft.com/office/drawing/2014/main" id="{EBAC4889-91A9-130E-5A68-843E88E3C21F}"/>
              </a:ext>
            </a:extLst>
          </p:cNvPr>
          <p:cNvSpPr/>
          <p:nvPr/>
        </p:nvSpPr>
        <p:spPr>
          <a:xfrm>
            <a:off x="2272347" y="2439560"/>
            <a:ext cx="224569" cy="21234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/>
              <a:t>高</a:t>
            </a:r>
            <a:endParaRPr lang="en-GB" sz="900" dirty="0"/>
          </a:p>
        </p:txBody>
      </p:sp>
      <p:sp>
        <p:nvSpPr>
          <p:cNvPr id="391" name="Oval 390">
            <a:extLst>
              <a:ext uri="{FF2B5EF4-FFF2-40B4-BE49-F238E27FC236}">
                <a16:creationId xmlns:a16="http://schemas.microsoft.com/office/drawing/2014/main" id="{48090FCC-2EF3-28F3-A627-6D18DCF86463}"/>
              </a:ext>
            </a:extLst>
          </p:cNvPr>
          <p:cNvSpPr/>
          <p:nvPr/>
        </p:nvSpPr>
        <p:spPr>
          <a:xfrm>
            <a:off x="1045303" y="3125832"/>
            <a:ext cx="180848" cy="16982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1748A0EC-159A-F13F-B720-DCC9DAF0999C}"/>
              </a:ext>
            </a:extLst>
          </p:cNvPr>
          <p:cNvSpPr/>
          <p:nvPr/>
        </p:nvSpPr>
        <p:spPr>
          <a:xfrm>
            <a:off x="2494391" y="246703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二层给排水点位图：Blender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4247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pic>
        <p:nvPicPr>
          <p:cNvPr id="5" name="施工图原图（已锁定）" descr="image.png"/>
          <p:cNvPicPr>
            <a:picLocks noGrp="1" noRot="1" noChangeAspect="1" noMove="1" noResize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247" y="868680"/>
            <a:ext cx="4084167" cy="5240653"/>
          </a:xfrm>
          <a:prstGeom prst="rect">
            <a:avLst/>
          </a:prstGeom>
        </p:spPr>
      </p:pic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6311" y="926340"/>
            <a:ext cx="3635855" cy="4796943"/>
            <a:chOff x="356311" y="926340"/>
            <a:chExt cx="3635855" cy="4796943"/>
          </a:xfrm>
        </p:grpSpPr>
        <p:sp>
          <p:nvSpPr>
            <p:cNvPr id="7" name="墙_GF_Wall_Shell"/>
            <p:cNvSpPr/>
            <p:nvPr/>
          </p:nvSpPr>
          <p:spPr>
            <a:xfrm>
              <a:off x="2603764" y="4099465"/>
              <a:ext cx="49507" cy="415573"/>
            </a:xfrm>
            <a:custGeom>
              <a:avLst/>
              <a:gdLst/>
              <a:ahLst/>
              <a:cxnLst/>
              <a:rect l="l" t="t" r="r" b="b"/>
              <a:pathLst>
                <a:path w="49507" h="415573">
                  <a:moveTo>
                    <a:pt x="49507" y="76297"/>
                  </a:moveTo>
                  <a:lnTo>
                    <a:pt x="49507" y="0"/>
                  </a:lnTo>
                  <a:lnTo>
                    <a:pt x="0" y="0"/>
                  </a:lnTo>
                  <a:lnTo>
                    <a:pt x="0" y="76297"/>
                  </a:lnTo>
                  <a:close/>
                  <a:moveTo>
                    <a:pt x="49507" y="415573"/>
                  </a:moveTo>
                  <a:lnTo>
                    <a:pt x="49507" y="353886"/>
                  </a:lnTo>
                  <a:lnTo>
                    <a:pt x="0" y="353886"/>
                  </a:lnTo>
                  <a:lnTo>
                    <a:pt x="0" y="41557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FF_Wall_Shell"/>
            <p:cNvSpPr/>
            <p:nvPr/>
          </p:nvSpPr>
          <p:spPr>
            <a:xfrm>
              <a:off x="356311" y="926340"/>
              <a:ext cx="3635855" cy="4796943"/>
            </a:xfrm>
            <a:custGeom>
              <a:avLst/>
              <a:gdLst/>
              <a:ahLst/>
              <a:cxnLst/>
              <a:rect l="l" t="t" r="r" b="b"/>
              <a:pathLst>
                <a:path w="3635855" h="4796943">
                  <a:moveTo>
                    <a:pt x="1498370" y="4271390"/>
                  </a:moveTo>
                  <a:lnTo>
                    <a:pt x="1498370" y="4222690"/>
                  </a:lnTo>
                  <a:lnTo>
                    <a:pt x="1509529" y="4222690"/>
                  </a:lnTo>
                  <a:lnTo>
                    <a:pt x="1509529" y="3735690"/>
                  </a:lnTo>
                  <a:lnTo>
                    <a:pt x="1509529" y="2997075"/>
                  </a:lnTo>
                  <a:lnTo>
                    <a:pt x="1032932" y="2997075"/>
                  </a:lnTo>
                  <a:lnTo>
                    <a:pt x="1032932" y="2972644"/>
                  </a:lnTo>
                  <a:lnTo>
                    <a:pt x="1533876" y="2972644"/>
                  </a:lnTo>
                  <a:lnTo>
                    <a:pt x="1533876" y="2972725"/>
                  </a:lnTo>
                  <a:lnTo>
                    <a:pt x="2272409" y="2972725"/>
                  </a:lnTo>
                  <a:lnTo>
                    <a:pt x="2478421" y="2972725"/>
                  </a:lnTo>
                  <a:lnTo>
                    <a:pt x="2478421" y="2972725"/>
                  </a:lnTo>
                  <a:lnTo>
                    <a:pt x="2478421" y="3021425"/>
                  </a:lnTo>
                  <a:lnTo>
                    <a:pt x="2478421" y="3021425"/>
                  </a:lnTo>
                  <a:lnTo>
                    <a:pt x="2296757" y="3021425"/>
                  </a:lnTo>
                  <a:lnTo>
                    <a:pt x="2296757" y="3183880"/>
                  </a:lnTo>
                  <a:lnTo>
                    <a:pt x="2248062" y="3183880"/>
                  </a:lnTo>
                  <a:lnTo>
                    <a:pt x="2248062" y="3021425"/>
                  </a:lnTo>
                  <a:lnTo>
                    <a:pt x="1558224" y="3021425"/>
                  </a:lnTo>
                  <a:lnTo>
                    <a:pt x="1558224" y="3711340"/>
                  </a:lnTo>
                  <a:lnTo>
                    <a:pt x="2248062" y="3711340"/>
                  </a:lnTo>
                  <a:lnTo>
                    <a:pt x="2248062" y="3588251"/>
                  </a:lnTo>
                  <a:lnTo>
                    <a:pt x="2296757" y="3588251"/>
                  </a:lnTo>
                  <a:lnTo>
                    <a:pt x="2296757" y="3735690"/>
                  </a:lnTo>
                  <a:lnTo>
                    <a:pt x="2296757" y="4247040"/>
                  </a:lnTo>
                  <a:lnTo>
                    <a:pt x="2248062" y="4247040"/>
                  </a:lnTo>
                  <a:lnTo>
                    <a:pt x="2248062" y="3760040"/>
                  </a:lnTo>
                  <a:lnTo>
                    <a:pt x="1558224" y="3760040"/>
                  </a:lnTo>
                  <a:lnTo>
                    <a:pt x="1558224" y="4222690"/>
                  </a:lnTo>
                  <a:lnTo>
                    <a:pt x="1947739" y="4222690"/>
                  </a:lnTo>
                  <a:lnTo>
                    <a:pt x="1947739" y="4271390"/>
                  </a:lnTo>
                  <a:lnTo>
                    <a:pt x="1558224" y="4271390"/>
                  </a:lnTo>
                  <a:lnTo>
                    <a:pt x="1558224" y="4502714"/>
                  </a:lnTo>
                  <a:lnTo>
                    <a:pt x="1558224" y="4703601"/>
                  </a:lnTo>
                  <a:lnTo>
                    <a:pt x="1893607" y="4703601"/>
                  </a:lnTo>
                  <a:lnTo>
                    <a:pt x="1893607" y="4750272"/>
                  </a:lnTo>
                  <a:lnTo>
                    <a:pt x="1893607" y="4796943"/>
                  </a:lnTo>
                  <a:lnTo>
                    <a:pt x="1533876" y="4796943"/>
                  </a:lnTo>
                  <a:lnTo>
                    <a:pt x="1533876" y="4750272"/>
                  </a:lnTo>
                  <a:lnTo>
                    <a:pt x="1522717" y="4750272"/>
                  </a:lnTo>
                  <a:lnTo>
                    <a:pt x="1487211" y="4750272"/>
                  </a:lnTo>
                  <a:lnTo>
                    <a:pt x="1487211" y="4549385"/>
                  </a:lnTo>
                  <a:lnTo>
                    <a:pt x="256458" y="4549385"/>
                  </a:lnTo>
                  <a:lnTo>
                    <a:pt x="46666" y="4549385"/>
                  </a:lnTo>
                  <a:lnTo>
                    <a:pt x="46666" y="4502714"/>
                  </a:lnTo>
                  <a:lnTo>
                    <a:pt x="0" y="4502714"/>
                  </a:lnTo>
                  <a:lnTo>
                    <a:pt x="0" y="1523902"/>
                  </a:lnTo>
                  <a:lnTo>
                    <a:pt x="46666" y="1523902"/>
                  </a:lnTo>
                  <a:lnTo>
                    <a:pt x="46666" y="1477231"/>
                  </a:lnTo>
                  <a:lnTo>
                    <a:pt x="700673" y="1477231"/>
                  </a:lnTo>
                  <a:lnTo>
                    <a:pt x="764341" y="1477231"/>
                  </a:lnTo>
                  <a:lnTo>
                    <a:pt x="1533876" y="1477231"/>
                  </a:lnTo>
                  <a:lnTo>
                    <a:pt x="1638772" y="1477231"/>
                  </a:lnTo>
                  <a:lnTo>
                    <a:pt x="1638772" y="1523902"/>
                  </a:lnTo>
                  <a:lnTo>
                    <a:pt x="1638772" y="1570573"/>
                  </a:lnTo>
                  <a:lnTo>
                    <a:pt x="1558224" y="1570573"/>
                  </a:lnTo>
                  <a:lnTo>
                    <a:pt x="1558224" y="2215400"/>
                  </a:lnTo>
                  <a:lnTo>
                    <a:pt x="1558224" y="2546600"/>
                  </a:lnTo>
                  <a:lnTo>
                    <a:pt x="1985234" y="2546600"/>
                  </a:lnTo>
                  <a:lnTo>
                    <a:pt x="1985234" y="2595300"/>
                  </a:lnTo>
                  <a:lnTo>
                    <a:pt x="1533876" y="2595300"/>
                  </a:lnTo>
                  <a:lnTo>
                    <a:pt x="1533876" y="2570950"/>
                  </a:lnTo>
                  <a:lnTo>
                    <a:pt x="1509529" y="2570950"/>
                  </a:lnTo>
                  <a:lnTo>
                    <a:pt x="1509529" y="2239994"/>
                  </a:lnTo>
                  <a:lnTo>
                    <a:pt x="1057847" y="2239994"/>
                  </a:lnTo>
                  <a:lnTo>
                    <a:pt x="1057847" y="2570950"/>
                  </a:lnTo>
                  <a:lnTo>
                    <a:pt x="1008016" y="2570950"/>
                  </a:lnTo>
                  <a:lnTo>
                    <a:pt x="1008016" y="2239994"/>
                  </a:lnTo>
                  <a:lnTo>
                    <a:pt x="692395" y="2239994"/>
                  </a:lnTo>
                  <a:lnTo>
                    <a:pt x="692395" y="2190847"/>
                  </a:lnTo>
                  <a:lnTo>
                    <a:pt x="667480" y="2190847"/>
                  </a:lnTo>
                  <a:lnTo>
                    <a:pt x="667480" y="2141701"/>
                  </a:lnTo>
                  <a:lnTo>
                    <a:pt x="717310" y="2141701"/>
                  </a:lnTo>
                  <a:lnTo>
                    <a:pt x="717310" y="2190847"/>
                  </a:lnTo>
                  <a:lnTo>
                    <a:pt x="1032932" y="2190847"/>
                  </a:lnTo>
                  <a:lnTo>
                    <a:pt x="1509529" y="2190847"/>
                  </a:lnTo>
                  <a:lnTo>
                    <a:pt x="1509529" y="1570573"/>
                  </a:lnTo>
                  <a:lnTo>
                    <a:pt x="764341" y="1570573"/>
                  </a:lnTo>
                  <a:lnTo>
                    <a:pt x="717310" y="1570573"/>
                  </a:lnTo>
                  <a:lnTo>
                    <a:pt x="717310" y="1854940"/>
                  </a:lnTo>
                  <a:lnTo>
                    <a:pt x="667480" y="1854940"/>
                  </a:lnTo>
                  <a:lnTo>
                    <a:pt x="667480" y="1570573"/>
                  </a:lnTo>
                  <a:lnTo>
                    <a:pt x="93331" y="1570573"/>
                  </a:lnTo>
                  <a:lnTo>
                    <a:pt x="93331" y="4456043"/>
                  </a:lnTo>
                  <a:lnTo>
                    <a:pt x="256458" y="4456043"/>
                  </a:lnTo>
                  <a:lnTo>
                    <a:pt x="1509529" y="4456043"/>
                  </a:lnTo>
                  <a:lnTo>
                    <a:pt x="1509529" y="4271390"/>
                  </a:lnTo>
                  <a:close/>
                  <a:moveTo>
                    <a:pt x="2296757" y="4583881"/>
                  </a:moveTo>
                  <a:lnTo>
                    <a:pt x="2296757" y="4673164"/>
                  </a:lnTo>
                  <a:lnTo>
                    <a:pt x="2464428" y="4673164"/>
                  </a:lnTo>
                  <a:lnTo>
                    <a:pt x="2464428" y="4697514"/>
                  </a:lnTo>
                  <a:lnTo>
                    <a:pt x="2488978" y="4697514"/>
                  </a:lnTo>
                  <a:lnTo>
                    <a:pt x="2488978" y="4703601"/>
                  </a:lnTo>
                  <a:lnTo>
                    <a:pt x="2610674" y="4703601"/>
                  </a:lnTo>
                  <a:lnTo>
                    <a:pt x="2610674" y="4750272"/>
                  </a:lnTo>
                  <a:lnTo>
                    <a:pt x="2610674" y="4796943"/>
                  </a:lnTo>
                  <a:lnTo>
                    <a:pt x="2464428" y="4796943"/>
                  </a:lnTo>
                  <a:lnTo>
                    <a:pt x="2306090" y="4796943"/>
                  </a:lnTo>
                  <a:lnTo>
                    <a:pt x="2306090" y="4750272"/>
                  </a:lnTo>
                  <a:lnTo>
                    <a:pt x="2306090" y="4721864"/>
                  </a:lnTo>
                  <a:lnTo>
                    <a:pt x="2272409" y="4721864"/>
                  </a:lnTo>
                  <a:lnTo>
                    <a:pt x="2272409" y="4697514"/>
                  </a:lnTo>
                  <a:lnTo>
                    <a:pt x="2248062" y="4697514"/>
                  </a:lnTo>
                  <a:lnTo>
                    <a:pt x="2248062" y="4583881"/>
                  </a:lnTo>
                  <a:close/>
                  <a:moveTo>
                    <a:pt x="3535828" y="582370"/>
                  </a:moveTo>
                  <a:lnTo>
                    <a:pt x="3535828" y="533670"/>
                  </a:lnTo>
                  <a:lnTo>
                    <a:pt x="3538466" y="533670"/>
                  </a:lnTo>
                  <a:lnTo>
                    <a:pt x="3538466" y="93342"/>
                  </a:lnTo>
                  <a:lnTo>
                    <a:pt x="3221505" y="93342"/>
                  </a:lnTo>
                  <a:lnTo>
                    <a:pt x="2319075" y="93342"/>
                  </a:lnTo>
                  <a:lnTo>
                    <a:pt x="2319075" y="682611"/>
                  </a:lnTo>
                  <a:lnTo>
                    <a:pt x="2272409" y="682611"/>
                  </a:lnTo>
                  <a:lnTo>
                    <a:pt x="2225663" y="682611"/>
                  </a:lnTo>
                  <a:lnTo>
                    <a:pt x="2225663" y="46671"/>
                  </a:lnTo>
                  <a:lnTo>
                    <a:pt x="2272409" y="46671"/>
                  </a:lnTo>
                  <a:lnTo>
                    <a:pt x="2272409" y="0"/>
                  </a:lnTo>
                  <a:lnTo>
                    <a:pt x="3221505" y="0"/>
                  </a:lnTo>
                  <a:lnTo>
                    <a:pt x="3587161" y="0"/>
                  </a:lnTo>
                  <a:lnTo>
                    <a:pt x="3587161" y="46671"/>
                  </a:lnTo>
                  <a:lnTo>
                    <a:pt x="3635855" y="46671"/>
                  </a:lnTo>
                  <a:lnTo>
                    <a:pt x="3635855" y="558020"/>
                  </a:lnTo>
                  <a:lnTo>
                    <a:pt x="3635855" y="1174886"/>
                  </a:lnTo>
                  <a:lnTo>
                    <a:pt x="3635855" y="1523902"/>
                  </a:lnTo>
                  <a:lnTo>
                    <a:pt x="3635855" y="2497901"/>
                  </a:lnTo>
                  <a:lnTo>
                    <a:pt x="3635855" y="2997075"/>
                  </a:lnTo>
                  <a:lnTo>
                    <a:pt x="3635855" y="4750272"/>
                  </a:lnTo>
                  <a:lnTo>
                    <a:pt x="3587161" y="4750272"/>
                  </a:lnTo>
                  <a:lnTo>
                    <a:pt x="3587161" y="4796943"/>
                  </a:lnTo>
                  <a:lnTo>
                    <a:pt x="3027093" y="4796943"/>
                  </a:lnTo>
                  <a:lnTo>
                    <a:pt x="3027093" y="4750272"/>
                  </a:lnTo>
                  <a:lnTo>
                    <a:pt x="3027093" y="4703601"/>
                  </a:lnTo>
                  <a:lnTo>
                    <a:pt x="3538466" y="4703601"/>
                  </a:lnTo>
                  <a:lnTo>
                    <a:pt x="3538466" y="3021425"/>
                  </a:lnTo>
                  <a:lnTo>
                    <a:pt x="3331433" y="3021425"/>
                  </a:lnTo>
                  <a:lnTo>
                    <a:pt x="3332042" y="3001174"/>
                  </a:lnTo>
                  <a:lnTo>
                    <a:pt x="3333178" y="2972725"/>
                  </a:lnTo>
                  <a:lnTo>
                    <a:pt x="3538466" y="2972725"/>
                  </a:lnTo>
                  <a:lnTo>
                    <a:pt x="3538466" y="2497901"/>
                  </a:lnTo>
                  <a:lnTo>
                    <a:pt x="3538466" y="1548252"/>
                  </a:lnTo>
                  <a:lnTo>
                    <a:pt x="3166197" y="1548252"/>
                  </a:lnTo>
                  <a:lnTo>
                    <a:pt x="3166197" y="1499552"/>
                  </a:lnTo>
                  <a:lnTo>
                    <a:pt x="3166197" y="1499065"/>
                  </a:lnTo>
                  <a:lnTo>
                    <a:pt x="3217245" y="1499065"/>
                  </a:lnTo>
                  <a:lnTo>
                    <a:pt x="3217245" y="1499552"/>
                  </a:lnTo>
                  <a:lnTo>
                    <a:pt x="3538466" y="1499552"/>
                  </a:lnTo>
                  <a:lnTo>
                    <a:pt x="3538466" y="1491435"/>
                  </a:lnTo>
                  <a:lnTo>
                    <a:pt x="3538466" y="1174886"/>
                  </a:lnTo>
                  <a:lnTo>
                    <a:pt x="3538466" y="582370"/>
                  </a:lnTo>
                  <a:close/>
                  <a:moveTo>
                    <a:pt x="2795875" y="2558775"/>
                  </a:moveTo>
                  <a:lnTo>
                    <a:pt x="2795875" y="2530367"/>
                  </a:lnTo>
                  <a:lnTo>
                    <a:pt x="2456231" y="2530367"/>
                  </a:lnTo>
                  <a:lnTo>
                    <a:pt x="2456231" y="2570950"/>
                  </a:lnTo>
                  <a:lnTo>
                    <a:pt x="2431640" y="2570950"/>
                  </a:lnTo>
                  <a:lnTo>
                    <a:pt x="2431640" y="2595300"/>
                  </a:lnTo>
                  <a:lnTo>
                    <a:pt x="2362291" y="2595300"/>
                  </a:lnTo>
                  <a:lnTo>
                    <a:pt x="2361074" y="2546600"/>
                  </a:lnTo>
                  <a:lnTo>
                    <a:pt x="2407050" y="2546600"/>
                  </a:lnTo>
                  <a:lnTo>
                    <a:pt x="2407050" y="2506017"/>
                  </a:lnTo>
                  <a:lnTo>
                    <a:pt x="2431640" y="2506017"/>
                  </a:lnTo>
                  <a:lnTo>
                    <a:pt x="2431640" y="2481667"/>
                  </a:lnTo>
                  <a:lnTo>
                    <a:pt x="2795875" y="2481667"/>
                  </a:lnTo>
                  <a:lnTo>
                    <a:pt x="2795875" y="1548252"/>
                  </a:lnTo>
                  <a:lnTo>
                    <a:pt x="2272409" y="1548252"/>
                  </a:lnTo>
                  <a:lnTo>
                    <a:pt x="2272409" y="1570573"/>
                  </a:lnTo>
                  <a:lnTo>
                    <a:pt x="2052229" y="1570573"/>
                  </a:lnTo>
                  <a:lnTo>
                    <a:pt x="2052229" y="1523902"/>
                  </a:lnTo>
                  <a:lnTo>
                    <a:pt x="2052229" y="1477231"/>
                  </a:lnTo>
                  <a:lnTo>
                    <a:pt x="2225663" y="1477231"/>
                  </a:lnTo>
                  <a:lnTo>
                    <a:pt x="2225663" y="1441112"/>
                  </a:lnTo>
                  <a:lnTo>
                    <a:pt x="2272409" y="1441112"/>
                  </a:lnTo>
                  <a:lnTo>
                    <a:pt x="2319075" y="1441112"/>
                  </a:lnTo>
                  <a:lnTo>
                    <a:pt x="2319075" y="1499552"/>
                  </a:lnTo>
                  <a:lnTo>
                    <a:pt x="2828338" y="1499552"/>
                  </a:lnTo>
                  <a:lnTo>
                    <a:pt x="2828338" y="1523902"/>
                  </a:lnTo>
                  <a:lnTo>
                    <a:pt x="2844570" y="1523902"/>
                  </a:lnTo>
                  <a:lnTo>
                    <a:pt x="2844570" y="2506017"/>
                  </a:lnTo>
                  <a:lnTo>
                    <a:pt x="2844570" y="2558775"/>
                  </a:lnTo>
                  <a:close/>
                  <a:moveTo>
                    <a:pt x="2272409" y="1090878"/>
                  </a:moveTo>
                  <a:lnTo>
                    <a:pt x="2225663" y="1090878"/>
                  </a:lnTo>
                  <a:lnTo>
                    <a:pt x="2225663" y="1174886"/>
                  </a:lnTo>
                  <a:lnTo>
                    <a:pt x="2225663" y="1247936"/>
                  </a:lnTo>
                  <a:lnTo>
                    <a:pt x="2272409" y="1247936"/>
                  </a:lnTo>
                  <a:lnTo>
                    <a:pt x="2319075" y="1247936"/>
                  </a:lnTo>
                  <a:lnTo>
                    <a:pt x="2319075" y="1174886"/>
                  </a:lnTo>
                  <a:lnTo>
                    <a:pt x="2319075" y="109087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Wall_FF_MasterBath_DoorInfill"/>
            <p:cNvSpPr/>
            <p:nvPr/>
          </p:nvSpPr>
          <p:spPr>
            <a:xfrm>
              <a:off x="2303888" y="5148949"/>
              <a:ext cx="348977" cy="361191"/>
            </a:xfrm>
            <a:custGeom>
              <a:avLst/>
              <a:gdLst/>
              <a:ahLst/>
              <a:cxnLst/>
              <a:rect l="l" t="t" r="r" b="b"/>
              <a:pathLst>
                <a:path w="348977" h="361191">
                  <a:moveTo>
                    <a:pt x="0" y="48699"/>
                  </a:moveTo>
                  <a:lnTo>
                    <a:pt x="0" y="0"/>
                  </a:lnTo>
                  <a:lnTo>
                    <a:pt x="23535" y="0"/>
                  </a:lnTo>
                  <a:lnTo>
                    <a:pt x="23535" y="48699"/>
                  </a:lnTo>
                  <a:close/>
                  <a:moveTo>
                    <a:pt x="348977" y="333594"/>
                  </a:moveTo>
                  <a:lnTo>
                    <a:pt x="348977" y="361191"/>
                  </a:lnTo>
                  <a:lnTo>
                    <a:pt x="300282" y="361191"/>
                  </a:lnTo>
                  <a:lnTo>
                    <a:pt x="300282" y="3335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Wall_FF_Corridor_NorthEnd_Infill"/>
            <p:cNvSpPr/>
            <p:nvPr/>
          </p:nvSpPr>
          <p:spPr>
            <a:xfrm>
              <a:off x="1865637" y="3497615"/>
              <a:ext cx="48695" cy="23944"/>
            </a:xfrm>
            <a:custGeom>
              <a:avLst/>
              <a:gdLst/>
              <a:ahLst/>
              <a:cxnLst/>
              <a:rect l="l" t="t" r="r" b="b"/>
              <a:pathLst>
                <a:path w="48695" h="23944">
                  <a:moveTo>
                    <a:pt x="48695" y="0"/>
                  </a:moveTo>
                  <a:lnTo>
                    <a:pt x="48695" y="23944"/>
                  </a:lnTo>
                  <a:lnTo>
                    <a:pt x="0" y="23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Wall_FF_Study_North_FlushInfill"/>
            <p:cNvSpPr/>
            <p:nvPr/>
          </p:nvSpPr>
          <p:spPr>
            <a:xfrm>
              <a:off x="2628517" y="2474511"/>
              <a:ext cx="523466" cy="22321"/>
            </a:xfrm>
            <a:custGeom>
              <a:avLst/>
              <a:gdLst/>
              <a:ahLst/>
              <a:cxnLst/>
              <a:rect l="l" t="t" r="r" b="b"/>
              <a:pathLst>
                <a:path w="523466" h="22321">
                  <a:moveTo>
                    <a:pt x="523466" y="0"/>
                  </a:moveTo>
                  <a:lnTo>
                    <a:pt x="523466" y="22321"/>
                  </a:lnTo>
                  <a:lnTo>
                    <a:pt x="0" y="223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墙_Wall_FF_NarrowWindow_LowerInfill"/>
            <p:cNvSpPr/>
            <p:nvPr/>
          </p:nvSpPr>
          <p:spPr>
            <a:xfrm>
              <a:off x="2581852" y="2174195"/>
              <a:ext cx="93331" cy="193176"/>
            </a:xfrm>
            <a:custGeom>
              <a:avLst/>
              <a:gdLst/>
              <a:ahLst/>
              <a:cxnLst/>
              <a:rect l="l" t="t" r="r" b="b"/>
              <a:pathLst>
                <a:path w="93331" h="193176">
                  <a:moveTo>
                    <a:pt x="93331" y="0"/>
                  </a:moveTo>
                  <a:lnTo>
                    <a:pt x="93331" y="193176"/>
                  </a:lnTo>
                  <a:lnTo>
                    <a:pt x="0" y="193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010" name="墙_V39_Partition_Bed_Bath_S"/>
            <p:cNvSpPr/>
            <p:nvPr/>
          </p:nvSpPr>
          <p:spPr>
            <a:xfrm>
              <a:off x="3480817" y="2013566"/>
              <a:ext cx="413949" cy="64933"/>
            </a:xfrm>
            <a:custGeom>
              <a:avLst/>
              <a:gdLst/>
              <a:ahLst/>
              <a:cxnLst/>
              <a:rect l="l" t="t" r="r" b="b"/>
              <a:pathLst>
                <a:path w="413949" h="64933">
                  <a:moveTo>
                    <a:pt x="0" y="64933"/>
                  </a:moveTo>
                  <a:lnTo>
                    <a:pt x="413949" y="64933"/>
                  </a:lnTo>
                  <a:lnTo>
                    <a:pt x="413949" y="20292"/>
                  </a:lnTo>
                  <a:lnTo>
                    <a:pt x="44642" y="20292"/>
                  </a:lnTo>
                  <a:lnTo>
                    <a:pt x="446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009" name="墙_V39_Partition_Bed_Bath_W"/>
            <p:cNvSpPr/>
            <p:nvPr/>
          </p:nvSpPr>
          <p:spPr>
            <a:xfrm>
              <a:off x="3480817" y="1043626"/>
              <a:ext cx="44642" cy="702090"/>
            </a:xfrm>
            <a:custGeom>
              <a:avLst/>
              <a:gdLst/>
              <a:ahLst/>
              <a:cxnLst/>
              <a:rect l="l" t="t" r="r" b="b"/>
              <a:pathLst>
                <a:path w="44642" h="702090">
                  <a:moveTo>
                    <a:pt x="0" y="702090"/>
                  </a:moveTo>
                  <a:lnTo>
                    <a:pt x="44642" y="702090"/>
                  </a:lnTo>
                  <a:lnTo>
                    <a:pt x="446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0006" name="墙_V40_Wall_Bed2_North_East"/>
            <p:cNvSpPr/>
            <p:nvPr/>
          </p:nvSpPr>
          <p:spPr>
            <a:xfrm>
              <a:off x="3147628" y="3899065"/>
              <a:ext cx="540164" cy="48700"/>
            </a:xfrm>
            <a:custGeom>
              <a:avLst/>
              <a:gdLst/>
              <a:ahLst/>
              <a:cxnLst/>
              <a:rect l="l" t="t" r="r" b="b"/>
              <a:pathLst>
                <a:path w="540164" h="48700">
                  <a:moveTo>
                    <a:pt x="0" y="48700"/>
                  </a:moveTo>
                  <a:lnTo>
                    <a:pt x="540164" y="48700"/>
                  </a:lnTo>
                  <a:lnTo>
                    <a:pt x="5401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011" name="墙_V39_DoorLeaf_Bath"/>
            <p:cNvSpPr/>
            <p:nvPr/>
          </p:nvSpPr>
          <p:spPr>
            <a:xfrm>
              <a:off x="3212967" y="1745716"/>
              <a:ext cx="267850" cy="16234"/>
            </a:xfrm>
            <a:custGeom>
              <a:avLst/>
              <a:gdLst/>
              <a:ahLst/>
              <a:cxnLst/>
              <a:rect l="l" t="t" r="r" b="b"/>
              <a:pathLst>
                <a:path w="267850" h="16234">
                  <a:moveTo>
                    <a:pt x="0" y="16234"/>
                  </a:moveTo>
                  <a:lnTo>
                    <a:pt x="267850" y="16234"/>
                  </a:lnTo>
                  <a:lnTo>
                    <a:pt x="2678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Landing_Guard"/>
            <p:cNvSpPr/>
            <p:nvPr/>
          </p:nvSpPr>
          <p:spPr>
            <a:xfrm>
              <a:off x="3522508" y="3016257"/>
              <a:ext cx="21263" cy="197437"/>
            </a:xfrm>
            <a:custGeom>
              <a:avLst/>
              <a:gdLst/>
              <a:ahLst/>
              <a:cxnLst/>
              <a:rect l="l" t="t" r="r" b="b"/>
              <a:pathLst>
                <a:path w="21263" h="197437">
                  <a:moveTo>
                    <a:pt x="18138" y="28895"/>
                  </a:moveTo>
                  <a:lnTo>
                    <a:pt x="14689" y="7508"/>
                  </a:lnTo>
                  <a:lnTo>
                    <a:pt x="10631" y="0"/>
                  </a:lnTo>
                  <a:lnTo>
                    <a:pt x="6573" y="7508"/>
                  </a:lnTo>
                  <a:lnTo>
                    <a:pt x="3124" y="28895"/>
                  </a:lnTo>
                  <a:lnTo>
                    <a:pt x="811" y="60915"/>
                  </a:lnTo>
                  <a:lnTo>
                    <a:pt x="0" y="98698"/>
                  </a:lnTo>
                  <a:lnTo>
                    <a:pt x="811" y="136481"/>
                  </a:lnTo>
                  <a:lnTo>
                    <a:pt x="3124" y="168502"/>
                  </a:lnTo>
                  <a:lnTo>
                    <a:pt x="6573" y="189889"/>
                  </a:lnTo>
                  <a:lnTo>
                    <a:pt x="10631" y="197437"/>
                  </a:lnTo>
                  <a:lnTo>
                    <a:pt x="14689" y="189889"/>
                  </a:lnTo>
                  <a:lnTo>
                    <a:pt x="18138" y="168502"/>
                  </a:lnTo>
                  <a:lnTo>
                    <a:pt x="20451" y="136481"/>
                  </a:lnTo>
                  <a:lnTo>
                    <a:pt x="21263" y="98698"/>
                  </a:lnTo>
                  <a:lnTo>
                    <a:pt x="20451" y="6091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Landing_Baluster.009"/>
            <p:cNvSpPr/>
            <p:nvPr/>
          </p:nvSpPr>
          <p:spPr>
            <a:xfrm>
              <a:off x="3528879" y="3506422"/>
              <a:ext cx="8521" cy="8116"/>
            </a:xfrm>
            <a:custGeom>
              <a:avLst/>
              <a:gdLst/>
              <a:ahLst/>
              <a:cxnLst/>
              <a:rect l="l" t="t" r="r" b="b"/>
              <a:pathLst>
                <a:path w="8521" h="8116">
                  <a:moveTo>
                    <a:pt x="7263" y="6939"/>
                  </a:moveTo>
                  <a:lnTo>
                    <a:pt x="5883" y="7832"/>
                  </a:lnTo>
                  <a:lnTo>
                    <a:pt x="4260" y="8116"/>
                  </a:lnTo>
                  <a:lnTo>
                    <a:pt x="2637" y="7832"/>
                  </a:lnTo>
                  <a:lnTo>
                    <a:pt x="1257" y="6939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Landing_Baluster.010"/>
            <p:cNvSpPr/>
            <p:nvPr/>
          </p:nvSpPr>
          <p:spPr>
            <a:xfrm>
              <a:off x="3528879" y="347091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1"/>
                  </a:lnTo>
                  <a:lnTo>
                    <a:pt x="0" y="405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9"/>
                  </a:lnTo>
                  <a:lnTo>
                    <a:pt x="8196" y="560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Landing_Baluster.011"/>
            <p:cNvSpPr/>
            <p:nvPr/>
          </p:nvSpPr>
          <p:spPr>
            <a:xfrm>
              <a:off x="3528879" y="343540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Landing_Baluster.012"/>
            <p:cNvSpPr/>
            <p:nvPr/>
          </p:nvSpPr>
          <p:spPr>
            <a:xfrm>
              <a:off x="3528879" y="339980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Landing_Baluster.013"/>
            <p:cNvSpPr/>
            <p:nvPr/>
          </p:nvSpPr>
          <p:spPr>
            <a:xfrm>
              <a:off x="3528879" y="336397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Landing_Baluster.014"/>
            <p:cNvSpPr/>
            <p:nvPr/>
          </p:nvSpPr>
          <p:spPr>
            <a:xfrm>
              <a:off x="3528879" y="3328139"/>
              <a:ext cx="8521" cy="8158"/>
            </a:xfrm>
            <a:custGeom>
              <a:avLst/>
              <a:gdLst/>
              <a:ahLst/>
              <a:cxnLst/>
              <a:rect l="l" t="t" r="r" b="b"/>
              <a:pathLst>
                <a:path w="8521" h="8158">
                  <a:moveTo>
                    <a:pt x="7263" y="6981"/>
                  </a:moveTo>
                  <a:lnTo>
                    <a:pt x="5883" y="7873"/>
                  </a:lnTo>
                  <a:lnTo>
                    <a:pt x="4260" y="8158"/>
                  </a:lnTo>
                  <a:lnTo>
                    <a:pt x="2637" y="7873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Landing_Baluster.015"/>
            <p:cNvSpPr/>
            <p:nvPr/>
          </p:nvSpPr>
          <p:spPr>
            <a:xfrm>
              <a:off x="3528879" y="329226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913"/>
                  </a:lnTo>
                  <a:lnTo>
                    <a:pt x="4260" y="8198"/>
                  </a:lnTo>
                  <a:lnTo>
                    <a:pt x="2637" y="791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Landing_Baluster.016"/>
            <p:cNvSpPr/>
            <p:nvPr/>
          </p:nvSpPr>
          <p:spPr>
            <a:xfrm>
              <a:off x="3528879" y="325642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873"/>
                  </a:lnTo>
                  <a:lnTo>
                    <a:pt x="4260" y="8198"/>
                  </a:lnTo>
                  <a:lnTo>
                    <a:pt x="2637" y="787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Landing_Baluster.017"/>
            <p:cNvSpPr/>
            <p:nvPr/>
          </p:nvSpPr>
          <p:spPr>
            <a:xfrm>
              <a:off x="3528879" y="3220594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anding_Baluster.018"/>
            <p:cNvSpPr/>
            <p:nvPr/>
          </p:nvSpPr>
          <p:spPr>
            <a:xfrm>
              <a:off x="3528879" y="3184759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Lift_Guide_Duo_-1"/>
            <p:cNvSpPr/>
            <p:nvPr/>
          </p:nvSpPr>
          <p:spPr>
            <a:xfrm>
              <a:off x="1418054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Lift_Guide_Duo_1"/>
            <p:cNvSpPr/>
            <p:nvPr/>
          </p:nvSpPr>
          <p:spPr>
            <a:xfrm>
              <a:off x="1817957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28"/>
            <p:cNvSpPr/>
            <p:nvPr/>
          </p:nvSpPr>
          <p:spPr>
            <a:xfrm>
              <a:off x="2341545" y="3467868"/>
              <a:ext cx="12336" cy="58845"/>
            </a:xfrm>
            <a:custGeom>
              <a:avLst/>
              <a:gdLst/>
              <a:ahLst/>
              <a:cxnLst/>
              <a:rect l="l" t="t" r="r" b="b"/>
              <a:pathLst>
                <a:path w="12336" h="58845">
                  <a:moveTo>
                    <a:pt x="0" y="0"/>
                  </a:moveTo>
                  <a:lnTo>
                    <a:pt x="12336" y="0"/>
                  </a:lnTo>
                  <a:lnTo>
                    <a:pt x="12336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FrameJamb.029"/>
            <p:cNvSpPr/>
            <p:nvPr/>
          </p:nvSpPr>
          <p:spPr>
            <a:xfrm>
              <a:off x="2714220" y="3467868"/>
              <a:ext cx="12295" cy="58845"/>
            </a:xfrm>
            <a:custGeom>
              <a:avLst/>
              <a:gdLst/>
              <a:ahLst/>
              <a:cxnLst/>
              <a:rect l="l" t="t" r="r" b="b"/>
              <a:pathLst>
                <a:path w="12295" h="58845">
                  <a:moveTo>
                    <a:pt x="0" y="0"/>
                  </a:moveTo>
                  <a:lnTo>
                    <a:pt x="12295" y="0"/>
                  </a:lnTo>
                  <a:lnTo>
                    <a:pt x="12295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DoorLeaf.009"/>
            <p:cNvSpPr/>
            <p:nvPr/>
          </p:nvSpPr>
          <p:spPr>
            <a:xfrm>
              <a:off x="2657978" y="3144459"/>
              <a:ext cx="63100" cy="353602"/>
            </a:xfrm>
            <a:custGeom>
              <a:avLst/>
              <a:gdLst/>
              <a:ahLst/>
              <a:cxnLst/>
              <a:rect l="l" t="t" r="r" b="b"/>
              <a:pathLst>
                <a:path w="63100" h="353602">
                  <a:moveTo>
                    <a:pt x="63059" y="350883"/>
                  </a:moveTo>
                  <a:lnTo>
                    <a:pt x="63100" y="350234"/>
                  </a:lnTo>
                  <a:lnTo>
                    <a:pt x="14080" y="1380"/>
                  </a:lnTo>
                  <a:lnTo>
                    <a:pt x="13878" y="772"/>
                  </a:lnTo>
                  <a:lnTo>
                    <a:pt x="13431" y="285"/>
                  </a:lnTo>
                  <a:lnTo>
                    <a:pt x="12863" y="41"/>
                  </a:lnTo>
                  <a:lnTo>
                    <a:pt x="12214" y="0"/>
                  </a:lnTo>
                  <a:lnTo>
                    <a:pt x="1379" y="1543"/>
                  </a:lnTo>
                  <a:lnTo>
                    <a:pt x="771" y="1746"/>
                  </a:lnTo>
                  <a:lnTo>
                    <a:pt x="324" y="2151"/>
                  </a:lnTo>
                  <a:lnTo>
                    <a:pt x="40" y="2720"/>
                  </a:lnTo>
                  <a:lnTo>
                    <a:pt x="0" y="3369"/>
                  </a:lnTo>
                  <a:lnTo>
                    <a:pt x="48897" y="352223"/>
                  </a:lnTo>
                  <a:lnTo>
                    <a:pt x="49100" y="352831"/>
                  </a:lnTo>
                  <a:lnTo>
                    <a:pt x="49546" y="353278"/>
                  </a:lnTo>
                  <a:lnTo>
                    <a:pt x="50114" y="353562"/>
                  </a:lnTo>
                  <a:lnTo>
                    <a:pt x="50723" y="353602"/>
                  </a:lnTo>
                  <a:lnTo>
                    <a:pt x="61720" y="352060"/>
                  </a:lnTo>
                  <a:lnTo>
                    <a:pt x="62329" y="351857"/>
                  </a:lnTo>
                  <a:lnTo>
                    <a:pt x="62816" y="35145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FrameJamb.048"/>
            <p:cNvSpPr/>
            <p:nvPr/>
          </p:nvSpPr>
          <p:spPr>
            <a:xfrm>
              <a:off x="2834852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FrameJamb.049"/>
            <p:cNvSpPr/>
            <p:nvPr/>
          </p:nvSpPr>
          <p:spPr>
            <a:xfrm>
              <a:off x="3130983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PassageJamb_FF"/>
            <p:cNvSpPr/>
            <p:nvPr/>
          </p:nvSpPr>
          <p:spPr>
            <a:xfrm>
              <a:off x="1358078" y="3884455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PassageJamb_FF.001"/>
            <p:cNvSpPr/>
            <p:nvPr/>
          </p:nvSpPr>
          <p:spPr>
            <a:xfrm>
              <a:off x="1358078" y="3497290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PassageLeaf_FF"/>
            <p:cNvSpPr/>
            <p:nvPr/>
          </p:nvSpPr>
          <p:spPr>
            <a:xfrm>
              <a:off x="1010684" y="3504879"/>
              <a:ext cx="379573" cy="65908"/>
            </a:xfrm>
            <a:custGeom>
              <a:avLst/>
              <a:gdLst/>
              <a:ahLst/>
              <a:cxnLst/>
              <a:rect l="l" t="t" r="r" b="b"/>
              <a:pathLst>
                <a:path w="379573" h="65908">
                  <a:moveTo>
                    <a:pt x="379573" y="14042"/>
                  </a:moveTo>
                  <a:lnTo>
                    <a:pt x="2029" y="65908"/>
                  </a:lnTo>
                  <a:lnTo>
                    <a:pt x="0" y="51825"/>
                  </a:lnTo>
                  <a:lnTo>
                    <a:pt x="37754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0007" name="墙_V40_DoorLeaf_Bed2"/>
            <p:cNvSpPr/>
            <p:nvPr/>
          </p:nvSpPr>
          <p:spPr>
            <a:xfrm>
              <a:off x="3114756" y="3947765"/>
              <a:ext cx="16233" cy="283271"/>
            </a:xfrm>
            <a:custGeom>
              <a:avLst/>
              <a:gdLst/>
              <a:ahLst/>
              <a:cxnLst/>
              <a:rect l="l" t="t" r="r" b="b"/>
              <a:pathLst>
                <a:path w="16233" h="283271">
                  <a:moveTo>
                    <a:pt x="0" y="283271"/>
                  </a:moveTo>
                  <a:lnTo>
                    <a:pt x="16233" y="283271"/>
                  </a:lnTo>
                  <a:lnTo>
                    <a:pt x="162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WD_07_10_Study 1 Window_LowerL"/>
            <p:cNvSpPr/>
            <p:nvPr/>
          </p:nvSpPr>
          <p:spPr>
            <a:xfrm>
              <a:off x="2369422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WD_07_10_Study 1 Window_LowerR"/>
            <p:cNvSpPr/>
            <p:nvPr/>
          </p:nvSpPr>
          <p:spPr>
            <a:xfrm>
              <a:off x="2021257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WD_07_10_Study 1 Window_OuterL"/>
            <p:cNvSpPr/>
            <p:nvPr/>
          </p:nvSpPr>
          <p:spPr>
            <a:xfrm>
              <a:off x="2382407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WD_07_10_Study 1 Window_OuterR"/>
            <p:cNvSpPr/>
            <p:nvPr/>
          </p:nvSpPr>
          <p:spPr>
            <a:xfrm>
              <a:off x="1998938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WD_08_11_Study 2 Window_LowerL"/>
            <p:cNvSpPr/>
            <p:nvPr/>
          </p:nvSpPr>
          <p:spPr>
            <a:xfrm>
              <a:off x="2613503" y="1980693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WD_08_11_Study 2 Window_LowerR"/>
            <p:cNvSpPr/>
            <p:nvPr/>
          </p:nvSpPr>
          <p:spPr>
            <a:xfrm>
              <a:off x="2613503" y="1632489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WD_08_11_Study 2 Window_OuterL"/>
            <p:cNvSpPr/>
            <p:nvPr/>
          </p:nvSpPr>
          <p:spPr>
            <a:xfrm>
              <a:off x="2613503" y="1993680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WD_08_11_Study 2 Window_OuterR"/>
            <p:cNvSpPr/>
            <p:nvPr/>
          </p:nvSpPr>
          <p:spPr>
            <a:xfrm>
              <a:off x="2613503" y="1610168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10_16_Bedroom Window (Clear)_LowerL"/>
            <p:cNvSpPr/>
            <p:nvPr/>
          </p:nvSpPr>
          <p:spPr>
            <a:xfrm>
              <a:off x="2991900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10_16_Bedroom Window (Clear)_LowerR"/>
            <p:cNvSpPr/>
            <p:nvPr/>
          </p:nvSpPr>
          <p:spPr>
            <a:xfrm>
              <a:off x="334006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10_16_Bedroom Window (Clear)_OuterL"/>
            <p:cNvSpPr/>
            <p:nvPr/>
          </p:nvSpPr>
          <p:spPr>
            <a:xfrm>
              <a:off x="2969582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10_16_Bedroom Window (Clear)_OuterR"/>
            <p:cNvSpPr/>
            <p:nvPr/>
          </p:nvSpPr>
          <p:spPr>
            <a:xfrm>
              <a:off x="3353051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11_17_Bedroom Window (Frosted)_LowerL"/>
            <p:cNvSpPr/>
            <p:nvPr/>
          </p:nvSpPr>
          <p:spPr>
            <a:xfrm>
              <a:off x="262421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11_17_Bedroom Window (Frosted)_LowerR"/>
            <p:cNvSpPr/>
            <p:nvPr/>
          </p:nvSpPr>
          <p:spPr>
            <a:xfrm>
              <a:off x="2276051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11_17_Bedroom Window (Frosted)_OuterL"/>
            <p:cNvSpPr/>
            <p:nvPr/>
          </p:nvSpPr>
          <p:spPr>
            <a:xfrm>
              <a:off x="2637201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WD_11_17_Bedroom Window (Frosted)_OuterR"/>
            <p:cNvSpPr/>
            <p:nvPr/>
          </p:nvSpPr>
          <p:spPr>
            <a:xfrm>
              <a:off x="2253732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Bifold slim jamb"/>
            <p:cNvSpPr/>
            <p:nvPr/>
          </p:nvSpPr>
          <p:spPr>
            <a:xfrm>
              <a:off x="2596988" y="4515931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8"/>
                  </a:lnTo>
                  <a:lnTo>
                    <a:pt x="52752" y="11566"/>
                  </a:lnTo>
                  <a:lnTo>
                    <a:pt x="52712" y="11809"/>
                  </a:lnTo>
                  <a:lnTo>
                    <a:pt x="52590" y="12012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2"/>
                  </a:lnTo>
                  <a:lnTo>
                    <a:pt x="40" y="11809"/>
                  </a:lnTo>
                  <a:lnTo>
                    <a:pt x="0" y="11566"/>
                  </a:lnTo>
                  <a:lnTo>
                    <a:pt x="0" y="608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Bifold slim jamb.001"/>
            <p:cNvSpPr/>
            <p:nvPr/>
          </p:nvSpPr>
          <p:spPr>
            <a:xfrm>
              <a:off x="2596988" y="4097923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9"/>
                  </a:lnTo>
                  <a:lnTo>
                    <a:pt x="52752" y="11566"/>
                  </a:lnTo>
                  <a:lnTo>
                    <a:pt x="52712" y="11810"/>
                  </a:lnTo>
                  <a:lnTo>
                    <a:pt x="52590" y="12013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3"/>
                  </a:lnTo>
                  <a:lnTo>
                    <a:pt x="40" y="11810"/>
                  </a:lnTo>
                  <a:lnTo>
                    <a:pt x="0" y="11566"/>
                  </a:lnTo>
                  <a:lnTo>
                    <a:pt x="0" y="609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Rear215 jamb"/>
            <p:cNvSpPr/>
            <p:nvPr/>
          </p:nvSpPr>
          <p:spPr>
            <a:xfrm>
              <a:off x="3184649" y="2421834"/>
              <a:ext cx="12174" cy="56816"/>
            </a:xfrm>
            <a:custGeom>
              <a:avLst/>
              <a:gdLst/>
              <a:ahLst/>
              <a:cxnLst/>
              <a:rect l="l" t="t" r="r" b="b"/>
              <a:pathLst>
                <a:path w="12174" h="56816">
                  <a:moveTo>
                    <a:pt x="1502" y="203"/>
                  </a:moveTo>
                  <a:lnTo>
                    <a:pt x="2435" y="0"/>
                  </a:lnTo>
                  <a:lnTo>
                    <a:pt x="9739" y="0"/>
                  </a:lnTo>
                  <a:lnTo>
                    <a:pt x="10672" y="203"/>
                  </a:lnTo>
                  <a:lnTo>
                    <a:pt x="11443" y="730"/>
                  </a:lnTo>
                  <a:lnTo>
                    <a:pt x="11971" y="1501"/>
                  </a:lnTo>
                  <a:lnTo>
                    <a:pt x="12174" y="2435"/>
                  </a:lnTo>
                  <a:lnTo>
                    <a:pt x="12174" y="54381"/>
                  </a:lnTo>
                  <a:lnTo>
                    <a:pt x="11971" y="55315"/>
                  </a:lnTo>
                  <a:lnTo>
                    <a:pt x="11443" y="56126"/>
                  </a:lnTo>
                  <a:lnTo>
                    <a:pt x="10672" y="56654"/>
                  </a:lnTo>
                  <a:lnTo>
                    <a:pt x="9739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690" y="56126"/>
                  </a:lnTo>
                  <a:lnTo>
                    <a:pt x="162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162" y="1501"/>
                  </a:lnTo>
                  <a:lnTo>
                    <a:pt x="690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Rear215 jamb.001"/>
            <p:cNvSpPr/>
            <p:nvPr/>
          </p:nvSpPr>
          <p:spPr>
            <a:xfrm>
              <a:off x="3509725" y="2421834"/>
              <a:ext cx="12783" cy="56816"/>
            </a:xfrm>
            <a:custGeom>
              <a:avLst/>
              <a:gdLst/>
              <a:ahLst/>
              <a:cxnLst/>
              <a:rect l="l" t="t" r="r" b="b"/>
              <a:pathLst>
                <a:path w="12783" h="56816">
                  <a:moveTo>
                    <a:pt x="1502" y="203"/>
                  </a:moveTo>
                  <a:lnTo>
                    <a:pt x="2435" y="0"/>
                  </a:lnTo>
                  <a:lnTo>
                    <a:pt x="10348" y="0"/>
                  </a:lnTo>
                  <a:lnTo>
                    <a:pt x="11281" y="203"/>
                  </a:lnTo>
                  <a:lnTo>
                    <a:pt x="12052" y="730"/>
                  </a:lnTo>
                  <a:lnTo>
                    <a:pt x="12580" y="1501"/>
                  </a:lnTo>
                  <a:lnTo>
                    <a:pt x="12783" y="2435"/>
                  </a:lnTo>
                  <a:lnTo>
                    <a:pt x="12783" y="54381"/>
                  </a:lnTo>
                  <a:lnTo>
                    <a:pt x="12580" y="55315"/>
                  </a:lnTo>
                  <a:lnTo>
                    <a:pt x="12052" y="56126"/>
                  </a:lnTo>
                  <a:lnTo>
                    <a:pt x="11281" y="56654"/>
                  </a:lnTo>
                  <a:lnTo>
                    <a:pt x="10348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731" y="56126"/>
                  </a:lnTo>
                  <a:lnTo>
                    <a:pt x="203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203" y="1501"/>
                  </a:lnTo>
                  <a:lnTo>
                    <a:pt x="731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DoorLeaf_Rear215"/>
            <p:cNvSpPr/>
            <p:nvPr/>
          </p:nvSpPr>
          <p:spPr>
            <a:xfrm>
              <a:off x="3460057" y="2172612"/>
              <a:ext cx="55390" cy="278158"/>
            </a:xfrm>
            <a:custGeom>
              <a:avLst/>
              <a:gdLst/>
              <a:ahLst/>
              <a:cxnLst/>
              <a:rect l="l" t="t" r="r" b="b"/>
              <a:pathLst>
                <a:path w="55390" h="278158">
                  <a:moveTo>
                    <a:pt x="55309" y="274708"/>
                  </a:moveTo>
                  <a:lnTo>
                    <a:pt x="55390" y="273450"/>
                  </a:lnTo>
                  <a:lnTo>
                    <a:pt x="14568" y="2759"/>
                  </a:lnTo>
                  <a:lnTo>
                    <a:pt x="14121" y="1542"/>
                  </a:lnTo>
                  <a:lnTo>
                    <a:pt x="13269" y="609"/>
                  </a:lnTo>
                  <a:lnTo>
                    <a:pt x="12133" y="40"/>
                  </a:lnTo>
                  <a:lnTo>
                    <a:pt x="10875" y="0"/>
                  </a:lnTo>
                  <a:lnTo>
                    <a:pt x="2719" y="1096"/>
                  </a:lnTo>
                  <a:lnTo>
                    <a:pt x="1501" y="1501"/>
                  </a:lnTo>
                  <a:lnTo>
                    <a:pt x="568" y="2354"/>
                  </a:lnTo>
                  <a:lnTo>
                    <a:pt x="41" y="3449"/>
                  </a:lnTo>
                  <a:lnTo>
                    <a:pt x="0" y="4748"/>
                  </a:lnTo>
                  <a:lnTo>
                    <a:pt x="41309" y="275398"/>
                  </a:lnTo>
                  <a:lnTo>
                    <a:pt x="41756" y="276615"/>
                  </a:lnTo>
                  <a:lnTo>
                    <a:pt x="42608" y="277549"/>
                  </a:lnTo>
                  <a:lnTo>
                    <a:pt x="43744" y="278117"/>
                  </a:lnTo>
                  <a:lnTo>
                    <a:pt x="45002" y="278158"/>
                  </a:lnTo>
                  <a:lnTo>
                    <a:pt x="52631" y="277102"/>
                  </a:lnTo>
                  <a:lnTo>
                    <a:pt x="53848" y="276697"/>
                  </a:lnTo>
                  <a:lnTo>
                    <a:pt x="54781" y="275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Room199_Jamb"/>
            <p:cNvSpPr/>
            <p:nvPr/>
          </p:nvSpPr>
          <p:spPr>
            <a:xfrm>
              <a:off x="1040793" y="3071166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Room199_Jamb.001"/>
            <p:cNvSpPr/>
            <p:nvPr/>
          </p:nvSpPr>
          <p:spPr>
            <a:xfrm>
              <a:off x="1040793" y="2799258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DoorLeaf_Room199"/>
            <p:cNvSpPr/>
            <p:nvPr/>
          </p:nvSpPr>
          <p:spPr>
            <a:xfrm>
              <a:off x="784457" y="2786271"/>
              <a:ext cx="265263" cy="51095"/>
            </a:xfrm>
            <a:custGeom>
              <a:avLst/>
              <a:gdLst/>
              <a:ahLst/>
              <a:cxnLst/>
              <a:rect l="l" t="t" r="r" b="b"/>
              <a:pathLst>
                <a:path w="265263" h="51095">
                  <a:moveTo>
                    <a:pt x="265263" y="14610"/>
                  </a:moveTo>
                  <a:lnTo>
                    <a:pt x="2070" y="51095"/>
                  </a:lnTo>
                  <a:lnTo>
                    <a:pt x="0" y="36485"/>
                  </a:lnTo>
                  <a:lnTo>
                    <a:pt x="26319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R_Carcass"/>
            <p:cNvSpPr/>
            <p:nvPr/>
          </p:nvSpPr>
          <p:spPr>
            <a:xfrm>
              <a:off x="449439" y="4022357"/>
              <a:ext cx="235357" cy="1217498"/>
            </a:xfrm>
            <a:custGeom>
              <a:avLst/>
              <a:gdLst/>
              <a:ahLst/>
              <a:cxnLst/>
              <a:rect l="l" t="t" r="r" b="b"/>
              <a:pathLst>
                <a:path w="235357" h="1217498">
                  <a:moveTo>
                    <a:pt x="244" y="608992"/>
                  </a:moveTo>
                  <a:lnTo>
                    <a:pt x="0" y="609561"/>
                  </a:lnTo>
                  <a:lnTo>
                    <a:pt x="0" y="1216686"/>
                  </a:lnTo>
                  <a:lnTo>
                    <a:pt x="244" y="1217255"/>
                  </a:lnTo>
                  <a:lnTo>
                    <a:pt x="812" y="1217498"/>
                  </a:lnTo>
                  <a:lnTo>
                    <a:pt x="234545" y="1217498"/>
                  </a:lnTo>
                  <a:lnTo>
                    <a:pt x="235113" y="1217255"/>
                  </a:lnTo>
                  <a:lnTo>
                    <a:pt x="235357" y="1216686"/>
                  </a:lnTo>
                  <a:lnTo>
                    <a:pt x="235357" y="609561"/>
                  </a:lnTo>
                  <a:lnTo>
                    <a:pt x="235113" y="608992"/>
                  </a:lnTo>
                  <a:lnTo>
                    <a:pt x="234545" y="608749"/>
                  </a:lnTo>
                  <a:lnTo>
                    <a:pt x="812" y="608749"/>
                  </a:lnTo>
                  <a:close/>
                  <a:moveTo>
                    <a:pt x="244" y="243"/>
                  </a:moveTo>
                  <a:lnTo>
                    <a:pt x="0" y="811"/>
                  </a:lnTo>
                  <a:lnTo>
                    <a:pt x="0" y="607937"/>
                  </a:lnTo>
                  <a:lnTo>
                    <a:pt x="244" y="608505"/>
                  </a:lnTo>
                  <a:lnTo>
                    <a:pt x="812" y="608749"/>
                  </a:lnTo>
                  <a:lnTo>
                    <a:pt x="234545" y="608749"/>
                  </a:lnTo>
                  <a:lnTo>
                    <a:pt x="235113" y="608505"/>
                  </a:lnTo>
                  <a:lnTo>
                    <a:pt x="235357" y="607937"/>
                  </a:lnTo>
                  <a:lnTo>
                    <a:pt x="235357" y="811"/>
                  </a:lnTo>
                  <a:lnTo>
                    <a:pt x="235113" y="243"/>
                  </a:lnTo>
                  <a:lnTo>
                    <a:pt x="234545" y="0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R_Door_L1"/>
            <p:cNvSpPr/>
            <p:nvPr/>
          </p:nvSpPr>
          <p:spPr>
            <a:xfrm>
              <a:off x="684796" y="4479527"/>
              <a:ext cx="8116" cy="759111"/>
            </a:xfrm>
            <a:custGeom>
              <a:avLst/>
              <a:gdLst/>
              <a:ahLst/>
              <a:cxnLst/>
              <a:rect l="l" t="t" r="r" b="b"/>
              <a:pathLst>
                <a:path w="8116" h="759111">
                  <a:moveTo>
                    <a:pt x="7872" y="735410"/>
                  </a:moveTo>
                  <a:lnTo>
                    <a:pt x="7385" y="735572"/>
                  </a:lnTo>
                  <a:lnTo>
                    <a:pt x="7020" y="735816"/>
                  </a:lnTo>
                  <a:lnTo>
                    <a:pt x="6695" y="736181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695" y="737398"/>
                  </a:lnTo>
                  <a:lnTo>
                    <a:pt x="7020" y="737764"/>
                  </a:lnTo>
                  <a:lnTo>
                    <a:pt x="7385" y="738007"/>
                  </a:lnTo>
                  <a:lnTo>
                    <a:pt x="7872" y="738170"/>
                  </a:lnTo>
                  <a:lnTo>
                    <a:pt x="7872" y="738170"/>
                  </a:lnTo>
                  <a:lnTo>
                    <a:pt x="8116" y="738413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2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4"/>
                  </a:lnTo>
                  <a:lnTo>
                    <a:pt x="8116" y="735166"/>
                  </a:lnTo>
                  <a:lnTo>
                    <a:pt x="7872" y="735410"/>
                  </a:lnTo>
                  <a:close/>
                  <a:moveTo>
                    <a:pt x="0" y="608993"/>
                  </a:moveTo>
                  <a:lnTo>
                    <a:pt x="243" y="608750"/>
                  </a:lnTo>
                  <a:lnTo>
                    <a:pt x="7872" y="608750"/>
                  </a:lnTo>
                  <a:lnTo>
                    <a:pt x="8116" y="608993"/>
                  </a:lnTo>
                  <a:lnTo>
                    <a:pt x="8116" y="758867"/>
                  </a:lnTo>
                  <a:lnTo>
                    <a:pt x="7872" y="759111"/>
                  </a:lnTo>
                  <a:lnTo>
                    <a:pt x="243" y="759111"/>
                  </a:lnTo>
                  <a:lnTo>
                    <a:pt x="0" y="758867"/>
                  </a:lnTo>
                  <a:close/>
                  <a:moveTo>
                    <a:pt x="7872" y="126661"/>
                  </a:moveTo>
                  <a:lnTo>
                    <a:pt x="7385" y="126823"/>
                  </a:lnTo>
                  <a:lnTo>
                    <a:pt x="7020" y="127067"/>
                  </a:lnTo>
                  <a:lnTo>
                    <a:pt x="6695" y="127432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695" y="128649"/>
                  </a:lnTo>
                  <a:lnTo>
                    <a:pt x="7020" y="129015"/>
                  </a:lnTo>
                  <a:lnTo>
                    <a:pt x="7385" y="129258"/>
                  </a:lnTo>
                  <a:lnTo>
                    <a:pt x="7872" y="129420"/>
                  </a:lnTo>
                  <a:lnTo>
                    <a:pt x="7872" y="129420"/>
                  </a:lnTo>
                  <a:lnTo>
                    <a:pt x="8116" y="129664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4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9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5"/>
                  </a:lnTo>
                  <a:lnTo>
                    <a:pt x="8116" y="126417"/>
                  </a:lnTo>
                  <a:lnTo>
                    <a:pt x="7872" y="126661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R_Door_L2"/>
            <p:cNvSpPr/>
            <p:nvPr/>
          </p:nvSpPr>
          <p:spPr>
            <a:xfrm>
              <a:off x="684796" y="4327340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6018"/>
                  </a:moveTo>
                  <a:lnTo>
                    <a:pt x="7385" y="736181"/>
                  </a:lnTo>
                  <a:lnTo>
                    <a:pt x="7020" y="736424"/>
                  </a:lnTo>
                  <a:lnTo>
                    <a:pt x="6695" y="736789"/>
                  </a:lnTo>
                  <a:lnTo>
                    <a:pt x="6574" y="737155"/>
                  </a:lnTo>
                  <a:lnTo>
                    <a:pt x="6574" y="737642"/>
                  </a:lnTo>
                  <a:lnTo>
                    <a:pt x="6695" y="738007"/>
                  </a:lnTo>
                  <a:lnTo>
                    <a:pt x="7020" y="738372"/>
                  </a:lnTo>
                  <a:lnTo>
                    <a:pt x="7385" y="738616"/>
                  </a:lnTo>
                  <a:lnTo>
                    <a:pt x="7872" y="738778"/>
                  </a:lnTo>
                  <a:lnTo>
                    <a:pt x="7872" y="738778"/>
                  </a:lnTo>
                  <a:lnTo>
                    <a:pt x="8116" y="739022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1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3"/>
                  </a:lnTo>
                  <a:lnTo>
                    <a:pt x="8116" y="735775"/>
                  </a:lnTo>
                  <a:lnTo>
                    <a:pt x="7872" y="736018"/>
                  </a:lnTo>
                  <a:close/>
                  <a:moveTo>
                    <a:pt x="0" y="608993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759476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6"/>
                  </a:lnTo>
                  <a:close/>
                  <a:moveTo>
                    <a:pt x="7872" y="127269"/>
                  </a:moveTo>
                  <a:lnTo>
                    <a:pt x="7385" y="127432"/>
                  </a:lnTo>
                  <a:lnTo>
                    <a:pt x="7020" y="127675"/>
                  </a:lnTo>
                  <a:lnTo>
                    <a:pt x="6695" y="128040"/>
                  </a:lnTo>
                  <a:lnTo>
                    <a:pt x="6574" y="128406"/>
                  </a:lnTo>
                  <a:lnTo>
                    <a:pt x="6574" y="128893"/>
                  </a:lnTo>
                  <a:lnTo>
                    <a:pt x="6695" y="129258"/>
                  </a:lnTo>
                  <a:lnTo>
                    <a:pt x="7020" y="129623"/>
                  </a:lnTo>
                  <a:lnTo>
                    <a:pt x="7385" y="129867"/>
                  </a:lnTo>
                  <a:lnTo>
                    <a:pt x="7872" y="130029"/>
                  </a:lnTo>
                  <a:lnTo>
                    <a:pt x="7872" y="130029"/>
                  </a:lnTo>
                  <a:lnTo>
                    <a:pt x="8116" y="130272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3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8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4"/>
                  </a:lnTo>
                  <a:lnTo>
                    <a:pt x="8116" y="127026"/>
                  </a:lnTo>
                  <a:lnTo>
                    <a:pt x="7872" y="127269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R_Door_R1"/>
            <p:cNvSpPr/>
            <p:nvPr/>
          </p:nvSpPr>
          <p:spPr>
            <a:xfrm>
              <a:off x="684796" y="4175153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5856"/>
                  </a:moveTo>
                  <a:lnTo>
                    <a:pt x="7426" y="736018"/>
                  </a:lnTo>
                  <a:lnTo>
                    <a:pt x="7020" y="736302"/>
                  </a:lnTo>
                  <a:lnTo>
                    <a:pt x="6736" y="736667"/>
                  </a:lnTo>
                  <a:lnTo>
                    <a:pt x="6574" y="737154"/>
                  </a:lnTo>
                  <a:lnTo>
                    <a:pt x="6574" y="737641"/>
                  </a:lnTo>
                  <a:lnTo>
                    <a:pt x="6736" y="738128"/>
                  </a:lnTo>
                  <a:lnTo>
                    <a:pt x="7020" y="738494"/>
                  </a:lnTo>
                  <a:lnTo>
                    <a:pt x="7426" y="738778"/>
                  </a:lnTo>
                  <a:lnTo>
                    <a:pt x="7872" y="738940"/>
                  </a:lnTo>
                  <a:lnTo>
                    <a:pt x="7872" y="738940"/>
                  </a:lnTo>
                  <a:lnTo>
                    <a:pt x="8116" y="739184"/>
                  </a:lnTo>
                  <a:lnTo>
                    <a:pt x="8116" y="629284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39"/>
                  </a:lnTo>
                  <a:lnTo>
                    <a:pt x="6574" y="630826"/>
                  </a:lnTo>
                  <a:lnTo>
                    <a:pt x="6574" y="631313"/>
                  </a:lnTo>
                  <a:lnTo>
                    <a:pt x="6736" y="631800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5"/>
                  </a:lnTo>
                  <a:lnTo>
                    <a:pt x="8116" y="735612"/>
                  </a:lnTo>
                  <a:lnTo>
                    <a:pt x="7872" y="735856"/>
                  </a:lnTo>
                  <a:close/>
                  <a:moveTo>
                    <a:pt x="0" y="608992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2"/>
                  </a:lnTo>
                  <a:lnTo>
                    <a:pt x="8116" y="759475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5"/>
                  </a:lnTo>
                  <a:close/>
                  <a:moveTo>
                    <a:pt x="7872" y="127107"/>
                  </a:moveTo>
                  <a:lnTo>
                    <a:pt x="7426" y="127269"/>
                  </a:lnTo>
                  <a:lnTo>
                    <a:pt x="7020" y="127553"/>
                  </a:lnTo>
                  <a:lnTo>
                    <a:pt x="6736" y="127918"/>
                  </a:lnTo>
                  <a:lnTo>
                    <a:pt x="6574" y="128405"/>
                  </a:lnTo>
                  <a:lnTo>
                    <a:pt x="6574" y="128892"/>
                  </a:lnTo>
                  <a:lnTo>
                    <a:pt x="6736" y="129379"/>
                  </a:lnTo>
                  <a:lnTo>
                    <a:pt x="7020" y="129745"/>
                  </a:lnTo>
                  <a:lnTo>
                    <a:pt x="7426" y="130029"/>
                  </a:lnTo>
                  <a:lnTo>
                    <a:pt x="7872" y="130191"/>
                  </a:lnTo>
                  <a:lnTo>
                    <a:pt x="7872" y="130191"/>
                  </a:lnTo>
                  <a:lnTo>
                    <a:pt x="8116" y="130434"/>
                  </a:lnTo>
                  <a:lnTo>
                    <a:pt x="8116" y="20535"/>
                  </a:lnTo>
                  <a:lnTo>
                    <a:pt x="7872" y="20778"/>
                  </a:lnTo>
                  <a:lnTo>
                    <a:pt x="7872" y="20778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0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736" y="23051"/>
                  </a:lnTo>
                  <a:lnTo>
                    <a:pt x="7020" y="23416"/>
                  </a:lnTo>
                  <a:lnTo>
                    <a:pt x="7426" y="23700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6"/>
                  </a:lnTo>
                  <a:lnTo>
                    <a:pt x="8116" y="126863"/>
                  </a:lnTo>
                  <a:lnTo>
                    <a:pt x="7872" y="127107"/>
                  </a:lnTo>
                  <a:close/>
                  <a:moveTo>
                    <a:pt x="0" y="243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3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墙_WR_Door_R2"/>
            <p:cNvSpPr/>
            <p:nvPr/>
          </p:nvSpPr>
          <p:spPr>
            <a:xfrm>
              <a:off x="684796" y="4023574"/>
              <a:ext cx="8116" cy="759110"/>
            </a:xfrm>
            <a:custGeom>
              <a:avLst/>
              <a:gdLst/>
              <a:ahLst/>
              <a:cxnLst/>
              <a:rect l="l" t="t" r="r" b="b"/>
              <a:pathLst>
                <a:path w="8116" h="759110">
                  <a:moveTo>
                    <a:pt x="7872" y="735247"/>
                  </a:moveTo>
                  <a:lnTo>
                    <a:pt x="7426" y="735410"/>
                  </a:lnTo>
                  <a:lnTo>
                    <a:pt x="7020" y="735694"/>
                  </a:lnTo>
                  <a:lnTo>
                    <a:pt x="6736" y="736059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736" y="737520"/>
                  </a:lnTo>
                  <a:lnTo>
                    <a:pt x="7020" y="737885"/>
                  </a:lnTo>
                  <a:lnTo>
                    <a:pt x="7426" y="738169"/>
                  </a:lnTo>
                  <a:lnTo>
                    <a:pt x="7872" y="738332"/>
                  </a:lnTo>
                  <a:lnTo>
                    <a:pt x="7872" y="738332"/>
                  </a:lnTo>
                  <a:lnTo>
                    <a:pt x="8116" y="738575"/>
                  </a:lnTo>
                  <a:lnTo>
                    <a:pt x="8116" y="758867"/>
                  </a:lnTo>
                  <a:lnTo>
                    <a:pt x="7872" y="759110"/>
                  </a:lnTo>
                  <a:lnTo>
                    <a:pt x="243" y="759110"/>
                  </a:lnTo>
                  <a:lnTo>
                    <a:pt x="0" y="758867"/>
                  </a:lnTo>
                  <a:lnTo>
                    <a:pt x="0" y="608993"/>
                  </a:ln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629285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40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736" y="631801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6"/>
                  </a:lnTo>
                  <a:lnTo>
                    <a:pt x="8116" y="735004"/>
                  </a:lnTo>
                  <a:lnTo>
                    <a:pt x="7872" y="735247"/>
                  </a:lnTo>
                  <a:close/>
                  <a:moveTo>
                    <a:pt x="7872" y="126498"/>
                  </a:moveTo>
                  <a:lnTo>
                    <a:pt x="7426" y="126661"/>
                  </a:lnTo>
                  <a:lnTo>
                    <a:pt x="7020" y="126945"/>
                  </a:lnTo>
                  <a:lnTo>
                    <a:pt x="6736" y="127310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736" y="128771"/>
                  </a:lnTo>
                  <a:lnTo>
                    <a:pt x="7020" y="129136"/>
                  </a:lnTo>
                  <a:lnTo>
                    <a:pt x="7426" y="129420"/>
                  </a:lnTo>
                  <a:lnTo>
                    <a:pt x="7872" y="129583"/>
                  </a:lnTo>
                  <a:lnTo>
                    <a:pt x="7872" y="129583"/>
                  </a:lnTo>
                  <a:lnTo>
                    <a:pt x="8116" y="129826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lnTo>
                    <a:pt x="0" y="244"/>
                  </a:ln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20535"/>
                  </a:lnTo>
                  <a:lnTo>
                    <a:pt x="7872" y="20779"/>
                  </a:lnTo>
                  <a:lnTo>
                    <a:pt x="7872" y="20779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1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736" y="23052"/>
                  </a:lnTo>
                  <a:lnTo>
                    <a:pt x="7020" y="23417"/>
                  </a:lnTo>
                  <a:lnTo>
                    <a:pt x="7426" y="23701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7"/>
                  </a:lnTo>
                  <a:lnTo>
                    <a:pt x="8116" y="126255"/>
                  </a:lnTo>
                  <a:lnTo>
                    <a:pt x="7872" y="1264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5" name="房间名（沿用施工图）"/>
          <p:cNvGrpSpPr/>
          <p:nvPr/>
        </p:nvGrpSpPr>
        <p:grpSpPr>
          <a:xfrm>
            <a:off x="1023096" y="1776807"/>
            <a:ext cx="2852368" cy="3609507"/>
            <a:chOff x="1023096" y="1776807"/>
            <a:chExt cx="2852368" cy="3609507"/>
          </a:xfrm>
        </p:grpSpPr>
        <p:sp>
          <p:nvSpPr>
            <p:cNvPr id="206" name="TextBox 205"/>
            <p:cNvSpPr txBox="1"/>
            <p:nvPr/>
          </p:nvSpPr>
          <p:spPr>
            <a:xfrm>
              <a:off x="1397825" y="2723710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1554812" y="3422893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淋浴间</a:t>
              </a: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2148144" y="4779155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3427795" y="3101350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2407563" y="3053585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3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2471315" y="3595029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走廊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1023096" y="4053428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主卧</a:t>
              </a: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3130877" y="4653573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2</a:t>
              </a: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2148143" y="4165248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衣帽间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2160572" y="5276917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盥洗室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3537105" y="1379940"/>
              <a:ext cx="98457" cy="3500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2874120" y="1926401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4</a:t>
              </a:r>
            </a:p>
          </p:txBody>
        </p:sp>
      </p:grpSp>
      <p:grpSp>
        <p:nvGrpSpPr>
          <p:cNvPr id="218" name="用水设备 台盆柜 F12.001"/>
          <p:cNvGrpSpPr/>
          <p:nvPr/>
        </p:nvGrpSpPr>
        <p:grpSpPr>
          <a:xfrm>
            <a:off x="1943523" y="5160718"/>
            <a:ext cx="416751" cy="463136"/>
            <a:chOff x="1943523" y="5160718"/>
            <a:chExt cx="416751" cy="463136"/>
          </a:xfrm>
        </p:grpSpPr>
        <p:sp>
          <p:nvSpPr>
            <p:cNvPr id="219" name="Rectangle 218"/>
            <p:cNvSpPr/>
            <p:nvPr/>
          </p:nvSpPr>
          <p:spPr>
            <a:xfrm>
              <a:off x="1943523" y="5218021"/>
              <a:ext cx="162333" cy="405833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1943523" y="5160718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台盆柜</a:t>
              </a:r>
            </a:p>
          </p:txBody>
        </p:sp>
      </p:grpSp>
      <p:grpSp>
        <p:nvGrpSpPr>
          <p:cNvPr id="221" name="J 台盆柜"/>
          <p:cNvGrpSpPr/>
          <p:nvPr/>
        </p:nvGrpSpPr>
        <p:grpSpPr>
          <a:xfrm>
            <a:off x="1935609" y="5381346"/>
            <a:ext cx="79182" cy="79182"/>
            <a:chOff x="1935609" y="5381346"/>
            <a:chExt cx="79182" cy="79182"/>
          </a:xfrm>
        </p:grpSpPr>
        <p:sp>
          <p:nvSpPr>
            <p:cNvPr id="222" name="Oval 221"/>
            <p:cNvSpPr/>
            <p:nvPr/>
          </p:nvSpPr>
          <p:spPr>
            <a:xfrm>
              <a:off x="1935609" y="538134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1935609" y="538134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24" name="P 台盆柜"/>
          <p:cNvGrpSpPr/>
          <p:nvPr/>
        </p:nvGrpSpPr>
        <p:grpSpPr>
          <a:xfrm>
            <a:off x="2034587" y="5381346"/>
            <a:ext cx="79182" cy="79182"/>
            <a:chOff x="2034587" y="5381346"/>
            <a:chExt cx="79182" cy="79182"/>
          </a:xfrm>
        </p:grpSpPr>
        <p:sp>
          <p:nvSpPr>
            <p:cNvPr id="225" name="Oval 224"/>
            <p:cNvSpPr/>
            <p:nvPr/>
          </p:nvSpPr>
          <p:spPr>
            <a:xfrm>
              <a:off x="2034587" y="538134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2034587" y="538134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227" name="用水设备 智能马桶 F13.001"/>
          <p:cNvGrpSpPr/>
          <p:nvPr/>
        </p:nvGrpSpPr>
        <p:grpSpPr>
          <a:xfrm>
            <a:off x="2382634" y="4677777"/>
            <a:ext cx="416751" cy="319065"/>
            <a:chOff x="2382634" y="4677777"/>
            <a:chExt cx="416751" cy="319065"/>
          </a:xfrm>
        </p:grpSpPr>
        <p:sp>
          <p:nvSpPr>
            <p:cNvPr id="228" name="Rectangle 227"/>
            <p:cNvSpPr/>
            <p:nvPr/>
          </p:nvSpPr>
          <p:spPr>
            <a:xfrm>
              <a:off x="2382634" y="4735080"/>
              <a:ext cx="172479" cy="261762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2382634" y="4677777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智能马桶</a:t>
              </a:r>
            </a:p>
          </p:txBody>
        </p:sp>
      </p:grpSp>
      <p:grpSp>
        <p:nvGrpSpPr>
          <p:cNvPr id="230" name="W 智能马桶"/>
          <p:cNvGrpSpPr/>
          <p:nvPr/>
        </p:nvGrpSpPr>
        <p:grpSpPr>
          <a:xfrm>
            <a:off x="2373542" y="4820119"/>
            <a:ext cx="91684" cy="91684"/>
            <a:chOff x="2373542" y="4820119"/>
            <a:chExt cx="91684" cy="91684"/>
          </a:xfrm>
        </p:grpSpPr>
        <p:sp>
          <p:nvSpPr>
            <p:cNvPr id="231" name="Oval 230"/>
            <p:cNvSpPr/>
            <p:nvPr/>
          </p:nvSpPr>
          <p:spPr>
            <a:xfrm>
              <a:off x="2373542" y="4820119"/>
              <a:ext cx="91684" cy="9168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2" name="Oval 231"/>
            <p:cNvSpPr/>
            <p:nvPr/>
          </p:nvSpPr>
          <p:spPr>
            <a:xfrm>
              <a:off x="2387086" y="4833663"/>
              <a:ext cx="64596" cy="64596"/>
            </a:xfrm>
            <a:prstGeom prst="ellipse">
              <a:avLst/>
            </a:prstGeom>
            <a:noFill/>
            <a:ln w="762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2373542" y="4820119"/>
              <a:ext cx="91684" cy="916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00" b="1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W</a:t>
              </a:r>
            </a:p>
          </p:txBody>
        </p:sp>
      </p:grpSp>
      <p:grpSp>
        <p:nvGrpSpPr>
          <p:cNvPr id="234" name="J 智能马桶"/>
          <p:cNvGrpSpPr/>
          <p:nvPr/>
        </p:nvGrpSpPr>
        <p:grpSpPr>
          <a:xfrm>
            <a:off x="2478771" y="4826370"/>
            <a:ext cx="79182" cy="79182"/>
            <a:chOff x="2478771" y="4826370"/>
            <a:chExt cx="79182" cy="79182"/>
          </a:xfrm>
        </p:grpSpPr>
        <p:sp>
          <p:nvSpPr>
            <p:cNvPr id="235" name="Oval 234"/>
            <p:cNvSpPr/>
            <p:nvPr/>
          </p:nvSpPr>
          <p:spPr>
            <a:xfrm>
              <a:off x="2478771" y="4826370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2478771" y="4826370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37" name="用水设备 淋浴房 F14_ShowerReserved"/>
          <p:cNvGrpSpPr/>
          <p:nvPr/>
        </p:nvGrpSpPr>
        <p:grpSpPr>
          <a:xfrm>
            <a:off x="1928507" y="4641252"/>
            <a:ext cx="416751" cy="503719"/>
            <a:chOff x="1928507" y="4641252"/>
            <a:chExt cx="416751" cy="503719"/>
          </a:xfrm>
        </p:grpSpPr>
        <p:sp>
          <p:nvSpPr>
            <p:cNvPr id="238" name="Rectangle 237"/>
            <p:cNvSpPr/>
            <p:nvPr/>
          </p:nvSpPr>
          <p:spPr>
            <a:xfrm>
              <a:off x="1928507" y="4698555"/>
              <a:ext cx="324666" cy="446416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1928507" y="4641252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淋浴房</a:t>
              </a:r>
            </a:p>
          </p:txBody>
        </p:sp>
      </p:grpSp>
      <p:grpSp>
        <p:nvGrpSpPr>
          <p:cNvPr id="240" name="J 淋浴房"/>
          <p:cNvGrpSpPr/>
          <p:nvPr/>
        </p:nvGrpSpPr>
        <p:grpSpPr>
          <a:xfrm>
            <a:off x="2001760" y="4882172"/>
            <a:ext cx="79182" cy="79182"/>
            <a:chOff x="2001760" y="4882172"/>
            <a:chExt cx="79182" cy="79182"/>
          </a:xfrm>
        </p:grpSpPr>
        <p:sp>
          <p:nvSpPr>
            <p:cNvPr id="241" name="Oval 240"/>
            <p:cNvSpPr/>
            <p:nvPr/>
          </p:nvSpPr>
          <p:spPr>
            <a:xfrm>
              <a:off x="2001760" y="4882172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2001760" y="4882172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43" name="P 淋浴房"/>
          <p:cNvGrpSpPr/>
          <p:nvPr/>
        </p:nvGrpSpPr>
        <p:grpSpPr>
          <a:xfrm>
            <a:off x="2100738" y="4882172"/>
            <a:ext cx="79182" cy="79182"/>
            <a:chOff x="2100738" y="4882172"/>
            <a:chExt cx="79182" cy="79182"/>
          </a:xfrm>
        </p:grpSpPr>
        <p:sp>
          <p:nvSpPr>
            <p:cNvPr id="244" name="Oval 243"/>
            <p:cNvSpPr/>
            <p:nvPr/>
          </p:nvSpPr>
          <p:spPr>
            <a:xfrm>
              <a:off x="2100738" y="4882172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2100738" y="4882172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246" name="用水设备 智能马桶 F16.001"/>
          <p:cNvGrpSpPr/>
          <p:nvPr/>
        </p:nvGrpSpPr>
        <p:grpSpPr>
          <a:xfrm>
            <a:off x="1597347" y="2868169"/>
            <a:ext cx="416751" cy="219636"/>
            <a:chOff x="1597347" y="2868169"/>
            <a:chExt cx="416751" cy="219636"/>
          </a:xfrm>
        </p:grpSpPr>
        <p:sp>
          <p:nvSpPr>
            <p:cNvPr id="247" name="Rectangle 246"/>
            <p:cNvSpPr/>
            <p:nvPr/>
          </p:nvSpPr>
          <p:spPr>
            <a:xfrm>
              <a:off x="1597347" y="2925472"/>
              <a:ext cx="258110" cy="162333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1597347" y="2868169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智能马桶</a:t>
              </a:r>
            </a:p>
          </p:txBody>
        </p:sp>
      </p:grpSp>
      <p:grpSp>
        <p:nvGrpSpPr>
          <p:cNvPr id="249" name="W 智能马桶"/>
          <p:cNvGrpSpPr/>
          <p:nvPr/>
        </p:nvGrpSpPr>
        <p:grpSpPr>
          <a:xfrm>
            <a:off x="1631071" y="2960796"/>
            <a:ext cx="91684" cy="91684"/>
            <a:chOff x="1631071" y="2960796"/>
            <a:chExt cx="91684" cy="91684"/>
          </a:xfrm>
        </p:grpSpPr>
        <p:sp>
          <p:nvSpPr>
            <p:cNvPr id="250" name="Oval 249"/>
            <p:cNvSpPr/>
            <p:nvPr/>
          </p:nvSpPr>
          <p:spPr>
            <a:xfrm>
              <a:off x="1631071" y="2960796"/>
              <a:ext cx="91684" cy="9168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1" name="Oval 250"/>
            <p:cNvSpPr/>
            <p:nvPr/>
          </p:nvSpPr>
          <p:spPr>
            <a:xfrm>
              <a:off x="1644615" y="2974340"/>
              <a:ext cx="64596" cy="64596"/>
            </a:xfrm>
            <a:prstGeom prst="ellipse">
              <a:avLst/>
            </a:prstGeom>
            <a:noFill/>
            <a:ln w="762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2" name="TextBox 251"/>
            <p:cNvSpPr txBox="1"/>
            <p:nvPr/>
          </p:nvSpPr>
          <p:spPr>
            <a:xfrm>
              <a:off x="1631071" y="2960796"/>
              <a:ext cx="91684" cy="916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00" b="1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W</a:t>
              </a:r>
            </a:p>
          </p:txBody>
        </p:sp>
      </p:grpSp>
      <p:grpSp>
        <p:nvGrpSpPr>
          <p:cNvPr id="253" name="J 智能马桶"/>
          <p:cNvGrpSpPr/>
          <p:nvPr/>
        </p:nvGrpSpPr>
        <p:grpSpPr>
          <a:xfrm>
            <a:off x="1736300" y="2967047"/>
            <a:ext cx="79182" cy="79182"/>
            <a:chOff x="1736300" y="2967047"/>
            <a:chExt cx="79182" cy="79182"/>
          </a:xfrm>
        </p:grpSpPr>
        <p:sp>
          <p:nvSpPr>
            <p:cNvPr id="254" name="Oval 253"/>
            <p:cNvSpPr/>
            <p:nvPr/>
          </p:nvSpPr>
          <p:spPr>
            <a:xfrm>
              <a:off x="1736300" y="2967047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1736300" y="2967047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56" name="用水设备 台盆柜 F17.001"/>
          <p:cNvGrpSpPr/>
          <p:nvPr/>
        </p:nvGrpSpPr>
        <p:grpSpPr>
          <a:xfrm>
            <a:off x="1086404" y="2448538"/>
            <a:ext cx="416751" cy="219636"/>
            <a:chOff x="1086404" y="2448538"/>
            <a:chExt cx="416751" cy="219636"/>
          </a:xfrm>
        </p:grpSpPr>
        <p:sp>
          <p:nvSpPr>
            <p:cNvPr id="257" name="Rectangle 256"/>
            <p:cNvSpPr/>
            <p:nvPr/>
          </p:nvSpPr>
          <p:spPr>
            <a:xfrm>
              <a:off x="1086404" y="2505841"/>
              <a:ext cx="405833" cy="162333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8" name="TextBox 257"/>
            <p:cNvSpPr txBox="1"/>
            <p:nvPr/>
          </p:nvSpPr>
          <p:spPr>
            <a:xfrm>
              <a:off x="1086404" y="2448538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台盆柜</a:t>
              </a:r>
            </a:p>
          </p:txBody>
        </p:sp>
      </p:grpSp>
      <p:grpSp>
        <p:nvGrpSpPr>
          <p:cNvPr id="259" name="J 台盆柜"/>
          <p:cNvGrpSpPr/>
          <p:nvPr/>
        </p:nvGrpSpPr>
        <p:grpSpPr>
          <a:xfrm>
            <a:off x="1200240" y="2547416"/>
            <a:ext cx="79182" cy="79182"/>
            <a:chOff x="1200240" y="2547416"/>
            <a:chExt cx="79182" cy="79182"/>
          </a:xfrm>
        </p:grpSpPr>
        <p:sp>
          <p:nvSpPr>
            <p:cNvPr id="260" name="Oval 259"/>
            <p:cNvSpPr/>
            <p:nvPr/>
          </p:nvSpPr>
          <p:spPr>
            <a:xfrm>
              <a:off x="1200240" y="254741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1200240" y="254741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62" name="P 台盆柜"/>
          <p:cNvGrpSpPr/>
          <p:nvPr/>
        </p:nvGrpSpPr>
        <p:grpSpPr>
          <a:xfrm>
            <a:off x="1299218" y="2547416"/>
            <a:ext cx="79182" cy="79182"/>
            <a:chOff x="1299218" y="2547416"/>
            <a:chExt cx="79182" cy="79182"/>
          </a:xfrm>
        </p:grpSpPr>
        <p:sp>
          <p:nvSpPr>
            <p:cNvPr id="263" name="Oval 262"/>
            <p:cNvSpPr/>
            <p:nvPr/>
          </p:nvSpPr>
          <p:spPr>
            <a:xfrm>
              <a:off x="1299218" y="254741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1299218" y="254741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265" name="用水设备 淋浴房 F18_COMPACT_Room199_Shower"/>
          <p:cNvGrpSpPr/>
          <p:nvPr/>
        </p:nvGrpSpPr>
        <p:grpSpPr>
          <a:xfrm>
            <a:off x="1529979" y="2445291"/>
            <a:ext cx="416751" cy="422553"/>
            <a:chOff x="1529979" y="2445291"/>
            <a:chExt cx="416751" cy="422553"/>
          </a:xfrm>
        </p:grpSpPr>
        <p:sp>
          <p:nvSpPr>
            <p:cNvPr id="266" name="Rectangle 265"/>
            <p:cNvSpPr/>
            <p:nvPr/>
          </p:nvSpPr>
          <p:spPr>
            <a:xfrm>
              <a:off x="1529979" y="2502594"/>
              <a:ext cx="324666" cy="365250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1529979" y="2445291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淋浴房</a:t>
              </a:r>
            </a:p>
          </p:txBody>
        </p:sp>
      </p:grpSp>
      <p:grpSp>
        <p:nvGrpSpPr>
          <p:cNvPr id="268" name="J 淋浴房"/>
          <p:cNvGrpSpPr/>
          <p:nvPr/>
        </p:nvGrpSpPr>
        <p:grpSpPr>
          <a:xfrm>
            <a:off x="1603232" y="2645628"/>
            <a:ext cx="79182" cy="79182"/>
            <a:chOff x="1603232" y="2645628"/>
            <a:chExt cx="79182" cy="79182"/>
          </a:xfrm>
        </p:grpSpPr>
        <p:sp>
          <p:nvSpPr>
            <p:cNvPr id="269" name="Oval 268"/>
            <p:cNvSpPr/>
            <p:nvPr/>
          </p:nvSpPr>
          <p:spPr>
            <a:xfrm>
              <a:off x="1603232" y="2645628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0" name="TextBox 269"/>
            <p:cNvSpPr txBox="1"/>
            <p:nvPr/>
          </p:nvSpPr>
          <p:spPr>
            <a:xfrm>
              <a:off x="1603232" y="2645628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71" name="P 淋浴房"/>
          <p:cNvGrpSpPr/>
          <p:nvPr/>
        </p:nvGrpSpPr>
        <p:grpSpPr>
          <a:xfrm>
            <a:off x="1702210" y="2645628"/>
            <a:ext cx="79182" cy="79182"/>
            <a:chOff x="1702210" y="2645628"/>
            <a:chExt cx="79182" cy="79182"/>
          </a:xfrm>
        </p:grpSpPr>
        <p:sp>
          <p:nvSpPr>
            <p:cNvPr id="272" name="Oval 271"/>
            <p:cNvSpPr/>
            <p:nvPr/>
          </p:nvSpPr>
          <p:spPr>
            <a:xfrm>
              <a:off x="1702210" y="2645628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1702210" y="2645628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274" name="用水设备 马桶 F25_Toilet"/>
          <p:cNvGrpSpPr/>
          <p:nvPr/>
        </p:nvGrpSpPr>
        <p:grpSpPr>
          <a:xfrm>
            <a:off x="3662224" y="1739547"/>
            <a:ext cx="416751" cy="294715"/>
            <a:chOff x="3662224" y="1467640"/>
            <a:chExt cx="416751" cy="294715"/>
          </a:xfrm>
        </p:grpSpPr>
        <p:sp>
          <p:nvSpPr>
            <p:cNvPr id="275" name="Rectangle 274"/>
            <p:cNvSpPr/>
            <p:nvPr/>
          </p:nvSpPr>
          <p:spPr>
            <a:xfrm>
              <a:off x="3662224" y="1524943"/>
              <a:ext cx="146100" cy="237412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6" name="TextBox 275"/>
            <p:cNvSpPr txBox="1"/>
            <p:nvPr/>
          </p:nvSpPr>
          <p:spPr>
            <a:xfrm>
              <a:off x="3662224" y="1467640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马桶</a:t>
              </a:r>
            </a:p>
          </p:txBody>
        </p:sp>
      </p:grpSp>
      <p:grpSp>
        <p:nvGrpSpPr>
          <p:cNvPr id="277" name="W 马桶"/>
          <p:cNvGrpSpPr/>
          <p:nvPr/>
        </p:nvGrpSpPr>
        <p:grpSpPr>
          <a:xfrm>
            <a:off x="3639943" y="1869714"/>
            <a:ext cx="91684" cy="91684"/>
            <a:chOff x="3639943" y="1597807"/>
            <a:chExt cx="91684" cy="91684"/>
          </a:xfrm>
        </p:grpSpPr>
        <p:sp>
          <p:nvSpPr>
            <p:cNvPr id="278" name="Oval 277"/>
            <p:cNvSpPr/>
            <p:nvPr/>
          </p:nvSpPr>
          <p:spPr>
            <a:xfrm>
              <a:off x="3639943" y="1597807"/>
              <a:ext cx="91684" cy="9168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9" name="Oval 278"/>
            <p:cNvSpPr/>
            <p:nvPr/>
          </p:nvSpPr>
          <p:spPr>
            <a:xfrm>
              <a:off x="3653487" y="1611351"/>
              <a:ext cx="64596" cy="64596"/>
            </a:xfrm>
            <a:prstGeom prst="ellipse">
              <a:avLst/>
            </a:prstGeom>
            <a:noFill/>
            <a:ln w="762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3639943" y="1597807"/>
              <a:ext cx="91684" cy="916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00" b="1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W</a:t>
              </a:r>
            </a:p>
          </p:txBody>
        </p:sp>
      </p:grpSp>
      <p:grpSp>
        <p:nvGrpSpPr>
          <p:cNvPr id="281" name="J 马桶"/>
          <p:cNvGrpSpPr/>
          <p:nvPr/>
        </p:nvGrpSpPr>
        <p:grpSpPr>
          <a:xfrm>
            <a:off x="3745172" y="1875965"/>
            <a:ext cx="79182" cy="79182"/>
            <a:chOff x="3745172" y="1604058"/>
            <a:chExt cx="79182" cy="79182"/>
          </a:xfrm>
        </p:grpSpPr>
        <p:sp>
          <p:nvSpPr>
            <p:cNvPr id="282" name="Oval 281"/>
            <p:cNvSpPr/>
            <p:nvPr/>
          </p:nvSpPr>
          <p:spPr>
            <a:xfrm>
              <a:off x="3745172" y="1604058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3745172" y="1604058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84" name="用水设备 小台盆 F26_RearCompactBasin"/>
          <p:cNvGrpSpPr/>
          <p:nvPr/>
        </p:nvGrpSpPr>
        <p:grpSpPr>
          <a:xfrm>
            <a:off x="3763682" y="1483873"/>
            <a:ext cx="416751" cy="211520"/>
            <a:chOff x="3763682" y="1841006"/>
            <a:chExt cx="416751" cy="211520"/>
          </a:xfrm>
        </p:grpSpPr>
        <p:sp>
          <p:nvSpPr>
            <p:cNvPr id="285" name="Rectangle 284"/>
            <p:cNvSpPr/>
            <p:nvPr/>
          </p:nvSpPr>
          <p:spPr>
            <a:xfrm>
              <a:off x="3763682" y="1898309"/>
              <a:ext cx="121750" cy="154217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6" name="TextBox 285"/>
            <p:cNvSpPr txBox="1"/>
            <p:nvPr/>
          </p:nvSpPr>
          <p:spPr>
            <a:xfrm>
              <a:off x="3763682" y="1841006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小台盆</a:t>
              </a:r>
            </a:p>
          </p:txBody>
        </p:sp>
      </p:grpSp>
      <p:grpSp>
        <p:nvGrpSpPr>
          <p:cNvPr id="287" name="J 小台盆"/>
          <p:cNvGrpSpPr/>
          <p:nvPr/>
        </p:nvGrpSpPr>
        <p:grpSpPr>
          <a:xfrm>
            <a:off x="3735477" y="1578693"/>
            <a:ext cx="79182" cy="79182"/>
            <a:chOff x="3735477" y="1935826"/>
            <a:chExt cx="79182" cy="79182"/>
          </a:xfrm>
        </p:grpSpPr>
        <p:sp>
          <p:nvSpPr>
            <p:cNvPr id="288" name="Oval 287"/>
            <p:cNvSpPr/>
            <p:nvPr/>
          </p:nvSpPr>
          <p:spPr>
            <a:xfrm>
              <a:off x="3735477" y="193582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3735477" y="193582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90" name="P 小台盆"/>
          <p:cNvGrpSpPr/>
          <p:nvPr/>
        </p:nvGrpSpPr>
        <p:grpSpPr>
          <a:xfrm>
            <a:off x="3834455" y="1578693"/>
            <a:ext cx="79182" cy="79182"/>
            <a:chOff x="3834455" y="1935826"/>
            <a:chExt cx="79182" cy="79182"/>
          </a:xfrm>
        </p:grpSpPr>
        <p:sp>
          <p:nvSpPr>
            <p:cNvPr id="291" name="Oval 290"/>
            <p:cNvSpPr/>
            <p:nvPr/>
          </p:nvSpPr>
          <p:spPr>
            <a:xfrm>
              <a:off x="3834455" y="193582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2" name="TextBox 291"/>
            <p:cNvSpPr txBox="1"/>
            <p:nvPr/>
          </p:nvSpPr>
          <p:spPr>
            <a:xfrm>
              <a:off x="3834455" y="193582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293" name="用水设备 淋浴 F28_RearShower"/>
          <p:cNvGrpSpPr/>
          <p:nvPr/>
        </p:nvGrpSpPr>
        <p:grpSpPr>
          <a:xfrm>
            <a:off x="3585116" y="1026499"/>
            <a:ext cx="416751" cy="365736"/>
            <a:chOff x="3585116" y="2069490"/>
            <a:chExt cx="416751" cy="365736"/>
          </a:xfrm>
        </p:grpSpPr>
        <p:sp>
          <p:nvSpPr>
            <p:cNvPr id="294" name="Rectangle 293"/>
            <p:cNvSpPr/>
            <p:nvPr/>
          </p:nvSpPr>
          <p:spPr>
            <a:xfrm>
              <a:off x="3585116" y="2126793"/>
              <a:ext cx="300316" cy="308433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5" name="TextBox 294"/>
            <p:cNvSpPr txBox="1"/>
            <p:nvPr/>
          </p:nvSpPr>
          <p:spPr>
            <a:xfrm>
              <a:off x="3585116" y="2069490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淋浴</a:t>
              </a:r>
            </a:p>
          </p:txBody>
        </p:sp>
      </p:grpSp>
      <p:grpSp>
        <p:nvGrpSpPr>
          <p:cNvPr id="296" name="J 淋浴"/>
          <p:cNvGrpSpPr/>
          <p:nvPr/>
        </p:nvGrpSpPr>
        <p:grpSpPr>
          <a:xfrm>
            <a:off x="3646194" y="1198427"/>
            <a:ext cx="79182" cy="79182"/>
            <a:chOff x="3646194" y="2241418"/>
            <a:chExt cx="79182" cy="79182"/>
          </a:xfrm>
        </p:grpSpPr>
        <p:sp>
          <p:nvSpPr>
            <p:cNvPr id="297" name="Oval 296"/>
            <p:cNvSpPr/>
            <p:nvPr/>
          </p:nvSpPr>
          <p:spPr>
            <a:xfrm>
              <a:off x="3646194" y="2241418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3646194" y="2241418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99" name="P 淋浴"/>
          <p:cNvGrpSpPr/>
          <p:nvPr/>
        </p:nvGrpSpPr>
        <p:grpSpPr>
          <a:xfrm>
            <a:off x="3745172" y="1198427"/>
            <a:ext cx="79182" cy="79182"/>
            <a:chOff x="3745172" y="2241418"/>
            <a:chExt cx="79182" cy="79182"/>
          </a:xfrm>
        </p:grpSpPr>
        <p:sp>
          <p:nvSpPr>
            <p:cNvPr id="300" name="Oval 299"/>
            <p:cNvSpPr/>
            <p:nvPr/>
          </p:nvSpPr>
          <p:spPr>
            <a:xfrm>
              <a:off x="3745172" y="2241418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1" name="TextBox 300"/>
            <p:cNvSpPr txBox="1"/>
            <p:nvPr/>
          </p:nvSpPr>
          <p:spPr>
            <a:xfrm>
              <a:off x="3745172" y="2241418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302" name="图例（模型）"/>
          <p:cNvGrpSpPr/>
          <p:nvPr/>
        </p:nvGrpSpPr>
        <p:grpSpPr>
          <a:xfrm>
            <a:off x="9174174" y="914400"/>
            <a:ext cx="2980944" cy="1133856"/>
            <a:chOff x="9174174" y="914400"/>
            <a:chExt cx="2980944" cy="1133856"/>
          </a:xfrm>
        </p:grpSpPr>
        <p:sp>
          <p:nvSpPr>
            <p:cNvPr id="303" name="TextBox 302"/>
            <p:cNvSpPr txBox="1"/>
            <p:nvPr/>
          </p:nvSpPr>
          <p:spPr>
            <a:xfrm>
              <a:off x="9174174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304" name="图例"/>
            <p:cNvGrpSpPr/>
            <p:nvPr/>
          </p:nvGrpSpPr>
          <p:grpSpPr>
            <a:xfrm>
              <a:off x="9246692" y="1334390"/>
              <a:ext cx="110996" cy="110996"/>
              <a:chOff x="9246692" y="1334390"/>
              <a:chExt cx="110996" cy="110996"/>
            </a:xfrm>
          </p:grpSpPr>
          <p:sp>
            <p:nvSpPr>
              <p:cNvPr id="305" name="Oval 304"/>
              <p:cNvSpPr/>
              <p:nvPr/>
            </p:nvSpPr>
            <p:spPr>
              <a:xfrm>
                <a:off x="9246692" y="1334390"/>
                <a:ext cx="110996" cy="110996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1F6BD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6" name="TextBox 305"/>
              <p:cNvSpPr txBox="1"/>
              <p:nvPr/>
            </p:nvSpPr>
            <p:spPr>
              <a:xfrm>
                <a:off x="9246692" y="1334390"/>
                <a:ext cx="110996" cy="1109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50" b="1">
                    <a:solidFill>
                      <a:srgbClr val="1F6BD9"/>
                    </a:solidFill>
                    <a:latin typeface="Microsoft YaHei"/>
                    <a:ea typeface="Microsoft YaHei"/>
                    <a:cs typeface="Microsoft YaHei"/>
                  </a:rPr>
                  <a:t>J</a:t>
                </a:r>
              </a:p>
            </p:txBody>
          </p:sp>
        </p:grpSp>
        <p:sp>
          <p:nvSpPr>
            <p:cNvPr id="307" name="TextBox 306"/>
            <p:cNvSpPr txBox="1"/>
            <p:nvPr/>
          </p:nvSpPr>
          <p:spPr>
            <a:xfrm>
              <a:off x="9503358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给水点位（J）× 9</a:t>
              </a:r>
            </a:p>
          </p:txBody>
        </p:sp>
        <p:grpSp>
          <p:nvGrpSpPr>
            <p:cNvPr id="308" name="图例"/>
            <p:cNvGrpSpPr/>
            <p:nvPr/>
          </p:nvGrpSpPr>
          <p:grpSpPr>
            <a:xfrm>
              <a:off x="9246692" y="1608710"/>
              <a:ext cx="110996" cy="110996"/>
              <a:chOff x="9246692" y="1608710"/>
              <a:chExt cx="110996" cy="110996"/>
            </a:xfrm>
          </p:grpSpPr>
          <p:sp>
            <p:nvSpPr>
              <p:cNvPr id="309" name="Oval 308"/>
              <p:cNvSpPr/>
              <p:nvPr/>
            </p:nvSpPr>
            <p:spPr>
              <a:xfrm>
                <a:off x="9246692" y="1608710"/>
                <a:ext cx="110996" cy="110996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0D807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0" name="TextBox 309"/>
              <p:cNvSpPr txBox="1"/>
              <p:nvPr/>
            </p:nvSpPr>
            <p:spPr>
              <a:xfrm>
                <a:off x="9246692" y="1608710"/>
                <a:ext cx="110996" cy="1109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50" b="1">
                    <a:solidFill>
                      <a:srgbClr val="0D8073"/>
                    </a:solidFill>
                    <a:latin typeface="Microsoft YaHei"/>
                    <a:ea typeface="Microsoft YaHei"/>
                    <a:cs typeface="Microsoft YaHei"/>
                  </a:rPr>
                  <a:t>P</a:t>
                </a:r>
              </a:p>
            </p:txBody>
          </p:sp>
        </p:grpSp>
        <p:sp>
          <p:nvSpPr>
            <p:cNvPr id="311" name="TextBox 310"/>
            <p:cNvSpPr txBox="1"/>
            <p:nvPr/>
          </p:nvSpPr>
          <p:spPr>
            <a:xfrm>
              <a:off x="9503358" y="157276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排水点位（P）× 6</a:t>
              </a:r>
            </a:p>
          </p:txBody>
        </p:sp>
        <p:grpSp>
          <p:nvGrpSpPr>
            <p:cNvPr id="312" name="图例"/>
            <p:cNvGrpSpPr/>
            <p:nvPr/>
          </p:nvGrpSpPr>
          <p:grpSpPr>
            <a:xfrm>
              <a:off x="9237928" y="1874266"/>
              <a:ext cx="128524" cy="128524"/>
              <a:chOff x="9237928" y="1874266"/>
              <a:chExt cx="128524" cy="128524"/>
            </a:xfrm>
          </p:grpSpPr>
          <p:sp>
            <p:nvSpPr>
              <p:cNvPr id="313" name="Oval 312"/>
              <p:cNvSpPr/>
              <p:nvPr/>
            </p:nvSpPr>
            <p:spPr>
              <a:xfrm>
                <a:off x="9237928" y="1874266"/>
                <a:ext cx="128524" cy="128524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1A1A1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4" name="Oval 313"/>
              <p:cNvSpPr/>
              <p:nvPr/>
            </p:nvSpPr>
            <p:spPr>
              <a:xfrm>
                <a:off x="9256914" y="1893252"/>
                <a:ext cx="90552" cy="90552"/>
              </a:xfrm>
              <a:prstGeom prst="ellipse">
                <a:avLst/>
              </a:prstGeom>
              <a:noFill/>
              <a:ln w="7620">
                <a:solidFill>
                  <a:srgbClr val="1A1A1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5" name="TextBox 314"/>
              <p:cNvSpPr txBox="1"/>
              <p:nvPr/>
            </p:nvSpPr>
            <p:spPr>
              <a:xfrm>
                <a:off x="9237928" y="1874266"/>
                <a:ext cx="128524" cy="1285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00" b="1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W</a:t>
                </a:r>
              </a:p>
            </p:txBody>
          </p:sp>
        </p:grpSp>
        <p:sp>
          <p:nvSpPr>
            <p:cNvPr id="316" name="TextBox 315"/>
            <p:cNvSpPr txBox="1"/>
            <p:nvPr/>
          </p:nvSpPr>
          <p:spPr>
            <a:xfrm>
              <a:off x="9503358" y="184708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坐便器排污（W）× 3</a:t>
              </a:r>
            </a:p>
          </p:txBody>
        </p:sp>
      </p:grpSp>
      <p:sp>
        <p:nvSpPr>
          <p:cNvPr id="317" name="TextBox 316"/>
          <p:cNvSpPr txBox="1"/>
          <p:nvPr/>
        </p:nvSpPr>
        <p:spPr>
          <a:xfrm>
            <a:off x="9174174" y="2304288"/>
            <a:ext cx="2697481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模型没有单独的水路点，按卫浴 / 厨房设备推出：马桶 = J + W，台盆 / 淋浴 / 水槽 / 洗碗机 / 洗衣柜 = J + P；虚线框为设备外轮廓。
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378710" y="-580655"/>
            <a:ext cx="4042580" cy="8261310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988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988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2" name="Freeform 1"/>
          <p:cNvSpPr/>
          <p:nvPr/>
        </p:nvSpPr>
        <p:spPr>
          <a:xfrm>
            <a:off x="1687313" y="4988147"/>
            <a:ext cx="173824" cy="154135"/>
          </a:xfrm>
          <a:custGeom>
            <a:avLst/>
            <a:gdLst/>
            <a:ahLst/>
            <a:cxnLst/>
            <a:rect l="l" t="t" r="r" b="b"/>
            <a:pathLst>
              <a:path w="173824" h="154135">
                <a:moveTo>
                  <a:pt x="173824" y="0"/>
                </a:moveTo>
                <a:lnTo>
                  <a:pt x="158986" y="5152"/>
                </a:lnTo>
                <a:lnTo>
                  <a:pt x="144678" y="10902"/>
                </a:lnTo>
                <a:lnTo>
                  <a:pt x="130900" y="17249"/>
                </a:lnTo>
                <a:lnTo>
                  <a:pt x="117652" y="24193"/>
                </a:lnTo>
                <a:lnTo>
                  <a:pt x="104934" y="31735"/>
                </a:lnTo>
                <a:lnTo>
                  <a:pt x="92745" y="39875"/>
                </a:lnTo>
                <a:lnTo>
                  <a:pt x="81086" y="48612"/>
                </a:lnTo>
                <a:lnTo>
                  <a:pt x="69957" y="57947"/>
                </a:lnTo>
                <a:lnTo>
                  <a:pt x="59358" y="67879"/>
                </a:lnTo>
                <a:lnTo>
                  <a:pt x="49289" y="78409"/>
                </a:lnTo>
                <a:lnTo>
                  <a:pt x="39750" y="89536"/>
                </a:lnTo>
                <a:lnTo>
                  <a:pt x="30740" y="101261"/>
                </a:lnTo>
                <a:lnTo>
                  <a:pt x="22260" y="113583"/>
                </a:lnTo>
                <a:lnTo>
                  <a:pt x="14311" y="126503"/>
                </a:lnTo>
                <a:lnTo>
                  <a:pt x="6890" y="140020"/>
                </a:lnTo>
                <a:lnTo>
                  <a:pt x="0" y="154135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1861137" y="4988147"/>
            <a:ext cx="347395" cy="139120"/>
          </a:xfrm>
          <a:custGeom>
            <a:avLst/>
            <a:gdLst/>
            <a:ahLst/>
            <a:cxnLst/>
            <a:rect l="l" t="t" r="r" b="b"/>
            <a:pathLst>
              <a:path w="347395" h="139120">
                <a:moveTo>
                  <a:pt x="0" y="0"/>
                </a:moveTo>
                <a:lnTo>
                  <a:pt x="18133" y="17634"/>
                </a:lnTo>
                <a:lnTo>
                  <a:pt x="36743" y="34074"/>
                </a:lnTo>
                <a:lnTo>
                  <a:pt x="55830" y="49319"/>
                </a:lnTo>
                <a:lnTo>
                  <a:pt x="75394" y="63371"/>
                </a:lnTo>
                <a:lnTo>
                  <a:pt x="95436" y="76228"/>
                </a:lnTo>
                <a:lnTo>
                  <a:pt x="115955" y="87891"/>
                </a:lnTo>
                <a:lnTo>
                  <a:pt x="136951" y="98360"/>
                </a:lnTo>
                <a:lnTo>
                  <a:pt x="158425" y="107634"/>
                </a:lnTo>
                <a:lnTo>
                  <a:pt x="180376" y="115715"/>
                </a:lnTo>
                <a:lnTo>
                  <a:pt x="202804" y="122601"/>
                </a:lnTo>
                <a:lnTo>
                  <a:pt x="225709" y="128293"/>
                </a:lnTo>
                <a:lnTo>
                  <a:pt x="249092" y="132791"/>
                </a:lnTo>
                <a:lnTo>
                  <a:pt x="272952" y="136095"/>
                </a:lnTo>
                <a:lnTo>
                  <a:pt x="297289" y="138205"/>
                </a:lnTo>
                <a:lnTo>
                  <a:pt x="322103" y="139120"/>
                </a:lnTo>
                <a:lnTo>
                  <a:pt x="347395" y="138841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1218809" y="4737967"/>
            <a:ext cx="72474" cy="393692"/>
          </a:xfrm>
          <a:custGeom>
            <a:avLst/>
            <a:gdLst/>
            <a:ahLst/>
            <a:cxnLst/>
            <a:rect l="l" t="t" r="r" b="b"/>
            <a:pathLst>
              <a:path w="72474" h="393692">
                <a:moveTo>
                  <a:pt x="72474" y="0"/>
                </a:moveTo>
                <a:lnTo>
                  <a:pt x="59137" y="23291"/>
                </a:lnTo>
                <a:lnTo>
                  <a:pt x="47153" y="46757"/>
                </a:lnTo>
                <a:lnTo>
                  <a:pt x="36522" y="70399"/>
                </a:lnTo>
                <a:lnTo>
                  <a:pt x="27244" y="94216"/>
                </a:lnTo>
                <a:lnTo>
                  <a:pt x="19320" y="118208"/>
                </a:lnTo>
                <a:lnTo>
                  <a:pt x="12750" y="142375"/>
                </a:lnTo>
                <a:lnTo>
                  <a:pt x="7532" y="166718"/>
                </a:lnTo>
                <a:lnTo>
                  <a:pt x="3668" y="191236"/>
                </a:lnTo>
                <a:lnTo>
                  <a:pt x="1157" y="215930"/>
                </a:lnTo>
                <a:lnTo>
                  <a:pt x="0" y="240798"/>
                </a:lnTo>
                <a:lnTo>
                  <a:pt x="195" y="265842"/>
                </a:lnTo>
                <a:lnTo>
                  <a:pt x="1745" y="291062"/>
                </a:lnTo>
                <a:lnTo>
                  <a:pt x="4647" y="316456"/>
                </a:lnTo>
                <a:lnTo>
                  <a:pt x="8903" y="342026"/>
                </a:lnTo>
                <a:lnTo>
                  <a:pt x="14512" y="367771"/>
                </a:lnTo>
                <a:lnTo>
                  <a:pt x="21474" y="393692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Freeform 109"/>
          <p:cNvSpPr/>
          <p:nvPr/>
        </p:nvSpPr>
        <p:spPr>
          <a:xfrm>
            <a:off x="1291283" y="3993286"/>
            <a:ext cx="796997" cy="744681"/>
          </a:xfrm>
          <a:custGeom>
            <a:avLst/>
            <a:gdLst/>
            <a:ahLst/>
            <a:cxnLst/>
            <a:rect l="l" t="t" r="r" b="b"/>
            <a:pathLst>
              <a:path w="796997" h="744681">
                <a:moveTo>
                  <a:pt x="0" y="744681"/>
                </a:moveTo>
                <a:lnTo>
                  <a:pt x="69011" y="718686"/>
                </a:lnTo>
                <a:lnTo>
                  <a:pt x="135462" y="689952"/>
                </a:lnTo>
                <a:lnTo>
                  <a:pt x="199354" y="658477"/>
                </a:lnTo>
                <a:lnTo>
                  <a:pt x="260685" y="624263"/>
                </a:lnTo>
                <a:lnTo>
                  <a:pt x="319457" y="587310"/>
                </a:lnTo>
                <a:lnTo>
                  <a:pt x="375669" y="547616"/>
                </a:lnTo>
                <a:lnTo>
                  <a:pt x="429321" y="505183"/>
                </a:lnTo>
                <a:lnTo>
                  <a:pt x="480413" y="460010"/>
                </a:lnTo>
                <a:lnTo>
                  <a:pt x="528946" y="412098"/>
                </a:lnTo>
                <a:lnTo>
                  <a:pt x="574918" y="361446"/>
                </a:lnTo>
                <a:lnTo>
                  <a:pt x="618331" y="308054"/>
                </a:lnTo>
                <a:lnTo>
                  <a:pt x="659184" y="251923"/>
                </a:lnTo>
                <a:lnTo>
                  <a:pt x="697477" y="193052"/>
                </a:lnTo>
                <a:lnTo>
                  <a:pt x="733210" y="131441"/>
                </a:lnTo>
                <a:lnTo>
                  <a:pt x="766383" y="67090"/>
                </a:lnTo>
                <a:lnTo>
                  <a:pt x="796997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Freeform 110"/>
          <p:cNvSpPr/>
          <p:nvPr/>
        </p:nvSpPr>
        <p:spPr>
          <a:xfrm>
            <a:off x="2088280" y="3993286"/>
            <a:ext cx="1009857" cy="832708"/>
          </a:xfrm>
          <a:custGeom>
            <a:avLst/>
            <a:gdLst/>
            <a:ahLst/>
            <a:cxnLst/>
            <a:rect l="l" t="t" r="r" b="b"/>
            <a:pathLst>
              <a:path w="1009857" h="832708">
                <a:moveTo>
                  <a:pt x="1009857" y="832708"/>
                </a:moveTo>
                <a:lnTo>
                  <a:pt x="968210" y="754628"/>
                </a:lnTo>
                <a:lnTo>
                  <a:pt x="923699" y="680020"/>
                </a:lnTo>
                <a:lnTo>
                  <a:pt x="876327" y="608883"/>
                </a:lnTo>
                <a:lnTo>
                  <a:pt x="826091" y="541217"/>
                </a:lnTo>
                <a:lnTo>
                  <a:pt x="772994" y="477023"/>
                </a:lnTo>
                <a:lnTo>
                  <a:pt x="717034" y="416301"/>
                </a:lnTo>
                <a:lnTo>
                  <a:pt x="658211" y="359049"/>
                </a:lnTo>
                <a:lnTo>
                  <a:pt x="596526" y="305270"/>
                </a:lnTo>
                <a:lnTo>
                  <a:pt x="531979" y="254961"/>
                </a:lnTo>
                <a:lnTo>
                  <a:pt x="464569" y="208124"/>
                </a:lnTo>
                <a:lnTo>
                  <a:pt x="394297" y="164758"/>
                </a:lnTo>
                <a:lnTo>
                  <a:pt x="321163" y="124864"/>
                </a:lnTo>
                <a:lnTo>
                  <a:pt x="245166" y="88441"/>
                </a:lnTo>
                <a:lnTo>
                  <a:pt x="166306" y="55489"/>
                </a:lnTo>
                <a:lnTo>
                  <a:pt x="84584" y="26009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Freeform 111"/>
          <p:cNvSpPr/>
          <p:nvPr/>
        </p:nvSpPr>
        <p:spPr>
          <a:xfrm>
            <a:off x="1291283" y="4007534"/>
            <a:ext cx="264193" cy="730433"/>
          </a:xfrm>
          <a:custGeom>
            <a:avLst/>
            <a:gdLst/>
            <a:ahLst/>
            <a:cxnLst/>
            <a:rect l="l" t="t" r="r" b="b"/>
            <a:pathLst>
              <a:path w="264193" h="730433">
                <a:moveTo>
                  <a:pt x="0" y="730433"/>
                </a:moveTo>
                <a:lnTo>
                  <a:pt x="35189" y="691529"/>
                </a:lnTo>
                <a:lnTo>
                  <a:pt x="67867" y="651724"/>
                </a:lnTo>
                <a:lnTo>
                  <a:pt x="98034" y="611020"/>
                </a:lnTo>
                <a:lnTo>
                  <a:pt x="125690" y="569417"/>
                </a:lnTo>
                <a:lnTo>
                  <a:pt x="150836" y="526914"/>
                </a:lnTo>
                <a:lnTo>
                  <a:pt x="173471" y="483511"/>
                </a:lnTo>
                <a:lnTo>
                  <a:pt x="193594" y="439208"/>
                </a:lnTo>
                <a:lnTo>
                  <a:pt x="211207" y="394006"/>
                </a:lnTo>
                <a:lnTo>
                  <a:pt x="226309" y="347904"/>
                </a:lnTo>
                <a:lnTo>
                  <a:pt x="238900" y="300902"/>
                </a:lnTo>
                <a:lnTo>
                  <a:pt x="248981" y="253001"/>
                </a:lnTo>
                <a:lnTo>
                  <a:pt x="256550" y="204200"/>
                </a:lnTo>
                <a:lnTo>
                  <a:pt x="261609" y="154500"/>
                </a:lnTo>
                <a:lnTo>
                  <a:pt x="264156" y="103900"/>
                </a:lnTo>
                <a:lnTo>
                  <a:pt x="264193" y="52400"/>
                </a:lnTo>
                <a:lnTo>
                  <a:pt x="261719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Freeform 112"/>
          <p:cNvSpPr/>
          <p:nvPr/>
        </p:nvSpPr>
        <p:spPr>
          <a:xfrm>
            <a:off x="2621923" y="3533101"/>
            <a:ext cx="479783" cy="1292893"/>
          </a:xfrm>
          <a:custGeom>
            <a:avLst/>
            <a:gdLst/>
            <a:ahLst/>
            <a:cxnLst/>
            <a:rect l="l" t="t" r="r" b="b"/>
            <a:pathLst>
              <a:path w="479783" h="1292893">
                <a:moveTo>
                  <a:pt x="476214" y="1292893"/>
                </a:moveTo>
                <a:lnTo>
                  <a:pt x="479783" y="1199809"/>
                </a:lnTo>
                <a:lnTo>
                  <a:pt x="478908" y="1108363"/>
                </a:lnTo>
                <a:lnTo>
                  <a:pt x="473588" y="1018554"/>
                </a:lnTo>
                <a:lnTo>
                  <a:pt x="463825" y="930382"/>
                </a:lnTo>
                <a:lnTo>
                  <a:pt x="449616" y="843846"/>
                </a:lnTo>
                <a:lnTo>
                  <a:pt x="430964" y="758948"/>
                </a:lnTo>
                <a:lnTo>
                  <a:pt x="407867" y="675687"/>
                </a:lnTo>
                <a:lnTo>
                  <a:pt x="380326" y="594063"/>
                </a:lnTo>
                <a:lnTo>
                  <a:pt x="348340" y="514075"/>
                </a:lnTo>
                <a:lnTo>
                  <a:pt x="311910" y="435725"/>
                </a:lnTo>
                <a:lnTo>
                  <a:pt x="271036" y="359012"/>
                </a:lnTo>
                <a:lnTo>
                  <a:pt x="225718" y="283935"/>
                </a:lnTo>
                <a:lnTo>
                  <a:pt x="175955" y="210496"/>
                </a:lnTo>
                <a:lnTo>
                  <a:pt x="121748" y="138694"/>
                </a:lnTo>
                <a:lnTo>
                  <a:pt x="63096" y="6852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Freeform 113"/>
          <p:cNvSpPr/>
          <p:nvPr/>
        </p:nvSpPr>
        <p:spPr>
          <a:xfrm>
            <a:off x="1553002" y="3533101"/>
            <a:ext cx="35583" cy="474433"/>
          </a:xfrm>
          <a:custGeom>
            <a:avLst/>
            <a:gdLst/>
            <a:ahLst/>
            <a:cxnLst/>
            <a:rect l="l" t="t" r="r" b="b"/>
            <a:pathLst>
              <a:path w="35583" h="474433">
                <a:moveTo>
                  <a:pt x="0" y="474433"/>
                </a:moveTo>
                <a:lnTo>
                  <a:pt x="8340" y="444781"/>
                </a:lnTo>
                <a:lnTo>
                  <a:pt x="15568" y="415129"/>
                </a:lnTo>
                <a:lnTo>
                  <a:pt x="21683" y="385477"/>
                </a:lnTo>
                <a:lnTo>
                  <a:pt x="26687" y="355825"/>
                </a:lnTo>
                <a:lnTo>
                  <a:pt x="30579" y="326173"/>
                </a:lnTo>
                <a:lnTo>
                  <a:pt x="33359" y="296521"/>
                </a:lnTo>
                <a:lnTo>
                  <a:pt x="35027" y="266869"/>
                </a:lnTo>
                <a:lnTo>
                  <a:pt x="35583" y="237216"/>
                </a:lnTo>
                <a:lnTo>
                  <a:pt x="35027" y="207564"/>
                </a:lnTo>
                <a:lnTo>
                  <a:pt x="33359" y="177912"/>
                </a:lnTo>
                <a:lnTo>
                  <a:pt x="30579" y="148260"/>
                </a:lnTo>
                <a:lnTo>
                  <a:pt x="26687" y="118608"/>
                </a:lnTo>
                <a:lnTo>
                  <a:pt x="21683" y="88956"/>
                </a:lnTo>
                <a:lnTo>
                  <a:pt x="15568" y="59304"/>
                </a:lnTo>
                <a:lnTo>
                  <a:pt x="8340" y="2965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Freeform 114"/>
          <p:cNvSpPr/>
          <p:nvPr/>
        </p:nvSpPr>
        <p:spPr>
          <a:xfrm>
            <a:off x="1553002" y="3533101"/>
            <a:ext cx="535762" cy="40182"/>
          </a:xfrm>
          <a:custGeom>
            <a:avLst/>
            <a:gdLst/>
            <a:ahLst/>
            <a:cxnLst/>
            <a:rect l="l" t="t" r="r" b="b"/>
            <a:pathLst>
              <a:path w="535762" h="40182">
                <a:moveTo>
                  <a:pt x="0" y="0"/>
                </a:moveTo>
                <a:lnTo>
                  <a:pt x="33485" y="9417"/>
                </a:lnTo>
                <a:lnTo>
                  <a:pt x="66970" y="17579"/>
                </a:lnTo>
                <a:lnTo>
                  <a:pt x="100456" y="24486"/>
                </a:lnTo>
                <a:lnTo>
                  <a:pt x="133941" y="30136"/>
                </a:lnTo>
                <a:lnTo>
                  <a:pt x="167426" y="34531"/>
                </a:lnTo>
                <a:lnTo>
                  <a:pt x="200911" y="37670"/>
                </a:lnTo>
                <a:lnTo>
                  <a:pt x="234396" y="39554"/>
                </a:lnTo>
                <a:lnTo>
                  <a:pt x="267881" y="40182"/>
                </a:lnTo>
                <a:lnTo>
                  <a:pt x="301366" y="39554"/>
                </a:lnTo>
                <a:lnTo>
                  <a:pt x="334851" y="37670"/>
                </a:lnTo>
                <a:lnTo>
                  <a:pt x="368337" y="34531"/>
                </a:lnTo>
                <a:lnTo>
                  <a:pt x="401822" y="30136"/>
                </a:lnTo>
                <a:lnTo>
                  <a:pt x="435307" y="24486"/>
                </a:lnTo>
                <a:lnTo>
                  <a:pt x="468792" y="17579"/>
                </a:lnTo>
                <a:lnTo>
                  <a:pt x="502277" y="9417"/>
                </a:lnTo>
                <a:lnTo>
                  <a:pt x="535762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Freeform 115"/>
          <p:cNvSpPr/>
          <p:nvPr/>
        </p:nvSpPr>
        <p:spPr>
          <a:xfrm>
            <a:off x="2088764" y="3533101"/>
            <a:ext cx="533159" cy="39987"/>
          </a:xfrm>
          <a:custGeom>
            <a:avLst/>
            <a:gdLst/>
            <a:ahLst/>
            <a:cxnLst/>
            <a:rect l="l" t="t" r="r" b="b"/>
            <a:pathLst>
              <a:path w="533159" h="39987">
                <a:moveTo>
                  <a:pt x="0" y="0"/>
                </a:moveTo>
                <a:lnTo>
                  <a:pt x="33323" y="9372"/>
                </a:lnTo>
                <a:lnTo>
                  <a:pt x="66645" y="17494"/>
                </a:lnTo>
                <a:lnTo>
                  <a:pt x="99968" y="24367"/>
                </a:lnTo>
                <a:lnTo>
                  <a:pt x="133290" y="29990"/>
                </a:lnTo>
                <a:lnTo>
                  <a:pt x="166612" y="34363"/>
                </a:lnTo>
                <a:lnTo>
                  <a:pt x="199935" y="37487"/>
                </a:lnTo>
                <a:lnTo>
                  <a:pt x="233257" y="39362"/>
                </a:lnTo>
                <a:lnTo>
                  <a:pt x="266580" y="39987"/>
                </a:lnTo>
                <a:lnTo>
                  <a:pt x="299902" y="39362"/>
                </a:lnTo>
                <a:lnTo>
                  <a:pt x="333225" y="37487"/>
                </a:lnTo>
                <a:lnTo>
                  <a:pt x="366547" y="34363"/>
                </a:lnTo>
                <a:lnTo>
                  <a:pt x="399870" y="29990"/>
                </a:lnTo>
                <a:lnTo>
                  <a:pt x="433192" y="24367"/>
                </a:lnTo>
                <a:lnTo>
                  <a:pt x="466515" y="17494"/>
                </a:lnTo>
                <a:lnTo>
                  <a:pt x="499837" y="9372"/>
                </a:lnTo>
                <a:lnTo>
                  <a:pt x="533159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Freeform 116"/>
          <p:cNvSpPr/>
          <p:nvPr/>
        </p:nvSpPr>
        <p:spPr>
          <a:xfrm>
            <a:off x="1291283" y="4450687"/>
            <a:ext cx="255591" cy="287280"/>
          </a:xfrm>
          <a:custGeom>
            <a:avLst/>
            <a:gdLst/>
            <a:ahLst/>
            <a:cxnLst/>
            <a:rect l="l" t="t" r="r" b="b"/>
            <a:pathLst>
              <a:path w="255591" h="287280">
                <a:moveTo>
                  <a:pt x="0" y="287280"/>
                </a:moveTo>
                <a:lnTo>
                  <a:pt x="23381" y="275915"/>
                </a:lnTo>
                <a:lnTo>
                  <a:pt x="45774" y="263671"/>
                </a:lnTo>
                <a:lnTo>
                  <a:pt x="67180" y="250548"/>
                </a:lnTo>
                <a:lnTo>
                  <a:pt x="87598" y="236546"/>
                </a:lnTo>
                <a:lnTo>
                  <a:pt x="107029" y="221667"/>
                </a:lnTo>
                <a:lnTo>
                  <a:pt x="125472" y="205908"/>
                </a:lnTo>
                <a:lnTo>
                  <a:pt x="142928" y="189271"/>
                </a:lnTo>
                <a:lnTo>
                  <a:pt x="159396" y="171755"/>
                </a:lnTo>
                <a:lnTo>
                  <a:pt x="174877" y="153361"/>
                </a:lnTo>
                <a:lnTo>
                  <a:pt x="189370" y="134088"/>
                </a:lnTo>
                <a:lnTo>
                  <a:pt x="202876" y="113936"/>
                </a:lnTo>
                <a:lnTo>
                  <a:pt x="215394" y="92906"/>
                </a:lnTo>
                <a:lnTo>
                  <a:pt x="226924" y="70998"/>
                </a:lnTo>
                <a:lnTo>
                  <a:pt x="237467" y="48210"/>
                </a:lnTo>
                <a:lnTo>
                  <a:pt x="247023" y="24545"/>
                </a:lnTo>
                <a:lnTo>
                  <a:pt x="25559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Freeform 117"/>
          <p:cNvSpPr/>
          <p:nvPr/>
        </p:nvSpPr>
        <p:spPr>
          <a:xfrm>
            <a:off x="2615795" y="4450687"/>
            <a:ext cx="482342" cy="375307"/>
          </a:xfrm>
          <a:custGeom>
            <a:avLst/>
            <a:gdLst/>
            <a:ahLst/>
            <a:cxnLst/>
            <a:rect l="l" t="t" r="r" b="b"/>
            <a:pathLst>
              <a:path w="482342" h="375307">
                <a:moveTo>
                  <a:pt x="482342" y="375307"/>
                </a:moveTo>
                <a:lnTo>
                  <a:pt x="461872" y="339414"/>
                </a:lnTo>
                <a:lnTo>
                  <a:pt x="440111" y="305180"/>
                </a:lnTo>
                <a:lnTo>
                  <a:pt x="417060" y="272605"/>
                </a:lnTo>
                <a:lnTo>
                  <a:pt x="392720" y="241687"/>
                </a:lnTo>
                <a:lnTo>
                  <a:pt x="367089" y="212427"/>
                </a:lnTo>
                <a:lnTo>
                  <a:pt x="340167" y="184825"/>
                </a:lnTo>
                <a:lnTo>
                  <a:pt x="311956" y="158881"/>
                </a:lnTo>
                <a:lnTo>
                  <a:pt x="282455" y="134596"/>
                </a:lnTo>
                <a:lnTo>
                  <a:pt x="251663" y="111968"/>
                </a:lnTo>
                <a:lnTo>
                  <a:pt x="219582" y="90998"/>
                </a:lnTo>
                <a:lnTo>
                  <a:pt x="186210" y="71687"/>
                </a:lnTo>
                <a:lnTo>
                  <a:pt x="151548" y="54033"/>
                </a:lnTo>
                <a:lnTo>
                  <a:pt x="115596" y="38038"/>
                </a:lnTo>
                <a:lnTo>
                  <a:pt x="78354" y="23701"/>
                </a:lnTo>
                <a:lnTo>
                  <a:pt x="39822" y="1102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Freeform 118"/>
          <p:cNvSpPr/>
          <p:nvPr/>
        </p:nvSpPr>
        <p:spPr>
          <a:xfrm>
            <a:off x="1546874" y="4450687"/>
            <a:ext cx="535762" cy="40182"/>
          </a:xfrm>
          <a:custGeom>
            <a:avLst/>
            <a:gdLst/>
            <a:ahLst/>
            <a:cxnLst/>
            <a:rect l="l" t="t" r="r" b="b"/>
            <a:pathLst>
              <a:path w="535762" h="40182">
                <a:moveTo>
                  <a:pt x="0" y="0"/>
                </a:moveTo>
                <a:lnTo>
                  <a:pt x="33485" y="9418"/>
                </a:lnTo>
                <a:lnTo>
                  <a:pt x="66970" y="17580"/>
                </a:lnTo>
                <a:lnTo>
                  <a:pt x="100455" y="24486"/>
                </a:lnTo>
                <a:lnTo>
                  <a:pt x="133940" y="30137"/>
                </a:lnTo>
                <a:lnTo>
                  <a:pt x="167425" y="34532"/>
                </a:lnTo>
                <a:lnTo>
                  <a:pt x="200910" y="37671"/>
                </a:lnTo>
                <a:lnTo>
                  <a:pt x="234396" y="39554"/>
                </a:lnTo>
                <a:lnTo>
                  <a:pt x="267881" y="40182"/>
                </a:lnTo>
                <a:lnTo>
                  <a:pt x="301366" y="39554"/>
                </a:lnTo>
                <a:lnTo>
                  <a:pt x="334851" y="37671"/>
                </a:lnTo>
                <a:lnTo>
                  <a:pt x="368336" y="34532"/>
                </a:lnTo>
                <a:lnTo>
                  <a:pt x="401821" y="30137"/>
                </a:lnTo>
                <a:lnTo>
                  <a:pt x="435306" y="24486"/>
                </a:lnTo>
                <a:lnTo>
                  <a:pt x="468791" y="17580"/>
                </a:lnTo>
                <a:lnTo>
                  <a:pt x="502277" y="9418"/>
                </a:lnTo>
                <a:lnTo>
                  <a:pt x="535762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Freeform 119"/>
          <p:cNvSpPr/>
          <p:nvPr/>
        </p:nvSpPr>
        <p:spPr>
          <a:xfrm>
            <a:off x="2082636" y="4450687"/>
            <a:ext cx="533159" cy="39987"/>
          </a:xfrm>
          <a:custGeom>
            <a:avLst/>
            <a:gdLst/>
            <a:ahLst/>
            <a:cxnLst/>
            <a:rect l="l" t="t" r="r" b="b"/>
            <a:pathLst>
              <a:path w="533159" h="39987">
                <a:moveTo>
                  <a:pt x="0" y="0"/>
                </a:moveTo>
                <a:lnTo>
                  <a:pt x="33322" y="9372"/>
                </a:lnTo>
                <a:lnTo>
                  <a:pt x="66645" y="17494"/>
                </a:lnTo>
                <a:lnTo>
                  <a:pt x="99967" y="24367"/>
                </a:lnTo>
                <a:lnTo>
                  <a:pt x="133290" y="29990"/>
                </a:lnTo>
                <a:lnTo>
                  <a:pt x="166612" y="34364"/>
                </a:lnTo>
                <a:lnTo>
                  <a:pt x="199934" y="37488"/>
                </a:lnTo>
                <a:lnTo>
                  <a:pt x="233257" y="39362"/>
                </a:lnTo>
                <a:lnTo>
                  <a:pt x="266579" y="39987"/>
                </a:lnTo>
                <a:lnTo>
                  <a:pt x="299902" y="39362"/>
                </a:lnTo>
                <a:lnTo>
                  <a:pt x="333224" y="37488"/>
                </a:lnTo>
                <a:lnTo>
                  <a:pt x="366547" y="34364"/>
                </a:lnTo>
                <a:lnTo>
                  <a:pt x="399869" y="29990"/>
                </a:lnTo>
                <a:lnTo>
                  <a:pt x="433192" y="24367"/>
                </a:lnTo>
                <a:lnTo>
                  <a:pt x="466514" y="17494"/>
                </a:lnTo>
                <a:lnTo>
                  <a:pt x="499836" y="9372"/>
                </a:lnTo>
                <a:lnTo>
                  <a:pt x="533159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Freeform 120"/>
          <p:cNvSpPr/>
          <p:nvPr/>
        </p:nvSpPr>
        <p:spPr>
          <a:xfrm>
            <a:off x="2615795" y="3998864"/>
            <a:ext cx="36951" cy="451823"/>
          </a:xfrm>
          <a:custGeom>
            <a:avLst/>
            <a:gdLst/>
            <a:ahLst/>
            <a:cxnLst/>
            <a:rect l="l" t="t" r="r" b="b"/>
            <a:pathLst>
              <a:path w="36951" h="451823">
                <a:moveTo>
                  <a:pt x="0" y="451823"/>
                </a:moveTo>
                <a:lnTo>
                  <a:pt x="8325" y="423692"/>
                </a:lnTo>
                <a:lnTo>
                  <a:pt x="15591" y="395546"/>
                </a:lnTo>
                <a:lnTo>
                  <a:pt x="21799" y="367386"/>
                </a:lnTo>
                <a:lnTo>
                  <a:pt x="26947" y="339212"/>
                </a:lnTo>
                <a:lnTo>
                  <a:pt x="31036" y="311023"/>
                </a:lnTo>
                <a:lnTo>
                  <a:pt x="34067" y="282820"/>
                </a:lnTo>
                <a:lnTo>
                  <a:pt x="36038" y="254603"/>
                </a:lnTo>
                <a:lnTo>
                  <a:pt x="36951" y="226371"/>
                </a:lnTo>
                <a:lnTo>
                  <a:pt x="36804" y="198125"/>
                </a:lnTo>
                <a:lnTo>
                  <a:pt x="35599" y="169865"/>
                </a:lnTo>
                <a:lnTo>
                  <a:pt x="33335" y="141590"/>
                </a:lnTo>
                <a:lnTo>
                  <a:pt x="30011" y="113301"/>
                </a:lnTo>
                <a:lnTo>
                  <a:pt x="25629" y="84997"/>
                </a:lnTo>
                <a:lnTo>
                  <a:pt x="20188" y="56679"/>
                </a:lnTo>
                <a:lnTo>
                  <a:pt x="13688" y="28347"/>
                </a:lnTo>
                <a:lnTo>
                  <a:pt x="6128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Freeform 121"/>
          <p:cNvSpPr/>
          <p:nvPr/>
        </p:nvSpPr>
        <p:spPr>
          <a:xfrm>
            <a:off x="3172265" y="3938460"/>
            <a:ext cx="657586" cy="665151"/>
          </a:xfrm>
          <a:custGeom>
            <a:avLst/>
            <a:gdLst/>
            <a:ahLst/>
            <a:cxnLst/>
            <a:rect l="l" t="t" r="r" b="b"/>
            <a:pathLst>
              <a:path w="657586" h="665151">
                <a:moveTo>
                  <a:pt x="0" y="665151"/>
                </a:moveTo>
                <a:lnTo>
                  <a:pt x="58247" y="640533"/>
                </a:lnTo>
                <a:lnTo>
                  <a:pt x="114208" y="613654"/>
                </a:lnTo>
                <a:lnTo>
                  <a:pt x="167883" y="584514"/>
                </a:lnTo>
                <a:lnTo>
                  <a:pt x="219271" y="553114"/>
                </a:lnTo>
                <a:lnTo>
                  <a:pt x="268373" y="519454"/>
                </a:lnTo>
                <a:lnTo>
                  <a:pt x="315188" y="483533"/>
                </a:lnTo>
                <a:lnTo>
                  <a:pt x="359717" y="445352"/>
                </a:lnTo>
                <a:lnTo>
                  <a:pt x="401959" y="404910"/>
                </a:lnTo>
                <a:lnTo>
                  <a:pt x="441915" y="362208"/>
                </a:lnTo>
                <a:lnTo>
                  <a:pt x="479585" y="317245"/>
                </a:lnTo>
                <a:lnTo>
                  <a:pt x="514968" y="270022"/>
                </a:lnTo>
                <a:lnTo>
                  <a:pt x="548064" y="220539"/>
                </a:lnTo>
                <a:lnTo>
                  <a:pt x="578874" y="168795"/>
                </a:lnTo>
                <a:lnTo>
                  <a:pt x="607398" y="114790"/>
                </a:lnTo>
                <a:lnTo>
                  <a:pt x="633635" y="58526"/>
                </a:lnTo>
                <a:lnTo>
                  <a:pt x="657586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Freeform 122"/>
          <p:cNvSpPr/>
          <p:nvPr/>
        </p:nvSpPr>
        <p:spPr>
          <a:xfrm>
            <a:off x="2963782" y="3938460"/>
            <a:ext cx="866069" cy="507631"/>
          </a:xfrm>
          <a:custGeom>
            <a:avLst/>
            <a:gdLst/>
            <a:ahLst/>
            <a:cxnLst/>
            <a:rect l="l" t="t" r="r" b="b"/>
            <a:pathLst>
              <a:path w="866069" h="507631">
                <a:moveTo>
                  <a:pt x="0" y="507631"/>
                </a:moveTo>
                <a:lnTo>
                  <a:pt x="67216" y="498232"/>
                </a:lnTo>
                <a:lnTo>
                  <a:pt x="132688" y="485857"/>
                </a:lnTo>
                <a:lnTo>
                  <a:pt x="196415" y="470504"/>
                </a:lnTo>
                <a:lnTo>
                  <a:pt x="258396" y="452174"/>
                </a:lnTo>
                <a:lnTo>
                  <a:pt x="318633" y="430867"/>
                </a:lnTo>
                <a:lnTo>
                  <a:pt x="377125" y="406583"/>
                </a:lnTo>
                <a:lnTo>
                  <a:pt x="433872" y="379321"/>
                </a:lnTo>
                <a:lnTo>
                  <a:pt x="488874" y="349083"/>
                </a:lnTo>
                <a:lnTo>
                  <a:pt x="542130" y="315868"/>
                </a:lnTo>
                <a:lnTo>
                  <a:pt x="593642" y="279675"/>
                </a:lnTo>
                <a:lnTo>
                  <a:pt x="643409" y="240505"/>
                </a:lnTo>
                <a:lnTo>
                  <a:pt x="691431" y="198359"/>
                </a:lnTo>
                <a:lnTo>
                  <a:pt x="737708" y="153235"/>
                </a:lnTo>
                <a:lnTo>
                  <a:pt x="782240" y="105134"/>
                </a:lnTo>
                <a:lnTo>
                  <a:pt x="825027" y="54055"/>
                </a:lnTo>
                <a:lnTo>
                  <a:pt x="866069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Freeform 123"/>
          <p:cNvSpPr/>
          <p:nvPr/>
        </p:nvSpPr>
        <p:spPr>
          <a:xfrm>
            <a:off x="3172265" y="3918292"/>
            <a:ext cx="145675" cy="685319"/>
          </a:xfrm>
          <a:custGeom>
            <a:avLst/>
            <a:gdLst/>
            <a:ahLst/>
            <a:cxnLst/>
            <a:rect l="l" t="t" r="r" b="b"/>
            <a:pathLst>
              <a:path w="145675" h="685319">
                <a:moveTo>
                  <a:pt x="0" y="685319"/>
                </a:moveTo>
                <a:lnTo>
                  <a:pt x="25022" y="645520"/>
                </a:lnTo>
                <a:lnTo>
                  <a:pt x="47688" y="605317"/>
                </a:lnTo>
                <a:lnTo>
                  <a:pt x="67999" y="564709"/>
                </a:lnTo>
                <a:lnTo>
                  <a:pt x="85954" y="523697"/>
                </a:lnTo>
                <a:lnTo>
                  <a:pt x="101553" y="482280"/>
                </a:lnTo>
                <a:lnTo>
                  <a:pt x="114796" y="440458"/>
                </a:lnTo>
                <a:lnTo>
                  <a:pt x="125683" y="398232"/>
                </a:lnTo>
                <a:lnTo>
                  <a:pt x="134215" y="355602"/>
                </a:lnTo>
                <a:lnTo>
                  <a:pt x="140391" y="312568"/>
                </a:lnTo>
                <a:lnTo>
                  <a:pt x="144211" y="269128"/>
                </a:lnTo>
                <a:lnTo>
                  <a:pt x="145675" y="225285"/>
                </a:lnTo>
                <a:lnTo>
                  <a:pt x="144784" y="181037"/>
                </a:lnTo>
                <a:lnTo>
                  <a:pt x="141537" y="136384"/>
                </a:lnTo>
                <a:lnTo>
                  <a:pt x="135934" y="91327"/>
                </a:lnTo>
                <a:lnTo>
                  <a:pt x="127975" y="45866"/>
                </a:lnTo>
                <a:lnTo>
                  <a:pt x="11766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Freeform 124"/>
          <p:cNvSpPr/>
          <p:nvPr/>
        </p:nvSpPr>
        <p:spPr>
          <a:xfrm>
            <a:off x="2963782" y="3918292"/>
            <a:ext cx="326143" cy="527799"/>
          </a:xfrm>
          <a:custGeom>
            <a:avLst/>
            <a:gdLst/>
            <a:ahLst/>
            <a:cxnLst/>
            <a:rect l="l" t="t" r="r" b="b"/>
            <a:pathLst>
              <a:path w="326143" h="527799">
                <a:moveTo>
                  <a:pt x="0" y="527799"/>
                </a:moveTo>
                <a:lnTo>
                  <a:pt x="33991" y="503220"/>
                </a:lnTo>
                <a:lnTo>
                  <a:pt x="66168" y="477520"/>
                </a:lnTo>
                <a:lnTo>
                  <a:pt x="96530" y="450698"/>
                </a:lnTo>
                <a:lnTo>
                  <a:pt x="125079" y="422756"/>
                </a:lnTo>
                <a:lnTo>
                  <a:pt x="151813" y="393692"/>
                </a:lnTo>
                <a:lnTo>
                  <a:pt x="176733" y="363508"/>
                </a:lnTo>
                <a:lnTo>
                  <a:pt x="199838" y="332202"/>
                </a:lnTo>
                <a:lnTo>
                  <a:pt x="221129" y="299775"/>
                </a:lnTo>
                <a:lnTo>
                  <a:pt x="240606" y="266227"/>
                </a:lnTo>
                <a:lnTo>
                  <a:pt x="258269" y="231558"/>
                </a:lnTo>
                <a:lnTo>
                  <a:pt x="274117" y="195768"/>
                </a:lnTo>
                <a:lnTo>
                  <a:pt x="288151" y="158856"/>
                </a:lnTo>
                <a:lnTo>
                  <a:pt x="300370" y="120824"/>
                </a:lnTo>
                <a:lnTo>
                  <a:pt x="310775" y="81670"/>
                </a:lnTo>
                <a:lnTo>
                  <a:pt x="319366" y="41396"/>
                </a:lnTo>
                <a:lnTo>
                  <a:pt x="326143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Freeform 125"/>
          <p:cNvSpPr/>
          <p:nvPr/>
        </p:nvSpPr>
        <p:spPr>
          <a:xfrm>
            <a:off x="3279108" y="3533101"/>
            <a:ext cx="34523" cy="385191"/>
          </a:xfrm>
          <a:custGeom>
            <a:avLst/>
            <a:gdLst/>
            <a:ahLst/>
            <a:cxnLst/>
            <a:rect l="l" t="t" r="r" b="b"/>
            <a:pathLst>
              <a:path w="34523" h="385191">
                <a:moveTo>
                  <a:pt x="10817" y="385191"/>
                </a:moveTo>
                <a:lnTo>
                  <a:pt x="16912" y="360926"/>
                </a:lnTo>
                <a:lnTo>
                  <a:pt x="22104" y="336687"/>
                </a:lnTo>
                <a:lnTo>
                  <a:pt x="26393" y="312473"/>
                </a:lnTo>
                <a:lnTo>
                  <a:pt x="29780" y="288285"/>
                </a:lnTo>
                <a:lnTo>
                  <a:pt x="32264" y="264121"/>
                </a:lnTo>
                <a:lnTo>
                  <a:pt x="33845" y="239984"/>
                </a:lnTo>
                <a:lnTo>
                  <a:pt x="34523" y="215871"/>
                </a:lnTo>
                <a:lnTo>
                  <a:pt x="34298" y="191784"/>
                </a:lnTo>
                <a:lnTo>
                  <a:pt x="33171" y="167722"/>
                </a:lnTo>
                <a:lnTo>
                  <a:pt x="31140" y="143686"/>
                </a:lnTo>
                <a:lnTo>
                  <a:pt x="28207" y="119675"/>
                </a:lnTo>
                <a:lnTo>
                  <a:pt x="24372" y="95689"/>
                </a:lnTo>
                <a:lnTo>
                  <a:pt x="19633" y="71729"/>
                </a:lnTo>
                <a:lnTo>
                  <a:pt x="13992" y="47794"/>
                </a:lnTo>
                <a:lnTo>
                  <a:pt x="7447" y="23884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Freeform 126"/>
          <p:cNvSpPr/>
          <p:nvPr/>
        </p:nvSpPr>
        <p:spPr>
          <a:xfrm>
            <a:off x="3279108" y="3533101"/>
            <a:ext cx="535761" cy="40182"/>
          </a:xfrm>
          <a:custGeom>
            <a:avLst/>
            <a:gdLst/>
            <a:ahLst/>
            <a:cxnLst/>
            <a:rect l="l" t="t" r="r" b="b"/>
            <a:pathLst>
              <a:path w="535761" h="40182">
                <a:moveTo>
                  <a:pt x="0" y="0"/>
                </a:moveTo>
                <a:lnTo>
                  <a:pt x="33485" y="9417"/>
                </a:lnTo>
                <a:lnTo>
                  <a:pt x="66971" y="17579"/>
                </a:lnTo>
                <a:lnTo>
                  <a:pt x="100456" y="24486"/>
                </a:lnTo>
                <a:lnTo>
                  <a:pt x="133941" y="30136"/>
                </a:lnTo>
                <a:lnTo>
                  <a:pt x="167426" y="34531"/>
                </a:lnTo>
                <a:lnTo>
                  <a:pt x="200911" y="37670"/>
                </a:lnTo>
                <a:lnTo>
                  <a:pt x="234396" y="39554"/>
                </a:lnTo>
                <a:lnTo>
                  <a:pt x="267881" y="40182"/>
                </a:lnTo>
                <a:lnTo>
                  <a:pt x="301366" y="39554"/>
                </a:lnTo>
                <a:lnTo>
                  <a:pt x="334851" y="37670"/>
                </a:lnTo>
                <a:lnTo>
                  <a:pt x="368336" y="34531"/>
                </a:lnTo>
                <a:lnTo>
                  <a:pt x="401821" y="30136"/>
                </a:lnTo>
                <a:lnTo>
                  <a:pt x="435306" y="24486"/>
                </a:lnTo>
                <a:lnTo>
                  <a:pt x="468791" y="17579"/>
                </a:lnTo>
                <a:lnTo>
                  <a:pt x="502276" y="9417"/>
                </a:lnTo>
                <a:lnTo>
                  <a:pt x="53576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Freeform 127"/>
          <p:cNvSpPr/>
          <p:nvPr/>
        </p:nvSpPr>
        <p:spPr>
          <a:xfrm>
            <a:off x="3814869" y="3533101"/>
            <a:ext cx="533161" cy="39987"/>
          </a:xfrm>
          <a:custGeom>
            <a:avLst/>
            <a:gdLst/>
            <a:ahLst/>
            <a:cxnLst/>
            <a:rect l="l" t="t" r="r" b="b"/>
            <a:pathLst>
              <a:path w="533161" h="39987">
                <a:moveTo>
                  <a:pt x="0" y="0"/>
                </a:moveTo>
                <a:lnTo>
                  <a:pt x="33322" y="9372"/>
                </a:lnTo>
                <a:lnTo>
                  <a:pt x="66645" y="17494"/>
                </a:lnTo>
                <a:lnTo>
                  <a:pt x="99967" y="24367"/>
                </a:lnTo>
                <a:lnTo>
                  <a:pt x="133290" y="29990"/>
                </a:lnTo>
                <a:lnTo>
                  <a:pt x="166613" y="34364"/>
                </a:lnTo>
                <a:lnTo>
                  <a:pt x="199935" y="37488"/>
                </a:lnTo>
                <a:lnTo>
                  <a:pt x="233258" y="39362"/>
                </a:lnTo>
                <a:lnTo>
                  <a:pt x="266580" y="39987"/>
                </a:lnTo>
                <a:lnTo>
                  <a:pt x="299903" y="39362"/>
                </a:lnTo>
                <a:lnTo>
                  <a:pt x="333225" y="37488"/>
                </a:lnTo>
                <a:lnTo>
                  <a:pt x="366548" y="34364"/>
                </a:lnTo>
                <a:lnTo>
                  <a:pt x="399870" y="29990"/>
                </a:lnTo>
                <a:lnTo>
                  <a:pt x="433193" y="24367"/>
                </a:lnTo>
                <a:lnTo>
                  <a:pt x="466516" y="17494"/>
                </a:lnTo>
                <a:lnTo>
                  <a:pt x="499838" y="9372"/>
                </a:lnTo>
                <a:lnTo>
                  <a:pt x="53316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Freeform 128"/>
          <p:cNvSpPr/>
          <p:nvPr/>
        </p:nvSpPr>
        <p:spPr>
          <a:xfrm>
            <a:off x="3172265" y="4335321"/>
            <a:ext cx="107083" cy="268290"/>
          </a:xfrm>
          <a:custGeom>
            <a:avLst/>
            <a:gdLst/>
            <a:ahLst/>
            <a:cxnLst/>
            <a:rect l="l" t="t" r="r" b="b"/>
            <a:pathLst>
              <a:path w="107083" h="268290">
                <a:moveTo>
                  <a:pt x="0" y="268290"/>
                </a:moveTo>
                <a:lnTo>
                  <a:pt x="13594" y="254277"/>
                </a:lnTo>
                <a:lnTo>
                  <a:pt x="26267" y="239896"/>
                </a:lnTo>
                <a:lnTo>
                  <a:pt x="38017" y="225148"/>
                </a:lnTo>
                <a:lnTo>
                  <a:pt x="48845" y="210032"/>
                </a:lnTo>
                <a:lnTo>
                  <a:pt x="58750" y="194550"/>
                </a:lnTo>
                <a:lnTo>
                  <a:pt x="67734" y="178700"/>
                </a:lnTo>
                <a:lnTo>
                  <a:pt x="75795" y="162482"/>
                </a:lnTo>
                <a:lnTo>
                  <a:pt x="82934" y="145898"/>
                </a:lnTo>
                <a:lnTo>
                  <a:pt x="89150" y="128946"/>
                </a:lnTo>
                <a:lnTo>
                  <a:pt x="94445" y="111627"/>
                </a:lnTo>
                <a:lnTo>
                  <a:pt x="98817" y="93941"/>
                </a:lnTo>
                <a:lnTo>
                  <a:pt x="102267" y="75887"/>
                </a:lnTo>
                <a:lnTo>
                  <a:pt x="104794" y="57466"/>
                </a:lnTo>
                <a:lnTo>
                  <a:pt x="106399" y="38678"/>
                </a:lnTo>
                <a:lnTo>
                  <a:pt x="107083" y="19523"/>
                </a:lnTo>
                <a:lnTo>
                  <a:pt x="106843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Freeform 129"/>
          <p:cNvSpPr/>
          <p:nvPr/>
        </p:nvSpPr>
        <p:spPr>
          <a:xfrm>
            <a:off x="2963782" y="4335321"/>
            <a:ext cx="315326" cy="112099"/>
          </a:xfrm>
          <a:custGeom>
            <a:avLst/>
            <a:gdLst/>
            <a:ahLst/>
            <a:cxnLst/>
            <a:rect l="l" t="t" r="r" b="b"/>
            <a:pathLst>
              <a:path w="315326" h="112099">
                <a:moveTo>
                  <a:pt x="0" y="110770"/>
                </a:moveTo>
                <a:lnTo>
                  <a:pt x="22563" y="111976"/>
                </a:lnTo>
                <a:lnTo>
                  <a:pt x="44746" y="112099"/>
                </a:lnTo>
                <a:lnTo>
                  <a:pt x="66548" y="111137"/>
                </a:lnTo>
                <a:lnTo>
                  <a:pt x="87970" y="109092"/>
                </a:lnTo>
                <a:lnTo>
                  <a:pt x="109010" y="105962"/>
                </a:lnTo>
                <a:lnTo>
                  <a:pt x="129670" y="101749"/>
                </a:lnTo>
                <a:lnTo>
                  <a:pt x="149949" y="96452"/>
                </a:lnTo>
                <a:lnTo>
                  <a:pt x="169848" y="90071"/>
                </a:lnTo>
                <a:lnTo>
                  <a:pt x="189365" y="82606"/>
                </a:lnTo>
                <a:lnTo>
                  <a:pt x="208502" y="74057"/>
                </a:lnTo>
                <a:lnTo>
                  <a:pt x="227258" y="64424"/>
                </a:lnTo>
                <a:lnTo>
                  <a:pt x="245633" y="53707"/>
                </a:lnTo>
                <a:lnTo>
                  <a:pt x="263628" y="41906"/>
                </a:lnTo>
                <a:lnTo>
                  <a:pt x="281241" y="29021"/>
                </a:lnTo>
                <a:lnTo>
                  <a:pt x="298474" y="15053"/>
                </a:lnTo>
                <a:lnTo>
                  <a:pt x="315326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Freeform 130"/>
          <p:cNvSpPr/>
          <p:nvPr/>
        </p:nvSpPr>
        <p:spPr>
          <a:xfrm>
            <a:off x="3279108" y="4335321"/>
            <a:ext cx="535761" cy="40182"/>
          </a:xfrm>
          <a:custGeom>
            <a:avLst/>
            <a:gdLst/>
            <a:ahLst/>
            <a:cxnLst/>
            <a:rect l="l" t="t" r="r" b="b"/>
            <a:pathLst>
              <a:path w="535761" h="40182">
                <a:moveTo>
                  <a:pt x="0" y="0"/>
                </a:moveTo>
                <a:lnTo>
                  <a:pt x="33485" y="9418"/>
                </a:lnTo>
                <a:lnTo>
                  <a:pt x="66971" y="17580"/>
                </a:lnTo>
                <a:lnTo>
                  <a:pt x="100456" y="24486"/>
                </a:lnTo>
                <a:lnTo>
                  <a:pt x="133941" y="30136"/>
                </a:lnTo>
                <a:lnTo>
                  <a:pt x="167426" y="34531"/>
                </a:lnTo>
                <a:lnTo>
                  <a:pt x="200911" y="37671"/>
                </a:lnTo>
                <a:lnTo>
                  <a:pt x="234396" y="39554"/>
                </a:lnTo>
                <a:lnTo>
                  <a:pt x="267881" y="40182"/>
                </a:lnTo>
                <a:lnTo>
                  <a:pt x="301366" y="39554"/>
                </a:lnTo>
                <a:lnTo>
                  <a:pt x="334851" y="37671"/>
                </a:lnTo>
                <a:lnTo>
                  <a:pt x="368336" y="34531"/>
                </a:lnTo>
                <a:lnTo>
                  <a:pt x="401821" y="30136"/>
                </a:lnTo>
                <a:lnTo>
                  <a:pt x="435306" y="24486"/>
                </a:lnTo>
                <a:lnTo>
                  <a:pt x="468791" y="17580"/>
                </a:lnTo>
                <a:lnTo>
                  <a:pt x="502276" y="9418"/>
                </a:lnTo>
                <a:lnTo>
                  <a:pt x="53576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Freeform 131"/>
          <p:cNvSpPr/>
          <p:nvPr/>
        </p:nvSpPr>
        <p:spPr>
          <a:xfrm>
            <a:off x="3814869" y="4335321"/>
            <a:ext cx="533161" cy="39987"/>
          </a:xfrm>
          <a:custGeom>
            <a:avLst/>
            <a:gdLst/>
            <a:ahLst/>
            <a:cxnLst/>
            <a:rect l="l" t="t" r="r" b="b"/>
            <a:pathLst>
              <a:path w="533161" h="39987">
                <a:moveTo>
                  <a:pt x="0" y="0"/>
                </a:moveTo>
                <a:lnTo>
                  <a:pt x="33322" y="9372"/>
                </a:lnTo>
                <a:lnTo>
                  <a:pt x="66645" y="17494"/>
                </a:lnTo>
                <a:lnTo>
                  <a:pt x="99967" y="24367"/>
                </a:lnTo>
                <a:lnTo>
                  <a:pt x="133290" y="29990"/>
                </a:lnTo>
                <a:lnTo>
                  <a:pt x="166613" y="34364"/>
                </a:lnTo>
                <a:lnTo>
                  <a:pt x="199935" y="37488"/>
                </a:lnTo>
                <a:lnTo>
                  <a:pt x="233258" y="39362"/>
                </a:lnTo>
                <a:lnTo>
                  <a:pt x="266580" y="39987"/>
                </a:lnTo>
                <a:lnTo>
                  <a:pt x="299903" y="39362"/>
                </a:lnTo>
                <a:lnTo>
                  <a:pt x="333225" y="37488"/>
                </a:lnTo>
                <a:lnTo>
                  <a:pt x="366548" y="34364"/>
                </a:lnTo>
                <a:lnTo>
                  <a:pt x="399870" y="29990"/>
                </a:lnTo>
                <a:lnTo>
                  <a:pt x="433193" y="24367"/>
                </a:lnTo>
                <a:lnTo>
                  <a:pt x="466516" y="17494"/>
                </a:lnTo>
                <a:lnTo>
                  <a:pt x="499838" y="9372"/>
                </a:lnTo>
                <a:lnTo>
                  <a:pt x="53316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Freeform 132"/>
          <p:cNvSpPr/>
          <p:nvPr/>
        </p:nvSpPr>
        <p:spPr>
          <a:xfrm>
            <a:off x="4348030" y="3947256"/>
            <a:ext cx="34734" cy="388065"/>
          </a:xfrm>
          <a:custGeom>
            <a:avLst/>
            <a:gdLst/>
            <a:ahLst/>
            <a:cxnLst/>
            <a:rect l="l" t="t" r="r" b="b"/>
            <a:pathLst>
              <a:path w="34734" h="388065">
                <a:moveTo>
                  <a:pt x="0" y="388065"/>
                </a:moveTo>
                <a:lnTo>
                  <a:pt x="7497" y="364001"/>
                </a:lnTo>
                <a:lnTo>
                  <a:pt x="14085" y="339912"/>
                </a:lnTo>
                <a:lnTo>
                  <a:pt x="19764" y="315797"/>
                </a:lnTo>
                <a:lnTo>
                  <a:pt x="24533" y="291657"/>
                </a:lnTo>
                <a:lnTo>
                  <a:pt x="28392" y="267492"/>
                </a:lnTo>
                <a:lnTo>
                  <a:pt x="31342" y="243301"/>
                </a:lnTo>
                <a:lnTo>
                  <a:pt x="33382" y="219085"/>
                </a:lnTo>
                <a:lnTo>
                  <a:pt x="34513" y="194844"/>
                </a:lnTo>
                <a:lnTo>
                  <a:pt x="34734" y="170577"/>
                </a:lnTo>
                <a:lnTo>
                  <a:pt x="34046" y="146285"/>
                </a:lnTo>
                <a:lnTo>
                  <a:pt x="32448" y="121968"/>
                </a:lnTo>
                <a:lnTo>
                  <a:pt x="29941" y="97625"/>
                </a:lnTo>
                <a:lnTo>
                  <a:pt x="26524" y="73257"/>
                </a:lnTo>
                <a:lnTo>
                  <a:pt x="22198" y="48863"/>
                </a:lnTo>
                <a:lnTo>
                  <a:pt x="16962" y="24444"/>
                </a:lnTo>
                <a:lnTo>
                  <a:pt x="10816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Freeform 133"/>
          <p:cNvSpPr/>
          <p:nvPr/>
        </p:nvSpPr>
        <p:spPr>
          <a:xfrm>
            <a:off x="2727817" y="2404064"/>
            <a:ext cx="254687" cy="624341"/>
          </a:xfrm>
          <a:custGeom>
            <a:avLst/>
            <a:gdLst/>
            <a:ahLst/>
            <a:cxnLst/>
            <a:rect l="l" t="t" r="r" b="b"/>
            <a:pathLst>
              <a:path w="254687" h="624341">
                <a:moveTo>
                  <a:pt x="254496" y="624341"/>
                </a:moveTo>
                <a:lnTo>
                  <a:pt x="254687" y="578758"/>
                </a:lnTo>
                <a:lnTo>
                  <a:pt x="252731" y="534051"/>
                </a:lnTo>
                <a:lnTo>
                  <a:pt x="248629" y="490218"/>
                </a:lnTo>
                <a:lnTo>
                  <a:pt x="242380" y="447260"/>
                </a:lnTo>
                <a:lnTo>
                  <a:pt x="233986" y="405177"/>
                </a:lnTo>
                <a:lnTo>
                  <a:pt x="223445" y="363968"/>
                </a:lnTo>
                <a:lnTo>
                  <a:pt x="210759" y="323635"/>
                </a:lnTo>
                <a:lnTo>
                  <a:pt x="195926" y="284176"/>
                </a:lnTo>
                <a:lnTo>
                  <a:pt x="178947" y="245592"/>
                </a:lnTo>
                <a:lnTo>
                  <a:pt x="159821" y="207883"/>
                </a:lnTo>
                <a:lnTo>
                  <a:pt x="138550" y="171049"/>
                </a:lnTo>
                <a:lnTo>
                  <a:pt x="115132" y="135089"/>
                </a:lnTo>
                <a:lnTo>
                  <a:pt x="89569" y="100005"/>
                </a:lnTo>
                <a:lnTo>
                  <a:pt x="61859" y="65795"/>
                </a:lnTo>
                <a:lnTo>
                  <a:pt x="32003" y="32460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Freeform 134"/>
          <p:cNvSpPr/>
          <p:nvPr/>
        </p:nvSpPr>
        <p:spPr>
          <a:xfrm>
            <a:off x="1898201" y="2032319"/>
            <a:ext cx="829616" cy="371745"/>
          </a:xfrm>
          <a:custGeom>
            <a:avLst/>
            <a:gdLst/>
            <a:ahLst/>
            <a:cxnLst/>
            <a:rect l="l" t="t" r="r" b="b"/>
            <a:pathLst>
              <a:path w="829616" h="371745">
                <a:moveTo>
                  <a:pt x="0" y="0"/>
                </a:moveTo>
                <a:lnTo>
                  <a:pt x="42267" y="44622"/>
                </a:lnTo>
                <a:lnTo>
                  <a:pt x="85812" y="86393"/>
                </a:lnTo>
                <a:lnTo>
                  <a:pt x="130634" y="125312"/>
                </a:lnTo>
                <a:lnTo>
                  <a:pt x="176735" y="161379"/>
                </a:lnTo>
                <a:lnTo>
                  <a:pt x="224113" y="194595"/>
                </a:lnTo>
                <a:lnTo>
                  <a:pt x="272770" y="224958"/>
                </a:lnTo>
                <a:lnTo>
                  <a:pt x="322704" y="252470"/>
                </a:lnTo>
                <a:lnTo>
                  <a:pt x="373916" y="277130"/>
                </a:lnTo>
                <a:lnTo>
                  <a:pt x="426406" y="298938"/>
                </a:lnTo>
                <a:lnTo>
                  <a:pt x="480174" y="317895"/>
                </a:lnTo>
                <a:lnTo>
                  <a:pt x="535220" y="333999"/>
                </a:lnTo>
                <a:lnTo>
                  <a:pt x="591543" y="347252"/>
                </a:lnTo>
                <a:lnTo>
                  <a:pt x="649145" y="357653"/>
                </a:lnTo>
                <a:lnTo>
                  <a:pt x="708024" y="365202"/>
                </a:lnTo>
                <a:lnTo>
                  <a:pt x="768181" y="369899"/>
                </a:lnTo>
                <a:lnTo>
                  <a:pt x="829616" y="371745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Freeform 135"/>
          <p:cNvSpPr/>
          <p:nvPr/>
        </p:nvSpPr>
        <p:spPr>
          <a:xfrm>
            <a:off x="2982313" y="2124942"/>
            <a:ext cx="1103601" cy="903463"/>
          </a:xfrm>
          <a:custGeom>
            <a:avLst/>
            <a:gdLst/>
            <a:ahLst/>
            <a:cxnLst/>
            <a:rect l="l" t="t" r="r" b="b"/>
            <a:pathLst>
              <a:path w="1103601" h="903463">
                <a:moveTo>
                  <a:pt x="0" y="903463"/>
                </a:moveTo>
                <a:lnTo>
                  <a:pt x="92268" y="875449"/>
                </a:lnTo>
                <a:lnTo>
                  <a:pt x="181430" y="843641"/>
                </a:lnTo>
                <a:lnTo>
                  <a:pt x="267486" y="808039"/>
                </a:lnTo>
                <a:lnTo>
                  <a:pt x="350436" y="768644"/>
                </a:lnTo>
                <a:lnTo>
                  <a:pt x="430281" y="725455"/>
                </a:lnTo>
                <a:lnTo>
                  <a:pt x="507020" y="678473"/>
                </a:lnTo>
                <a:lnTo>
                  <a:pt x="580654" y="627697"/>
                </a:lnTo>
                <a:lnTo>
                  <a:pt x="651181" y="573127"/>
                </a:lnTo>
                <a:lnTo>
                  <a:pt x="718604" y="514764"/>
                </a:lnTo>
                <a:lnTo>
                  <a:pt x="782920" y="452607"/>
                </a:lnTo>
                <a:lnTo>
                  <a:pt x="844131" y="386657"/>
                </a:lnTo>
                <a:lnTo>
                  <a:pt x="902236" y="316912"/>
                </a:lnTo>
                <a:lnTo>
                  <a:pt x="957236" y="243375"/>
                </a:lnTo>
                <a:lnTo>
                  <a:pt x="1009130" y="166043"/>
                </a:lnTo>
                <a:lnTo>
                  <a:pt x="1057918" y="84918"/>
                </a:lnTo>
                <a:lnTo>
                  <a:pt x="110360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Freeform 136"/>
          <p:cNvSpPr/>
          <p:nvPr/>
        </p:nvSpPr>
        <p:spPr>
          <a:xfrm>
            <a:off x="1898201" y="2032319"/>
            <a:ext cx="2187713" cy="288988"/>
          </a:xfrm>
          <a:custGeom>
            <a:avLst/>
            <a:gdLst/>
            <a:ahLst/>
            <a:cxnLst/>
            <a:rect l="l" t="t" r="r" b="b"/>
            <a:pathLst>
              <a:path w="2187713" h="288988">
                <a:moveTo>
                  <a:pt x="0" y="0"/>
                </a:moveTo>
                <a:lnTo>
                  <a:pt x="134344" y="62191"/>
                </a:lnTo>
                <a:lnTo>
                  <a:pt x="269006" y="116861"/>
                </a:lnTo>
                <a:lnTo>
                  <a:pt x="403987" y="164012"/>
                </a:lnTo>
                <a:lnTo>
                  <a:pt x="539287" y="203642"/>
                </a:lnTo>
                <a:lnTo>
                  <a:pt x="674904" y="235752"/>
                </a:lnTo>
                <a:lnTo>
                  <a:pt x="810840" y="260341"/>
                </a:lnTo>
                <a:lnTo>
                  <a:pt x="947095" y="277410"/>
                </a:lnTo>
                <a:lnTo>
                  <a:pt x="1083668" y="286960"/>
                </a:lnTo>
                <a:lnTo>
                  <a:pt x="1220559" y="288988"/>
                </a:lnTo>
                <a:lnTo>
                  <a:pt x="1357769" y="283497"/>
                </a:lnTo>
                <a:lnTo>
                  <a:pt x="1495297" y="270485"/>
                </a:lnTo>
                <a:lnTo>
                  <a:pt x="1633143" y="249953"/>
                </a:lnTo>
                <a:lnTo>
                  <a:pt x="1771308" y="221901"/>
                </a:lnTo>
                <a:lnTo>
                  <a:pt x="1909791" y="186328"/>
                </a:lnTo>
                <a:lnTo>
                  <a:pt x="2048593" y="143236"/>
                </a:lnTo>
                <a:lnTo>
                  <a:pt x="2187713" y="92623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Freeform 137"/>
          <p:cNvSpPr/>
          <p:nvPr/>
        </p:nvSpPr>
        <p:spPr>
          <a:xfrm>
            <a:off x="2263087" y="2405595"/>
            <a:ext cx="719226" cy="622810"/>
          </a:xfrm>
          <a:custGeom>
            <a:avLst/>
            <a:gdLst/>
            <a:ahLst/>
            <a:cxnLst/>
            <a:rect l="l" t="t" r="r" b="b"/>
            <a:pathLst>
              <a:path w="719226" h="622810">
                <a:moveTo>
                  <a:pt x="719226" y="622810"/>
                </a:moveTo>
                <a:lnTo>
                  <a:pt x="690332" y="565342"/>
                </a:lnTo>
                <a:lnTo>
                  <a:pt x="659296" y="510346"/>
                </a:lnTo>
                <a:lnTo>
                  <a:pt x="626119" y="457823"/>
                </a:lnTo>
                <a:lnTo>
                  <a:pt x="590802" y="407771"/>
                </a:lnTo>
                <a:lnTo>
                  <a:pt x="553343" y="360193"/>
                </a:lnTo>
                <a:lnTo>
                  <a:pt x="513744" y="315086"/>
                </a:lnTo>
                <a:lnTo>
                  <a:pt x="472003" y="272452"/>
                </a:lnTo>
                <a:lnTo>
                  <a:pt x="428122" y="232290"/>
                </a:lnTo>
                <a:lnTo>
                  <a:pt x="382100" y="194601"/>
                </a:lnTo>
                <a:lnTo>
                  <a:pt x="333937" y="159384"/>
                </a:lnTo>
                <a:lnTo>
                  <a:pt x="283633" y="126639"/>
                </a:lnTo>
                <a:lnTo>
                  <a:pt x="231188" y="96366"/>
                </a:lnTo>
                <a:lnTo>
                  <a:pt x="176603" y="68566"/>
                </a:lnTo>
                <a:lnTo>
                  <a:pt x="119876" y="43239"/>
                </a:lnTo>
                <a:lnTo>
                  <a:pt x="61008" y="2038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Freeform 138"/>
          <p:cNvSpPr/>
          <p:nvPr/>
        </p:nvSpPr>
        <p:spPr>
          <a:xfrm>
            <a:off x="1898201" y="1945189"/>
            <a:ext cx="362425" cy="95247"/>
          </a:xfrm>
          <a:custGeom>
            <a:avLst/>
            <a:gdLst/>
            <a:ahLst/>
            <a:cxnLst/>
            <a:rect l="l" t="t" r="r" b="b"/>
            <a:pathLst>
              <a:path w="362425" h="95247">
                <a:moveTo>
                  <a:pt x="0" y="87130"/>
                </a:moveTo>
                <a:lnTo>
                  <a:pt x="24898" y="91028"/>
                </a:lnTo>
                <a:lnTo>
                  <a:pt x="49496" y="93680"/>
                </a:lnTo>
                <a:lnTo>
                  <a:pt x="73795" y="95087"/>
                </a:lnTo>
                <a:lnTo>
                  <a:pt x="97794" y="95247"/>
                </a:lnTo>
                <a:lnTo>
                  <a:pt x="121494" y="94162"/>
                </a:lnTo>
                <a:lnTo>
                  <a:pt x="144894" y="91831"/>
                </a:lnTo>
                <a:lnTo>
                  <a:pt x="167995" y="88254"/>
                </a:lnTo>
                <a:lnTo>
                  <a:pt x="190796" y="83432"/>
                </a:lnTo>
                <a:lnTo>
                  <a:pt x="213298" y="77363"/>
                </a:lnTo>
                <a:lnTo>
                  <a:pt x="235501" y="70049"/>
                </a:lnTo>
                <a:lnTo>
                  <a:pt x="257403" y="61489"/>
                </a:lnTo>
                <a:lnTo>
                  <a:pt x="279007" y="51683"/>
                </a:lnTo>
                <a:lnTo>
                  <a:pt x="300310" y="40631"/>
                </a:lnTo>
                <a:lnTo>
                  <a:pt x="321315" y="28333"/>
                </a:lnTo>
                <a:lnTo>
                  <a:pt x="342020" y="14790"/>
                </a:lnTo>
                <a:lnTo>
                  <a:pt x="362425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Freeform 139"/>
          <p:cNvSpPr/>
          <p:nvPr/>
        </p:nvSpPr>
        <p:spPr>
          <a:xfrm>
            <a:off x="3249344" y="1952795"/>
            <a:ext cx="1312809" cy="1955872"/>
          </a:xfrm>
          <a:custGeom>
            <a:avLst/>
            <a:gdLst/>
            <a:ahLst/>
            <a:cxnLst/>
            <a:rect l="l" t="t" r="r" b="b"/>
            <a:pathLst>
              <a:path w="1312809" h="1955872">
                <a:moveTo>
                  <a:pt x="1312809" y="1955872"/>
                </a:moveTo>
                <a:lnTo>
                  <a:pt x="1281183" y="1799785"/>
                </a:lnTo>
                <a:lnTo>
                  <a:pt x="1242834" y="1648209"/>
                </a:lnTo>
                <a:lnTo>
                  <a:pt x="1197762" y="1501147"/>
                </a:lnTo>
                <a:lnTo>
                  <a:pt x="1145966" y="1358598"/>
                </a:lnTo>
                <a:lnTo>
                  <a:pt x="1087447" y="1220561"/>
                </a:lnTo>
                <a:lnTo>
                  <a:pt x="1022205" y="1087037"/>
                </a:lnTo>
                <a:lnTo>
                  <a:pt x="950239" y="958026"/>
                </a:lnTo>
                <a:lnTo>
                  <a:pt x="871550" y="833527"/>
                </a:lnTo>
                <a:lnTo>
                  <a:pt x="786138" y="713542"/>
                </a:lnTo>
                <a:lnTo>
                  <a:pt x="694002" y="598069"/>
                </a:lnTo>
                <a:lnTo>
                  <a:pt x="595143" y="487109"/>
                </a:lnTo>
                <a:lnTo>
                  <a:pt x="489561" y="380661"/>
                </a:lnTo>
                <a:lnTo>
                  <a:pt x="377256" y="278727"/>
                </a:lnTo>
                <a:lnTo>
                  <a:pt x="258227" y="181305"/>
                </a:lnTo>
                <a:lnTo>
                  <a:pt x="132475" y="88396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Freeform 140"/>
          <p:cNvSpPr/>
          <p:nvPr/>
        </p:nvSpPr>
        <p:spPr>
          <a:xfrm>
            <a:off x="2260626" y="1945189"/>
            <a:ext cx="35761" cy="460406"/>
          </a:xfrm>
          <a:custGeom>
            <a:avLst/>
            <a:gdLst/>
            <a:ahLst/>
            <a:cxnLst/>
            <a:rect l="l" t="t" r="r" b="b"/>
            <a:pathLst>
              <a:path w="35761" h="460406">
                <a:moveTo>
                  <a:pt x="2461" y="460406"/>
                </a:moveTo>
                <a:lnTo>
                  <a:pt x="10400" y="431588"/>
                </a:lnTo>
                <a:lnTo>
                  <a:pt x="17260" y="402775"/>
                </a:lnTo>
                <a:lnTo>
                  <a:pt x="23041" y="373968"/>
                </a:lnTo>
                <a:lnTo>
                  <a:pt x="27744" y="345166"/>
                </a:lnTo>
                <a:lnTo>
                  <a:pt x="31366" y="316371"/>
                </a:lnTo>
                <a:lnTo>
                  <a:pt x="33910" y="287581"/>
                </a:lnTo>
                <a:lnTo>
                  <a:pt x="35375" y="258797"/>
                </a:lnTo>
                <a:lnTo>
                  <a:pt x="35761" y="230019"/>
                </a:lnTo>
                <a:lnTo>
                  <a:pt x="35067" y="201246"/>
                </a:lnTo>
                <a:lnTo>
                  <a:pt x="33295" y="172480"/>
                </a:lnTo>
                <a:lnTo>
                  <a:pt x="30444" y="143719"/>
                </a:lnTo>
                <a:lnTo>
                  <a:pt x="26513" y="114963"/>
                </a:lnTo>
                <a:lnTo>
                  <a:pt x="21503" y="86214"/>
                </a:lnTo>
                <a:lnTo>
                  <a:pt x="15415" y="57470"/>
                </a:lnTo>
                <a:lnTo>
                  <a:pt x="8247" y="2873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Freeform 141"/>
          <p:cNvSpPr/>
          <p:nvPr/>
        </p:nvSpPr>
        <p:spPr>
          <a:xfrm>
            <a:off x="2260626" y="1945189"/>
            <a:ext cx="459357" cy="34452"/>
          </a:xfrm>
          <a:custGeom>
            <a:avLst/>
            <a:gdLst/>
            <a:ahLst/>
            <a:cxnLst/>
            <a:rect l="l" t="t" r="r" b="b"/>
            <a:pathLst>
              <a:path w="459357" h="34452">
                <a:moveTo>
                  <a:pt x="0" y="0"/>
                </a:moveTo>
                <a:lnTo>
                  <a:pt x="28710" y="8075"/>
                </a:lnTo>
                <a:lnTo>
                  <a:pt x="57419" y="15073"/>
                </a:lnTo>
                <a:lnTo>
                  <a:pt x="86129" y="20994"/>
                </a:lnTo>
                <a:lnTo>
                  <a:pt x="114839" y="25839"/>
                </a:lnTo>
                <a:lnTo>
                  <a:pt x="143549" y="29607"/>
                </a:lnTo>
                <a:lnTo>
                  <a:pt x="172259" y="32299"/>
                </a:lnTo>
                <a:lnTo>
                  <a:pt x="200968" y="33914"/>
                </a:lnTo>
                <a:lnTo>
                  <a:pt x="229678" y="34452"/>
                </a:lnTo>
                <a:lnTo>
                  <a:pt x="258388" y="33914"/>
                </a:lnTo>
                <a:lnTo>
                  <a:pt x="287098" y="32299"/>
                </a:lnTo>
                <a:lnTo>
                  <a:pt x="315808" y="29607"/>
                </a:lnTo>
                <a:lnTo>
                  <a:pt x="344517" y="25839"/>
                </a:lnTo>
                <a:lnTo>
                  <a:pt x="373227" y="20994"/>
                </a:lnTo>
                <a:lnTo>
                  <a:pt x="401937" y="15073"/>
                </a:lnTo>
                <a:lnTo>
                  <a:pt x="430647" y="8075"/>
                </a:lnTo>
                <a:lnTo>
                  <a:pt x="459357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Freeform 142"/>
          <p:cNvSpPr/>
          <p:nvPr/>
        </p:nvSpPr>
        <p:spPr>
          <a:xfrm>
            <a:off x="2719983" y="1945189"/>
            <a:ext cx="529361" cy="43505"/>
          </a:xfrm>
          <a:custGeom>
            <a:avLst/>
            <a:gdLst/>
            <a:ahLst/>
            <a:cxnLst/>
            <a:rect l="l" t="t" r="r" b="b"/>
            <a:pathLst>
              <a:path w="529361" h="43505">
                <a:moveTo>
                  <a:pt x="0" y="0"/>
                </a:moveTo>
                <a:lnTo>
                  <a:pt x="32951" y="9781"/>
                </a:lnTo>
                <a:lnTo>
                  <a:pt x="65920" y="18321"/>
                </a:lnTo>
                <a:lnTo>
                  <a:pt x="98907" y="25620"/>
                </a:lnTo>
                <a:lnTo>
                  <a:pt x="131912" y="31678"/>
                </a:lnTo>
                <a:lnTo>
                  <a:pt x="164935" y="36496"/>
                </a:lnTo>
                <a:lnTo>
                  <a:pt x="197975" y="40073"/>
                </a:lnTo>
                <a:lnTo>
                  <a:pt x="231034" y="42410"/>
                </a:lnTo>
                <a:lnTo>
                  <a:pt x="264110" y="43505"/>
                </a:lnTo>
                <a:lnTo>
                  <a:pt x="297204" y="43360"/>
                </a:lnTo>
                <a:lnTo>
                  <a:pt x="330315" y="41975"/>
                </a:lnTo>
                <a:lnTo>
                  <a:pt x="363445" y="39348"/>
                </a:lnTo>
                <a:lnTo>
                  <a:pt x="396593" y="35481"/>
                </a:lnTo>
                <a:lnTo>
                  <a:pt x="429758" y="30373"/>
                </a:lnTo>
                <a:lnTo>
                  <a:pt x="462941" y="24025"/>
                </a:lnTo>
                <a:lnTo>
                  <a:pt x="496142" y="16436"/>
                </a:lnTo>
                <a:lnTo>
                  <a:pt x="529361" y="7606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Freeform 143"/>
          <p:cNvSpPr/>
          <p:nvPr/>
        </p:nvSpPr>
        <p:spPr>
          <a:xfrm>
            <a:off x="2729758" y="2896902"/>
            <a:ext cx="252555" cy="131503"/>
          </a:xfrm>
          <a:custGeom>
            <a:avLst/>
            <a:gdLst/>
            <a:ahLst/>
            <a:cxnLst/>
            <a:rect l="l" t="t" r="r" b="b"/>
            <a:pathLst>
              <a:path w="252555" h="131503">
                <a:moveTo>
                  <a:pt x="252555" y="131503"/>
                </a:moveTo>
                <a:lnTo>
                  <a:pt x="240161" y="116773"/>
                </a:lnTo>
                <a:lnTo>
                  <a:pt x="227314" y="102911"/>
                </a:lnTo>
                <a:lnTo>
                  <a:pt x="214016" y="89917"/>
                </a:lnTo>
                <a:lnTo>
                  <a:pt x="200265" y="77791"/>
                </a:lnTo>
                <a:lnTo>
                  <a:pt x="186063" y="66534"/>
                </a:lnTo>
                <a:lnTo>
                  <a:pt x="171408" y="56145"/>
                </a:lnTo>
                <a:lnTo>
                  <a:pt x="156301" y="46623"/>
                </a:lnTo>
                <a:lnTo>
                  <a:pt x="140743" y="37970"/>
                </a:lnTo>
                <a:lnTo>
                  <a:pt x="124732" y="30186"/>
                </a:lnTo>
                <a:lnTo>
                  <a:pt x="108269" y="23269"/>
                </a:lnTo>
                <a:lnTo>
                  <a:pt x="91354" y="17220"/>
                </a:lnTo>
                <a:lnTo>
                  <a:pt x="73987" y="12040"/>
                </a:lnTo>
                <a:lnTo>
                  <a:pt x="56169" y="7728"/>
                </a:lnTo>
                <a:lnTo>
                  <a:pt x="37898" y="4284"/>
                </a:lnTo>
                <a:lnTo>
                  <a:pt x="19175" y="170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Freeform 144"/>
          <p:cNvSpPr/>
          <p:nvPr/>
        </p:nvSpPr>
        <p:spPr>
          <a:xfrm>
            <a:off x="1898201" y="2032319"/>
            <a:ext cx="356667" cy="857897"/>
          </a:xfrm>
          <a:custGeom>
            <a:avLst/>
            <a:gdLst/>
            <a:ahLst/>
            <a:cxnLst/>
            <a:rect l="l" t="t" r="r" b="b"/>
            <a:pathLst>
              <a:path w="356667" h="857897">
                <a:moveTo>
                  <a:pt x="0" y="0"/>
                </a:moveTo>
                <a:lnTo>
                  <a:pt x="174" y="62814"/>
                </a:lnTo>
                <a:lnTo>
                  <a:pt x="3297" y="124401"/>
                </a:lnTo>
                <a:lnTo>
                  <a:pt x="9369" y="184763"/>
                </a:lnTo>
                <a:lnTo>
                  <a:pt x="18390" y="243899"/>
                </a:lnTo>
                <a:lnTo>
                  <a:pt x="30360" y="301809"/>
                </a:lnTo>
                <a:lnTo>
                  <a:pt x="45279" y="358492"/>
                </a:lnTo>
                <a:lnTo>
                  <a:pt x="63147" y="413950"/>
                </a:lnTo>
                <a:lnTo>
                  <a:pt x="83965" y="468182"/>
                </a:lnTo>
                <a:lnTo>
                  <a:pt x="107731" y="521187"/>
                </a:lnTo>
                <a:lnTo>
                  <a:pt x="134446" y="572967"/>
                </a:lnTo>
                <a:lnTo>
                  <a:pt x="164110" y="623520"/>
                </a:lnTo>
                <a:lnTo>
                  <a:pt x="196724" y="672848"/>
                </a:lnTo>
                <a:lnTo>
                  <a:pt x="232286" y="720949"/>
                </a:lnTo>
                <a:lnTo>
                  <a:pt x="270797" y="767824"/>
                </a:lnTo>
                <a:lnTo>
                  <a:pt x="312258" y="813474"/>
                </a:lnTo>
                <a:lnTo>
                  <a:pt x="356667" y="857897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Freeform 145"/>
          <p:cNvSpPr/>
          <p:nvPr/>
        </p:nvSpPr>
        <p:spPr>
          <a:xfrm>
            <a:off x="2254868" y="2857942"/>
            <a:ext cx="474890" cy="38960"/>
          </a:xfrm>
          <a:custGeom>
            <a:avLst/>
            <a:gdLst/>
            <a:ahLst/>
            <a:cxnLst/>
            <a:rect l="l" t="t" r="r" b="b"/>
            <a:pathLst>
              <a:path w="474890" h="38960">
                <a:moveTo>
                  <a:pt x="474890" y="38960"/>
                </a:moveTo>
                <a:lnTo>
                  <a:pt x="445326" y="30195"/>
                </a:lnTo>
                <a:lnTo>
                  <a:pt x="415748" y="22542"/>
                </a:lnTo>
                <a:lnTo>
                  <a:pt x="386153" y="16003"/>
                </a:lnTo>
                <a:lnTo>
                  <a:pt x="356543" y="10576"/>
                </a:lnTo>
                <a:lnTo>
                  <a:pt x="326917" y="6263"/>
                </a:lnTo>
                <a:lnTo>
                  <a:pt x="297276" y="3062"/>
                </a:lnTo>
                <a:lnTo>
                  <a:pt x="267619" y="975"/>
                </a:lnTo>
                <a:lnTo>
                  <a:pt x="237946" y="0"/>
                </a:lnTo>
                <a:lnTo>
                  <a:pt x="208258" y="139"/>
                </a:lnTo>
                <a:lnTo>
                  <a:pt x="178554" y="1391"/>
                </a:lnTo>
                <a:lnTo>
                  <a:pt x="148834" y="3755"/>
                </a:lnTo>
                <a:lnTo>
                  <a:pt x="119098" y="7233"/>
                </a:lnTo>
                <a:lnTo>
                  <a:pt x="89347" y="11824"/>
                </a:lnTo>
                <a:lnTo>
                  <a:pt x="59580" y="17527"/>
                </a:lnTo>
                <a:lnTo>
                  <a:pt x="29798" y="24344"/>
                </a:lnTo>
                <a:lnTo>
                  <a:pt x="0" y="32274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Freeform 146"/>
          <p:cNvSpPr/>
          <p:nvPr/>
        </p:nvSpPr>
        <p:spPr>
          <a:xfrm>
            <a:off x="2254868" y="2890216"/>
            <a:ext cx="1009699" cy="83531"/>
          </a:xfrm>
          <a:custGeom>
            <a:avLst/>
            <a:gdLst/>
            <a:ahLst/>
            <a:cxnLst/>
            <a:rect l="l" t="t" r="r" b="b"/>
            <a:pathLst>
              <a:path w="1009699" h="83531">
                <a:moveTo>
                  <a:pt x="0" y="0"/>
                </a:moveTo>
                <a:lnTo>
                  <a:pt x="62832" y="18724"/>
                </a:lnTo>
                <a:lnTo>
                  <a:pt x="125700" y="35082"/>
                </a:lnTo>
                <a:lnTo>
                  <a:pt x="188605" y="49073"/>
                </a:lnTo>
                <a:lnTo>
                  <a:pt x="251547" y="60698"/>
                </a:lnTo>
                <a:lnTo>
                  <a:pt x="314525" y="69956"/>
                </a:lnTo>
                <a:lnTo>
                  <a:pt x="377540" y="76847"/>
                </a:lnTo>
                <a:lnTo>
                  <a:pt x="440591" y="81373"/>
                </a:lnTo>
                <a:lnTo>
                  <a:pt x="503679" y="83531"/>
                </a:lnTo>
                <a:lnTo>
                  <a:pt x="566803" y="83324"/>
                </a:lnTo>
                <a:lnTo>
                  <a:pt x="629964" y="80749"/>
                </a:lnTo>
                <a:lnTo>
                  <a:pt x="693162" y="75809"/>
                </a:lnTo>
                <a:lnTo>
                  <a:pt x="756396" y="68501"/>
                </a:lnTo>
                <a:lnTo>
                  <a:pt x="819667" y="58828"/>
                </a:lnTo>
                <a:lnTo>
                  <a:pt x="882974" y="46788"/>
                </a:lnTo>
                <a:lnTo>
                  <a:pt x="946318" y="32381"/>
                </a:lnTo>
                <a:lnTo>
                  <a:pt x="1009699" y="15608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Freeform 147"/>
          <p:cNvSpPr/>
          <p:nvPr/>
        </p:nvSpPr>
        <p:spPr>
          <a:xfrm>
            <a:off x="3264567" y="2388012"/>
            <a:ext cx="38836" cy="517812"/>
          </a:xfrm>
          <a:custGeom>
            <a:avLst/>
            <a:gdLst/>
            <a:ahLst/>
            <a:cxnLst/>
            <a:rect l="l" t="t" r="r" b="b"/>
            <a:pathLst>
              <a:path w="38836" h="517812">
                <a:moveTo>
                  <a:pt x="0" y="517812"/>
                </a:moveTo>
                <a:lnTo>
                  <a:pt x="9102" y="485449"/>
                </a:lnTo>
                <a:lnTo>
                  <a:pt x="16991" y="453085"/>
                </a:lnTo>
                <a:lnTo>
                  <a:pt x="23665" y="420722"/>
                </a:lnTo>
                <a:lnTo>
                  <a:pt x="29127" y="388359"/>
                </a:lnTo>
                <a:lnTo>
                  <a:pt x="33374" y="355996"/>
                </a:lnTo>
                <a:lnTo>
                  <a:pt x="36409" y="323632"/>
                </a:lnTo>
                <a:lnTo>
                  <a:pt x="38229" y="291269"/>
                </a:lnTo>
                <a:lnTo>
                  <a:pt x="38836" y="258906"/>
                </a:lnTo>
                <a:lnTo>
                  <a:pt x="38229" y="226543"/>
                </a:lnTo>
                <a:lnTo>
                  <a:pt x="36409" y="194179"/>
                </a:lnTo>
                <a:lnTo>
                  <a:pt x="33374" y="161816"/>
                </a:lnTo>
                <a:lnTo>
                  <a:pt x="29127" y="129453"/>
                </a:lnTo>
                <a:lnTo>
                  <a:pt x="23665" y="97090"/>
                </a:lnTo>
                <a:lnTo>
                  <a:pt x="16991" y="64727"/>
                </a:lnTo>
                <a:lnTo>
                  <a:pt x="9102" y="3236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Freeform 148"/>
          <p:cNvSpPr/>
          <p:nvPr/>
        </p:nvSpPr>
        <p:spPr>
          <a:xfrm>
            <a:off x="3098137" y="4671449"/>
            <a:ext cx="47541" cy="154545"/>
          </a:xfrm>
          <a:custGeom>
            <a:avLst/>
            <a:gdLst/>
            <a:ahLst/>
            <a:cxnLst/>
            <a:rect l="l" t="t" r="r" b="b"/>
            <a:pathLst>
              <a:path w="47541" h="154545">
                <a:moveTo>
                  <a:pt x="0" y="154545"/>
                </a:moveTo>
                <a:lnTo>
                  <a:pt x="6845" y="146065"/>
                </a:lnTo>
                <a:lnTo>
                  <a:pt x="13158" y="137429"/>
                </a:lnTo>
                <a:lnTo>
                  <a:pt x="18940" y="128635"/>
                </a:lnTo>
                <a:lnTo>
                  <a:pt x="24191" y="119684"/>
                </a:lnTo>
                <a:lnTo>
                  <a:pt x="28910" y="110575"/>
                </a:lnTo>
                <a:lnTo>
                  <a:pt x="33098" y="101310"/>
                </a:lnTo>
                <a:lnTo>
                  <a:pt x="36755" y="91886"/>
                </a:lnTo>
                <a:lnTo>
                  <a:pt x="39881" y="82306"/>
                </a:lnTo>
                <a:lnTo>
                  <a:pt x="42476" y="72568"/>
                </a:lnTo>
                <a:lnTo>
                  <a:pt x="44539" y="62673"/>
                </a:lnTo>
                <a:lnTo>
                  <a:pt x="46071" y="52621"/>
                </a:lnTo>
                <a:lnTo>
                  <a:pt x="47071" y="42412"/>
                </a:lnTo>
                <a:lnTo>
                  <a:pt x="47541" y="32045"/>
                </a:lnTo>
                <a:lnTo>
                  <a:pt x="47479" y="21520"/>
                </a:lnTo>
                <a:lnTo>
                  <a:pt x="46886" y="10839"/>
                </a:lnTo>
                <a:lnTo>
                  <a:pt x="45762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Freeform 149"/>
          <p:cNvSpPr/>
          <p:nvPr/>
        </p:nvSpPr>
        <p:spPr>
          <a:xfrm>
            <a:off x="4127177" y="2616072"/>
            <a:ext cx="109019" cy="354770"/>
          </a:xfrm>
          <a:custGeom>
            <a:avLst/>
            <a:gdLst/>
            <a:ahLst/>
            <a:cxnLst/>
            <a:rect l="l" t="t" r="r" b="b"/>
            <a:pathLst>
              <a:path w="109019" h="354770">
                <a:moveTo>
                  <a:pt x="4110" y="0"/>
                </a:moveTo>
                <a:lnTo>
                  <a:pt x="1521" y="24877"/>
                </a:lnTo>
                <a:lnTo>
                  <a:pt x="151" y="49395"/>
                </a:lnTo>
                <a:lnTo>
                  <a:pt x="0" y="73551"/>
                </a:lnTo>
                <a:lnTo>
                  <a:pt x="1069" y="97347"/>
                </a:lnTo>
                <a:lnTo>
                  <a:pt x="3357" y="120783"/>
                </a:lnTo>
                <a:lnTo>
                  <a:pt x="6865" y="143857"/>
                </a:lnTo>
                <a:lnTo>
                  <a:pt x="11593" y="166572"/>
                </a:lnTo>
                <a:lnTo>
                  <a:pt x="17540" y="188925"/>
                </a:lnTo>
                <a:lnTo>
                  <a:pt x="24707" y="210918"/>
                </a:lnTo>
                <a:lnTo>
                  <a:pt x="33093" y="232550"/>
                </a:lnTo>
                <a:lnTo>
                  <a:pt x="42698" y="253822"/>
                </a:lnTo>
                <a:lnTo>
                  <a:pt x="53523" y="274733"/>
                </a:lnTo>
                <a:lnTo>
                  <a:pt x="65568" y="295283"/>
                </a:lnTo>
                <a:lnTo>
                  <a:pt x="78832" y="315473"/>
                </a:lnTo>
                <a:lnTo>
                  <a:pt x="93316" y="335302"/>
                </a:lnTo>
                <a:lnTo>
                  <a:pt x="109019" y="35477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Freeform 150"/>
          <p:cNvSpPr/>
          <p:nvPr/>
        </p:nvSpPr>
        <p:spPr>
          <a:xfrm>
            <a:off x="4562153" y="1842367"/>
            <a:ext cx="1578437" cy="2071259"/>
          </a:xfrm>
          <a:custGeom>
            <a:avLst/>
            <a:gdLst/>
            <a:ahLst/>
            <a:cxnLst/>
            <a:rect l="l" t="t" r="r" b="b"/>
            <a:pathLst>
              <a:path w="1578437" h="2071259">
                <a:moveTo>
                  <a:pt x="0" y="0"/>
                </a:moveTo>
                <a:lnTo>
                  <a:pt x="45252" y="170148"/>
                </a:lnTo>
                <a:lnTo>
                  <a:pt x="97625" y="334870"/>
                </a:lnTo>
                <a:lnTo>
                  <a:pt x="157118" y="494166"/>
                </a:lnTo>
                <a:lnTo>
                  <a:pt x="223730" y="648036"/>
                </a:lnTo>
                <a:lnTo>
                  <a:pt x="297463" y="796480"/>
                </a:lnTo>
                <a:lnTo>
                  <a:pt x="378315" y="939499"/>
                </a:lnTo>
                <a:lnTo>
                  <a:pt x="466287" y="1077091"/>
                </a:lnTo>
                <a:lnTo>
                  <a:pt x="561380" y="1209258"/>
                </a:lnTo>
                <a:lnTo>
                  <a:pt x="663592" y="1335999"/>
                </a:lnTo>
                <a:lnTo>
                  <a:pt x="772924" y="1457314"/>
                </a:lnTo>
                <a:lnTo>
                  <a:pt x="889376" y="1573203"/>
                </a:lnTo>
                <a:lnTo>
                  <a:pt x="1012949" y="1683666"/>
                </a:lnTo>
                <a:lnTo>
                  <a:pt x="1143641" y="1788703"/>
                </a:lnTo>
                <a:lnTo>
                  <a:pt x="1281453" y="1888314"/>
                </a:lnTo>
                <a:lnTo>
                  <a:pt x="1426385" y="1982500"/>
                </a:lnTo>
                <a:lnTo>
                  <a:pt x="1578437" y="2071259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Freeform 151"/>
          <p:cNvSpPr/>
          <p:nvPr/>
        </p:nvSpPr>
        <p:spPr>
          <a:xfrm>
            <a:off x="5683329" y="3913626"/>
            <a:ext cx="457261" cy="235955"/>
          </a:xfrm>
          <a:custGeom>
            <a:avLst/>
            <a:gdLst/>
            <a:ahLst/>
            <a:cxnLst/>
            <a:rect l="l" t="t" r="r" b="b"/>
            <a:pathLst>
              <a:path w="457261" h="235955">
                <a:moveTo>
                  <a:pt x="0" y="235955"/>
                </a:moveTo>
                <a:lnTo>
                  <a:pt x="34662" y="232997"/>
                </a:lnTo>
                <a:lnTo>
                  <a:pt x="68513" y="228467"/>
                </a:lnTo>
                <a:lnTo>
                  <a:pt x="101553" y="222365"/>
                </a:lnTo>
                <a:lnTo>
                  <a:pt x="133782" y="214691"/>
                </a:lnTo>
                <a:lnTo>
                  <a:pt x="165199" y="205445"/>
                </a:lnTo>
                <a:lnTo>
                  <a:pt x="195806" y="194627"/>
                </a:lnTo>
                <a:lnTo>
                  <a:pt x="225601" y="182238"/>
                </a:lnTo>
                <a:lnTo>
                  <a:pt x="254585" y="168277"/>
                </a:lnTo>
                <a:lnTo>
                  <a:pt x="282759" y="152743"/>
                </a:lnTo>
                <a:lnTo>
                  <a:pt x="310121" y="135638"/>
                </a:lnTo>
                <a:lnTo>
                  <a:pt x="336672" y="116962"/>
                </a:lnTo>
                <a:lnTo>
                  <a:pt x="362412" y="96713"/>
                </a:lnTo>
                <a:lnTo>
                  <a:pt x="387341" y="74893"/>
                </a:lnTo>
                <a:lnTo>
                  <a:pt x="411458" y="51500"/>
                </a:lnTo>
                <a:lnTo>
                  <a:pt x="434765" y="26536"/>
                </a:lnTo>
                <a:lnTo>
                  <a:pt x="45726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Freeform 152"/>
          <p:cNvSpPr/>
          <p:nvPr/>
        </p:nvSpPr>
        <p:spPr>
          <a:xfrm>
            <a:off x="6140590" y="3913626"/>
            <a:ext cx="1209362" cy="90703"/>
          </a:xfrm>
          <a:custGeom>
            <a:avLst/>
            <a:gdLst/>
            <a:ahLst/>
            <a:cxnLst/>
            <a:rect l="l" t="t" r="r" b="b"/>
            <a:pathLst>
              <a:path w="1209362" h="90703">
                <a:moveTo>
                  <a:pt x="0" y="0"/>
                </a:moveTo>
                <a:lnTo>
                  <a:pt x="75585" y="21259"/>
                </a:lnTo>
                <a:lnTo>
                  <a:pt x="151170" y="39683"/>
                </a:lnTo>
                <a:lnTo>
                  <a:pt x="226755" y="55272"/>
                </a:lnTo>
                <a:lnTo>
                  <a:pt x="302340" y="68027"/>
                </a:lnTo>
                <a:lnTo>
                  <a:pt x="377926" y="77948"/>
                </a:lnTo>
                <a:lnTo>
                  <a:pt x="453511" y="85034"/>
                </a:lnTo>
                <a:lnTo>
                  <a:pt x="529096" y="89285"/>
                </a:lnTo>
                <a:lnTo>
                  <a:pt x="604681" y="90703"/>
                </a:lnTo>
                <a:lnTo>
                  <a:pt x="680266" y="89285"/>
                </a:lnTo>
                <a:lnTo>
                  <a:pt x="755851" y="85034"/>
                </a:lnTo>
                <a:lnTo>
                  <a:pt x="831436" y="77948"/>
                </a:lnTo>
                <a:lnTo>
                  <a:pt x="907022" y="68027"/>
                </a:lnTo>
                <a:lnTo>
                  <a:pt x="982607" y="55272"/>
                </a:lnTo>
                <a:lnTo>
                  <a:pt x="1058192" y="39683"/>
                </a:lnTo>
                <a:lnTo>
                  <a:pt x="1133777" y="21259"/>
                </a:lnTo>
                <a:lnTo>
                  <a:pt x="1209362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Freeform 153"/>
          <p:cNvSpPr/>
          <p:nvPr/>
        </p:nvSpPr>
        <p:spPr>
          <a:xfrm>
            <a:off x="4562153" y="1625372"/>
            <a:ext cx="612492" cy="219347"/>
          </a:xfrm>
          <a:custGeom>
            <a:avLst/>
            <a:gdLst/>
            <a:ahLst/>
            <a:cxnLst/>
            <a:rect l="l" t="t" r="r" b="b"/>
            <a:pathLst>
              <a:path w="612492" h="219347">
                <a:moveTo>
                  <a:pt x="0" y="216995"/>
                </a:moveTo>
                <a:lnTo>
                  <a:pt x="43875" y="219224"/>
                </a:lnTo>
                <a:lnTo>
                  <a:pt x="87004" y="219347"/>
                </a:lnTo>
                <a:lnTo>
                  <a:pt x="129387" y="217365"/>
                </a:lnTo>
                <a:lnTo>
                  <a:pt x="171025" y="213277"/>
                </a:lnTo>
                <a:lnTo>
                  <a:pt x="211916" y="207084"/>
                </a:lnTo>
                <a:lnTo>
                  <a:pt x="252062" y="198785"/>
                </a:lnTo>
                <a:lnTo>
                  <a:pt x="291462" y="188381"/>
                </a:lnTo>
                <a:lnTo>
                  <a:pt x="330115" y="175872"/>
                </a:lnTo>
                <a:lnTo>
                  <a:pt x="368023" y="161257"/>
                </a:lnTo>
                <a:lnTo>
                  <a:pt x="405185" y="144536"/>
                </a:lnTo>
                <a:lnTo>
                  <a:pt x="441601" y="125711"/>
                </a:lnTo>
                <a:lnTo>
                  <a:pt x="477271" y="104779"/>
                </a:lnTo>
                <a:lnTo>
                  <a:pt x="512195" y="81743"/>
                </a:lnTo>
                <a:lnTo>
                  <a:pt x="546373" y="56600"/>
                </a:lnTo>
                <a:lnTo>
                  <a:pt x="579806" y="29353"/>
                </a:lnTo>
                <a:lnTo>
                  <a:pt x="612492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Freeform 154"/>
          <p:cNvSpPr/>
          <p:nvPr/>
        </p:nvSpPr>
        <p:spPr>
          <a:xfrm>
            <a:off x="5683329" y="1625372"/>
            <a:ext cx="487888" cy="2524209"/>
          </a:xfrm>
          <a:custGeom>
            <a:avLst/>
            <a:gdLst/>
            <a:ahLst/>
            <a:cxnLst/>
            <a:rect l="l" t="t" r="r" b="b"/>
            <a:pathLst>
              <a:path w="487888" h="2524209">
                <a:moveTo>
                  <a:pt x="0" y="2524209"/>
                </a:moveTo>
                <a:lnTo>
                  <a:pt x="87738" y="2375794"/>
                </a:lnTo>
                <a:lnTo>
                  <a:pt x="166800" y="2226132"/>
                </a:lnTo>
                <a:lnTo>
                  <a:pt x="237184" y="2075224"/>
                </a:lnTo>
                <a:lnTo>
                  <a:pt x="298892" y="1923070"/>
                </a:lnTo>
                <a:lnTo>
                  <a:pt x="351922" y="1769669"/>
                </a:lnTo>
                <a:lnTo>
                  <a:pt x="396275" y="1615022"/>
                </a:lnTo>
                <a:lnTo>
                  <a:pt x="431952" y="1459128"/>
                </a:lnTo>
                <a:lnTo>
                  <a:pt x="458951" y="1301988"/>
                </a:lnTo>
                <a:lnTo>
                  <a:pt x="477274" y="1143602"/>
                </a:lnTo>
                <a:lnTo>
                  <a:pt x="486920" y="983969"/>
                </a:lnTo>
                <a:lnTo>
                  <a:pt x="487888" y="823090"/>
                </a:lnTo>
                <a:lnTo>
                  <a:pt x="480180" y="660965"/>
                </a:lnTo>
                <a:lnTo>
                  <a:pt x="463795" y="497593"/>
                </a:lnTo>
                <a:lnTo>
                  <a:pt x="438732" y="332975"/>
                </a:lnTo>
                <a:lnTo>
                  <a:pt x="404993" y="167111"/>
                </a:lnTo>
                <a:lnTo>
                  <a:pt x="362577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Freeform 155"/>
          <p:cNvSpPr/>
          <p:nvPr/>
        </p:nvSpPr>
        <p:spPr>
          <a:xfrm>
            <a:off x="5174645" y="1625372"/>
            <a:ext cx="871261" cy="65344"/>
          </a:xfrm>
          <a:custGeom>
            <a:avLst/>
            <a:gdLst/>
            <a:ahLst/>
            <a:cxnLst/>
            <a:rect l="l" t="t" r="r" b="b"/>
            <a:pathLst>
              <a:path w="871261" h="65344">
                <a:moveTo>
                  <a:pt x="0" y="0"/>
                </a:moveTo>
                <a:lnTo>
                  <a:pt x="54454" y="15315"/>
                </a:lnTo>
                <a:lnTo>
                  <a:pt x="108908" y="28588"/>
                </a:lnTo>
                <a:lnTo>
                  <a:pt x="163361" y="39819"/>
                </a:lnTo>
                <a:lnTo>
                  <a:pt x="217815" y="49008"/>
                </a:lnTo>
                <a:lnTo>
                  <a:pt x="272269" y="56155"/>
                </a:lnTo>
                <a:lnTo>
                  <a:pt x="326723" y="61260"/>
                </a:lnTo>
                <a:lnTo>
                  <a:pt x="381177" y="64323"/>
                </a:lnTo>
                <a:lnTo>
                  <a:pt x="435630" y="65344"/>
                </a:lnTo>
                <a:lnTo>
                  <a:pt x="490084" y="64323"/>
                </a:lnTo>
                <a:lnTo>
                  <a:pt x="544538" y="61260"/>
                </a:lnTo>
                <a:lnTo>
                  <a:pt x="598992" y="56155"/>
                </a:lnTo>
                <a:lnTo>
                  <a:pt x="653446" y="49008"/>
                </a:lnTo>
                <a:lnTo>
                  <a:pt x="707899" y="39819"/>
                </a:lnTo>
                <a:lnTo>
                  <a:pt x="762353" y="28588"/>
                </a:lnTo>
                <a:lnTo>
                  <a:pt x="816807" y="15315"/>
                </a:lnTo>
                <a:lnTo>
                  <a:pt x="87126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Freeform 156"/>
          <p:cNvSpPr/>
          <p:nvPr/>
        </p:nvSpPr>
        <p:spPr>
          <a:xfrm>
            <a:off x="6045906" y="1625372"/>
            <a:ext cx="801907" cy="60143"/>
          </a:xfrm>
          <a:custGeom>
            <a:avLst/>
            <a:gdLst/>
            <a:ahLst/>
            <a:cxnLst/>
            <a:rect l="l" t="t" r="r" b="b"/>
            <a:pathLst>
              <a:path w="801907" h="60143">
                <a:moveTo>
                  <a:pt x="0" y="0"/>
                </a:moveTo>
                <a:lnTo>
                  <a:pt x="50119" y="14096"/>
                </a:lnTo>
                <a:lnTo>
                  <a:pt x="100238" y="26312"/>
                </a:lnTo>
                <a:lnTo>
                  <a:pt x="150357" y="36650"/>
                </a:lnTo>
                <a:lnTo>
                  <a:pt x="200477" y="45107"/>
                </a:lnTo>
                <a:lnTo>
                  <a:pt x="250596" y="51685"/>
                </a:lnTo>
                <a:lnTo>
                  <a:pt x="300715" y="56384"/>
                </a:lnTo>
                <a:lnTo>
                  <a:pt x="350834" y="59203"/>
                </a:lnTo>
                <a:lnTo>
                  <a:pt x="400953" y="60143"/>
                </a:lnTo>
                <a:lnTo>
                  <a:pt x="451073" y="59203"/>
                </a:lnTo>
                <a:lnTo>
                  <a:pt x="501192" y="56384"/>
                </a:lnTo>
                <a:lnTo>
                  <a:pt x="551311" y="51685"/>
                </a:lnTo>
                <a:lnTo>
                  <a:pt x="601430" y="45107"/>
                </a:lnTo>
                <a:lnTo>
                  <a:pt x="651549" y="36650"/>
                </a:lnTo>
                <a:lnTo>
                  <a:pt x="701669" y="26312"/>
                </a:lnTo>
                <a:lnTo>
                  <a:pt x="751788" y="14096"/>
                </a:lnTo>
                <a:lnTo>
                  <a:pt x="801907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Freeform 157"/>
          <p:cNvSpPr/>
          <p:nvPr/>
        </p:nvSpPr>
        <p:spPr>
          <a:xfrm>
            <a:off x="6847813" y="1625372"/>
            <a:ext cx="455137" cy="35232"/>
          </a:xfrm>
          <a:custGeom>
            <a:avLst/>
            <a:gdLst/>
            <a:ahLst/>
            <a:cxnLst/>
            <a:rect l="l" t="t" r="r" b="b"/>
            <a:pathLst>
              <a:path w="455137" h="35232">
                <a:moveTo>
                  <a:pt x="0" y="0"/>
                </a:moveTo>
                <a:lnTo>
                  <a:pt x="28408" y="8137"/>
                </a:lnTo>
                <a:lnTo>
                  <a:pt x="56820" y="15208"/>
                </a:lnTo>
                <a:lnTo>
                  <a:pt x="85238" y="21212"/>
                </a:lnTo>
                <a:lnTo>
                  <a:pt x="113661" y="26150"/>
                </a:lnTo>
                <a:lnTo>
                  <a:pt x="142089" y="30020"/>
                </a:lnTo>
                <a:lnTo>
                  <a:pt x="170522" y="32824"/>
                </a:lnTo>
                <a:lnTo>
                  <a:pt x="198961" y="34562"/>
                </a:lnTo>
                <a:lnTo>
                  <a:pt x="227404" y="35232"/>
                </a:lnTo>
                <a:lnTo>
                  <a:pt x="255853" y="34836"/>
                </a:lnTo>
                <a:lnTo>
                  <a:pt x="284307" y="33373"/>
                </a:lnTo>
                <a:lnTo>
                  <a:pt x="312766" y="30843"/>
                </a:lnTo>
                <a:lnTo>
                  <a:pt x="341230" y="27247"/>
                </a:lnTo>
                <a:lnTo>
                  <a:pt x="369699" y="22583"/>
                </a:lnTo>
                <a:lnTo>
                  <a:pt x="398173" y="16854"/>
                </a:lnTo>
                <a:lnTo>
                  <a:pt x="426653" y="10057"/>
                </a:lnTo>
                <a:lnTo>
                  <a:pt x="455137" y="2194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Freeform 158"/>
          <p:cNvSpPr/>
          <p:nvPr/>
        </p:nvSpPr>
        <p:spPr>
          <a:xfrm>
            <a:off x="4854029" y="4524851"/>
            <a:ext cx="864497" cy="169868"/>
          </a:xfrm>
          <a:custGeom>
            <a:avLst/>
            <a:gdLst/>
            <a:ahLst/>
            <a:cxnLst/>
            <a:rect l="l" t="t" r="r" b="b"/>
            <a:pathLst>
              <a:path w="864497" h="169868">
                <a:moveTo>
                  <a:pt x="0" y="0"/>
                </a:moveTo>
                <a:lnTo>
                  <a:pt x="50726" y="30301"/>
                </a:lnTo>
                <a:lnTo>
                  <a:pt x="101892" y="57631"/>
                </a:lnTo>
                <a:lnTo>
                  <a:pt x="153499" y="81988"/>
                </a:lnTo>
                <a:lnTo>
                  <a:pt x="205547" y="103374"/>
                </a:lnTo>
                <a:lnTo>
                  <a:pt x="258035" y="121789"/>
                </a:lnTo>
                <a:lnTo>
                  <a:pt x="310965" y="137231"/>
                </a:lnTo>
                <a:lnTo>
                  <a:pt x="364335" y="149702"/>
                </a:lnTo>
                <a:lnTo>
                  <a:pt x="418145" y="159201"/>
                </a:lnTo>
                <a:lnTo>
                  <a:pt x="472397" y="165728"/>
                </a:lnTo>
                <a:lnTo>
                  <a:pt x="527089" y="169284"/>
                </a:lnTo>
                <a:lnTo>
                  <a:pt x="582222" y="169868"/>
                </a:lnTo>
                <a:lnTo>
                  <a:pt x="637796" y="167480"/>
                </a:lnTo>
                <a:lnTo>
                  <a:pt x="693810" y="162121"/>
                </a:lnTo>
                <a:lnTo>
                  <a:pt x="750265" y="153790"/>
                </a:lnTo>
                <a:lnTo>
                  <a:pt x="807161" y="142487"/>
                </a:lnTo>
                <a:lnTo>
                  <a:pt x="864497" y="128213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Freeform 159"/>
          <p:cNvSpPr/>
          <p:nvPr/>
        </p:nvSpPr>
        <p:spPr>
          <a:xfrm>
            <a:off x="4854029" y="4524851"/>
            <a:ext cx="2186676" cy="295027"/>
          </a:xfrm>
          <a:custGeom>
            <a:avLst/>
            <a:gdLst/>
            <a:ahLst/>
            <a:cxnLst/>
            <a:rect l="l" t="t" r="r" b="b"/>
            <a:pathLst>
              <a:path w="2186676" h="295027">
                <a:moveTo>
                  <a:pt x="0" y="0"/>
                </a:moveTo>
                <a:lnTo>
                  <a:pt x="133998" y="62848"/>
                </a:lnTo>
                <a:lnTo>
                  <a:pt x="268351" y="118179"/>
                </a:lnTo>
                <a:lnTo>
                  <a:pt x="403060" y="165993"/>
                </a:lnTo>
                <a:lnTo>
                  <a:pt x="538126" y="206290"/>
                </a:lnTo>
                <a:lnTo>
                  <a:pt x="673547" y="239071"/>
                </a:lnTo>
                <a:lnTo>
                  <a:pt x="809324" y="264335"/>
                </a:lnTo>
                <a:lnTo>
                  <a:pt x="945458" y="282082"/>
                </a:lnTo>
                <a:lnTo>
                  <a:pt x="1081947" y="292313"/>
                </a:lnTo>
                <a:lnTo>
                  <a:pt x="1218792" y="295027"/>
                </a:lnTo>
                <a:lnTo>
                  <a:pt x="1355993" y="290224"/>
                </a:lnTo>
                <a:lnTo>
                  <a:pt x="1493550" y="277905"/>
                </a:lnTo>
                <a:lnTo>
                  <a:pt x="1631463" y="258069"/>
                </a:lnTo>
                <a:lnTo>
                  <a:pt x="1769733" y="230716"/>
                </a:lnTo>
                <a:lnTo>
                  <a:pt x="1908358" y="195846"/>
                </a:lnTo>
                <a:lnTo>
                  <a:pt x="2047339" y="153460"/>
                </a:lnTo>
                <a:lnTo>
                  <a:pt x="2186676" y="103557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Freeform 160"/>
          <p:cNvSpPr/>
          <p:nvPr/>
        </p:nvSpPr>
        <p:spPr>
          <a:xfrm>
            <a:off x="7661603" y="4534117"/>
            <a:ext cx="182310" cy="374742"/>
          </a:xfrm>
          <a:custGeom>
            <a:avLst/>
            <a:gdLst/>
            <a:ahLst/>
            <a:cxnLst/>
            <a:rect l="l" t="t" r="r" b="b"/>
            <a:pathLst>
              <a:path w="182310" h="374742">
                <a:moveTo>
                  <a:pt x="0" y="0"/>
                </a:moveTo>
                <a:lnTo>
                  <a:pt x="1733" y="28122"/>
                </a:lnTo>
                <a:lnTo>
                  <a:pt x="4754" y="55616"/>
                </a:lnTo>
                <a:lnTo>
                  <a:pt x="9064" y="82485"/>
                </a:lnTo>
                <a:lnTo>
                  <a:pt x="14661" y="108726"/>
                </a:lnTo>
                <a:lnTo>
                  <a:pt x="21547" y="134341"/>
                </a:lnTo>
                <a:lnTo>
                  <a:pt x="29721" y="159329"/>
                </a:lnTo>
                <a:lnTo>
                  <a:pt x="39183" y="183690"/>
                </a:lnTo>
                <a:lnTo>
                  <a:pt x="49933" y="207425"/>
                </a:lnTo>
                <a:lnTo>
                  <a:pt x="61972" y="230533"/>
                </a:lnTo>
                <a:lnTo>
                  <a:pt x="75298" y="253014"/>
                </a:lnTo>
                <a:lnTo>
                  <a:pt x="89913" y="274869"/>
                </a:lnTo>
                <a:lnTo>
                  <a:pt x="105816" y="296097"/>
                </a:lnTo>
                <a:lnTo>
                  <a:pt x="123007" y="316698"/>
                </a:lnTo>
                <a:lnTo>
                  <a:pt x="141486" y="336673"/>
                </a:lnTo>
                <a:lnTo>
                  <a:pt x="161254" y="356021"/>
                </a:lnTo>
                <a:lnTo>
                  <a:pt x="182310" y="374742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Freeform 161"/>
          <p:cNvSpPr/>
          <p:nvPr/>
        </p:nvSpPr>
        <p:spPr>
          <a:xfrm>
            <a:off x="8036873" y="4534117"/>
            <a:ext cx="395416" cy="172533"/>
          </a:xfrm>
          <a:custGeom>
            <a:avLst/>
            <a:gdLst/>
            <a:ahLst/>
            <a:cxnLst/>
            <a:rect l="l" t="t" r="r" b="b"/>
            <a:pathLst>
              <a:path w="395416" h="172533">
                <a:moveTo>
                  <a:pt x="0" y="0"/>
                </a:moveTo>
                <a:lnTo>
                  <a:pt x="20265" y="20978"/>
                </a:lnTo>
                <a:lnTo>
                  <a:pt x="41124" y="40596"/>
                </a:lnTo>
                <a:lnTo>
                  <a:pt x="62575" y="58855"/>
                </a:lnTo>
                <a:lnTo>
                  <a:pt x="84620" y="75755"/>
                </a:lnTo>
                <a:lnTo>
                  <a:pt x="107258" y="91296"/>
                </a:lnTo>
                <a:lnTo>
                  <a:pt x="130488" y="105477"/>
                </a:lnTo>
                <a:lnTo>
                  <a:pt x="154312" y="118300"/>
                </a:lnTo>
                <a:lnTo>
                  <a:pt x="178729" y="129762"/>
                </a:lnTo>
                <a:lnTo>
                  <a:pt x="203739" y="139866"/>
                </a:lnTo>
                <a:lnTo>
                  <a:pt x="229343" y="148611"/>
                </a:lnTo>
                <a:lnTo>
                  <a:pt x="255539" y="155996"/>
                </a:lnTo>
                <a:lnTo>
                  <a:pt x="282328" y="162022"/>
                </a:lnTo>
                <a:lnTo>
                  <a:pt x="309711" y="166689"/>
                </a:lnTo>
                <a:lnTo>
                  <a:pt x="337686" y="169996"/>
                </a:lnTo>
                <a:lnTo>
                  <a:pt x="366255" y="171944"/>
                </a:lnTo>
                <a:lnTo>
                  <a:pt x="395416" y="172533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Freeform 162"/>
          <p:cNvSpPr/>
          <p:nvPr/>
        </p:nvSpPr>
        <p:spPr>
          <a:xfrm>
            <a:off x="2972265" y="4827821"/>
            <a:ext cx="200000" cy="480000"/>
          </a:xfrm>
          <a:custGeom>
            <a:avLst/>
            <a:gdLst/>
            <a:ahLst/>
            <a:cxnLst/>
            <a:rect l="l" t="t" r="r" b="b"/>
            <a:pathLst>
              <a:path w="200000" h="480000">
                <a:moveTo>
                  <a:pt x="200000" y="480000"/>
                </a:moveTo>
                <a:lnTo>
                  <a:pt x="193125" y="447657"/>
                </a:lnTo>
                <a:lnTo>
                  <a:pt x="185500" y="415625"/>
                </a:lnTo>
                <a:lnTo>
                  <a:pt x="177125" y="383907"/>
                </a:lnTo>
                <a:lnTo>
                  <a:pt x="168000" y="352500"/>
                </a:lnTo>
                <a:lnTo>
                  <a:pt x="158125" y="321407"/>
                </a:lnTo>
                <a:lnTo>
                  <a:pt x="147500" y="290625"/>
                </a:lnTo>
                <a:lnTo>
                  <a:pt x="136125" y="260157"/>
                </a:lnTo>
                <a:lnTo>
                  <a:pt x="124000" y="230000"/>
                </a:lnTo>
                <a:lnTo>
                  <a:pt x="111125" y="200157"/>
                </a:lnTo>
                <a:lnTo>
                  <a:pt x="97500" y="170625"/>
                </a:lnTo>
                <a:lnTo>
                  <a:pt x="83125" y="141407"/>
                </a:lnTo>
                <a:lnTo>
                  <a:pt x="68000" y="112500"/>
                </a:lnTo>
                <a:lnTo>
                  <a:pt x="52125" y="83907"/>
                </a:lnTo>
                <a:lnTo>
                  <a:pt x="35500" y="55625"/>
                </a:lnTo>
                <a:lnTo>
                  <a:pt x="18125" y="27657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TextBox 537"/>
          <p:cNvSpPr txBox="1"/>
          <p:nvPr/>
        </p:nvSpPr>
        <p:spPr>
          <a:xfrm>
            <a:off x="2022265" y="4687821"/>
            <a:ext cx="950000" cy="1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>
                <a:solidFill>
                  <a:srgbClr val="1F4E79"/>
                </a:solidFill>
                <a:latin typeface="Microsoft YaHei"/>
              </a:rPr>
              <a:t>上二层楼梯吊灯 F06</a:t>
            </a:r>
          </a:p>
        </p:txBody>
      </p:sp>
      <p:sp>
        <p:nvSpPr>
          <p:cNvPr id="164" name="Freeform 163"/>
          <p:cNvSpPr/>
          <p:nvPr/>
        </p:nvSpPr>
        <p:spPr>
          <a:xfrm>
            <a:off x="3091899" y="4619449"/>
            <a:ext cx="104000" cy="52000"/>
          </a:xfrm>
          <a:custGeom>
            <a:avLst/>
            <a:gdLst/>
            <a:ahLst/>
            <a:cxnLst/>
            <a:rect l="l" t="t" r="r" b="b"/>
            <a:pathLst>
              <a:path w="104000" h="52000">
                <a:moveTo>
                  <a:pt x="104000" y="52000"/>
                </a:moveTo>
                <a:lnTo>
                  <a:pt x="103001" y="41855"/>
                </a:lnTo>
                <a:lnTo>
                  <a:pt x="100042" y="32101"/>
                </a:lnTo>
                <a:lnTo>
                  <a:pt x="95236" y="23110"/>
                </a:lnTo>
                <a:lnTo>
                  <a:pt x="88769" y="15231"/>
                </a:lnTo>
                <a:lnTo>
                  <a:pt x="80890" y="8764"/>
                </a:lnTo>
                <a:lnTo>
                  <a:pt x="71899" y="3958"/>
                </a:lnTo>
                <a:lnTo>
                  <a:pt x="62145" y="999"/>
                </a:lnTo>
                <a:lnTo>
                  <a:pt x="52000" y="0"/>
                </a:lnTo>
                <a:lnTo>
                  <a:pt x="41855" y="999"/>
                </a:lnTo>
                <a:lnTo>
                  <a:pt x="32100" y="3958"/>
                </a:lnTo>
                <a:lnTo>
                  <a:pt x="23110" y="8764"/>
                </a:lnTo>
                <a:lnTo>
                  <a:pt x="15230" y="15231"/>
                </a:lnTo>
                <a:lnTo>
                  <a:pt x="8764" y="23110"/>
                </a:lnTo>
                <a:lnTo>
                  <a:pt x="3958" y="32101"/>
                </a:lnTo>
                <a:lnTo>
                  <a:pt x="999" y="41855"/>
                </a:lnTo>
                <a:lnTo>
                  <a:pt x="0" y="52000"/>
                </a:lnTo>
                <a:lnTo>
                  <a:pt x="104000" y="52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9" name="Connector 538"/>
          <p:cNvCxnSpPr/>
          <p:nvPr/>
        </p:nvCxnSpPr>
        <p:spPr>
          <a:xfrm>
            <a:off x="3076299" y="4671449"/>
            <a:ext cx="1352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0" name="TextBox 539"/>
          <p:cNvSpPr txBox="1"/>
          <p:nvPr/>
        </p:nvSpPr>
        <p:spPr>
          <a:xfrm>
            <a:off x="3203899" y="4536449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541" name="Oval 540"/>
          <p:cNvSpPr/>
          <p:nvPr/>
        </p:nvSpPr>
        <p:spPr>
          <a:xfrm>
            <a:off x="3764851" y="3873460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2" name="Connector 541"/>
          <p:cNvCxnSpPr/>
          <p:nvPr/>
        </p:nvCxnSpPr>
        <p:spPr>
          <a:xfrm>
            <a:off x="3783896" y="3892505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 flipV="1">
            <a:off x="3783896" y="3892505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3889851" y="3803460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45" name="Oval 544"/>
          <p:cNvSpPr/>
          <p:nvPr/>
        </p:nvSpPr>
        <p:spPr>
          <a:xfrm>
            <a:off x="2023280" y="3928286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6" name="Connector 545"/>
          <p:cNvCxnSpPr/>
          <p:nvPr/>
        </p:nvCxnSpPr>
        <p:spPr>
          <a:xfrm>
            <a:off x="2042325" y="3947331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 flipV="1">
            <a:off x="2042325" y="3947331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2148280" y="3858286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49" name="Oval 548"/>
          <p:cNvSpPr/>
          <p:nvPr/>
        </p:nvSpPr>
        <p:spPr>
          <a:xfrm>
            <a:off x="1622313" y="5077282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0" name="Connector 549"/>
          <p:cNvCxnSpPr/>
          <p:nvPr/>
        </p:nvCxnSpPr>
        <p:spPr>
          <a:xfrm>
            <a:off x="1641358" y="5096327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V="1">
            <a:off x="1641358" y="5096327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1747313" y="500728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553" name="Oval 552"/>
          <p:cNvSpPr/>
          <p:nvPr/>
        </p:nvSpPr>
        <p:spPr>
          <a:xfrm>
            <a:off x="2662817" y="2339064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4" name="Connector 553"/>
          <p:cNvCxnSpPr/>
          <p:nvPr/>
        </p:nvCxnSpPr>
        <p:spPr>
          <a:xfrm>
            <a:off x="2681862" y="2358109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V="1">
            <a:off x="2681862" y="2358109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2787817" y="2269064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57" name="Oval 556"/>
          <p:cNvSpPr/>
          <p:nvPr/>
        </p:nvSpPr>
        <p:spPr>
          <a:xfrm>
            <a:off x="4020914" y="2059942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8" name="Connector 557"/>
          <p:cNvCxnSpPr/>
          <p:nvPr/>
        </p:nvCxnSpPr>
        <p:spPr>
          <a:xfrm>
            <a:off x="4039959" y="2078987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V="1">
            <a:off x="4039959" y="2078987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4145914" y="198994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165" name="Freeform 164"/>
          <p:cNvSpPr/>
          <p:nvPr/>
        </p:nvSpPr>
        <p:spPr>
          <a:xfrm>
            <a:off x="1188283" y="5079659"/>
            <a:ext cx="104000" cy="52000"/>
          </a:xfrm>
          <a:custGeom>
            <a:avLst/>
            <a:gdLst/>
            <a:ahLst/>
            <a:cxnLst/>
            <a:rect l="l" t="t" r="r" b="b"/>
            <a:pathLst>
              <a:path w="104000" h="52000">
                <a:moveTo>
                  <a:pt x="104000" y="52000"/>
                </a:moveTo>
                <a:lnTo>
                  <a:pt x="103001" y="41855"/>
                </a:lnTo>
                <a:lnTo>
                  <a:pt x="100042" y="32100"/>
                </a:lnTo>
                <a:lnTo>
                  <a:pt x="95237" y="23110"/>
                </a:lnTo>
                <a:lnTo>
                  <a:pt x="88770" y="15230"/>
                </a:lnTo>
                <a:lnTo>
                  <a:pt x="80890" y="8764"/>
                </a:lnTo>
                <a:lnTo>
                  <a:pt x="71900" y="3958"/>
                </a:lnTo>
                <a:lnTo>
                  <a:pt x="62145" y="999"/>
                </a:lnTo>
                <a:lnTo>
                  <a:pt x="52000" y="0"/>
                </a:lnTo>
                <a:lnTo>
                  <a:pt x="41856" y="999"/>
                </a:lnTo>
                <a:lnTo>
                  <a:pt x="32101" y="3958"/>
                </a:lnTo>
                <a:lnTo>
                  <a:pt x="23111" y="8764"/>
                </a:lnTo>
                <a:lnTo>
                  <a:pt x="15231" y="15230"/>
                </a:lnTo>
                <a:lnTo>
                  <a:pt x="8764" y="23110"/>
                </a:lnTo>
                <a:lnTo>
                  <a:pt x="3959" y="32100"/>
                </a:lnTo>
                <a:lnTo>
                  <a:pt x="999" y="41855"/>
                </a:lnTo>
                <a:lnTo>
                  <a:pt x="0" y="52000"/>
                </a:lnTo>
                <a:lnTo>
                  <a:pt x="104000" y="52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1" name="Connector 560"/>
          <p:cNvCxnSpPr/>
          <p:nvPr/>
        </p:nvCxnSpPr>
        <p:spPr>
          <a:xfrm>
            <a:off x="1172683" y="5131659"/>
            <a:ext cx="1352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TextBox 561"/>
          <p:cNvSpPr txBox="1"/>
          <p:nvPr/>
        </p:nvSpPr>
        <p:spPr>
          <a:xfrm>
            <a:off x="1300283" y="4996659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166" name="Freeform 165"/>
          <p:cNvSpPr/>
          <p:nvPr/>
        </p:nvSpPr>
        <p:spPr>
          <a:xfrm>
            <a:off x="8380289" y="4654650"/>
            <a:ext cx="104000" cy="52000"/>
          </a:xfrm>
          <a:custGeom>
            <a:avLst/>
            <a:gdLst/>
            <a:ahLst/>
            <a:cxnLst/>
            <a:rect l="l" t="t" r="r" b="b"/>
            <a:pathLst>
              <a:path w="104000" h="52000">
                <a:moveTo>
                  <a:pt x="104000" y="52000"/>
                </a:moveTo>
                <a:lnTo>
                  <a:pt x="103001" y="41856"/>
                </a:lnTo>
                <a:lnTo>
                  <a:pt x="100042" y="32101"/>
                </a:lnTo>
                <a:lnTo>
                  <a:pt x="95237" y="23111"/>
                </a:lnTo>
                <a:lnTo>
                  <a:pt x="88770" y="15231"/>
                </a:lnTo>
                <a:lnTo>
                  <a:pt x="80890" y="8764"/>
                </a:lnTo>
                <a:lnTo>
                  <a:pt x="71900" y="3959"/>
                </a:lnTo>
                <a:lnTo>
                  <a:pt x="62145" y="999"/>
                </a:lnTo>
                <a:lnTo>
                  <a:pt x="52000" y="0"/>
                </a:lnTo>
                <a:lnTo>
                  <a:pt x="41856" y="999"/>
                </a:lnTo>
                <a:lnTo>
                  <a:pt x="32101" y="3959"/>
                </a:lnTo>
                <a:lnTo>
                  <a:pt x="23111" y="8764"/>
                </a:lnTo>
                <a:lnTo>
                  <a:pt x="15231" y="15231"/>
                </a:lnTo>
                <a:lnTo>
                  <a:pt x="8764" y="23111"/>
                </a:lnTo>
                <a:lnTo>
                  <a:pt x="3959" y="32101"/>
                </a:lnTo>
                <a:lnTo>
                  <a:pt x="1000" y="41856"/>
                </a:lnTo>
                <a:lnTo>
                  <a:pt x="0" y="52000"/>
                </a:lnTo>
                <a:lnTo>
                  <a:pt x="104000" y="52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3" name="Connector 562"/>
          <p:cNvCxnSpPr/>
          <p:nvPr/>
        </p:nvCxnSpPr>
        <p:spPr>
          <a:xfrm>
            <a:off x="8364689" y="4706650"/>
            <a:ext cx="1352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TextBox 563"/>
          <p:cNvSpPr txBox="1"/>
          <p:nvPr/>
        </p:nvSpPr>
        <p:spPr>
          <a:xfrm>
            <a:off x="8492289" y="4571650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167" name="Freeform 166"/>
          <p:cNvSpPr/>
          <p:nvPr/>
        </p:nvSpPr>
        <p:spPr>
          <a:xfrm>
            <a:off x="6088590" y="3861626"/>
            <a:ext cx="104000" cy="52000"/>
          </a:xfrm>
          <a:custGeom>
            <a:avLst/>
            <a:gdLst/>
            <a:ahLst/>
            <a:cxnLst/>
            <a:rect l="l" t="t" r="r" b="b"/>
            <a:pathLst>
              <a:path w="104000" h="52000">
                <a:moveTo>
                  <a:pt x="104000" y="52000"/>
                </a:moveTo>
                <a:lnTo>
                  <a:pt x="103001" y="41856"/>
                </a:lnTo>
                <a:lnTo>
                  <a:pt x="100041" y="32101"/>
                </a:lnTo>
                <a:lnTo>
                  <a:pt x="95236" y="23111"/>
                </a:lnTo>
                <a:lnTo>
                  <a:pt x="88769" y="15231"/>
                </a:lnTo>
                <a:lnTo>
                  <a:pt x="80889" y="8764"/>
                </a:lnTo>
                <a:lnTo>
                  <a:pt x="71899" y="3959"/>
                </a:lnTo>
                <a:lnTo>
                  <a:pt x="62144" y="1000"/>
                </a:lnTo>
                <a:lnTo>
                  <a:pt x="52000" y="0"/>
                </a:lnTo>
                <a:lnTo>
                  <a:pt x="41855" y="1000"/>
                </a:lnTo>
                <a:lnTo>
                  <a:pt x="32100" y="3959"/>
                </a:lnTo>
                <a:lnTo>
                  <a:pt x="23110" y="8764"/>
                </a:lnTo>
                <a:lnTo>
                  <a:pt x="15230" y="15231"/>
                </a:lnTo>
                <a:lnTo>
                  <a:pt x="8763" y="23111"/>
                </a:lnTo>
                <a:lnTo>
                  <a:pt x="3958" y="32101"/>
                </a:lnTo>
                <a:lnTo>
                  <a:pt x="999" y="41856"/>
                </a:lnTo>
                <a:lnTo>
                  <a:pt x="0" y="52000"/>
                </a:lnTo>
                <a:lnTo>
                  <a:pt x="104000" y="52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5" name="Connector 564"/>
          <p:cNvCxnSpPr/>
          <p:nvPr/>
        </p:nvCxnSpPr>
        <p:spPr>
          <a:xfrm>
            <a:off x="6072990" y="3913626"/>
            <a:ext cx="1352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6" name="TextBox 565"/>
          <p:cNvSpPr txBox="1"/>
          <p:nvPr/>
        </p:nvSpPr>
        <p:spPr>
          <a:xfrm>
            <a:off x="6200590" y="3778626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168" name="Freeform 167"/>
          <p:cNvSpPr/>
          <p:nvPr/>
        </p:nvSpPr>
        <p:spPr>
          <a:xfrm>
            <a:off x="7297952" y="3861626"/>
            <a:ext cx="104000" cy="52000"/>
          </a:xfrm>
          <a:custGeom>
            <a:avLst/>
            <a:gdLst/>
            <a:ahLst/>
            <a:cxnLst/>
            <a:rect l="l" t="t" r="r" b="b"/>
            <a:pathLst>
              <a:path w="104000" h="52000">
                <a:moveTo>
                  <a:pt x="104000" y="52000"/>
                </a:moveTo>
                <a:lnTo>
                  <a:pt x="103001" y="41856"/>
                </a:lnTo>
                <a:lnTo>
                  <a:pt x="100042" y="32101"/>
                </a:lnTo>
                <a:lnTo>
                  <a:pt x="95237" y="23111"/>
                </a:lnTo>
                <a:lnTo>
                  <a:pt x="88770" y="15231"/>
                </a:lnTo>
                <a:lnTo>
                  <a:pt x="80890" y="8764"/>
                </a:lnTo>
                <a:lnTo>
                  <a:pt x="71900" y="3959"/>
                </a:lnTo>
                <a:lnTo>
                  <a:pt x="62145" y="1000"/>
                </a:lnTo>
                <a:lnTo>
                  <a:pt x="52000" y="0"/>
                </a:lnTo>
                <a:lnTo>
                  <a:pt x="41856" y="1000"/>
                </a:lnTo>
                <a:lnTo>
                  <a:pt x="32101" y="3959"/>
                </a:lnTo>
                <a:lnTo>
                  <a:pt x="23111" y="8764"/>
                </a:lnTo>
                <a:lnTo>
                  <a:pt x="15231" y="15231"/>
                </a:lnTo>
                <a:lnTo>
                  <a:pt x="8764" y="23111"/>
                </a:lnTo>
                <a:lnTo>
                  <a:pt x="3959" y="32101"/>
                </a:lnTo>
                <a:lnTo>
                  <a:pt x="999" y="41856"/>
                </a:lnTo>
                <a:lnTo>
                  <a:pt x="0" y="52000"/>
                </a:lnTo>
                <a:lnTo>
                  <a:pt x="104000" y="52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7" name="Connector 566"/>
          <p:cNvCxnSpPr/>
          <p:nvPr/>
        </p:nvCxnSpPr>
        <p:spPr>
          <a:xfrm>
            <a:off x="7282352" y="3913626"/>
            <a:ext cx="1352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8" name="TextBox 567"/>
          <p:cNvSpPr txBox="1"/>
          <p:nvPr/>
        </p:nvSpPr>
        <p:spPr>
          <a:xfrm>
            <a:off x="7409952" y="3778626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69" name="Oval 568"/>
          <p:cNvSpPr/>
          <p:nvPr/>
        </p:nvSpPr>
        <p:spPr>
          <a:xfrm>
            <a:off x="2574195" y="4409087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0" name="Oval 569"/>
          <p:cNvSpPr/>
          <p:nvPr/>
        </p:nvSpPr>
        <p:spPr>
          <a:xfrm>
            <a:off x="2604095" y="4438987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TextBox 570"/>
          <p:cNvSpPr txBox="1"/>
          <p:nvPr/>
        </p:nvSpPr>
        <p:spPr>
          <a:xfrm>
            <a:off x="2675795" y="4315687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72" name="Oval 571"/>
          <p:cNvSpPr/>
          <p:nvPr/>
        </p:nvSpPr>
        <p:spPr>
          <a:xfrm>
            <a:off x="2041036" y="4409087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Oval 572"/>
          <p:cNvSpPr/>
          <p:nvPr/>
        </p:nvSpPr>
        <p:spPr>
          <a:xfrm>
            <a:off x="2070936" y="4438987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TextBox 573"/>
          <p:cNvSpPr txBox="1"/>
          <p:nvPr/>
        </p:nvSpPr>
        <p:spPr>
          <a:xfrm>
            <a:off x="2142636" y="4315687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75" name="Oval 574"/>
          <p:cNvSpPr/>
          <p:nvPr/>
        </p:nvSpPr>
        <p:spPr>
          <a:xfrm>
            <a:off x="1505274" y="4409087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Oval 575"/>
          <p:cNvSpPr/>
          <p:nvPr/>
        </p:nvSpPr>
        <p:spPr>
          <a:xfrm>
            <a:off x="1535174" y="4438987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TextBox 576"/>
          <p:cNvSpPr txBox="1"/>
          <p:nvPr/>
        </p:nvSpPr>
        <p:spPr>
          <a:xfrm>
            <a:off x="1606874" y="4315687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78" name="Oval 577"/>
          <p:cNvSpPr/>
          <p:nvPr/>
        </p:nvSpPr>
        <p:spPr>
          <a:xfrm>
            <a:off x="1511402" y="3965934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Oval 578"/>
          <p:cNvSpPr/>
          <p:nvPr/>
        </p:nvSpPr>
        <p:spPr>
          <a:xfrm>
            <a:off x="1541302" y="3995834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TextBox 579"/>
          <p:cNvSpPr txBox="1"/>
          <p:nvPr/>
        </p:nvSpPr>
        <p:spPr>
          <a:xfrm>
            <a:off x="1613002" y="3872534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81" name="Oval 580"/>
          <p:cNvSpPr/>
          <p:nvPr/>
        </p:nvSpPr>
        <p:spPr>
          <a:xfrm>
            <a:off x="2047164" y="349150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Oval 581"/>
          <p:cNvSpPr/>
          <p:nvPr/>
        </p:nvSpPr>
        <p:spPr>
          <a:xfrm>
            <a:off x="2077064" y="352140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TextBox 582"/>
          <p:cNvSpPr txBox="1"/>
          <p:nvPr/>
        </p:nvSpPr>
        <p:spPr>
          <a:xfrm>
            <a:off x="2148764" y="339810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84" name="Oval 583"/>
          <p:cNvSpPr/>
          <p:nvPr/>
        </p:nvSpPr>
        <p:spPr>
          <a:xfrm>
            <a:off x="2580323" y="349150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Oval 584"/>
          <p:cNvSpPr/>
          <p:nvPr/>
        </p:nvSpPr>
        <p:spPr>
          <a:xfrm>
            <a:off x="2610223" y="352140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TextBox 585"/>
          <p:cNvSpPr txBox="1"/>
          <p:nvPr/>
        </p:nvSpPr>
        <p:spPr>
          <a:xfrm>
            <a:off x="2681923" y="339810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87" name="Oval 586"/>
          <p:cNvSpPr/>
          <p:nvPr/>
        </p:nvSpPr>
        <p:spPr>
          <a:xfrm>
            <a:off x="2580323" y="3957264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Oval 587"/>
          <p:cNvSpPr/>
          <p:nvPr/>
        </p:nvSpPr>
        <p:spPr>
          <a:xfrm>
            <a:off x="2610223" y="3987164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9" name="TextBox 588"/>
          <p:cNvSpPr txBox="1"/>
          <p:nvPr/>
        </p:nvSpPr>
        <p:spPr>
          <a:xfrm>
            <a:off x="2681923" y="3863864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0" name="Oval 589"/>
          <p:cNvSpPr/>
          <p:nvPr/>
        </p:nvSpPr>
        <p:spPr>
          <a:xfrm>
            <a:off x="1511402" y="349150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1" name="Oval 590"/>
          <p:cNvSpPr/>
          <p:nvPr/>
        </p:nvSpPr>
        <p:spPr>
          <a:xfrm>
            <a:off x="1541302" y="352140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2" name="TextBox 591"/>
          <p:cNvSpPr txBox="1"/>
          <p:nvPr/>
        </p:nvSpPr>
        <p:spPr>
          <a:xfrm>
            <a:off x="1613002" y="339810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3" name="Oval 592"/>
          <p:cNvSpPr/>
          <p:nvPr/>
        </p:nvSpPr>
        <p:spPr>
          <a:xfrm>
            <a:off x="3773269" y="429372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4" name="Oval 593"/>
          <p:cNvSpPr/>
          <p:nvPr/>
        </p:nvSpPr>
        <p:spPr>
          <a:xfrm>
            <a:off x="3803169" y="432362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5" name="TextBox 594"/>
          <p:cNvSpPr txBox="1"/>
          <p:nvPr/>
        </p:nvSpPr>
        <p:spPr>
          <a:xfrm>
            <a:off x="3874869" y="420032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596" name="Oval 595"/>
          <p:cNvSpPr/>
          <p:nvPr/>
        </p:nvSpPr>
        <p:spPr>
          <a:xfrm>
            <a:off x="3237508" y="429372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7" name="Oval 596"/>
          <p:cNvSpPr/>
          <p:nvPr/>
        </p:nvSpPr>
        <p:spPr>
          <a:xfrm>
            <a:off x="3267408" y="432362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8" name="TextBox 597"/>
          <p:cNvSpPr txBox="1"/>
          <p:nvPr/>
        </p:nvSpPr>
        <p:spPr>
          <a:xfrm>
            <a:off x="3339108" y="420032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599" name="Oval 598"/>
          <p:cNvSpPr/>
          <p:nvPr/>
        </p:nvSpPr>
        <p:spPr>
          <a:xfrm>
            <a:off x="3248325" y="3876692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0" name="Oval 599"/>
          <p:cNvSpPr/>
          <p:nvPr/>
        </p:nvSpPr>
        <p:spPr>
          <a:xfrm>
            <a:off x="3278225" y="3906592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1" name="TextBox 600"/>
          <p:cNvSpPr txBox="1"/>
          <p:nvPr/>
        </p:nvSpPr>
        <p:spPr>
          <a:xfrm>
            <a:off x="3349925" y="378329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02" name="Oval 601"/>
          <p:cNvSpPr/>
          <p:nvPr/>
        </p:nvSpPr>
        <p:spPr>
          <a:xfrm>
            <a:off x="3237508" y="349150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3" name="Oval 602"/>
          <p:cNvSpPr/>
          <p:nvPr/>
        </p:nvSpPr>
        <p:spPr>
          <a:xfrm>
            <a:off x="3267408" y="352140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4" name="TextBox 603"/>
          <p:cNvSpPr txBox="1"/>
          <p:nvPr/>
        </p:nvSpPr>
        <p:spPr>
          <a:xfrm>
            <a:off x="3339108" y="339810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05" name="Oval 604"/>
          <p:cNvSpPr/>
          <p:nvPr/>
        </p:nvSpPr>
        <p:spPr>
          <a:xfrm>
            <a:off x="3773269" y="349150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6" name="Oval 605"/>
          <p:cNvSpPr/>
          <p:nvPr/>
        </p:nvSpPr>
        <p:spPr>
          <a:xfrm>
            <a:off x="3803169" y="352140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7" name="TextBox 606"/>
          <p:cNvSpPr txBox="1"/>
          <p:nvPr/>
        </p:nvSpPr>
        <p:spPr>
          <a:xfrm>
            <a:off x="3874869" y="339810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08" name="Oval 607"/>
          <p:cNvSpPr/>
          <p:nvPr/>
        </p:nvSpPr>
        <p:spPr>
          <a:xfrm>
            <a:off x="4306430" y="349150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9" name="Oval 608"/>
          <p:cNvSpPr/>
          <p:nvPr/>
        </p:nvSpPr>
        <p:spPr>
          <a:xfrm>
            <a:off x="4336330" y="352140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0" name="TextBox 609"/>
          <p:cNvSpPr txBox="1"/>
          <p:nvPr/>
        </p:nvSpPr>
        <p:spPr>
          <a:xfrm>
            <a:off x="4408030" y="339810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1" name="Oval 610"/>
          <p:cNvSpPr/>
          <p:nvPr/>
        </p:nvSpPr>
        <p:spPr>
          <a:xfrm>
            <a:off x="4317246" y="3905656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2" name="Oval 611"/>
          <p:cNvSpPr/>
          <p:nvPr/>
        </p:nvSpPr>
        <p:spPr>
          <a:xfrm>
            <a:off x="4347146" y="3935556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3" name="TextBox 612"/>
          <p:cNvSpPr txBox="1"/>
          <p:nvPr/>
        </p:nvSpPr>
        <p:spPr>
          <a:xfrm>
            <a:off x="4418846" y="3812256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4" name="Oval 613"/>
          <p:cNvSpPr/>
          <p:nvPr/>
        </p:nvSpPr>
        <p:spPr>
          <a:xfrm>
            <a:off x="4306430" y="429372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5" name="Oval 614"/>
          <p:cNvSpPr/>
          <p:nvPr/>
        </p:nvSpPr>
        <p:spPr>
          <a:xfrm>
            <a:off x="4336330" y="432362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6" name="TextBox 615"/>
          <p:cNvSpPr txBox="1"/>
          <p:nvPr/>
        </p:nvSpPr>
        <p:spPr>
          <a:xfrm>
            <a:off x="4408030" y="420032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7" name="Oval 616"/>
          <p:cNvSpPr/>
          <p:nvPr/>
        </p:nvSpPr>
        <p:spPr>
          <a:xfrm>
            <a:off x="6975705" y="4563408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18" name="Connector 617"/>
          <p:cNvCxnSpPr/>
          <p:nvPr/>
        </p:nvCxnSpPr>
        <p:spPr>
          <a:xfrm>
            <a:off x="6994750" y="4582453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6994750" y="4582453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0" name="TextBox 619"/>
          <p:cNvSpPr txBox="1"/>
          <p:nvPr/>
        </p:nvSpPr>
        <p:spPr>
          <a:xfrm>
            <a:off x="7100705" y="4493408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621" name="Oval 620"/>
          <p:cNvSpPr/>
          <p:nvPr/>
        </p:nvSpPr>
        <p:spPr>
          <a:xfrm>
            <a:off x="5653526" y="4588064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2" name="Connector 621"/>
          <p:cNvCxnSpPr/>
          <p:nvPr/>
        </p:nvCxnSpPr>
        <p:spPr>
          <a:xfrm>
            <a:off x="5672571" y="4607109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5672571" y="4607109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4" name="TextBox 623"/>
          <p:cNvSpPr txBox="1"/>
          <p:nvPr/>
        </p:nvSpPr>
        <p:spPr>
          <a:xfrm>
            <a:off x="5778526" y="4518064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625" name="Oval 624"/>
          <p:cNvSpPr/>
          <p:nvPr/>
        </p:nvSpPr>
        <p:spPr>
          <a:xfrm>
            <a:off x="2166932" y="5085388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6" name="Oval 625"/>
          <p:cNvSpPr/>
          <p:nvPr/>
        </p:nvSpPr>
        <p:spPr>
          <a:xfrm>
            <a:off x="2196832" y="5115288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7" name="TextBox 626"/>
          <p:cNvSpPr txBox="1"/>
          <p:nvPr/>
        </p:nvSpPr>
        <p:spPr>
          <a:xfrm>
            <a:off x="2268532" y="4991988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628" name="Oval 627"/>
          <p:cNvSpPr/>
          <p:nvPr/>
        </p:nvSpPr>
        <p:spPr>
          <a:xfrm>
            <a:off x="2688158" y="2855302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9" name="Oval 628"/>
          <p:cNvSpPr/>
          <p:nvPr/>
        </p:nvSpPr>
        <p:spPr>
          <a:xfrm>
            <a:off x="2718058" y="2885202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0" name="TextBox 629"/>
          <p:cNvSpPr txBox="1"/>
          <p:nvPr/>
        </p:nvSpPr>
        <p:spPr>
          <a:xfrm>
            <a:off x="2789758" y="276190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1" name="Oval 630"/>
          <p:cNvSpPr/>
          <p:nvPr/>
        </p:nvSpPr>
        <p:spPr>
          <a:xfrm>
            <a:off x="2213268" y="2848616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2" name="Oval 631"/>
          <p:cNvSpPr/>
          <p:nvPr/>
        </p:nvSpPr>
        <p:spPr>
          <a:xfrm>
            <a:off x="2243168" y="2878516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3" name="TextBox 632"/>
          <p:cNvSpPr txBox="1"/>
          <p:nvPr/>
        </p:nvSpPr>
        <p:spPr>
          <a:xfrm>
            <a:off x="2314868" y="2755216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4" name="Oval 633"/>
          <p:cNvSpPr/>
          <p:nvPr/>
        </p:nvSpPr>
        <p:spPr>
          <a:xfrm>
            <a:off x="2221487" y="2363995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5" name="Oval 634"/>
          <p:cNvSpPr/>
          <p:nvPr/>
        </p:nvSpPr>
        <p:spPr>
          <a:xfrm>
            <a:off x="2251387" y="2393895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6" name="TextBox 635"/>
          <p:cNvSpPr txBox="1"/>
          <p:nvPr/>
        </p:nvSpPr>
        <p:spPr>
          <a:xfrm>
            <a:off x="2323087" y="2270595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37" name="Oval 636"/>
          <p:cNvSpPr/>
          <p:nvPr/>
        </p:nvSpPr>
        <p:spPr>
          <a:xfrm>
            <a:off x="2219026" y="1903589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8" name="Oval 637"/>
          <p:cNvSpPr/>
          <p:nvPr/>
        </p:nvSpPr>
        <p:spPr>
          <a:xfrm>
            <a:off x="2248926" y="1933489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9" name="TextBox 638"/>
          <p:cNvSpPr txBox="1"/>
          <p:nvPr/>
        </p:nvSpPr>
        <p:spPr>
          <a:xfrm>
            <a:off x="2320626" y="1810189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40" name="Oval 639"/>
          <p:cNvSpPr/>
          <p:nvPr/>
        </p:nvSpPr>
        <p:spPr>
          <a:xfrm>
            <a:off x="2678383" y="1903589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1" name="Oval 640"/>
          <p:cNvSpPr/>
          <p:nvPr/>
        </p:nvSpPr>
        <p:spPr>
          <a:xfrm>
            <a:off x="2708283" y="1933489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2" name="TextBox 641"/>
          <p:cNvSpPr txBox="1"/>
          <p:nvPr/>
        </p:nvSpPr>
        <p:spPr>
          <a:xfrm>
            <a:off x="2779983" y="1810189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43" name="Oval 642"/>
          <p:cNvSpPr/>
          <p:nvPr/>
        </p:nvSpPr>
        <p:spPr>
          <a:xfrm>
            <a:off x="3207744" y="1911195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4" name="Oval 643"/>
          <p:cNvSpPr/>
          <p:nvPr/>
        </p:nvSpPr>
        <p:spPr>
          <a:xfrm>
            <a:off x="3237644" y="1941095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5" name="TextBox 644"/>
          <p:cNvSpPr txBox="1"/>
          <p:nvPr/>
        </p:nvSpPr>
        <p:spPr>
          <a:xfrm>
            <a:off x="3309344" y="1817795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46" name="Oval 645"/>
          <p:cNvSpPr/>
          <p:nvPr/>
        </p:nvSpPr>
        <p:spPr>
          <a:xfrm>
            <a:off x="3222967" y="2346412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7" name="Oval 646"/>
          <p:cNvSpPr/>
          <p:nvPr/>
        </p:nvSpPr>
        <p:spPr>
          <a:xfrm>
            <a:off x="3252867" y="2376312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8" name="TextBox 647"/>
          <p:cNvSpPr txBox="1"/>
          <p:nvPr/>
        </p:nvSpPr>
        <p:spPr>
          <a:xfrm>
            <a:off x="3324567" y="225301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49" name="Oval 648"/>
          <p:cNvSpPr/>
          <p:nvPr/>
        </p:nvSpPr>
        <p:spPr>
          <a:xfrm>
            <a:off x="3222967" y="2864224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0" name="Oval 649"/>
          <p:cNvSpPr/>
          <p:nvPr/>
        </p:nvSpPr>
        <p:spPr>
          <a:xfrm>
            <a:off x="3252867" y="2894124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1" name="TextBox 650"/>
          <p:cNvSpPr txBox="1"/>
          <p:nvPr/>
        </p:nvSpPr>
        <p:spPr>
          <a:xfrm>
            <a:off x="3324567" y="2770824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52" name="Oval 651"/>
          <p:cNvSpPr/>
          <p:nvPr/>
        </p:nvSpPr>
        <p:spPr>
          <a:xfrm>
            <a:off x="7802313" y="4867259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3" name="Oval 652"/>
          <p:cNvSpPr/>
          <p:nvPr/>
        </p:nvSpPr>
        <p:spPr>
          <a:xfrm>
            <a:off x="7832213" y="4897159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4" name="TextBox 653"/>
          <p:cNvSpPr txBox="1"/>
          <p:nvPr/>
        </p:nvSpPr>
        <p:spPr>
          <a:xfrm>
            <a:off x="7903913" y="4773859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655" name="Oval 654"/>
          <p:cNvSpPr/>
          <p:nvPr/>
        </p:nvSpPr>
        <p:spPr>
          <a:xfrm>
            <a:off x="4194596" y="2929242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6" name="Oval 655"/>
          <p:cNvSpPr/>
          <p:nvPr/>
        </p:nvSpPr>
        <p:spPr>
          <a:xfrm>
            <a:off x="4224496" y="2959142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7" name="TextBox 656"/>
          <p:cNvSpPr txBox="1"/>
          <p:nvPr/>
        </p:nvSpPr>
        <p:spPr>
          <a:xfrm>
            <a:off x="4296196" y="283584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658" name="Oval 657"/>
          <p:cNvSpPr/>
          <p:nvPr/>
        </p:nvSpPr>
        <p:spPr>
          <a:xfrm>
            <a:off x="5138245" y="1588972"/>
            <a:ext cx="72800" cy="72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Freeform 168"/>
          <p:cNvSpPr/>
          <p:nvPr/>
        </p:nvSpPr>
        <p:spPr>
          <a:xfrm>
            <a:off x="5153845" y="1601972"/>
            <a:ext cx="41600" cy="39000"/>
          </a:xfrm>
          <a:custGeom>
            <a:avLst/>
            <a:gdLst/>
            <a:ahLst/>
            <a:cxnLst/>
            <a:rect l="l" t="t" r="r" b="b"/>
            <a:pathLst>
              <a:path w="41600" h="39000">
                <a:moveTo>
                  <a:pt x="20800" y="0"/>
                </a:moveTo>
                <a:lnTo>
                  <a:pt x="0" y="39000"/>
                </a:lnTo>
                <a:lnTo>
                  <a:pt x="41600" y="39000"/>
                </a:lnTo>
                <a:lnTo>
                  <a:pt x="208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9" name="TextBox 658"/>
          <p:cNvSpPr txBox="1"/>
          <p:nvPr/>
        </p:nvSpPr>
        <p:spPr>
          <a:xfrm>
            <a:off x="5234645" y="149037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60" name="Oval 659"/>
          <p:cNvSpPr/>
          <p:nvPr/>
        </p:nvSpPr>
        <p:spPr>
          <a:xfrm>
            <a:off x="6009506" y="1588972"/>
            <a:ext cx="72800" cy="72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Freeform 169"/>
          <p:cNvSpPr/>
          <p:nvPr/>
        </p:nvSpPr>
        <p:spPr>
          <a:xfrm>
            <a:off x="6025106" y="1601972"/>
            <a:ext cx="41600" cy="39000"/>
          </a:xfrm>
          <a:custGeom>
            <a:avLst/>
            <a:gdLst/>
            <a:ahLst/>
            <a:cxnLst/>
            <a:rect l="l" t="t" r="r" b="b"/>
            <a:pathLst>
              <a:path w="41600" h="39000">
                <a:moveTo>
                  <a:pt x="20800" y="0"/>
                </a:moveTo>
                <a:lnTo>
                  <a:pt x="0" y="39000"/>
                </a:lnTo>
                <a:lnTo>
                  <a:pt x="41600" y="39000"/>
                </a:lnTo>
                <a:lnTo>
                  <a:pt x="208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1" name="TextBox 660"/>
          <p:cNvSpPr txBox="1"/>
          <p:nvPr/>
        </p:nvSpPr>
        <p:spPr>
          <a:xfrm>
            <a:off x="6105906" y="149037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62" name="Oval 661"/>
          <p:cNvSpPr/>
          <p:nvPr/>
        </p:nvSpPr>
        <p:spPr>
          <a:xfrm>
            <a:off x="6811413" y="1588972"/>
            <a:ext cx="72800" cy="72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Freeform 170"/>
          <p:cNvSpPr/>
          <p:nvPr/>
        </p:nvSpPr>
        <p:spPr>
          <a:xfrm>
            <a:off x="6827013" y="1601972"/>
            <a:ext cx="41600" cy="39000"/>
          </a:xfrm>
          <a:custGeom>
            <a:avLst/>
            <a:gdLst/>
            <a:ahLst/>
            <a:cxnLst/>
            <a:rect l="l" t="t" r="r" b="b"/>
            <a:pathLst>
              <a:path w="41600" h="39000">
                <a:moveTo>
                  <a:pt x="20800" y="0"/>
                </a:moveTo>
                <a:lnTo>
                  <a:pt x="0" y="39000"/>
                </a:lnTo>
                <a:lnTo>
                  <a:pt x="41600" y="39000"/>
                </a:lnTo>
                <a:lnTo>
                  <a:pt x="208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3" name="TextBox 662"/>
          <p:cNvSpPr txBox="1"/>
          <p:nvPr/>
        </p:nvSpPr>
        <p:spPr>
          <a:xfrm>
            <a:off x="6907813" y="149037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64" name="Oval 663"/>
          <p:cNvSpPr/>
          <p:nvPr/>
        </p:nvSpPr>
        <p:spPr>
          <a:xfrm>
            <a:off x="7266550" y="1591166"/>
            <a:ext cx="72800" cy="72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Freeform 171"/>
          <p:cNvSpPr/>
          <p:nvPr/>
        </p:nvSpPr>
        <p:spPr>
          <a:xfrm>
            <a:off x="7282150" y="1604166"/>
            <a:ext cx="41600" cy="39000"/>
          </a:xfrm>
          <a:custGeom>
            <a:avLst/>
            <a:gdLst/>
            <a:ahLst/>
            <a:cxnLst/>
            <a:rect l="l" t="t" r="r" b="b"/>
            <a:pathLst>
              <a:path w="41600" h="39000">
                <a:moveTo>
                  <a:pt x="20800" y="0"/>
                </a:moveTo>
                <a:lnTo>
                  <a:pt x="0" y="39000"/>
                </a:lnTo>
                <a:lnTo>
                  <a:pt x="41600" y="39000"/>
                </a:lnTo>
                <a:lnTo>
                  <a:pt x="208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5" name="TextBox 664"/>
          <p:cNvSpPr txBox="1"/>
          <p:nvPr/>
        </p:nvSpPr>
        <p:spPr>
          <a:xfrm>
            <a:off x="7362950" y="1492566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66" name="Oval 665"/>
          <p:cNvSpPr/>
          <p:nvPr/>
        </p:nvSpPr>
        <p:spPr>
          <a:xfrm>
            <a:off x="1838137" y="4965147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67" name="Connector 666"/>
          <p:cNvCxnSpPr/>
          <p:nvPr/>
        </p:nvCxnSpPr>
        <p:spPr>
          <a:xfrm flipV="1">
            <a:off x="1861137" y="4888561"/>
            <a:ext cx="83562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1944699" y="4888561"/>
            <a:ext cx="24514" cy="2057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1929658" y="4906487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0" name="TextBox 669"/>
          <p:cNvSpPr txBox="1"/>
          <p:nvPr/>
        </p:nvSpPr>
        <p:spPr>
          <a:xfrm>
            <a:off x="1959699" y="4778561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a b</a:t>
            </a:r>
          </a:p>
        </p:txBody>
      </p:sp>
      <p:sp>
        <p:nvSpPr>
          <p:cNvPr id="671" name="Oval 670"/>
          <p:cNvSpPr/>
          <p:nvPr/>
        </p:nvSpPr>
        <p:spPr>
          <a:xfrm>
            <a:off x="1268283" y="4714967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72" name="Connector 671"/>
          <p:cNvCxnSpPr/>
          <p:nvPr/>
        </p:nvCxnSpPr>
        <p:spPr>
          <a:xfrm flipV="1">
            <a:off x="1291283" y="4638382"/>
            <a:ext cx="83562" cy="99585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1374845" y="4638382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1359804" y="4656307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1344763" y="4674232"/>
            <a:ext cx="24513" cy="2057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1329722" y="4692158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7" name="TextBox 676"/>
          <p:cNvSpPr txBox="1"/>
          <p:nvPr/>
        </p:nvSpPr>
        <p:spPr>
          <a:xfrm>
            <a:off x="1389845" y="4528382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c d e f</a:t>
            </a:r>
          </a:p>
        </p:txBody>
      </p:sp>
      <p:sp>
        <p:nvSpPr>
          <p:cNvPr id="678" name="Oval 677"/>
          <p:cNvSpPr/>
          <p:nvPr/>
        </p:nvSpPr>
        <p:spPr>
          <a:xfrm>
            <a:off x="2940782" y="4423091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79" name="Connector 678"/>
          <p:cNvCxnSpPr/>
          <p:nvPr/>
        </p:nvCxnSpPr>
        <p:spPr>
          <a:xfrm flipV="1">
            <a:off x="2963782" y="4346505"/>
            <a:ext cx="83562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3047344" y="4346505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3032303" y="4364430"/>
            <a:ext cx="24513" cy="2057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3017261" y="4382356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3" name="TextBox 682"/>
          <p:cNvSpPr txBox="1"/>
          <p:nvPr/>
        </p:nvSpPr>
        <p:spPr>
          <a:xfrm>
            <a:off x="3062344" y="4236505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g h i</a:t>
            </a:r>
          </a:p>
        </p:txBody>
      </p:sp>
      <p:sp>
        <p:nvSpPr>
          <p:cNvPr id="684" name="Oval 683"/>
          <p:cNvSpPr/>
          <p:nvPr/>
        </p:nvSpPr>
        <p:spPr>
          <a:xfrm>
            <a:off x="3149265" y="4580611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85" name="Connector 684"/>
          <p:cNvCxnSpPr/>
          <p:nvPr/>
        </p:nvCxnSpPr>
        <p:spPr>
          <a:xfrm flipV="1">
            <a:off x="3172265" y="4504026"/>
            <a:ext cx="83562" cy="99585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3255827" y="4504026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3240786" y="4521951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3225745" y="4539877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9" name="TextBox 688"/>
          <p:cNvSpPr txBox="1"/>
          <p:nvPr/>
        </p:nvSpPr>
        <p:spPr>
          <a:xfrm>
            <a:off x="3270827" y="4394026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g h i</a:t>
            </a:r>
          </a:p>
        </p:txBody>
      </p:sp>
      <p:sp>
        <p:nvSpPr>
          <p:cNvPr id="690" name="Oval 689"/>
          <p:cNvSpPr/>
          <p:nvPr/>
        </p:nvSpPr>
        <p:spPr>
          <a:xfrm>
            <a:off x="3075137" y="4802994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91" name="Connector 690"/>
          <p:cNvCxnSpPr/>
          <p:nvPr/>
        </p:nvCxnSpPr>
        <p:spPr>
          <a:xfrm flipV="1">
            <a:off x="3098137" y="4726408"/>
            <a:ext cx="83563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3181700" y="4726408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3166659" y="4744333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3151617" y="4762259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>
            <a:off x="3136576" y="4780184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6" name="TextBox 695"/>
          <p:cNvSpPr txBox="1"/>
          <p:nvPr/>
        </p:nvSpPr>
        <p:spPr>
          <a:xfrm>
            <a:off x="3196700" y="4616408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n d e f</a:t>
            </a:r>
          </a:p>
        </p:txBody>
      </p:sp>
      <p:sp>
        <p:nvSpPr>
          <p:cNvPr id="697" name="Oval 696"/>
          <p:cNvSpPr/>
          <p:nvPr/>
        </p:nvSpPr>
        <p:spPr>
          <a:xfrm>
            <a:off x="1875201" y="2009319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98" name="Connector 697"/>
          <p:cNvCxnSpPr/>
          <p:nvPr/>
        </p:nvCxnSpPr>
        <p:spPr>
          <a:xfrm flipV="1">
            <a:off x="1898201" y="1932733"/>
            <a:ext cx="83562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1981763" y="1932733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>
            <a:off x="1966722" y="1950658"/>
            <a:ext cx="24513" cy="2057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>
            <a:off x="1951681" y="1968584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>
            <a:off x="1936639" y="1986509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3" name="TextBox 702"/>
          <p:cNvSpPr txBox="1"/>
          <p:nvPr/>
        </p:nvSpPr>
        <p:spPr>
          <a:xfrm>
            <a:off x="1996763" y="1822733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j k l m</a:t>
            </a:r>
          </a:p>
        </p:txBody>
      </p:sp>
      <p:sp>
        <p:nvSpPr>
          <p:cNvPr id="704" name="Oval 703"/>
          <p:cNvSpPr/>
          <p:nvPr/>
        </p:nvSpPr>
        <p:spPr>
          <a:xfrm>
            <a:off x="2959313" y="3005405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05" name="Connector 704"/>
          <p:cNvCxnSpPr/>
          <p:nvPr/>
        </p:nvCxnSpPr>
        <p:spPr>
          <a:xfrm flipV="1">
            <a:off x="2982313" y="2928819"/>
            <a:ext cx="83563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>
            <a:off x="3065876" y="2928819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>
            <a:off x="3050835" y="2946745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3035793" y="2964670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3020752" y="2982596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0" name="TextBox 709"/>
          <p:cNvSpPr txBox="1"/>
          <p:nvPr/>
        </p:nvSpPr>
        <p:spPr>
          <a:xfrm>
            <a:off x="3080876" y="2818819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j k l m</a:t>
            </a:r>
          </a:p>
        </p:txBody>
      </p:sp>
      <p:sp>
        <p:nvSpPr>
          <p:cNvPr id="711" name="Oval 710"/>
          <p:cNvSpPr/>
          <p:nvPr/>
        </p:nvSpPr>
        <p:spPr>
          <a:xfrm>
            <a:off x="4539153" y="3885667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2" name="Connector 711"/>
          <p:cNvCxnSpPr/>
          <p:nvPr/>
        </p:nvCxnSpPr>
        <p:spPr>
          <a:xfrm flipV="1">
            <a:off x="4562153" y="3809082"/>
            <a:ext cx="83562" cy="99585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>
            <a:off x="4645715" y="3809082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4" name="TextBox 713"/>
          <p:cNvSpPr txBox="1"/>
          <p:nvPr/>
        </p:nvSpPr>
        <p:spPr>
          <a:xfrm>
            <a:off x="4660715" y="3699082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715" name="Oval 714"/>
          <p:cNvSpPr/>
          <p:nvPr/>
        </p:nvSpPr>
        <p:spPr>
          <a:xfrm>
            <a:off x="4108287" y="2593072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6" name="Connector 715"/>
          <p:cNvCxnSpPr/>
          <p:nvPr/>
        </p:nvCxnSpPr>
        <p:spPr>
          <a:xfrm flipV="1">
            <a:off x="4131287" y="2516486"/>
            <a:ext cx="83563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4214850" y="2516486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" name="TextBox 717"/>
          <p:cNvSpPr txBox="1"/>
          <p:nvPr/>
        </p:nvSpPr>
        <p:spPr>
          <a:xfrm>
            <a:off x="4229850" y="2406486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719" name="Rectangle 718"/>
          <p:cNvSpPr/>
          <p:nvPr/>
        </p:nvSpPr>
        <p:spPr>
          <a:xfrm>
            <a:off x="4277935" y="2601369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0" name="TextBox 719"/>
          <p:cNvSpPr txBox="1"/>
          <p:nvPr/>
        </p:nvSpPr>
        <p:spPr>
          <a:xfrm>
            <a:off x="4277935" y="2601869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FI</a:t>
            </a:r>
          </a:p>
        </p:txBody>
      </p:sp>
      <p:sp>
        <p:nvSpPr>
          <p:cNvPr id="721" name="Oval 720"/>
          <p:cNvSpPr/>
          <p:nvPr/>
        </p:nvSpPr>
        <p:spPr>
          <a:xfrm>
            <a:off x="4539153" y="1819367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22" name="Connector 721"/>
          <p:cNvCxnSpPr/>
          <p:nvPr/>
        </p:nvCxnSpPr>
        <p:spPr>
          <a:xfrm flipV="1">
            <a:off x="4562153" y="1742782"/>
            <a:ext cx="83562" cy="99585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4645715" y="1742782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4630674" y="1760707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5" name="TextBox 724"/>
          <p:cNvSpPr txBox="1"/>
          <p:nvPr/>
        </p:nvSpPr>
        <p:spPr>
          <a:xfrm>
            <a:off x="4660715" y="1632782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p q</a:t>
            </a:r>
          </a:p>
        </p:txBody>
      </p:sp>
      <p:sp>
        <p:nvSpPr>
          <p:cNvPr id="726" name="Oval 725"/>
          <p:cNvSpPr/>
          <p:nvPr/>
        </p:nvSpPr>
        <p:spPr>
          <a:xfrm>
            <a:off x="5660329" y="4126581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27" name="Connector 726"/>
          <p:cNvCxnSpPr/>
          <p:nvPr/>
        </p:nvCxnSpPr>
        <p:spPr>
          <a:xfrm flipV="1">
            <a:off x="5683329" y="4049996"/>
            <a:ext cx="83562" cy="99585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5766891" y="4049996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5751850" y="4067921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0" name="TextBox 729"/>
          <p:cNvSpPr txBox="1"/>
          <p:nvPr/>
        </p:nvSpPr>
        <p:spPr>
          <a:xfrm>
            <a:off x="5781891" y="3939996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p q</a:t>
            </a:r>
          </a:p>
        </p:txBody>
      </p:sp>
      <p:sp>
        <p:nvSpPr>
          <p:cNvPr id="731" name="Oval 730"/>
          <p:cNvSpPr/>
          <p:nvPr/>
        </p:nvSpPr>
        <p:spPr>
          <a:xfrm>
            <a:off x="4831029" y="4501851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32" name="Connector 731"/>
          <p:cNvCxnSpPr/>
          <p:nvPr/>
        </p:nvCxnSpPr>
        <p:spPr>
          <a:xfrm flipV="1">
            <a:off x="4854029" y="4425265"/>
            <a:ext cx="83563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4937592" y="4425265"/>
            <a:ext cx="24513" cy="2057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4922550" y="4443191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5" name="TextBox 734"/>
          <p:cNvSpPr txBox="1"/>
          <p:nvPr/>
        </p:nvSpPr>
        <p:spPr>
          <a:xfrm>
            <a:off x="4952592" y="4315265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r s</a:t>
            </a:r>
          </a:p>
        </p:txBody>
      </p:sp>
      <p:sp>
        <p:nvSpPr>
          <p:cNvPr id="736" name="Oval 735"/>
          <p:cNvSpPr/>
          <p:nvPr/>
        </p:nvSpPr>
        <p:spPr>
          <a:xfrm>
            <a:off x="7638603" y="4511117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37" name="Connector 736"/>
          <p:cNvCxnSpPr/>
          <p:nvPr/>
        </p:nvCxnSpPr>
        <p:spPr>
          <a:xfrm flipV="1">
            <a:off x="7661603" y="4434531"/>
            <a:ext cx="83562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>
            <a:off x="7745165" y="4434531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9" name="TextBox 738"/>
          <p:cNvSpPr txBox="1"/>
          <p:nvPr/>
        </p:nvSpPr>
        <p:spPr>
          <a:xfrm>
            <a:off x="7760165" y="4324531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740" name="Oval 739"/>
          <p:cNvSpPr/>
          <p:nvPr/>
        </p:nvSpPr>
        <p:spPr>
          <a:xfrm>
            <a:off x="8013873" y="4511117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41" name="Connector 740"/>
          <p:cNvCxnSpPr/>
          <p:nvPr/>
        </p:nvCxnSpPr>
        <p:spPr>
          <a:xfrm flipV="1">
            <a:off x="8036873" y="4434531"/>
            <a:ext cx="83562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8120435" y="4434531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3" name="TextBox 742"/>
          <p:cNvSpPr txBox="1"/>
          <p:nvPr/>
        </p:nvSpPr>
        <p:spPr>
          <a:xfrm>
            <a:off x="8135435" y="4324531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744" name="Oval 743"/>
          <p:cNvSpPr/>
          <p:nvPr/>
        </p:nvSpPr>
        <p:spPr>
          <a:xfrm>
            <a:off x="3149265" y="5284821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45" name="Connector 744"/>
          <p:cNvCxnSpPr/>
          <p:nvPr/>
        </p:nvCxnSpPr>
        <p:spPr>
          <a:xfrm flipV="1">
            <a:off x="3172265" y="5208236"/>
            <a:ext cx="83562" cy="99585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>
            <a:off x="3255827" y="5208236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TextBox 746"/>
          <p:cNvSpPr txBox="1"/>
          <p:nvPr/>
        </p:nvSpPr>
        <p:spPr>
          <a:xfrm>
            <a:off x="3270827" y="5098236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F06</a:t>
            </a:r>
          </a:p>
        </p:txBody>
      </p:sp>
      <p:sp>
        <p:nvSpPr>
          <p:cNvPr id="748" name="Rectangle 747"/>
          <p:cNvSpPr/>
          <p:nvPr/>
        </p:nvSpPr>
        <p:spPr>
          <a:xfrm>
            <a:off x="7076243" y="5283853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9" name="TextBox 748"/>
          <p:cNvSpPr txBox="1"/>
          <p:nvPr/>
        </p:nvSpPr>
        <p:spPr>
          <a:xfrm>
            <a:off x="7076243" y="5284353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50" name="Rectangle 749"/>
          <p:cNvSpPr/>
          <p:nvPr/>
        </p:nvSpPr>
        <p:spPr>
          <a:xfrm>
            <a:off x="6816798" y="5330183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1" name="TextBox 750"/>
          <p:cNvSpPr txBox="1"/>
          <p:nvPr/>
        </p:nvSpPr>
        <p:spPr>
          <a:xfrm>
            <a:off x="6816798" y="5330683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52" name="Rectangle 751"/>
          <p:cNvSpPr/>
          <p:nvPr/>
        </p:nvSpPr>
        <p:spPr>
          <a:xfrm>
            <a:off x="5829977" y="5283853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3" name="TextBox 752"/>
          <p:cNvSpPr txBox="1"/>
          <p:nvPr/>
        </p:nvSpPr>
        <p:spPr>
          <a:xfrm>
            <a:off x="5829977" y="5284353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54" name="Rectangle 753"/>
          <p:cNvSpPr/>
          <p:nvPr/>
        </p:nvSpPr>
        <p:spPr>
          <a:xfrm>
            <a:off x="7877745" y="5265321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5" name="TextBox 754"/>
          <p:cNvSpPr txBox="1"/>
          <p:nvPr/>
        </p:nvSpPr>
        <p:spPr>
          <a:xfrm>
            <a:off x="7877745" y="5265821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56" name="Rectangle 755"/>
          <p:cNvSpPr/>
          <p:nvPr/>
        </p:nvSpPr>
        <p:spPr>
          <a:xfrm>
            <a:off x="7636831" y="5246790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7" name="TextBox 756"/>
          <p:cNvSpPr txBox="1"/>
          <p:nvPr/>
        </p:nvSpPr>
        <p:spPr>
          <a:xfrm>
            <a:off x="7636831" y="5247290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58" name="Rectangle 75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9" name="TextBox 758"/>
          <p:cNvSpPr txBox="1"/>
          <p:nvPr/>
        </p:nvSpPr>
        <p:spPr>
          <a:xfrm>
            <a:off x="250000" y="20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</a:rPr>
              <a:t>一层照明及开关平面图</a:t>
            </a:r>
          </a:p>
        </p:txBody>
      </p:sp>
      <p:sp>
        <p:nvSpPr>
          <p:cNvPr id="760" name="TextBox 759"/>
          <p:cNvSpPr txBox="1"/>
          <p:nvPr/>
        </p:nvSpPr>
        <p:spPr>
          <a:xfrm>
            <a:off x="250000" y="520000"/>
            <a:ext cx="76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Microsoft YaHei"/>
              </a:rPr>
              <a:t>GROUND FLOOR LIGHTING &amp; SWITCHING LAYOUT</a:t>
            </a:r>
          </a:p>
        </p:txBody>
      </p:sp>
      <p:sp>
        <p:nvSpPr>
          <p:cNvPr id="761" name="Rectangle 760"/>
          <p:cNvSpPr/>
          <p:nvPr/>
        </p:nvSpPr>
        <p:spPr>
          <a:xfrm>
            <a:off x="8600000" y="200000"/>
            <a:ext cx="3492000" cy="41000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2" name="TextBox 761"/>
          <p:cNvSpPr txBox="1"/>
          <p:nvPr/>
        </p:nvSpPr>
        <p:spPr>
          <a:xfrm>
            <a:off x="8700000" y="26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  LEGEND</a:t>
            </a:r>
          </a:p>
        </p:txBody>
      </p:sp>
      <p:sp>
        <p:nvSpPr>
          <p:cNvPr id="763" name="Oval 762"/>
          <p:cNvSpPr/>
          <p:nvPr/>
        </p:nvSpPr>
        <p:spPr>
          <a:xfrm>
            <a:off x="8765000" y="495000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64" name="Connector 763"/>
          <p:cNvCxnSpPr/>
          <p:nvPr/>
        </p:nvCxnSpPr>
        <p:spPr>
          <a:xfrm>
            <a:off x="8784045" y="514045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 flipV="1">
            <a:off x="8784045" y="514045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6" name="TextBox 765"/>
          <p:cNvSpPr txBox="1"/>
          <p:nvPr/>
        </p:nvSpPr>
        <p:spPr>
          <a:xfrm>
            <a:off x="9050000" y="49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吸顶主灯（编号同产品表）</a:t>
            </a:r>
          </a:p>
        </p:txBody>
      </p:sp>
      <p:sp>
        <p:nvSpPr>
          <p:cNvPr id="767" name="Oval 766"/>
          <p:cNvSpPr/>
          <p:nvPr/>
        </p:nvSpPr>
        <p:spPr>
          <a:xfrm>
            <a:off x="8765000" y="785000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68" name="Connector 767"/>
          <p:cNvCxnSpPr/>
          <p:nvPr/>
        </p:nvCxnSpPr>
        <p:spPr>
          <a:xfrm>
            <a:off x="8784045" y="804045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 flipV="1">
            <a:off x="8784045" y="804045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0" name="TextBox 769"/>
          <p:cNvSpPr txBox="1"/>
          <p:nvPr/>
        </p:nvSpPr>
        <p:spPr>
          <a:xfrm>
            <a:off x="9050000" y="78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771" name="Oval 770"/>
          <p:cNvSpPr/>
          <p:nvPr/>
        </p:nvSpPr>
        <p:spPr>
          <a:xfrm>
            <a:off x="8788400" y="1098400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2" name="Oval 771"/>
          <p:cNvSpPr/>
          <p:nvPr/>
        </p:nvSpPr>
        <p:spPr>
          <a:xfrm>
            <a:off x="8818300" y="1128300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3" name="TextBox 772"/>
          <p:cNvSpPr txBox="1"/>
          <p:nvPr/>
        </p:nvSpPr>
        <p:spPr>
          <a:xfrm>
            <a:off x="9050000" y="107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173" name="Freeform 172"/>
          <p:cNvSpPr/>
          <p:nvPr/>
        </p:nvSpPr>
        <p:spPr>
          <a:xfrm>
            <a:off x="8778000" y="1378000"/>
            <a:ext cx="104000" cy="52000"/>
          </a:xfrm>
          <a:custGeom>
            <a:avLst/>
            <a:gdLst/>
            <a:ahLst/>
            <a:cxnLst/>
            <a:rect l="l" t="t" r="r" b="b"/>
            <a:pathLst>
              <a:path w="104000" h="52000">
                <a:moveTo>
                  <a:pt x="104000" y="52000"/>
                </a:moveTo>
                <a:lnTo>
                  <a:pt x="103000" y="41855"/>
                </a:lnTo>
                <a:lnTo>
                  <a:pt x="100041" y="32100"/>
                </a:lnTo>
                <a:lnTo>
                  <a:pt x="95236" y="23110"/>
                </a:lnTo>
                <a:lnTo>
                  <a:pt x="88769" y="15230"/>
                </a:lnTo>
                <a:lnTo>
                  <a:pt x="80889" y="8763"/>
                </a:lnTo>
                <a:lnTo>
                  <a:pt x="71899" y="3958"/>
                </a:lnTo>
                <a:lnTo>
                  <a:pt x="62144" y="999"/>
                </a:lnTo>
                <a:lnTo>
                  <a:pt x="52000" y="0"/>
                </a:lnTo>
                <a:lnTo>
                  <a:pt x="41855" y="999"/>
                </a:lnTo>
                <a:lnTo>
                  <a:pt x="32100" y="3958"/>
                </a:lnTo>
                <a:lnTo>
                  <a:pt x="23110" y="8763"/>
                </a:lnTo>
                <a:lnTo>
                  <a:pt x="15230" y="15230"/>
                </a:lnTo>
                <a:lnTo>
                  <a:pt x="8763" y="23110"/>
                </a:lnTo>
                <a:lnTo>
                  <a:pt x="3958" y="32100"/>
                </a:lnTo>
                <a:lnTo>
                  <a:pt x="999" y="41855"/>
                </a:lnTo>
                <a:lnTo>
                  <a:pt x="0" y="52000"/>
                </a:lnTo>
                <a:lnTo>
                  <a:pt x="104000" y="52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74" name="Connector 773"/>
          <p:cNvCxnSpPr/>
          <p:nvPr/>
        </p:nvCxnSpPr>
        <p:spPr>
          <a:xfrm>
            <a:off x="8762400" y="1430000"/>
            <a:ext cx="1352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5" name="TextBox 774"/>
          <p:cNvSpPr txBox="1"/>
          <p:nvPr/>
        </p:nvSpPr>
        <p:spPr>
          <a:xfrm>
            <a:off x="9050000" y="136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776" name="Oval 775"/>
          <p:cNvSpPr/>
          <p:nvPr/>
        </p:nvSpPr>
        <p:spPr>
          <a:xfrm>
            <a:off x="8793600" y="1683600"/>
            <a:ext cx="72800" cy="72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Freeform 173"/>
          <p:cNvSpPr/>
          <p:nvPr/>
        </p:nvSpPr>
        <p:spPr>
          <a:xfrm>
            <a:off x="8809200" y="1696600"/>
            <a:ext cx="41600" cy="39000"/>
          </a:xfrm>
          <a:custGeom>
            <a:avLst/>
            <a:gdLst/>
            <a:ahLst/>
            <a:cxnLst/>
            <a:rect l="l" t="t" r="r" b="b"/>
            <a:pathLst>
              <a:path w="41600" h="39000">
                <a:moveTo>
                  <a:pt x="20800" y="0"/>
                </a:moveTo>
                <a:lnTo>
                  <a:pt x="0" y="39000"/>
                </a:lnTo>
                <a:lnTo>
                  <a:pt x="41600" y="39000"/>
                </a:lnTo>
                <a:lnTo>
                  <a:pt x="208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7" name="TextBox 776"/>
          <p:cNvSpPr txBox="1"/>
          <p:nvPr/>
        </p:nvSpPr>
        <p:spPr>
          <a:xfrm>
            <a:off x="9050000" y="165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778" name="Oval 777"/>
          <p:cNvSpPr/>
          <p:nvPr/>
        </p:nvSpPr>
        <p:spPr>
          <a:xfrm>
            <a:off x="8767000" y="2027000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79" name="Connector 778"/>
          <p:cNvCxnSpPr/>
          <p:nvPr/>
        </p:nvCxnSpPr>
        <p:spPr>
          <a:xfrm flipV="1">
            <a:off x="8790000" y="1950414"/>
            <a:ext cx="83562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0" name="Connector 779"/>
          <p:cNvCxnSpPr/>
          <p:nvPr/>
        </p:nvCxnSpPr>
        <p:spPr>
          <a:xfrm>
            <a:off x="8873562" y="1950414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Connector 780"/>
          <p:cNvCxnSpPr/>
          <p:nvPr/>
        </p:nvCxnSpPr>
        <p:spPr>
          <a:xfrm>
            <a:off x="8858521" y="1968339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2" name="TextBox 781"/>
          <p:cNvSpPr txBox="1"/>
          <p:nvPr/>
        </p:nvSpPr>
        <p:spPr>
          <a:xfrm>
            <a:off x="9050000" y="194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单联 / 多联开关（斜线上短划数 = 联数）</a:t>
            </a:r>
          </a:p>
        </p:txBody>
      </p:sp>
      <p:sp>
        <p:nvSpPr>
          <p:cNvPr id="783" name="Rectangle 782"/>
          <p:cNvSpPr/>
          <p:nvPr/>
        </p:nvSpPr>
        <p:spPr>
          <a:xfrm>
            <a:off x="8745000" y="2257500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4" name="TextBox 783"/>
          <p:cNvSpPr txBox="1"/>
          <p:nvPr/>
        </p:nvSpPr>
        <p:spPr>
          <a:xfrm>
            <a:off x="8745000" y="2258000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9050000" y="223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FCU 带保险丝开关（供电器）</a:t>
            </a:r>
          </a:p>
        </p:txBody>
      </p:sp>
      <p:sp>
        <p:nvSpPr>
          <p:cNvPr id="786" name="Rectangle 785"/>
          <p:cNvSpPr/>
          <p:nvPr/>
        </p:nvSpPr>
        <p:spPr>
          <a:xfrm>
            <a:off x="8745000" y="2547500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7" name="TextBox 786"/>
          <p:cNvSpPr txBox="1"/>
          <p:nvPr/>
        </p:nvSpPr>
        <p:spPr>
          <a:xfrm>
            <a:off x="8745000" y="2548000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FI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9050000" y="252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FI 排气扇隔离开关</a:t>
            </a:r>
          </a:p>
        </p:txBody>
      </p:sp>
      <p:sp>
        <p:nvSpPr>
          <p:cNvPr id="175" name="Freeform 174"/>
          <p:cNvSpPr/>
          <p:nvPr/>
        </p:nvSpPr>
        <p:spPr>
          <a:xfrm>
            <a:off x="8710000" y="2820000"/>
            <a:ext cx="240000" cy="60000"/>
          </a:xfrm>
          <a:custGeom>
            <a:avLst/>
            <a:gdLst/>
            <a:ahLst/>
            <a:cxnLst/>
            <a:rect l="l" t="t" r="r" b="b"/>
            <a:pathLst>
              <a:path w="240000" h="60000">
                <a:moveTo>
                  <a:pt x="0" y="60000"/>
                </a:moveTo>
                <a:lnTo>
                  <a:pt x="24000" y="41458"/>
                </a:lnTo>
                <a:lnTo>
                  <a:pt x="48000" y="24732"/>
                </a:lnTo>
                <a:lnTo>
                  <a:pt x="72000" y="11458"/>
                </a:lnTo>
                <a:lnTo>
                  <a:pt x="96000" y="2936"/>
                </a:lnTo>
                <a:lnTo>
                  <a:pt x="120000" y="0"/>
                </a:lnTo>
                <a:lnTo>
                  <a:pt x="144000" y="2936"/>
                </a:lnTo>
                <a:lnTo>
                  <a:pt x="168000" y="11458"/>
                </a:lnTo>
                <a:lnTo>
                  <a:pt x="192000" y="24732"/>
                </a:lnTo>
                <a:lnTo>
                  <a:pt x="216000" y="41458"/>
                </a:lnTo>
                <a:lnTo>
                  <a:pt x="240000" y="6000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9" name="TextBox 788"/>
          <p:cNvSpPr txBox="1"/>
          <p:nvPr/>
        </p:nvSpPr>
        <p:spPr>
          <a:xfrm>
            <a:off x="9050000" y="281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开关线（虚线弧）</a:t>
            </a:r>
          </a:p>
        </p:txBody>
      </p:sp>
      <p:sp>
        <p:nvSpPr>
          <p:cNvPr id="790" name="TextBox 789"/>
          <p:cNvSpPr txBox="1"/>
          <p:nvPr/>
        </p:nvSpPr>
        <p:spPr>
          <a:xfrm>
            <a:off x="8770000" y="3110000"/>
            <a:ext cx="200000" cy="1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91" name="TextBox 790"/>
          <p:cNvSpPr txBox="1"/>
          <p:nvPr/>
        </p:nvSpPr>
        <p:spPr>
          <a:xfrm>
            <a:off x="9050000" y="310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a–u 回路字母：灯旁字母 = 控制它的开关键</a:t>
            </a:r>
          </a:p>
        </p:txBody>
      </p:sp>
      <p:sp>
        <p:nvSpPr>
          <p:cNvPr id="792" name="TextBox 791"/>
          <p:cNvSpPr txBox="1"/>
          <p:nvPr/>
        </p:nvSpPr>
        <p:spPr>
          <a:xfrm>
            <a:off x="8700000" y="3450000"/>
            <a:ext cx="3300000" cy="8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注：</a:t>
            </a:r>
          </a:p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1. 同一字母出现在两个开关 = 双控；三个 = 三控（中途开关）。</a:t>
            </a:r>
          </a:p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2. 开关中心离地 1200 mm，插座、FCU 见插座平面图。</a:t>
            </a:r>
          </a:p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3. 按键编号与第 2 页一致，对应关系见回路表。</a:t>
            </a:r>
          </a:p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4. 待确认：28 号键是否参与 l 回路三控；38 号键是否为洗衣房筒灯。</a:t>
            </a:r>
          </a:p>
        </p:txBody>
      </p:sp>
      <p:sp>
        <p:nvSpPr>
          <p:cNvPr id="793" name="Rectangle 792"/>
          <p:cNvSpPr/>
          <p:nvPr/>
        </p:nvSpPr>
        <p:spPr>
          <a:xfrm>
            <a:off x="400000" y="6377500"/>
            <a:ext cx="433463" cy="45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4" name="TextBox 793"/>
          <p:cNvSpPr txBox="1"/>
          <p:nvPr/>
        </p:nvSpPr>
        <p:spPr>
          <a:xfrm>
            <a:off x="370000" y="6450000"/>
            <a:ext cx="2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0</a:t>
            </a:r>
          </a:p>
        </p:txBody>
      </p:sp>
      <p:sp>
        <p:nvSpPr>
          <p:cNvPr id="795" name="Rectangle 794"/>
          <p:cNvSpPr/>
          <p:nvPr/>
        </p:nvSpPr>
        <p:spPr>
          <a:xfrm>
            <a:off x="833463" y="6377500"/>
            <a:ext cx="433463" cy="45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6" name="TextBox 795"/>
          <p:cNvSpPr txBox="1"/>
          <p:nvPr/>
        </p:nvSpPr>
        <p:spPr>
          <a:xfrm>
            <a:off x="803463" y="6450000"/>
            <a:ext cx="2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1</a:t>
            </a:r>
          </a:p>
        </p:txBody>
      </p:sp>
      <p:sp>
        <p:nvSpPr>
          <p:cNvPr id="797" name="Rectangle 796"/>
          <p:cNvSpPr/>
          <p:nvPr/>
        </p:nvSpPr>
        <p:spPr>
          <a:xfrm>
            <a:off x="1266927" y="6377500"/>
            <a:ext cx="433463" cy="45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8" name="TextBox 797"/>
          <p:cNvSpPr txBox="1"/>
          <p:nvPr/>
        </p:nvSpPr>
        <p:spPr>
          <a:xfrm>
            <a:off x="1236927" y="6450000"/>
            <a:ext cx="2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</a:t>
            </a:r>
          </a:p>
        </p:txBody>
      </p:sp>
      <p:sp>
        <p:nvSpPr>
          <p:cNvPr id="799" name="TextBox 798"/>
          <p:cNvSpPr txBox="1"/>
          <p:nvPr/>
        </p:nvSpPr>
        <p:spPr>
          <a:xfrm>
            <a:off x="1670391" y="6450000"/>
            <a:ext cx="3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  <p:sp>
        <p:nvSpPr>
          <p:cNvPr id="800" name="Rectangle 799"/>
          <p:cNvSpPr/>
          <p:nvPr/>
        </p:nvSpPr>
        <p:spPr>
          <a:xfrm>
            <a:off x="8600000" y="4300000"/>
            <a:ext cx="3492000" cy="24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1" name="TextBox 800"/>
          <p:cNvSpPr txBox="1"/>
          <p:nvPr/>
        </p:nvSpPr>
        <p:spPr>
          <a:xfrm>
            <a:off x="8660000" y="4340000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802" name="TextBox 801"/>
          <p:cNvSpPr txBox="1"/>
          <p:nvPr/>
        </p:nvSpPr>
        <p:spPr>
          <a:xfrm>
            <a:off x="9220000" y="4340000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</a:t>
            </a:r>
          </a:p>
        </p:txBody>
      </p:sp>
      <p:cxnSp>
        <p:nvCxnSpPr>
          <p:cNvPr id="803" name="Connector 802"/>
          <p:cNvCxnSpPr/>
          <p:nvPr/>
        </p:nvCxnSpPr>
        <p:spPr>
          <a:xfrm>
            <a:off x="8600000" y="4651142"/>
            <a:ext cx="349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4" name="TextBox 803"/>
          <p:cNvSpPr txBox="1"/>
          <p:nvPr/>
        </p:nvSpPr>
        <p:spPr>
          <a:xfrm>
            <a:off x="8660000" y="4691142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805" name="TextBox 804"/>
          <p:cNvSpPr txBox="1"/>
          <p:nvPr/>
        </p:nvSpPr>
        <p:spPr>
          <a:xfrm>
            <a:off x="9220000" y="4691142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一层照明及开关平面图</a:t>
            </a:r>
          </a:p>
        </p:txBody>
      </p:sp>
      <p:cxnSp>
        <p:nvCxnSpPr>
          <p:cNvPr id="806" name="Connector 805"/>
          <p:cNvCxnSpPr/>
          <p:nvPr/>
        </p:nvCxnSpPr>
        <p:spPr>
          <a:xfrm>
            <a:off x="8600000" y="5002285"/>
            <a:ext cx="349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7" name="TextBox 806"/>
          <p:cNvSpPr txBox="1"/>
          <p:nvPr/>
        </p:nvSpPr>
        <p:spPr>
          <a:xfrm>
            <a:off x="8660000" y="5042285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808" name="TextBox 807"/>
          <p:cNvSpPr txBox="1"/>
          <p:nvPr/>
        </p:nvSpPr>
        <p:spPr>
          <a:xfrm>
            <a:off x="9220000" y="5042285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E-GF-01</a:t>
            </a:r>
          </a:p>
        </p:txBody>
      </p:sp>
      <p:cxnSp>
        <p:nvCxnSpPr>
          <p:cNvPr id="809" name="Connector 808"/>
          <p:cNvCxnSpPr/>
          <p:nvPr/>
        </p:nvCxnSpPr>
        <p:spPr>
          <a:xfrm>
            <a:off x="8600000" y="5353428"/>
            <a:ext cx="349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0" name="TextBox 809"/>
          <p:cNvSpPr txBox="1"/>
          <p:nvPr/>
        </p:nvSpPr>
        <p:spPr>
          <a:xfrm>
            <a:off x="8660000" y="5393428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811" name="TextBox 810"/>
          <p:cNvSpPr txBox="1"/>
          <p:nvPr/>
        </p:nvSpPr>
        <p:spPr>
          <a:xfrm>
            <a:off x="9220000" y="5393428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见比例尺（A3 打印）</a:t>
            </a:r>
          </a:p>
        </p:txBody>
      </p:sp>
      <p:cxnSp>
        <p:nvCxnSpPr>
          <p:cNvPr id="812" name="Connector 811"/>
          <p:cNvCxnSpPr/>
          <p:nvPr/>
        </p:nvCxnSpPr>
        <p:spPr>
          <a:xfrm>
            <a:off x="8600000" y="5704571"/>
            <a:ext cx="349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3" name="TextBox 812"/>
          <p:cNvSpPr txBox="1"/>
          <p:nvPr/>
        </p:nvSpPr>
        <p:spPr>
          <a:xfrm>
            <a:off x="8660000" y="5744571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日期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9220000" y="5744571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2026-10-03</a:t>
            </a:r>
          </a:p>
        </p:txBody>
      </p:sp>
      <p:cxnSp>
        <p:nvCxnSpPr>
          <p:cNvPr id="815" name="Connector 814"/>
          <p:cNvCxnSpPr/>
          <p:nvPr/>
        </p:nvCxnSpPr>
        <p:spPr>
          <a:xfrm>
            <a:off x="8600000" y="6055714"/>
            <a:ext cx="349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6" name="TextBox 815"/>
          <p:cNvSpPr txBox="1"/>
          <p:nvPr/>
        </p:nvSpPr>
        <p:spPr>
          <a:xfrm>
            <a:off x="8660000" y="6095714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817" name="TextBox 816"/>
          <p:cNvSpPr txBox="1"/>
          <p:nvPr/>
        </p:nvSpPr>
        <p:spPr>
          <a:xfrm>
            <a:off x="9220000" y="6095714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 — 待确认 2 项</a:t>
            </a:r>
          </a:p>
        </p:txBody>
      </p:sp>
      <p:cxnSp>
        <p:nvCxnSpPr>
          <p:cNvPr id="818" name="Connector 817"/>
          <p:cNvCxnSpPr/>
          <p:nvPr/>
        </p:nvCxnSpPr>
        <p:spPr>
          <a:xfrm>
            <a:off x="8600000" y="6406857"/>
            <a:ext cx="349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9" name="TextBox 818"/>
          <p:cNvSpPr txBox="1"/>
          <p:nvPr/>
        </p:nvSpPr>
        <p:spPr>
          <a:xfrm>
            <a:off x="8660000" y="6446857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820" name="TextBox 819"/>
          <p:cNvSpPr txBox="1"/>
          <p:nvPr/>
        </p:nvSpPr>
        <p:spPr>
          <a:xfrm>
            <a:off x="9220000" y="6446857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 墙体</a:t>
            </a:r>
          </a:p>
        </p:txBody>
      </p:sp>
      <p:cxnSp>
        <p:nvCxnSpPr>
          <p:cNvPr id="821" name="Connector 820"/>
          <p:cNvCxnSpPr/>
          <p:nvPr/>
        </p:nvCxnSpPr>
        <p:spPr>
          <a:xfrm>
            <a:off x="9160000" y="4300000"/>
            <a:ext cx="0" cy="24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0000" y="20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520000"/>
            <a:ext cx="70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Microsoft YaHei"/>
              </a:rPr>
              <a:t>GROUND FLOOR LIGHTING CIRCUIT SCHEDULE   （图号 E-GF-02）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0000" y="850000"/>
          <a:ext cx="5700000" cy="348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开关（按键@面板）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G08 吊灯（储物间旁）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1@2G-1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2@2G-1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G25 门廊壁灯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3@4G-3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G06 起居室主灯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4@4G-3，19@4G-4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起居室筒灯（上两组）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5@4G-3，20@4G-4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起居室筒灯（右、下）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6@4G-3，21@4G-4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G07 餐厅主灯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7@3G-1，23@3G-2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餐厅筒灯（上排+左）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8@3G-1，24@3G-2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餐厅筒灯（右+下排）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9@3G-1，25@3G-2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10@4G-1，14@4G-2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11@4G-1，15@4G-2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00000" y="850000"/>
          <a:ext cx="5700000" cy="31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开关（按键@面板）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北间筒灯（上排+左）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12@4G-1，16@4G-2，28@1G-1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北间筒灯（下排+右）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13@4G-1，17@4G-2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F32 楼梯壁灯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18@4G-4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L15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22@1G-2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L16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G26_2 / G26_3 后花园壁灯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26@2G-3，26@1G-3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L17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×5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27@2G-3，27@1G-3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L18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厨房吧台区吊灯（待选）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31@2G-2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L19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32@2G-2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L20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38@1G-4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L21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G26_1 后花园壁灯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40@1G-5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0000" y="4530000"/>
            <a:ext cx="115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面板简写：1G/2G/3G/4G = 单/双/三/四联开关，编号同第 2 页。其他：29 = 卫生间排气扇隔离开关（FI）；30 = 二层楼梯吊灯 F06；34–37、39 = 带保险丝开关 FCU（供电器）。待确认：28 是否参与 l 回路三控；38 是否为洗衣房筒灯。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