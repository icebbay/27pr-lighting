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57" r:id="rId4"/>
    <p:sldId id="258" r:id="rId5"/>
    <p:sldId id="259" r:id="rId6"/>
    <p:sldId id="283" r:id="rId7"/>
    <p:sldId id="260" r:id="rId8"/>
    <p:sldId id="26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9E3-0578-C12B-841E-5E2CFBBF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06B1-AEAB-CEFC-A224-9BC58253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469B6-C19F-4352-3D27-E2362CFB5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29AC-AC2E-2D79-C2ED-15216567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173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B025-6601-02C0-49FD-D1D83D0C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FED5F-D9B5-4701-CA03-3693FA9D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5E55A-56AD-DC43-9994-FFE2F1E10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DA99A-D91A-A749-6687-B0789F047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7157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4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dirty="0" err="1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壁灯 F32"/>
          <p:cNvGrpSpPr/>
          <p:nvPr/>
        </p:nvGrpSpPr>
        <p:grpSpPr>
          <a:xfrm>
            <a:off x="2123301" y="3868459"/>
            <a:ext cx="268218" cy="86250"/>
            <a:chOff x="2165880" y="3887464"/>
            <a:chExt cx="268218" cy="86250"/>
          </a:xfrm>
        </p:grpSpPr>
        <p:sp>
          <p:nvSpPr>
            <p:cNvPr id="438" name="Isosceles Triangle 437"/>
            <p:cNvSpPr/>
            <p:nvPr/>
          </p:nvSpPr>
          <p:spPr>
            <a:xfrm>
              <a:off x="2165880" y="391376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2241261" y="388746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F32</a:t>
              </a:r>
            </a:p>
          </p:txBody>
        </p:sp>
      </p:grpSp>
      <p:grpSp>
        <p:nvGrpSpPr>
          <p:cNvPr id="440" name="主灯 G07"/>
          <p:cNvGrpSpPr/>
          <p:nvPr/>
        </p:nvGrpSpPr>
        <p:grpSpPr>
          <a:xfrm>
            <a:off x="1693453" y="3462189"/>
            <a:ext cx="289254" cy="113948"/>
            <a:chOff x="1800755" y="3349995"/>
            <a:chExt cx="289254" cy="113948"/>
          </a:xfrm>
        </p:grpSpPr>
        <p:sp>
          <p:nvSpPr>
            <p:cNvPr id="441" name="Oval 440"/>
            <p:cNvSpPr/>
            <p:nvPr/>
          </p:nvSpPr>
          <p:spPr>
            <a:xfrm>
              <a:off x="1800755" y="337629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2" name="Connector 441"/>
            <p:cNvCxnSpPr/>
            <p:nvPr/>
          </p:nvCxnSpPr>
          <p:spPr>
            <a:xfrm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442"/>
            <p:cNvCxnSpPr/>
            <p:nvPr/>
          </p:nvCxnSpPr>
          <p:spPr>
            <a:xfrm flipV="1"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443"/>
            <p:cNvSpPr txBox="1"/>
            <p:nvPr/>
          </p:nvSpPr>
          <p:spPr>
            <a:xfrm>
              <a:off x="1897172" y="334999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G07</a:t>
              </a:r>
            </a:p>
          </p:txBody>
        </p:sp>
      </p:grpSp>
      <p:grpSp>
        <p:nvGrpSpPr>
          <p:cNvPr id="445" name="主灯 G06"/>
          <p:cNvGrpSpPr/>
          <p:nvPr/>
        </p:nvGrpSpPr>
        <p:grpSpPr>
          <a:xfrm>
            <a:off x="1724818" y="4458511"/>
            <a:ext cx="289254" cy="113948"/>
            <a:chOff x="1743720" y="4361740"/>
            <a:chExt cx="289254" cy="113948"/>
          </a:xfrm>
        </p:grpSpPr>
        <p:sp>
          <p:nvSpPr>
            <p:cNvPr id="446" name="Oval 445"/>
            <p:cNvSpPr/>
            <p:nvPr/>
          </p:nvSpPr>
          <p:spPr>
            <a:xfrm>
              <a:off x="1743720" y="4388036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7" name="Connector 446"/>
            <p:cNvCxnSpPr/>
            <p:nvPr/>
          </p:nvCxnSpPr>
          <p:spPr>
            <a:xfrm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447"/>
            <p:cNvCxnSpPr/>
            <p:nvPr/>
          </p:nvCxnSpPr>
          <p:spPr>
            <a:xfrm flipV="1"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TextBox 448"/>
            <p:cNvSpPr txBox="1"/>
            <p:nvPr/>
          </p:nvSpPr>
          <p:spPr>
            <a:xfrm>
              <a:off x="1840137" y="436174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G06</a:t>
              </a:r>
            </a:p>
          </p:txBody>
        </p:sp>
      </p:grpSp>
      <p:grpSp>
        <p:nvGrpSpPr>
          <p:cNvPr id="450" name="主灯 G08"/>
          <p:cNvGrpSpPr/>
          <p:nvPr/>
        </p:nvGrpSpPr>
        <p:grpSpPr>
          <a:xfrm>
            <a:off x="2382138" y="4687897"/>
            <a:ext cx="289254" cy="113948"/>
            <a:chOff x="2369862" y="4717587"/>
            <a:chExt cx="289254" cy="113948"/>
          </a:xfrm>
        </p:grpSpPr>
        <p:sp>
          <p:nvSpPr>
            <p:cNvPr id="451" name="Oval 450"/>
            <p:cNvSpPr/>
            <p:nvPr/>
          </p:nvSpPr>
          <p:spPr>
            <a:xfrm>
              <a:off x="2369862" y="4743883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2" name="Connector 451"/>
            <p:cNvCxnSpPr/>
            <p:nvPr/>
          </p:nvCxnSpPr>
          <p:spPr>
            <a:xfrm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452"/>
            <p:cNvCxnSpPr/>
            <p:nvPr/>
          </p:nvCxnSpPr>
          <p:spPr>
            <a:xfrm flipV="1"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TextBox 453"/>
            <p:cNvSpPr txBox="1"/>
            <p:nvPr/>
          </p:nvSpPr>
          <p:spPr>
            <a:xfrm>
              <a:off x="2466279" y="4717587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G08</a:t>
              </a:r>
            </a:p>
          </p:txBody>
        </p:sp>
      </p:grpSp>
      <p:grpSp>
        <p:nvGrpSpPr>
          <p:cNvPr id="455" name="主灯 G15"/>
          <p:cNvGrpSpPr/>
          <p:nvPr/>
        </p:nvGrpSpPr>
        <p:grpSpPr>
          <a:xfrm>
            <a:off x="815652" y="4092643"/>
            <a:ext cx="289254" cy="113948"/>
            <a:chOff x="759252" y="4200555"/>
            <a:chExt cx="289254" cy="113948"/>
          </a:xfrm>
        </p:grpSpPr>
        <p:sp>
          <p:nvSpPr>
            <p:cNvPr id="456" name="Oval 455"/>
            <p:cNvSpPr/>
            <p:nvPr/>
          </p:nvSpPr>
          <p:spPr>
            <a:xfrm>
              <a:off x="759252" y="422685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ctor 457"/>
            <p:cNvCxnSpPr/>
            <p:nvPr/>
          </p:nvCxnSpPr>
          <p:spPr>
            <a:xfrm flipV="1"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855669" y="420055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G15</a:t>
              </a:r>
            </a:p>
          </p:txBody>
        </p:sp>
      </p:grpSp>
      <p:grpSp>
        <p:nvGrpSpPr>
          <p:cNvPr id="460" name="主灯 G16"/>
          <p:cNvGrpSpPr/>
          <p:nvPr/>
        </p:nvGrpSpPr>
        <p:grpSpPr>
          <a:xfrm>
            <a:off x="655971" y="3315700"/>
            <a:ext cx="289254" cy="113948"/>
            <a:chOff x="727015" y="3667405"/>
            <a:chExt cx="289254" cy="113948"/>
          </a:xfrm>
        </p:grpSpPr>
        <p:sp>
          <p:nvSpPr>
            <p:cNvPr id="461" name="Oval 460"/>
            <p:cNvSpPr/>
            <p:nvPr/>
          </p:nvSpPr>
          <p:spPr>
            <a:xfrm>
              <a:off x="727015" y="369370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62" name="Connector 461"/>
            <p:cNvCxnSpPr/>
            <p:nvPr/>
          </p:nvCxnSpPr>
          <p:spPr>
            <a:xfrm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ctor 462"/>
            <p:cNvCxnSpPr/>
            <p:nvPr/>
          </p:nvCxnSpPr>
          <p:spPr>
            <a:xfrm flipV="1"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TextBox 463"/>
            <p:cNvSpPr txBox="1"/>
            <p:nvPr/>
          </p:nvSpPr>
          <p:spPr>
            <a:xfrm>
              <a:off x="823432" y="36674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G16</a:t>
              </a:r>
            </a:p>
          </p:txBody>
        </p:sp>
      </p:grpSp>
      <p:grpSp>
        <p:nvGrpSpPr>
          <p:cNvPr id="465" name="壁灯 G25"/>
          <p:cNvGrpSpPr/>
          <p:nvPr/>
        </p:nvGrpSpPr>
        <p:grpSpPr>
          <a:xfrm>
            <a:off x="2386579" y="4957484"/>
            <a:ext cx="268218" cy="86250"/>
            <a:chOff x="2386579" y="4957484"/>
            <a:chExt cx="268218" cy="86250"/>
          </a:xfrm>
        </p:grpSpPr>
        <p:sp>
          <p:nvSpPr>
            <p:cNvPr id="466" name="Isosceles Triangle 465"/>
            <p:cNvSpPr/>
            <p:nvPr/>
          </p:nvSpPr>
          <p:spPr>
            <a:xfrm>
              <a:off x="2386579" y="498378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461960" y="495748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G25</a:t>
              </a:r>
            </a:p>
          </p:txBody>
        </p:sp>
      </p:grpSp>
      <p:grpSp>
        <p:nvGrpSpPr>
          <p:cNvPr id="468" name="壁灯 G26_1"/>
          <p:cNvGrpSpPr/>
          <p:nvPr/>
        </p:nvGrpSpPr>
        <p:grpSpPr>
          <a:xfrm>
            <a:off x="2143439" y="843064"/>
            <a:ext cx="268218" cy="86250"/>
            <a:chOff x="1266964" y="2951351"/>
            <a:chExt cx="268218" cy="86250"/>
          </a:xfrm>
        </p:grpSpPr>
        <p:sp>
          <p:nvSpPr>
            <p:cNvPr id="469" name="Isosceles Triangle 468"/>
            <p:cNvSpPr/>
            <p:nvPr/>
          </p:nvSpPr>
          <p:spPr>
            <a:xfrm>
              <a:off x="1266964" y="2977647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1342345" y="2951351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G26_1</a:t>
              </a:r>
            </a:p>
          </p:txBody>
        </p:sp>
      </p:grpSp>
      <p:grpSp>
        <p:nvGrpSpPr>
          <p:cNvPr id="471" name="壁灯 G26_2"/>
          <p:cNvGrpSpPr/>
          <p:nvPr/>
        </p:nvGrpSpPr>
        <p:grpSpPr>
          <a:xfrm>
            <a:off x="1689764" y="2154105"/>
            <a:ext cx="268218" cy="86250"/>
            <a:chOff x="1689764" y="2154105"/>
            <a:chExt cx="268218" cy="86250"/>
          </a:xfrm>
        </p:grpSpPr>
        <p:sp>
          <p:nvSpPr>
            <p:cNvPr id="472" name="Isosceles Triangle 471"/>
            <p:cNvSpPr/>
            <p:nvPr/>
          </p:nvSpPr>
          <p:spPr>
            <a:xfrm>
              <a:off x="1689764" y="2180401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1765145" y="21541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G26_2</a:t>
              </a:r>
            </a:p>
          </p:txBody>
        </p:sp>
      </p:grpSp>
      <p:grpSp>
        <p:nvGrpSpPr>
          <p:cNvPr id="474" name="壁灯 G26_3"/>
          <p:cNvGrpSpPr/>
          <p:nvPr/>
        </p:nvGrpSpPr>
        <p:grpSpPr>
          <a:xfrm>
            <a:off x="1689764" y="1462250"/>
            <a:ext cx="268218" cy="86250"/>
            <a:chOff x="1689764" y="1462250"/>
            <a:chExt cx="268218" cy="86250"/>
          </a:xfrm>
        </p:grpSpPr>
        <p:sp>
          <p:nvSpPr>
            <p:cNvPr id="475" name="Isosceles Triangle 474"/>
            <p:cNvSpPr/>
            <p:nvPr/>
          </p:nvSpPr>
          <p:spPr>
            <a:xfrm>
              <a:off x="1689764" y="1488546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1765145" y="146225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G26_3</a:t>
              </a:r>
            </a:p>
          </p:txBody>
        </p:sp>
      </p:grpSp>
      <p:grpSp>
        <p:nvGrpSpPr>
          <p:cNvPr id="477" name="射灯 GU10_GF_起居室_1"/>
          <p:cNvGrpSpPr/>
          <p:nvPr/>
        </p:nvGrpSpPr>
        <p:grpSpPr>
          <a:xfrm>
            <a:off x="2000513" y="4197049"/>
            <a:ext cx="59604" cy="59604"/>
            <a:chOff x="2000513" y="4216574"/>
            <a:chExt cx="59604" cy="59604"/>
          </a:xfrm>
        </p:grpSpPr>
        <p:sp>
          <p:nvSpPr>
            <p:cNvPr id="478" name="Oval 477"/>
            <p:cNvSpPr/>
            <p:nvPr/>
          </p:nvSpPr>
          <p:spPr>
            <a:xfrm>
              <a:off x="2000513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9" name="Connector 478"/>
            <p:cNvCxnSpPr/>
            <p:nvPr/>
          </p:nvCxnSpPr>
          <p:spPr>
            <a:xfrm>
              <a:off x="2000513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2030315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射灯 GU10_GF_起居室_2"/>
          <p:cNvGrpSpPr/>
          <p:nvPr/>
        </p:nvGrpSpPr>
        <p:grpSpPr>
          <a:xfrm>
            <a:off x="2000513" y="4502060"/>
            <a:ext cx="59604" cy="59604"/>
            <a:chOff x="2000513" y="4521585"/>
            <a:chExt cx="59604" cy="59604"/>
          </a:xfrm>
        </p:grpSpPr>
        <p:sp>
          <p:nvSpPr>
            <p:cNvPr id="482" name="Oval 481"/>
            <p:cNvSpPr/>
            <p:nvPr/>
          </p:nvSpPr>
          <p:spPr>
            <a:xfrm>
              <a:off x="2000513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3" name="Connector 482"/>
            <p:cNvCxnSpPr/>
            <p:nvPr/>
          </p:nvCxnSpPr>
          <p:spPr>
            <a:xfrm>
              <a:off x="2000513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2030315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射灯 GU10_GF_起居室_3"/>
          <p:cNvGrpSpPr/>
          <p:nvPr/>
        </p:nvGrpSpPr>
        <p:grpSpPr>
          <a:xfrm>
            <a:off x="2000513" y="4808560"/>
            <a:ext cx="59604" cy="59604"/>
            <a:chOff x="2000513" y="4828085"/>
            <a:chExt cx="59604" cy="59604"/>
          </a:xfrm>
        </p:grpSpPr>
        <p:sp>
          <p:nvSpPr>
            <p:cNvPr id="486" name="Oval 485"/>
            <p:cNvSpPr/>
            <p:nvPr/>
          </p:nvSpPr>
          <p:spPr>
            <a:xfrm>
              <a:off x="2000513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>
              <a:off x="2000513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487"/>
            <p:cNvCxnSpPr/>
            <p:nvPr/>
          </p:nvCxnSpPr>
          <p:spPr>
            <a:xfrm>
              <a:off x="2030315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9" name="射灯 GU10_GF_起居室_4"/>
          <p:cNvGrpSpPr/>
          <p:nvPr/>
        </p:nvGrpSpPr>
        <p:grpSpPr>
          <a:xfrm>
            <a:off x="1746993" y="4805054"/>
            <a:ext cx="59604" cy="59604"/>
            <a:chOff x="1780062" y="4828085"/>
            <a:chExt cx="59604" cy="59604"/>
          </a:xfrm>
        </p:grpSpPr>
        <p:sp>
          <p:nvSpPr>
            <p:cNvPr id="490" name="Oval 489"/>
            <p:cNvSpPr/>
            <p:nvPr/>
          </p:nvSpPr>
          <p:spPr>
            <a:xfrm>
              <a:off x="1780062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1" name="Connector 490"/>
            <p:cNvCxnSpPr/>
            <p:nvPr/>
          </p:nvCxnSpPr>
          <p:spPr>
            <a:xfrm>
              <a:off x="1780062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491"/>
            <p:cNvCxnSpPr/>
            <p:nvPr/>
          </p:nvCxnSpPr>
          <p:spPr>
            <a:xfrm>
              <a:off x="1809864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3" name="射灯 GU10_GF_起居室_5"/>
          <p:cNvGrpSpPr/>
          <p:nvPr/>
        </p:nvGrpSpPr>
        <p:grpSpPr>
          <a:xfrm>
            <a:off x="1475578" y="4498554"/>
            <a:ext cx="59604" cy="59604"/>
            <a:chOff x="1562090" y="4521585"/>
            <a:chExt cx="59604" cy="59604"/>
          </a:xfrm>
        </p:grpSpPr>
        <p:sp>
          <p:nvSpPr>
            <p:cNvPr id="494" name="Oval 493"/>
            <p:cNvSpPr/>
            <p:nvPr/>
          </p:nvSpPr>
          <p:spPr>
            <a:xfrm>
              <a:off x="1562090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5" name="Connector 494"/>
            <p:cNvCxnSpPr/>
            <p:nvPr/>
          </p:nvCxnSpPr>
          <p:spPr>
            <a:xfrm>
              <a:off x="1562090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495"/>
            <p:cNvCxnSpPr/>
            <p:nvPr/>
          </p:nvCxnSpPr>
          <p:spPr>
            <a:xfrm>
              <a:off x="1591892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射灯 GU10_GF_起居室_6"/>
          <p:cNvGrpSpPr/>
          <p:nvPr/>
        </p:nvGrpSpPr>
        <p:grpSpPr>
          <a:xfrm>
            <a:off x="1475578" y="4193543"/>
            <a:ext cx="59604" cy="59604"/>
            <a:chOff x="1562090" y="4216574"/>
            <a:chExt cx="59604" cy="59604"/>
          </a:xfrm>
        </p:grpSpPr>
        <p:sp>
          <p:nvSpPr>
            <p:cNvPr id="498" name="Oval 497"/>
            <p:cNvSpPr/>
            <p:nvPr/>
          </p:nvSpPr>
          <p:spPr>
            <a:xfrm>
              <a:off x="1562090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>
              <a:off x="1562090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499"/>
            <p:cNvCxnSpPr/>
            <p:nvPr/>
          </p:nvCxnSpPr>
          <p:spPr>
            <a:xfrm>
              <a:off x="1591892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射灯 GU10_GF_起居室_7"/>
          <p:cNvGrpSpPr/>
          <p:nvPr/>
        </p:nvGrpSpPr>
        <p:grpSpPr>
          <a:xfrm>
            <a:off x="1742033" y="4193543"/>
            <a:ext cx="59604" cy="59604"/>
            <a:chOff x="1775102" y="4216574"/>
            <a:chExt cx="59604" cy="59604"/>
          </a:xfrm>
        </p:grpSpPr>
        <p:sp>
          <p:nvSpPr>
            <p:cNvPr id="502" name="Oval 501"/>
            <p:cNvSpPr/>
            <p:nvPr/>
          </p:nvSpPr>
          <p:spPr>
            <a:xfrm>
              <a:off x="1775102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3" name="Connector 502"/>
            <p:cNvCxnSpPr/>
            <p:nvPr/>
          </p:nvCxnSpPr>
          <p:spPr>
            <a:xfrm>
              <a:off x="1775102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Connector 503"/>
            <p:cNvCxnSpPr/>
            <p:nvPr/>
          </p:nvCxnSpPr>
          <p:spPr>
            <a:xfrm>
              <a:off x="1804904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射灯 GU10_GF_电梯井_1"/>
          <p:cNvGrpSpPr/>
          <p:nvPr/>
        </p:nvGrpSpPr>
        <p:grpSpPr>
          <a:xfrm>
            <a:off x="1475578" y="4805054"/>
            <a:ext cx="59604" cy="59604"/>
            <a:chOff x="1562090" y="4828085"/>
            <a:chExt cx="59604" cy="59604"/>
          </a:xfrm>
        </p:grpSpPr>
        <p:sp>
          <p:nvSpPr>
            <p:cNvPr id="506" name="Oval 505"/>
            <p:cNvSpPr/>
            <p:nvPr/>
          </p:nvSpPr>
          <p:spPr>
            <a:xfrm>
              <a:off x="1562090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7" name="Connector 506"/>
            <p:cNvCxnSpPr/>
            <p:nvPr/>
          </p:nvCxnSpPr>
          <p:spPr>
            <a:xfrm>
              <a:off x="1562090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Connector 507"/>
            <p:cNvCxnSpPr/>
            <p:nvPr/>
          </p:nvCxnSpPr>
          <p:spPr>
            <a:xfrm>
              <a:off x="1591892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射灯 GU10_GF_餐厅_1"/>
          <p:cNvGrpSpPr/>
          <p:nvPr/>
        </p:nvGrpSpPr>
        <p:grpSpPr>
          <a:xfrm>
            <a:off x="1934514" y="3511080"/>
            <a:ext cx="59604" cy="59604"/>
            <a:chOff x="1953646" y="3511080"/>
            <a:chExt cx="59604" cy="59604"/>
          </a:xfrm>
        </p:grpSpPr>
        <p:sp>
          <p:nvSpPr>
            <p:cNvPr id="510" name="Oval 509"/>
            <p:cNvSpPr/>
            <p:nvPr/>
          </p:nvSpPr>
          <p:spPr>
            <a:xfrm>
              <a:off x="1953646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1" name="Connector 510"/>
            <p:cNvCxnSpPr/>
            <p:nvPr/>
          </p:nvCxnSpPr>
          <p:spPr>
            <a:xfrm>
              <a:off x="1953646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Connector 511"/>
            <p:cNvCxnSpPr/>
            <p:nvPr/>
          </p:nvCxnSpPr>
          <p:spPr>
            <a:xfrm>
              <a:off x="1983448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" name="射灯 GU10_GF_餐厅_2"/>
          <p:cNvGrpSpPr/>
          <p:nvPr/>
        </p:nvGrpSpPr>
        <p:grpSpPr>
          <a:xfrm>
            <a:off x="1934514" y="3817579"/>
            <a:ext cx="59604" cy="59604"/>
            <a:chOff x="1953646" y="3817579"/>
            <a:chExt cx="59604" cy="59604"/>
          </a:xfrm>
        </p:grpSpPr>
        <p:sp>
          <p:nvSpPr>
            <p:cNvPr id="514" name="Oval 513"/>
            <p:cNvSpPr/>
            <p:nvPr/>
          </p:nvSpPr>
          <p:spPr>
            <a:xfrm>
              <a:off x="1953646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5" name="Connector 514"/>
            <p:cNvCxnSpPr/>
            <p:nvPr/>
          </p:nvCxnSpPr>
          <p:spPr>
            <a:xfrm>
              <a:off x="1953646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or 515"/>
            <p:cNvCxnSpPr/>
            <p:nvPr/>
          </p:nvCxnSpPr>
          <p:spPr>
            <a:xfrm>
              <a:off x="1983448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射灯 GU10_GF_餐厅_3"/>
          <p:cNvGrpSpPr/>
          <p:nvPr/>
        </p:nvGrpSpPr>
        <p:grpSpPr>
          <a:xfrm>
            <a:off x="1695939" y="3811391"/>
            <a:ext cx="59604" cy="59604"/>
            <a:chOff x="1733442" y="3817579"/>
            <a:chExt cx="59604" cy="59604"/>
          </a:xfrm>
        </p:grpSpPr>
        <p:sp>
          <p:nvSpPr>
            <p:cNvPr id="518" name="Oval 517"/>
            <p:cNvSpPr/>
            <p:nvPr/>
          </p:nvSpPr>
          <p:spPr>
            <a:xfrm>
              <a:off x="1733442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9" name="Connector 518"/>
            <p:cNvCxnSpPr/>
            <p:nvPr/>
          </p:nvCxnSpPr>
          <p:spPr>
            <a:xfrm>
              <a:off x="1733442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or 519"/>
            <p:cNvCxnSpPr/>
            <p:nvPr/>
          </p:nvCxnSpPr>
          <p:spPr>
            <a:xfrm>
              <a:off x="1763244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射灯 GU10_GF_餐厅_4"/>
          <p:cNvGrpSpPr/>
          <p:nvPr/>
        </p:nvGrpSpPr>
        <p:grpSpPr>
          <a:xfrm>
            <a:off x="1475578" y="3817579"/>
            <a:ext cx="59604" cy="59604"/>
            <a:chOff x="1515223" y="3817579"/>
            <a:chExt cx="59604" cy="59604"/>
          </a:xfrm>
        </p:grpSpPr>
        <p:sp>
          <p:nvSpPr>
            <p:cNvPr id="522" name="Oval 521"/>
            <p:cNvSpPr/>
            <p:nvPr/>
          </p:nvSpPr>
          <p:spPr>
            <a:xfrm>
              <a:off x="1515223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522"/>
            <p:cNvCxnSpPr/>
            <p:nvPr/>
          </p:nvCxnSpPr>
          <p:spPr>
            <a:xfrm>
              <a:off x="1515223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nector 523"/>
            <p:cNvCxnSpPr/>
            <p:nvPr/>
          </p:nvCxnSpPr>
          <p:spPr>
            <a:xfrm>
              <a:off x="1545025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5" name="射灯 GU10_GF_餐厅_5"/>
          <p:cNvGrpSpPr/>
          <p:nvPr/>
        </p:nvGrpSpPr>
        <p:grpSpPr>
          <a:xfrm>
            <a:off x="1475578" y="3511080"/>
            <a:ext cx="59604" cy="59604"/>
            <a:chOff x="1515223" y="3511080"/>
            <a:chExt cx="59604" cy="59604"/>
          </a:xfrm>
        </p:grpSpPr>
        <p:sp>
          <p:nvSpPr>
            <p:cNvPr id="526" name="Oval 525"/>
            <p:cNvSpPr/>
            <p:nvPr/>
          </p:nvSpPr>
          <p:spPr>
            <a:xfrm>
              <a:off x="1515223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7" name="Connector 526"/>
            <p:cNvCxnSpPr/>
            <p:nvPr/>
          </p:nvCxnSpPr>
          <p:spPr>
            <a:xfrm>
              <a:off x="1515223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nector 527"/>
            <p:cNvCxnSpPr/>
            <p:nvPr/>
          </p:nvCxnSpPr>
          <p:spPr>
            <a:xfrm>
              <a:off x="1545025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9" name="射灯 GU10_GF_餐厅_6"/>
          <p:cNvGrpSpPr/>
          <p:nvPr/>
        </p:nvGrpSpPr>
        <p:grpSpPr>
          <a:xfrm>
            <a:off x="1475578" y="3206068"/>
            <a:ext cx="59604" cy="59604"/>
            <a:chOff x="1515223" y="3206068"/>
            <a:chExt cx="59604" cy="59604"/>
          </a:xfrm>
        </p:grpSpPr>
        <p:sp>
          <p:nvSpPr>
            <p:cNvPr id="530" name="Oval 529"/>
            <p:cNvSpPr/>
            <p:nvPr/>
          </p:nvSpPr>
          <p:spPr>
            <a:xfrm>
              <a:off x="1515223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1" name="Connector 530"/>
            <p:cNvCxnSpPr/>
            <p:nvPr/>
          </p:nvCxnSpPr>
          <p:spPr>
            <a:xfrm>
              <a:off x="1515223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or 531"/>
            <p:cNvCxnSpPr/>
            <p:nvPr/>
          </p:nvCxnSpPr>
          <p:spPr>
            <a:xfrm>
              <a:off x="1545025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3" name="射灯 GU10_GF_餐厅_7"/>
          <p:cNvGrpSpPr/>
          <p:nvPr/>
        </p:nvGrpSpPr>
        <p:grpSpPr>
          <a:xfrm>
            <a:off x="1712509" y="3199880"/>
            <a:ext cx="59604" cy="59604"/>
            <a:chOff x="1728235" y="3206068"/>
            <a:chExt cx="59604" cy="59604"/>
          </a:xfrm>
        </p:grpSpPr>
        <p:sp>
          <p:nvSpPr>
            <p:cNvPr id="534" name="Oval 533"/>
            <p:cNvSpPr/>
            <p:nvPr/>
          </p:nvSpPr>
          <p:spPr>
            <a:xfrm>
              <a:off x="1728235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5" name="Connector 534"/>
            <p:cNvCxnSpPr/>
            <p:nvPr/>
          </p:nvCxnSpPr>
          <p:spPr>
            <a:xfrm>
              <a:off x="1728235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or 535"/>
            <p:cNvCxnSpPr/>
            <p:nvPr/>
          </p:nvCxnSpPr>
          <p:spPr>
            <a:xfrm>
              <a:off x="1758037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" name="射灯 GU10_GF_餐厅_9"/>
          <p:cNvGrpSpPr/>
          <p:nvPr/>
        </p:nvGrpSpPr>
        <p:grpSpPr>
          <a:xfrm>
            <a:off x="1934514" y="3206068"/>
            <a:ext cx="59604" cy="59604"/>
            <a:chOff x="1953646" y="3206068"/>
            <a:chExt cx="59604" cy="59604"/>
          </a:xfrm>
        </p:grpSpPr>
        <p:sp>
          <p:nvSpPr>
            <p:cNvPr id="542" name="Oval 541"/>
            <p:cNvSpPr/>
            <p:nvPr/>
          </p:nvSpPr>
          <p:spPr>
            <a:xfrm>
              <a:off x="1953646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3" name="Connector 542"/>
            <p:cNvCxnSpPr/>
            <p:nvPr/>
          </p:nvCxnSpPr>
          <p:spPr>
            <a:xfrm>
              <a:off x="1953646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nector 543"/>
            <p:cNvCxnSpPr/>
            <p:nvPr/>
          </p:nvCxnSpPr>
          <p:spPr>
            <a:xfrm>
              <a:off x="1983448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0" name="主灯位待选 主灯待选_厨房"/>
          <p:cNvGrpSpPr/>
          <p:nvPr/>
        </p:nvGrpSpPr>
        <p:grpSpPr>
          <a:xfrm>
            <a:off x="2088160" y="1625316"/>
            <a:ext cx="289254" cy="113948"/>
            <a:chOff x="2088160" y="1625316"/>
            <a:chExt cx="289254" cy="113948"/>
          </a:xfrm>
        </p:grpSpPr>
        <p:sp>
          <p:nvSpPr>
            <p:cNvPr id="551" name="Oval 550"/>
            <p:cNvSpPr/>
            <p:nvPr/>
          </p:nvSpPr>
          <p:spPr>
            <a:xfrm>
              <a:off x="2088160" y="1651612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2" name="Connector 551"/>
            <p:cNvCxnSpPr/>
            <p:nvPr/>
          </p:nvCxnSpPr>
          <p:spPr>
            <a:xfrm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nector 552"/>
            <p:cNvCxnSpPr/>
            <p:nvPr/>
          </p:nvCxnSpPr>
          <p:spPr>
            <a:xfrm flipV="1"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TextBox 553"/>
            <p:cNvSpPr txBox="1"/>
            <p:nvPr/>
          </p:nvSpPr>
          <p:spPr>
            <a:xfrm>
              <a:off x="2184577" y="1625316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55" name="主灯位待选 主灯待选_厨房吧台区"/>
          <p:cNvGrpSpPr/>
          <p:nvPr/>
        </p:nvGrpSpPr>
        <p:grpSpPr>
          <a:xfrm>
            <a:off x="2102265" y="2381711"/>
            <a:ext cx="289254" cy="113948"/>
            <a:chOff x="2212148" y="2348168"/>
            <a:chExt cx="289254" cy="113948"/>
          </a:xfrm>
        </p:grpSpPr>
        <p:sp>
          <p:nvSpPr>
            <p:cNvPr id="556" name="Oval 555"/>
            <p:cNvSpPr/>
            <p:nvPr/>
          </p:nvSpPr>
          <p:spPr>
            <a:xfrm>
              <a:off x="2212148" y="2374464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7" name="Connector 556"/>
            <p:cNvCxnSpPr/>
            <p:nvPr/>
          </p:nvCxnSpPr>
          <p:spPr>
            <a:xfrm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nector 557"/>
            <p:cNvCxnSpPr/>
            <p:nvPr/>
          </p:nvCxnSpPr>
          <p:spPr>
            <a:xfrm flipV="1"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2308565" y="2348168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60" name="射灯 GU10_GF_储物间_1"/>
          <p:cNvGrpSpPr/>
          <p:nvPr/>
        </p:nvGrpSpPr>
        <p:grpSpPr>
          <a:xfrm>
            <a:off x="2387413" y="4430037"/>
            <a:ext cx="59604" cy="59604"/>
            <a:chOff x="2373967" y="4453144"/>
            <a:chExt cx="59604" cy="59604"/>
          </a:xfrm>
        </p:grpSpPr>
        <p:sp>
          <p:nvSpPr>
            <p:cNvPr id="561" name="Oval 560"/>
            <p:cNvSpPr/>
            <p:nvPr/>
          </p:nvSpPr>
          <p:spPr>
            <a:xfrm>
              <a:off x="2373967" y="445314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62" name="Connector 561"/>
            <p:cNvCxnSpPr/>
            <p:nvPr/>
          </p:nvCxnSpPr>
          <p:spPr>
            <a:xfrm>
              <a:off x="2373967" y="448294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nector 562"/>
            <p:cNvCxnSpPr/>
            <p:nvPr/>
          </p:nvCxnSpPr>
          <p:spPr>
            <a:xfrm>
              <a:off x="2403769" y="445314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2" name="射灯 GU10_GF_客厅_1"/>
          <p:cNvGrpSpPr/>
          <p:nvPr/>
        </p:nvGrpSpPr>
        <p:grpSpPr>
          <a:xfrm>
            <a:off x="1111620" y="4131853"/>
            <a:ext cx="59604" cy="59604"/>
            <a:chOff x="1114988" y="4179625"/>
            <a:chExt cx="59604" cy="59604"/>
          </a:xfrm>
        </p:grpSpPr>
        <p:sp>
          <p:nvSpPr>
            <p:cNvPr id="573" name="Oval 572"/>
            <p:cNvSpPr/>
            <p:nvPr/>
          </p:nvSpPr>
          <p:spPr>
            <a:xfrm>
              <a:off x="1114988" y="417962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4" name="Connector 573"/>
            <p:cNvCxnSpPr/>
            <p:nvPr/>
          </p:nvCxnSpPr>
          <p:spPr>
            <a:xfrm>
              <a:off x="1114988" y="420942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nector 574"/>
            <p:cNvCxnSpPr/>
            <p:nvPr/>
          </p:nvCxnSpPr>
          <p:spPr>
            <a:xfrm>
              <a:off x="1144790" y="417962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射灯 GU10_GF_客厅_2"/>
          <p:cNvGrpSpPr/>
          <p:nvPr/>
        </p:nvGrpSpPr>
        <p:grpSpPr>
          <a:xfrm>
            <a:off x="1107795" y="4403529"/>
            <a:ext cx="59604" cy="59604"/>
            <a:chOff x="1122923" y="4459839"/>
            <a:chExt cx="59604" cy="59604"/>
          </a:xfrm>
        </p:grpSpPr>
        <p:sp>
          <p:nvSpPr>
            <p:cNvPr id="577" name="Oval 576"/>
            <p:cNvSpPr/>
            <p:nvPr/>
          </p:nvSpPr>
          <p:spPr>
            <a:xfrm>
              <a:off x="1122923" y="445983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8" name="Connector 577"/>
            <p:cNvCxnSpPr/>
            <p:nvPr/>
          </p:nvCxnSpPr>
          <p:spPr>
            <a:xfrm>
              <a:off x="1122923" y="448964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nector 578"/>
            <p:cNvCxnSpPr/>
            <p:nvPr/>
          </p:nvCxnSpPr>
          <p:spPr>
            <a:xfrm>
              <a:off x="1152725" y="445983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0" name="射灯 GU10_GF_客厅_3"/>
          <p:cNvGrpSpPr/>
          <p:nvPr/>
        </p:nvGrpSpPr>
        <p:grpSpPr>
          <a:xfrm>
            <a:off x="830552" y="4398827"/>
            <a:ext cx="59604" cy="59604"/>
            <a:chOff x="839734" y="4476949"/>
            <a:chExt cx="59604" cy="59604"/>
          </a:xfrm>
        </p:grpSpPr>
        <p:sp>
          <p:nvSpPr>
            <p:cNvPr id="581" name="Oval 580"/>
            <p:cNvSpPr/>
            <p:nvPr/>
          </p:nvSpPr>
          <p:spPr>
            <a:xfrm>
              <a:off x="839734" y="447694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2" name="Connector 581"/>
            <p:cNvCxnSpPr/>
            <p:nvPr/>
          </p:nvCxnSpPr>
          <p:spPr>
            <a:xfrm>
              <a:off x="839734" y="450675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nector 582"/>
            <p:cNvCxnSpPr/>
            <p:nvPr/>
          </p:nvCxnSpPr>
          <p:spPr>
            <a:xfrm>
              <a:off x="869536" y="447694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" name="射灯 GU10_GF_客厅_4"/>
          <p:cNvGrpSpPr/>
          <p:nvPr/>
        </p:nvGrpSpPr>
        <p:grpSpPr>
          <a:xfrm>
            <a:off x="567162" y="4400235"/>
            <a:ext cx="59604" cy="59604"/>
            <a:chOff x="606388" y="4472486"/>
            <a:chExt cx="59604" cy="59604"/>
          </a:xfrm>
        </p:grpSpPr>
        <p:sp>
          <p:nvSpPr>
            <p:cNvPr id="585" name="Oval 584"/>
            <p:cNvSpPr/>
            <p:nvPr/>
          </p:nvSpPr>
          <p:spPr>
            <a:xfrm>
              <a:off x="606388" y="447248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6" name="Connector 585"/>
            <p:cNvCxnSpPr/>
            <p:nvPr/>
          </p:nvCxnSpPr>
          <p:spPr>
            <a:xfrm>
              <a:off x="606388" y="450228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nector 586"/>
            <p:cNvCxnSpPr/>
            <p:nvPr/>
          </p:nvCxnSpPr>
          <p:spPr>
            <a:xfrm>
              <a:off x="636190" y="447248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8" name="射灯 GU10_GF_客厅_5"/>
          <p:cNvGrpSpPr/>
          <p:nvPr/>
        </p:nvGrpSpPr>
        <p:grpSpPr>
          <a:xfrm>
            <a:off x="567162" y="4137445"/>
            <a:ext cx="59604" cy="59604"/>
            <a:chOff x="606388" y="4217814"/>
            <a:chExt cx="59604" cy="59604"/>
          </a:xfrm>
        </p:grpSpPr>
        <p:sp>
          <p:nvSpPr>
            <p:cNvPr id="589" name="Oval 588"/>
            <p:cNvSpPr/>
            <p:nvPr/>
          </p:nvSpPr>
          <p:spPr>
            <a:xfrm>
              <a:off x="606388" y="421781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0" name="Connector 589"/>
            <p:cNvCxnSpPr/>
            <p:nvPr/>
          </p:nvCxnSpPr>
          <p:spPr>
            <a:xfrm>
              <a:off x="606388" y="424761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Connector 590"/>
            <p:cNvCxnSpPr/>
            <p:nvPr/>
          </p:nvCxnSpPr>
          <p:spPr>
            <a:xfrm>
              <a:off x="636190" y="421781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射灯 GU10_GF_客厅_6"/>
          <p:cNvGrpSpPr/>
          <p:nvPr/>
        </p:nvGrpSpPr>
        <p:grpSpPr>
          <a:xfrm>
            <a:off x="571513" y="3834607"/>
            <a:ext cx="59604" cy="59604"/>
            <a:chOff x="614323" y="3852296"/>
            <a:chExt cx="59604" cy="59604"/>
          </a:xfrm>
        </p:grpSpPr>
        <p:sp>
          <p:nvSpPr>
            <p:cNvPr id="593" name="Oval 592"/>
            <p:cNvSpPr/>
            <p:nvPr/>
          </p:nvSpPr>
          <p:spPr>
            <a:xfrm>
              <a:off x="614323" y="385229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4" name="Connector 593"/>
            <p:cNvCxnSpPr/>
            <p:nvPr/>
          </p:nvCxnSpPr>
          <p:spPr>
            <a:xfrm>
              <a:off x="614323" y="388209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Connector 594"/>
            <p:cNvCxnSpPr/>
            <p:nvPr/>
          </p:nvCxnSpPr>
          <p:spPr>
            <a:xfrm>
              <a:off x="644125" y="385229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6" name="射灯 GU10_GF_客厅_7"/>
          <p:cNvGrpSpPr/>
          <p:nvPr/>
        </p:nvGrpSpPr>
        <p:grpSpPr>
          <a:xfrm>
            <a:off x="820493" y="3825898"/>
            <a:ext cx="59604" cy="59604"/>
            <a:chOff x="839734" y="3854032"/>
            <a:chExt cx="59604" cy="59604"/>
          </a:xfrm>
        </p:grpSpPr>
        <p:sp>
          <p:nvSpPr>
            <p:cNvPr id="597" name="Oval 596"/>
            <p:cNvSpPr/>
            <p:nvPr/>
          </p:nvSpPr>
          <p:spPr>
            <a:xfrm>
              <a:off x="839734" y="3854032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8" name="Connector 597"/>
            <p:cNvCxnSpPr/>
            <p:nvPr/>
          </p:nvCxnSpPr>
          <p:spPr>
            <a:xfrm>
              <a:off x="839734" y="3883834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Connector 598"/>
            <p:cNvCxnSpPr/>
            <p:nvPr/>
          </p:nvCxnSpPr>
          <p:spPr>
            <a:xfrm>
              <a:off x="869536" y="3854032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2" name="射灯 GU10_GF_客厅_11"/>
          <p:cNvGrpSpPr/>
          <p:nvPr/>
        </p:nvGrpSpPr>
        <p:grpSpPr>
          <a:xfrm>
            <a:off x="1116724" y="3825898"/>
            <a:ext cx="59604" cy="59604"/>
            <a:chOff x="1116724" y="3838657"/>
            <a:chExt cx="59604" cy="59604"/>
          </a:xfrm>
        </p:grpSpPr>
        <p:sp>
          <p:nvSpPr>
            <p:cNvPr id="613" name="Oval 612"/>
            <p:cNvSpPr/>
            <p:nvPr/>
          </p:nvSpPr>
          <p:spPr>
            <a:xfrm>
              <a:off x="1116724" y="3838657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4" name="Connector 613"/>
            <p:cNvCxnSpPr/>
            <p:nvPr/>
          </p:nvCxnSpPr>
          <p:spPr>
            <a:xfrm>
              <a:off x="1116724" y="3868459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Connector 614"/>
            <p:cNvCxnSpPr/>
            <p:nvPr/>
          </p:nvCxnSpPr>
          <p:spPr>
            <a:xfrm>
              <a:off x="1146526" y="3838657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0" name="射灯 GU10_GF_洗衣房_1"/>
          <p:cNvGrpSpPr/>
          <p:nvPr/>
        </p:nvGrpSpPr>
        <p:grpSpPr>
          <a:xfrm>
            <a:off x="2262625" y="1206135"/>
            <a:ext cx="59604" cy="59604"/>
            <a:chOff x="2262625" y="1206135"/>
            <a:chExt cx="59604" cy="59604"/>
          </a:xfrm>
        </p:grpSpPr>
        <p:sp>
          <p:nvSpPr>
            <p:cNvPr id="621" name="Oval 620"/>
            <p:cNvSpPr/>
            <p:nvPr/>
          </p:nvSpPr>
          <p:spPr>
            <a:xfrm>
              <a:off x="2262625" y="120613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2" name="Connector 621"/>
            <p:cNvCxnSpPr/>
            <p:nvPr/>
          </p:nvCxnSpPr>
          <p:spPr>
            <a:xfrm>
              <a:off x="2262625" y="123593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622"/>
            <p:cNvCxnSpPr/>
            <p:nvPr/>
          </p:nvCxnSpPr>
          <p:spPr>
            <a:xfrm>
              <a:off x="2292427" y="120613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" name="射灯 GU10_GF_客厅_13"/>
          <p:cNvGrpSpPr/>
          <p:nvPr/>
        </p:nvGrpSpPr>
        <p:grpSpPr>
          <a:xfrm>
            <a:off x="1153920" y="3270046"/>
            <a:ext cx="59604" cy="59604"/>
            <a:chOff x="1153920" y="3270046"/>
            <a:chExt cx="59604" cy="59604"/>
          </a:xfrm>
        </p:grpSpPr>
        <p:sp>
          <p:nvSpPr>
            <p:cNvPr id="625" name="Oval 624"/>
            <p:cNvSpPr/>
            <p:nvPr/>
          </p:nvSpPr>
          <p:spPr>
            <a:xfrm>
              <a:off x="1153920" y="327004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625"/>
            <p:cNvCxnSpPr/>
            <p:nvPr/>
          </p:nvCxnSpPr>
          <p:spPr>
            <a:xfrm>
              <a:off x="1153920" y="329984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626"/>
            <p:cNvCxnSpPr/>
            <p:nvPr/>
          </p:nvCxnSpPr>
          <p:spPr>
            <a:xfrm>
              <a:off x="1183722" y="327004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8" name="地灯 GroundLED_0"/>
          <p:cNvSpPr/>
          <p:nvPr/>
        </p:nvSpPr>
        <p:spPr>
          <a:xfrm>
            <a:off x="399978" y="274895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地灯 GroundLED_1"/>
          <p:cNvSpPr/>
          <p:nvPr/>
        </p:nvSpPr>
        <p:spPr>
          <a:xfrm>
            <a:off x="399978" y="2250521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地灯 GroundLED_2"/>
          <p:cNvSpPr/>
          <p:nvPr/>
        </p:nvSpPr>
        <p:spPr>
          <a:xfrm>
            <a:off x="399978" y="179176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地灯 GroundLED_3"/>
          <p:cNvSpPr/>
          <p:nvPr/>
        </p:nvSpPr>
        <p:spPr>
          <a:xfrm>
            <a:off x="455773" y="1578503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地灯 GroundLED_4"/>
          <p:cNvSpPr/>
          <p:nvPr/>
        </p:nvSpPr>
        <p:spPr>
          <a:xfrm>
            <a:off x="516527" y="1531388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9" name="图例（模型）"/>
          <p:cNvGrpSpPr/>
          <p:nvPr/>
        </p:nvGrpSpPr>
        <p:grpSpPr>
          <a:xfrm>
            <a:off x="6037142" y="914400"/>
            <a:ext cx="2980944" cy="1967990"/>
            <a:chOff x="6037142" y="914400"/>
            <a:chExt cx="2980944" cy="1967990"/>
          </a:xfrm>
        </p:grpSpPr>
        <p:sp>
          <p:nvSpPr>
            <p:cNvPr id="670" name="TextBox 669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671" name="图例"/>
            <p:cNvGrpSpPr/>
            <p:nvPr/>
          </p:nvGrpSpPr>
          <p:grpSpPr>
            <a:xfrm>
              <a:off x="6092134" y="1316864"/>
              <a:ext cx="146048" cy="146048"/>
              <a:chOff x="6092134" y="1316864"/>
              <a:chExt cx="146048" cy="146048"/>
            </a:xfrm>
          </p:grpSpPr>
          <p:sp>
            <p:nvSpPr>
              <p:cNvPr id="672" name="Oval 671"/>
              <p:cNvSpPr/>
              <p:nvPr/>
            </p:nvSpPr>
            <p:spPr>
              <a:xfrm>
                <a:off x="6092134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3" name="Connector 672"/>
              <p:cNvCxnSpPr/>
              <p:nvPr/>
            </p:nvCxnSpPr>
            <p:spPr>
              <a:xfrm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Connector 673"/>
              <p:cNvCxnSpPr/>
              <p:nvPr/>
            </p:nvCxnSpPr>
            <p:spPr>
              <a:xfrm flipV="1"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5" name="TextBox 67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6</a:t>
              </a:r>
            </a:p>
          </p:txBody>
        </p:sp>
        <p:grpSp>
          <p:nvGrpSpPr>
            <p:cNvPr id="676" name="图例"/>
            <p:cNvGrpSpPr/>
            <p:nvPr/>
          </p:nvGrpSpPr>
          <p:grpSpPr>
            <a:xfrm>
              <a:off x="6092134" y="1591184"/>
              <a:ext cx="146048" cy="146048"/>
              <a:chOff x="6092134" y="1591184"/>
              <a:chExt cx="146048" cy="146048"/>
            </a:xfrm>
          </p:grpSpPr>
          <p:sp>
            <p:nvSpPr>
              <p:cNvPr id="677" name="Oval 676"/>
              <p:cNvSpPr/>
              <p:nvPr/>
            </p:nvSpPr>
            <p:spPr>
              <a:xfrm>
                <a:off x="6092134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8" name="Connector 677"/>
              <p:cNvCxnSpPr/>
              <p:nvPr/>
            </p:nvCxnSpPr>
            <p:spPr>
              <a:xfrm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Connector 678"/>
              <p:cNvCxnSpPr/>
              <p:nvPr/>
            </p:nvCxnSpPr>
            <p:spPr>
              <a:xfrm flipV="1"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0" name="TextBox 679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2</a:t>
              </a:r>
            </a:p>
          </p:txBody>
        </p:sp>
        <p:grpSp>
          <p:nvGrpSpPr>
            <p:cNvPr id="681" name="图例"/>
            <p:cNvGrpSpPr/>
            <p:nvPr/>
          </p:nvGrpSpPr>
          <p:grpSpPr>
            <a:xfrm>
              <a:off x="6115502" y="1888872"/>
              <a:ext cx="99312" cy="99312"/>
              <a:chOff x="6115502" y="1888872"/>
              <a:chExt cx="99312" cy="99312"/>
            </a:xfrm>
          </p:grpSpPr>
          <p:sp>
            <p:nvSpPr>
              <p:cNvPr id="682" name="Oval 681"/>
              <p:cNvSpPr/>
              <p:nvPr/>
            </p:nvSpPr>
            <p:spPr>
              <a:xfrm>
                <a:off x="6115502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83" name="Connector 682"/>
              <p:cNvCxnSpPr/>
              <p:nvPr/>
            </p:nvCxnSpPr>
            <p:spPr>
              <a:xfrm>
                <a:off x="6115502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Connector 683"/>
              <p:cNvCxnSpPr/>
              <p:nvPr/>
            </p:nvCxnSpPr>
            <p:spPr>
              <a:xfrm>
                <a:off x="6165158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5" name="TextBox 684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30</a:t>
              </a:r>
            </a:p>
          </p:txBody>
        </p:sp>
        <p:grpSp>
          <p:nvGrpSpPr>
            <p:cNvPr id="686" name="图例"/>
            <p:cNvGrpSpPr/>
            <p:nvPr/>
          </p:nvGrpSpPr>
          <p:grpSpPr>
            <a:xfrm>
              <a:off x="6109660" y="2157350"/>
              <a:ext cx="110996" cy="99896"/>
              <a:chOff x="6109660" y="2157350"/>
              <a:chExt cx="110996" cy="99896"/>
            </a:xfrm>
          </p:grpSpPr>
          <p:sp>
            <p:nvSpPr>
              <p:cNvPr id="687" name="Isosceles Triangle 686"/>
              <p:cNvSpPr/>
              <p:nvPr/>
            </p:nvSpPr>
            <p:spPr>
              <a:xfrm>
                <a:off x="6109660" y="2157350"/>
                <a:ext cx="110996" cy="99896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88" name="TextBox 687"/>
            <p:cNvSpPr txBox="1"/>
            <p:nvPr/>
          </p:nvSpPr>
          <p:spPr>
            <a:xfrm>
              <a:off x="6366326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壁灯 / 户外墙灯 × 5</a:t>
              </a:r>
            </a:p>
          </p:txBody>
        </p:sp>
        <p:sp>
          <p:nvSpPr>
            <p:cNvPr id="689" name="图例"/>
            <p:cNvSpPr/>
            <p:nvPr/>
          </p:nvSpPr>
          <p:spPr>
            <a:xfrm>
              <a:off x="6141790" y="2463800"/>
              <a:ext cx="46736" cy="46736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0" name="TextBox 689"/>
            <p:cNvSpPr txBox="1"/>
            <p:nvPr/>
          </p:nvSpPr>
          <p:spPr>
            <a:xfrm>
              <a:off x="6366326" y="239572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围栏地灯 × 5</a:t>
              </a:r>
            </a:p>
          </p:txBody>
        </p:sp>
        <p:grpSp>
          <p:nvGrpSpPr>
            <p:cNvPr id="691" name="图例"/>
            <p:cNvGrpSpPr/>
            <p:nvPr/>
          </p:nvGrpSpPr>
          <p:grpSpPr>
            <a:xfrm>
              <a:off x="6105595" y="2778696"/>
              <a:ext cx="135825" cy="103694"/>
              <a:chOff x="6105595" y="2778696"/>
              <a:chExt cx="135825" cy="103694"/>
            </a:xfrm>
          </p:grpSpPr>
          <p:sp>
            <p:nvSpPr>
              <p:cNvPr id="692" name="Oval 691"/>
              <p:cNvSpPr/>
              <p:nvPr/>
            </p:nvSpPr>
            <p:spPr>
              <a:xfrm>
                <a:off x="6105595" y="277869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93" name="Connector 692"/>
              <p:cNvCxnSpPr/>
              <p:nvPr/>
            </p:nvCxnSpPr>
            <p:spPr>
              <a:xfrm>
                <a:off x="6137726" y="281082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Connector 693"/>
              <p:cNvCxnSpPr/>
              <p:nvPr/>
            </p:nvCxnSpPr>
            <p:spPr>
              <a:xfrm>
                <a:off x="6209289" y="288239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5" name="TextBox 694"/>
            <p:cNvSpPr txBox="1"/>
            <p:nvPr/>
          </p:nvSpPr>
          <p:spPr>
            <a:xfrm>
              <a:off x="6366326" y="26700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13</a:t>
              </a:r>
            </a:p>
          </p:txBody>
        </p:sp>
      </p:grpSp>
      <p:sp>
        <p:nvSpPr>
          <p:cNvPr id="696" name="TextBox 695"/>
          <p:cNvSpPr txBox="1"/>
          <p:nvPr/>
        </p:nvSpPr>
        <p:spPr>
          <a:xfrm>
            <a:off x="6037142" y="31272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sp>
        <p:nvSpPr>
          <p:cNvPr id="748" name="墙_V15_Concealed_Door_Leaf">
            <a:extLst>
              <a:ext uri="{FF2B5EF4-FFF2-40B4-BE49-F238E27FC236}">
                <a16:creationId xmlns:a16="http://schemas.microsoft.com/office/drawing/2014/main" id="{9BC9DF1A-D7F0-228D-888E-3A1F446E6C76}"/>
              </a:ext>
            </a:extLst>
          </p:cNvPr>
          <p:cNvSpPr/>
          <p:nvPr/>
        </p:nvSpPr>
        <p:spPr>
          <a:xfrm flipH="1">
            <a:off x="1273148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866B8A09-6C3B-04B5-9451-511ECEDC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54" y="1071822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47DAA808-99FB-18CD-40ED-C6A0B1EAC760}"/>
              </a:ext>
            </a:extLst>
          </p:cNvPr>
          <p:cNvSpPr/>
          <p:nvPr/>
        </p:nvSpPr>
        <p:spPr>
          <a:xfrm>
            <a:off x="3740150" y="1206135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54D78119-D8C4-8961-8848-67CA56FF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33" y="1793889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471E0966-9B53-1C7D-8A8C-8C24D8A1F9E9}"/>
              </a:ext>
            </a:extLst>
          </p:cNvPr>
          <p:cNvSpPr/>
          <p:nvPr/>
        </p:nvSpPr>
        <p:spPr>
          <a:xfrm>
            <a:off x="3740150" y="203444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B9ED144-D457-BD39-9117-236D6C37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44" y="2374849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D25740DC-2B97-77EB-300E-F2E84243779E}"/>
              </a:ext>
            </a:extLst>
          </p:cNvPr>
          <p:cNvSpPr/>
          <p:nvPr/>
        </p:nvSpPr>
        <p:spPr>
          <a:xfrm>
            <a:off x="3768682" y="271855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30122C49-E669-9C2B-C6DA-1250246A5DF9}"/>
              </a:ext>
            </a:extLst>
          </p:cNvPr>
          <p:cNvSpPr/>
          <p:nvPr/>
        </p:nvSpPr>
        <p:spPr>
          <a:xfrm>
            <a:off x="2256766" y="458960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A393F089-AF5B-0702-C11F-96E7B2F436FE}"/>
              </a:ext>
            </a:extLst>
          </p:cNvPr>
          <p:cNvSpPr/>
          <p:nvPr/>
        </p:nvSpPr>
        <p:spPr>
          <a:xfrm>
            <a:off x="1638341" y="3048152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B664C274-219A-3E7F-AEAB-6759C0CC2CA3}"/>
              </a:ext>
            </a:extLst>
          </p:cNvPr>
          <p:cNvSpPr/>
          <p:nvPr/>
        </p:nvSpPr>
        <p:spPr>
          <a:xfrm>
            <a:off x="900354" y="3297011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0DB42552-1435-DFFF-C9D1-548BD7EC5DAD}"/>
              </a:ext>
            </a:extLst>
          </p:cNvPr>
          <p:cNvSpPr/>
          <p:nvPr/>
        </p:nvSpPr>
        <p:spPr>
          <a:xfrm>
            <a:off x="1995135" y="287774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4" name="Oval 723">
            <a:extLst>
              <a:ext uri="{FF2B5EF4-FFF2-40B4-BE49-F238E27FC236}">
                <a16:creationId xmlns:a16="http://schemas.microsoft.com/office/drawing/2014/main" id="{BF574618-2483-0BBF-36ED-F9A9400E1375}"/>
              </a:ext>
            </a:extLst>
          </p:cNvPr>
          <p:cNvSpPr/>
          <p:nvPr/>
        </p:nvSpPr>
        <p:spPr>
          <a:xfrm>
            <a:off x="2000513" y="127245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061CA920-9DB2-3AB2-C8F5-87EF93DED898}"/>
              </a:ext>
            </a:extLst>
          </p:cNvPr>
          <p:cNvSpPr/>
          <p:nvPr/>
        </p:nvSpPr>
        <p:spPr>
          <a:xfrm>
            <a:off x="1996990" y="105608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381AC970-2266-CF60-37FC-F49E9AFDE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935" y="3217876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9FF29661-7325-A3BF-FA0E-7789700B6556}"/>
              </a:ext>
            </a:extLst>
          </p:cNvPr>
          <p:cNvSpPr/>
          <p:nvPr/>
        </p:nvSpPr>
        <p:spPr>
          <a:xfrm>
            <a:off x="3819525" y="361665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7" name="Oval 746">
            <a:extLst>
              <a:ext uri="{FF2B5EF4-FFF2-40B4-BE49-F238E27FC236}">
                <a16:creationId xmlns:a16="http://schemas.microsoft.com/office/drawing/2014/main" id="{8C0C14B1-68BA-5CA2-B82B-653B68DB66C6}"/>
              </a:ext>
            </a:extLst>
          </p:cNvPr>
          <p:cNvSpPr/>
          <p:nvPr/>
        </p:nvSpPr>
        <p:spPr>
          <a:xfrm>
            <a:off x="916269" y="3159245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71AD17C9-8AB8-EB09-6430-4252689F2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935" y="4082418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4C1021B5-1FE5-A5B6-1AF3-BCD54CEE6D9B}"/>
              </a:ext>
            </a:extLst>
          </p:cNvPr>
          <p:cNvSpPr/>
          <p:nvPr/>
        </p:nvSpPr>
        <p:spPr>
          <a:xfrm>
            <a:off x="3768682" y="450829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8" name="Oval 757">
            <a:extLst>
              <a:ext uri="{FF2B5EF4-FFF2-40B4-BE49-F238E27FC236}">
                <a16:creationId xmlns:a16="http://schemas.microsoft.com/office/drawing/2014/main" id="{ED12A25C-0AEA-7834-8D2C-78602A14BB32}"/>
              </a:ext>
            </a:extLst>
          </p:cNvPr>
          <p:cNvSpPr/>
          <p:nvPr/>
        </p:nvSpPr>
        <p:spPr>
          <a:xfrm>
            <a:off x="2453195" y="15592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0" name="Oval 759">
            <a:extLst>
              <a:ext uri="{FF2B5EF4-FFF2-40B4-BE49-F238E27FC236}">
                <a16:creationId xmlns:a16="http://schemas.microsoft.com/office/drawing/2014/main" id="{F786A09A-7521-47B4-32E7-5F2484E49BFC}"/>
              </a:ext>
            </a:extLst>
          </p:cNvPr>
          <p:cNvSpPr/>
          <p:nvPr/>
        </p:nvSpPr>
        <p:spPr>
          <a:xfrm>
            <a:off x="2476589" y="17116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2" name="Oval 761">
            <a:extLst>
              <a:ext uri="{FF2B5EF4-FFF2-40B4-BE49-F238E27FC236}">
                <a16:creationId xmlns:a16="http://schemas.microsoft.com/office/drawing/2014/main" id="{6E4438FD-DE2A-FFB5-AA3A-97C827690BEA}"/>
              </a:ext>
            </a:extLst>
          </p:cNvPr>
          <p:cNvSpPr/>
          <p:nvPr/>
        </p:nvSpPr>
        <p:spPr>
          <a:xfrm>
            <a:off x="2453729" y="2275370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4" name="Oval 763">
            <a:extLst>
              <a:ext uri="{FF2B5EF4-FFF2-40B4-BE49-F238E27FC236}">
                <a16:creationId xmlns:a16="http://schemas.microsoft.com/office/drawing/2014/main" id="{2B477AE7-2ADD-C6E6-96E4-4FAE1AC662E7}"/>
              </a:ext>
            </a:extLst>
          </p:cNvPr>
          <p:cNvSpPr/>
          <p:nvPr/>
        </p:nvSpPr>
        <p:spPr>
          <a:xfrm>
            <a:off x="2439168" y="110261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6" name="Oval 765">
            <a:extLst>
              <a:ext uri="{FF2B5EF4-FFF2-40B4-BE49-F238E27FC236}">
                <a16:creationId xmlns:a16="http://schemas.microsoft.com/office/drawing/2014/main" id="{C3DE1AD5-D0C2-813B-63A0-0F5412A3BDCA}"/>
              </a:ext>
            </a:extLst>
          </p:cNvPr>
          <p:cNvSpPr/>
          <p:nvPr/>
        </p:nvSpPr>
        <p:spPr>
          <a:xfrm>
            <a:off x="2431897" y="1239998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93CC60-E935-A9CF-ED35-4905F9DD38E9}"/>
              </a:ext>
            </a:extLst>
          </p:cNvPr>
          <p:cNvSpPr/>
          <p:nvPr/>
        </p:nvSpPr>
        <p:spPr>
          <a:xfrm>
            <a:off x="2438004" y="384369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D4B08C1F-1212-13F7-B847-83DB4E203470}"/>
              </a:ext>
            </a:extLst>
          </p:cNvPr>
          <p:cNvSpPr/>
          <p:nvPr/>
        </p:nvSpPr>
        <p:spPr>
          <a:xfrm>
            <a:off x="1137597" y="394978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86953E16-A40D-1441-4259-AD387971B57E}"/>
              </a:ext>
            </a:extLst>
          </p:cNvPr>
          <p:cNvSpPr/>
          <p:nvPr/>
        </p:nvSpPr>
        <p:spPr>
          <a:xfrm>
            <a:off x="571513" y="4567645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77BDC883-101B-BE19-1E30-A033CFC0A43D}"/>
              </a:ext>
            </a:extLst>
          </p:cNvPr>
          <p:cNvSpPr/>
          <p:nvPr/>
        </p:nvSpPr>
        <p:spPr>
          <a:xfrm>
            <a:off x="455866" y="304418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2023B68-73C3-392E-BF73-FD32C2662DB4}"/>
              </a:ext>
            </a:extLst>
          </p:cNvPr>
          <p:cNvSpPr/>
          <p:nvPr/>
        </p:nvSpPr>
        <p:spPr>
          <a:xfrm>
            <a:off x="2116007" y="4916479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B22B5B9-C46B-B85A-AC92-0FBF23BB9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945" y="5035876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78E32A53-4F77-B792-8657-914C0C95DF51}"/>
              </a:ext>
            </a:extLst>
          </p:cNvPr>
          <p:cNvSpPr/>
          <p:nvPr/>
        </p:nvSpPr>
        <p:spPr>
          <a:xfrm>
            <a:off x="3818212" y="5273755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C7E2DFBD-FE93-B331-353F-44E879D78094}"/>
              </a:ext>
            </a:extLst>
          </p:cNvPr>
          <p:cNvSpPr/>
          <p:nvPr/>
        </p:nvSpPr>
        <p:spPr>
          <a:xfrm>
            <a:off x="2036038" y="3841193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281A94D6-4D66-257D-3832-A2DFBFE90DEC}"/>
              </a:ext>
            </a:extLst>
          </p:cNvPr>
          <p:cNvSpPr/>
          <p:nvPr/>
        </p:nvSpPr>
        <p:spPr>
          <a:xfrm>
            <a:off x="2162897" y="388550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90F4580B-4732-62A6-920E-9BB4EE8A5A10}"/>
              </a:ext>
            </a:extLst>
          </p:cNvPr>
          <p:cNvSpPr/>
          <p:nvPr/>
        </p:nvSpPr>
        <p:spPr>
          <a:xfrm>
            <a:off x="1950050" y="3962348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697B440F-DC5F-3CE9-1626-199F98164826}"/>
              </a:ext>
            </a:extLst>
          </p:cNvPr>
          <p:cNvSpPr/>
          <p:nvPr/>
        </p:nvSpPr>
        <p:spPr>
          <a:xfrm>
            <a:off x="1763039" y="2381711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4D5F-A7B3-B22D-B964-27601CAF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C8683-4E65-6AE9-99B8-0F0481A0CE77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A34B-76FC-FAF8-5CF3-C582BF211F1D}"/>
              </a:ext>
            </a:extLst>
          </p:cNvPr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AED60F04-D0AC-F875-2F62-C3B84639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864" y="1136251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B0B7CB48-292B-7091-22F8-94C3252A99F4}"/>
              </a:ext>
            </a:extLst>
          </p:cNvPr>
          <p:cNvSpPr/>
          <p:nvPr/>
        </p:nvSpPr>
        <p:spPr>
          <a:xfrm>
            <a:off x="-475668" y="127056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7A87F72E-7D7B-410F-350E-62EEE89F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3985" y="1858318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9083E58B-3491-D861-8DFC-91E1990E367D}"/>
              </a:ext>
            </a:extLst>
          </p:cNvPr>
          <p:cNvSpPr/>
          <p:nvPr/>
        </p:nvSpPr>
        <p:spPr>
          <a:xfrm>
            <a:off x="-475668" y="209887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861F795-7AFE-2061-C22A-F09E2ED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874" y="2439278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CB89A773-E8EC-7A55-D70F-B32C3714700C}"/>
              </a:ext>
            </a:extLst>
          </p:cNvPr>
          <p:cNvSpPr/>
          <p:nvPr/>
        </p:nvSpPr>
        <p:spPr>
          <a:xfrm>
            <a:off x="-447136" y="278298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F6AF25CB-21AA-75C3-D359-A813AD7B1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11883" y="3282305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30D58972-3E99-7D21-BCEE-23107121AC6A}"/>
              </a:ext>
            </a:extLst>
          </p:cNvPr>
          <p:cNvSpPr/>
          <p:nvPr/>
        </p:nvSpPr>
        <p:spPr>
          <a:xfrm>
            <a:off x="-396293" y="3681082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D68A0B3C-22C1-C6B2-B72D-AD3D62214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1883" y="4146847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3F65E176-2953-1C5F-8CD3-C2BEB857CE31}"/>
              </a:ext>
            </a:extLst>
          </p:cNvPr>
          <p:cNvSpPr/>
          <p:nvPr/>
        </p:nvSpPr>
        <p:spPr>
          <a:xfrm>
            <a:off x="-447136" y="4572724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D6F195C-034C-1D79-F3E5-0F4CD4F58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6873" y="5100305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CB6354C8-27B0-22B6-6376-9A8F13B49EE2}"/>
              </a:ext>
            </a:extLst>
          </p:cNvPr>
          <p:cNvSpPr/>
          <p:nvPr/>
        </p:nvSpPr>
        <p:spPr>
          <a:xfrm>
            <a:off x="-397606" y="5338184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436408" y="-1536172"/>
            <a:ext cx="5319185" cy="1087014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  <p:grpSp>
          <p:nvGrpSpPr>
            <p:cNvPr id="437" name="壁灯 F32">
              <a:extLst>
                <a:ext uri="{FF2B5EF4-FFF2-40B4-BE49-F238E27FC236}">
                  <a16:creationId xmlns:a16="http://schemas.microsoft.com/office/drawing/2014/main" id="{A5DDF3F5-052D-39E3-F5FD-09A6C1914BB7}"/>
                </a:ext>
              </a:extLst>
            </p:cNvPr>
            <p:cNvGrpSpPr/>
            <p:nvPr/>
          </p:nvGrpSpPr>
          <p:grpSpPr>
            <a:xfrm>
              <a:off x="2123301" y="3868459"/>
              <a:ext cx="268218" cy="86250"/>
              <a:chOff x="2165880" y="3887464"/>
              <a:chExt cx="268218" cy="86250"/>
            </a:xfrm>
          </p:grpSpPr>
          <p:sp>
            <p:nvSpPr>
              <p:cNvPr id="438" name="Isosceles Triangle 437">
                <a:extLst>
                  <a:ext uri="{FF2B5EF4-FFF2-40B4-BE49-F238E27FC236}">
                    <a16:creationId xmlns:a16="http://schemas.microsoft.com/office/drawing/2014/main" id="{8F24EB1A-974A-83B6-F01A-99743A5BFCE9}"/>
                  </a:ext>
                </a:extLst>
              </p:cNvPr>
              <p:cNvSpPr/>
              <p:nvPr/>
            </p:nvSpPr>
            <p:spPr>
              <a:xfrm>
                <a:off x="2165880" y="391376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9FC51B4F-1D58-EAB5-F787-76CF9CB24CC3}"/>
                  </a:ext>
                </a:extLst>
              </p:cNvPr>
              <p:cNvSpPr txBox="1"/>
              <p:nvPr/>
            </p:nvSpPr>
            <p:spPr>
              <a:xfrm rot="16200000">
                <a:off x="2241261" y="388746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F32</a:t>
                </a:r>
              </a:p>
            </p:txBody>
          </p:sp>
        </p:grpSp>
        <p:grpSp>
          <p:nvGrpSpPr>
            <p:cNvPr id="440" name="主灯 G07">
              <a:extLst>
                <a:ext uri="{FF2B5EF4-FFF2-40B4-BE49-F238E27FC236}">
                  <a16:creationId xmlns:a16="http://schemas.microsoft.com/office/drawing/2014/main" id="{0BE9CEB3-2F81-E92E-3AE6-4F5F1396BA1B}"/>
                </a:ext>
              </a:extLst>
            </p:cNvPr>
            <p:cNvGrpSpPr/>
            <p:nvPr/>
          </p:nvGrpSpPr>
          <p:grpSpPr>
            <a:xfrm>
              <a:off x="1693453" y="3462189"/>
              <a:ext cx="289254" cy="113948"/>
              <a:chOff x="1800755" y="3349995"/>
              <a:chExt cx="289254" cy="113948"/>
            </a:xfrm>
          </p:grpSpPr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8A20D83-39A3-72A0-1C16-BB0B80B540D2}"/>
                  </a:ext>
                </a:extLst>
              </p:cNvPr>
              <p:cNvSpPr/>
              <p:nvPr/>
            </p:nvSpPr>
            <p:spPr>
              <a:xfrm>
                <a:off x="1800755" y="337629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2" name="Connector 441">
                <a:extLst>
                  <a:ext uri="{FF2B5EF4-FFF2-40B4-BE49-F238E27FC236}">
                    <a16:creationId xmlns:a16="http://schemas.microsoft.com/office/drawing/2014/main" id="{6FF8A2C7-AB56-9F67-7932-E7B6C70A4C6D}"/>
                  </a:ext>
                </a:extLst>
              </p:cNvPr>
              <p:cNvCxnSpPr/>
              <p:nvPr/>
            </p:nvCxnSpPr>
            <p:spPr>
              <a:xfrm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nector 442">
                <a:extLst>
                  <a:ext uri="{FF2B5EF4-FFF2-40B4-BE49-F238E27FC236}">
                    <a16:creationId xmlns:a16="http://schemas.microsoft.com/office/drawing/2014/main" id="{DDDB79BE-AACF-8FF6-8B4F-027CD5665340}"/>
                  </a:ext>
                </a:extLst>
              </p:cNvPr>
              <p:cNvCxnSpPr/>
              <p:nvPr/>
            </p:nvCxnSpPr>
            <p:spPr>
              <a:xfrm flipV="1"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C331CBCD-A42F-439E-E5F4-D28AA02C6AA9}"/>
                  </a:ext>
                </a:extLst>
              </p:cNvPr>
              <p:cNvSpPr txBox="1"/>
              <p:nvPr/>
            </p:nvSpPr>
            <p:spPr>
              <a:xfrm rot="16200000">
                <a:off x="1897172" y="334999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G07</a:t>
                </a:r>
              </a:p>
            </p:txBody>
          </p:sp>
        </p:grpSp>
        <p:grpSp>
          <p:nvGrpSpPr>
            <p:cNvPr id="445" name="主灯 G06">
              <a:extLst>
                <a:ext uri="{FF2B5EF4-FFF2-40B4-BE49-F238E27FC236}">
                  <a16:creationId xmlns:a16="http://schemas.microsoft.com/office/drawing/2014/main" id="{25A545D4-0CFD-12B2-110F-067EFE1D8616}"/>
                </a:ext>
              </a:extLst>
            </p:cNvPr>
            <p:cNvGrpSpPr/>
            <p:nvPr/>
          </p:nvGrpSpPr>
          <p:grpSpPr>
            <a:xfrm>
              <a:off x="1724818" y="4458511"/>
              <a:ext cx="289254" cy="113948"/>
              <a:chOff x="1743720" y="4361740"/>
              <a:chExt cx="289254" cy="113948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17644B4B-AE49-0E7F-D75C-E74780E4F145}"/>
                  </a:ext>
                </a:extLst>
              </p:cNvPr>
              <p:cNvSpPr/>
              <p:nvPr/>
            </p:nvSpPr>
            <p:spPr>
              <a:xfrm>
                <a:off x="1743720" y="4388036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7" name="Connector 446">
                <a:extLst>
                  <a:ext uri="{FF2B5EF4-FFF2-40B4-BE49-F238E27FC236}">
                    <a16:creationId xmlns:a16="http://schemas.microsoft.com/office/drawing/2014/main" id="{E32A33AC-C8AF-8193-B309-0ACE3D534D49}"/>
                  </a:ext>
                </a:extLst>
              </p:cNvPr>
              <p:cNvCxnSpPr/>
              <p:nvPr/>
            </p:nvCxnSpPr>
            <p:spPr>
              <a:xfrm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nector 447">
                <a:extLst>
                  <a:ext uri="{FF2B5EF4-FFF2-40B4-BE49-F238E27FC236}">
                    <a16:creationId xmlns:a16="http://schemas.microsoft.com/office/drawing/2014/main" id="{BD67B8BC-7633-F7B5-C7B7-B890B39DE8D2}"/>
                  </a:ext>
                </a:extLst>
              </p:cNvPr>
              <p:cNvCxnSpPr/>
              <p:nvPr/>
            </p:nvCxnSpPr>
            <p:spPr>
              <a:xfrm flipV="1"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52B5B43-3B29-8110-61D4-73E52583ADC7}"/>
                  </a:ext>
                </a:extLst>
              </p:cNvPr>
              <p:cNvSpPr txBox="1"/>
              <p:nvPr/>
            </p:nvSpPr>
            <p:spPr>
              <a:xfrm rot="16200000">
                <a:off x="1840137" y="436174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G06</a:t>
                </a:r>
              </a:p>
            </p:txBody>
          </p:sp>
        </p:grpSp>
        <p:grpSp>
          <p:nvGrpSpPr>
            <p:cNvPr id="450" name="主灯 G08">
              <a:extLst>
                <a:ext uri="{FF2B5EF4-FFF2-40B4-BE49-F238E27FC236}">
                  <a16:creationId xmlns:a16="http://schemas.microsoft.com/office/drawing/2014/main" id="{759CA1CF-5FB1-A5E5-15F0-32DFA39B5518}"/>
                </a:ext>
              </a:extLst>
            </p:cNvPr>
            <p:cNvGrpSpPr/>
            <p:nvPr/>
          </p:nvGrpSpPr>
          <p:grpSpPr>
            <a:xfrm>
              <a:off x="2382138" y="4687897"/>
              <a:ext cx="289254" cy="113948"/>
              <a:chOff x="2369862" y="4717587"/>
              <a:chExt cx="289254" cy="113948"/>
            </a:xfrm>
          </p:grpSpPr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1F79A47A-0D8B-5CEB-D40C-DEA4A23B391B}"/>
                  </a:ext>
                </a:extLst>
              </p:cNvPr>
              <p:cNvSpPr/>
              <p:nvPr/>
            </p:nvSpPr>
            <p:spPr>
              <a:xfrm>
                <a:off x="2369862" y="4743883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2" name="Connector 451">
                <a:extLst>
                  <a:ext uri="{FF2B5EF4-FFF2-40B4-BE49-F238E27FC236}">
                    <a16:creationId xmlns:a16="http://schemas.microsoft.com/office/drawing/2014/main" id="{FCEB59E1-4018-C6F6-6CE5-3CFFB32B9A33}"/>
                  </a:ext>
                </a:extLst>
              </p:cNvPr>
              <p:cNvCxnSpPr/>
              <p:nvPr/>
            </p:nvCxnSpPr>
            <p:spPr>
              <a:xfrm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Connector 452">
                <a:extLst>
                  <a:ext uri="{FF2B5EF4-FFF2-40B4-BE49-F238E27FC236}">
                    <a16:creationId xmlns:a16="http://schemas.microsoft.com/office/drawing/2014/main" id="{F57D3E78-1481-63BA-6CD6-E0415672AEED}"/>
                  </a:ext>
                </a:extLst>
              </p:cNvPr>
              <p:cNvCxnSpPr/>
              <p:nvPr/>
            </p:nvCxnSpPr>
            <p:spPr>
              <a:xfrm flipV="1"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0B9AB86-D8A0-BBDE-4DDF-C5219D33BEF6}"/>
                  </a:ext>
                </a:extLst>
              </p:cNvPr>
              <p:cNvSpPr txBox="1"/>
              <p:nvPr/>
            </p:nvSpPr>
            <p:spPr>
              <a:xfrm rot="16200000">
                <a:off x="2466279" y="4717587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G08</a:t>
                </a:r>
              </a:p>
            </p:txBody>
          </p:sp>
        </p:grpSp>
        <p:grpSp>
          <p:nvGrpSpPr>
            <p:cNvPr id="455" name="主灯 G15">
              <a:extLst>
                <a:ext uri="{FF2B5EF4-FFF2-40B4-BE49-F238E27FC236}">
                  <a16:creationId xmlns:a16="http://schemas.microsoft.com/office/drawing/2014/main" id="{2AC73EE5-0C4A-C17D-C641-923C22DAB730}"/>
                </a:ext>
              </a:extLst>
            </p:cNvPr>
            <p:cNvGrpSpPr/>
            <p:nvPr/>
          </p:nvGrpSpPr>
          <p:grpSpPr>
            <a:xfrm>
              <a:off x="815652" y="4092643"/>
              <a:ext cx="289254" cy="113948"/>
              <a:chOff x="759252" y="4200555"/>
              <a:chExt cx="289254" cy="113948"/>
            </a:xfrm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96984350-1A71-A2C0-128C-1CD37012473F}"/>
                  </a:ext>
                </a:extLst>
              </p:cNvPr>
              <p:cNvSpPr/>
              <p:nvPr/>
            </p:nvSpPr>
            <p:spPr>
              <a:xfrm>
                <a:off x="759252" y="422685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7" name="Connector 456">
                <a:extLst>
                  <a:ext uri="{FF2B5EF4-FFF2-40B4-BE49-F238E27FC236}">
                    <a16:creationId xmlns:a16="http://schemas.microsoft.com/office/drawing/2014/main" id="{2886E8AE-5B93-166F-A7E3-14576B56367A}"/>
                  </a:ext>
                </a:extLst>
              </p:cNvPr>
              <p:cNvCxnSpPr/>
              <p:nvPr/>
            </p:nvCxnSpPr>
            <p:spPr>
              <a:xfrm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nector 457">
                <a:extLst>
                  <a:ext uri="{FF2B5EF4-FFF2-40B4-BE49-F238E27FC236}">
                    <a16:creationId xmlns:a16="http://schemas.microsoft.com/office/drawing/2014/main" id="{8DCAF5CF-7099-49AB-60CF-42F6652C4300}"/>
                  </a:ext>
                </a:extLst>
              </p:cNvPr>
              <p:cNvCxnSpPr/>
              <p:nvPr/>
            </p:nvCxnSpPr>
            <p:spPr>
              <a:xfrm flipV="1"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547AEEF-B7AD-97D8-B63D-A06C5F73932A}"/>
                  </a:ext>
                </a:extLst>
              </p:cNvPr>
              <p:cNvSpPr txBox="1"/>
              <p:nvPr/>
            </p:nvSpPr>
            <p:spPr>
              <a:xfrm rot="16200000">
                <a:off x="855669" y="420055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G15</a:t>
                </a:r>
              </a:p>
            </p:txBody>
          </p:sp>
        </p:grpSp>
        <p:grpSp>
          <p:nvGrpSpPr>
            <p:cNvPr id="460" name="主灯 G16">
              <a:extLst>
                <a:ext uri="{FF2B5EF4-FFF2-40B4-BE49-F238E27FC236}">
                  <a16:creationId xmlns:a16="http://schemas.microsoft.com/office/drawing/2014/main" id="{2E9B98D8-CC50-0F4D-FF75-7C2CF47294AD}"/>
                </a:ext>
              </a:extLst>
            </p:cNvPr>
            <p:cNvGrpSpPr/>
            <p:nvPr/>
          </p:nvGrpSpPr>
          <p:grpSpPr>
            <a:xfrm>
              <a:off x="655971" y="3315700"/>
              <a:ext cx="289254" cy="113948"/>
              <a:chOff x="727015" y="3667405"/>
              <a:chExt cx="289254" cy="113948"/>
            </a:xfrm>
          </p:grpSpPr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A7B09CE5-6B04-962F-FDDC-02FA87F8CA8F}"/>
                  </a:ext>
                </a:extLst>
              </p:cNvPr>
              <p:cNvSpPr/>
              <p:nvPr/>
            </p:nvSpPr>
            <p:spPr>
              <a:xfrm>
                <a:off x="727015" y="369370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2" name="Connector 461">
                <a:extLst>
                  <a:ext uri="{FF2B5EF4-FFF2-40B4-BE49-F238E27FC236}">
                    <a16:creationId xmlns:a16="http://schemas.microsoft.com/office/drawing/2014/main" id="{4BDF6EFD-1046-B0DC-3D04-F445919643BF}"/>
                  </a:ext>
                </a:extLst>
              </p:cNvPr>
              <p:cNvCxnSpPr/>
              <p:nvPr/>
            </p:nvCxnSpPr>
            <p:spPr>
              <a:xfrm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Connector 462">
                <a:extLst>
                  <a:ext uri="{FF2B5EF4-FFF2-40B4-BE49-F238E27FC236}">
                    <a16:creationId xmlns:a16="http://schemas.microsoft.com/office/drawing/2014/main" id="{E7A19EC9-B9BC-6B52-46DE-99D9BF536674}"/>
                  </a:ext>
                </a:extLst>
              </p:cNvPr>
              <p:cNvCxnSpPr/>
              <p:nvPr/>
            </p:nvCxnSpPr>
            <p:spPr>
              <a:xfrm flipV="1"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4976570-7976-DA28-9ABF-7AE568A02785}"/>
                  </a:ext>
                </a:extLst>
              </p:cNvPr>
              <p:cNvSpPr txBox="1"/>
              <p:nvPr/>
            </p:nvSpPr>
            <p:spPr>
              <a:xfrm rot="16200000">
                <a:off x="823432" y="36674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G16</a:t>
                </a:r>
              </a:p>
            </p:txBody>
          </p:sp>
        </p:grpSp>
        <p:grpSp>
          <p:nvGrpSpPr>
            <p:cNvPr id="465" name="壁灯 G25">
              <a:extLst>
                <a:ext uri="{FF2B5EF4-FFF2-40B4-BE49-F238E27FC236}">
                  <a16:creationId xmlns:a16="http://schemas.microsoft.com/office/drawing/2014/main" id="{88BDB3F3-903A-1630-247E-D75B02EEEAB9}"/>
                </a:ext>
              </a:extLst>
            </p:cNvPr>
            <p:cNvGrpSpPr/>
            <p:nvPr/>
          </p:nvGrpSpPr>
          <p:grpSpPr>
            <a:xfrm>
              <a:off x="2386579" y="4957484"/>
              <a:ext cx="268218" cy="86250"/>
              <a:chOff x="2386579" y="4957484"/>
              <a:chExt cx="268218" cy="86250"/>
            </a:xfrm>
          </p:grpSpPr>
          <p:sp>
            <p:nvSpPr>
              <p:cNvPr id="466" name="Isosceles Triangle 465">
                <a:extLst>
                  <a:ext uri="{FF2B5EF4-FFF2-40B4-BE49-F238E27FC236}">
                    <a16:creationId xmlns:a16="http://schemas.microsoft.com/office/drawing/2014/main" id="{29F83451-5F3E-B573-A0EF-7FA3F78245D0}"/>
                  </a:ext>
                </a:extLst>
              </p:cNvPr>
              <p:cNvSpPr/>
              <p:nvPr/>
            </p:nvSpPr>
            <p:spPr>
              <a:xfrm>
                <a:off x="2386579" y="498378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6ECAC26-3098-D312-21CD-1B4E53307198}"/>
                  </a:ext>
                </a:extLst>
              </p:cNvPr>
              <p:cNvSpPr txBox="1"/>
              <p:nvPr/>
            </p:nvSpPr>
            <p:spPr>
              <a:xfrm rot="16200000">
                <a:off x="2461960" y="495748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G25</a:t>
                </a:r>
              </a:p>
            </p:txBody>
          </p:sp>
        </p:grpSp>
        <p:grpSp>
          <p:nvGrpSpPr>
            <p:cNvPr id="468" name="壁灯 G26_1">
              <a:extLst>
                <a:ext uri="{FF2B5EF4-FFF2-40B4-BE49-F238E27FC236}">
                  <a16:creationId xmlns:a16="http://schemas.microsoft.com/office/drawing/2014/main" id="{B4A9346A-4F99-8206-0400-658D47819955}"/>
                </a:ext>
              </a:extLst>
            </p:cNvPr>
            <p:cNvGrpSpPr/>
            <p:nvPr/>
          </p:nvGrpSpPr>
          <p:grpSpPr>
            <a:xfrm>
              <a:off x="2143439" y="843064"/>
              <a:ext cx="268218" cy="86250"/>
              <a:chOff x="1266964" y="2951351"/>
              <a:chExt cx="268218" cy="86250"/>
            </a:xfrm>
          </p:grpSpPr>
          <p:sp>
            <p:nvSpPr>
              <p:cNvPr id="469" name="Isosceles Triangle 468">
                <a:extLst>
                  <a:ext uri="{FF2B5EF4-FFF2-40B4-BE49-F238E27FC236}">
                    <a16:creationId xmlns:a16="http://schemas.microsoft.com/office/drawing/2014/main" id="{447A7BE4-8FCD-747E-197C-6DBEBAB61625}"/>
                  </a:ext>
                </a:extLst>
              </p:cNvPr>
              <p:cNvSpPr/>
              <p:nvPr/>
            </p:nvSpPr>
            <p:spPr>
              <a:xfrm>
                <a:off x="1266964" y="2977647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1D663166-9DBE-BD9C-F3AF-7F1C4580BB15}"/>
                  </a:ext>
                </a:extLst>
              </p:cNvPr>
              <p:cNvSpPr txBox="1"/>
              <p:nvPr/>
            </p:nvSpPr>
            <p:spPr>
              <a:xfrm rot="16200000">
                <a:off x="1342345" y="2951351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G26_1</a:t>
                </a:r>
              </a:p>
            </p:txBody>
          </p:sp>
        </p:grpSp>
        <p:grpSp>
          <p:nvGrpSpPr>
            <p:cNvPr id="471" name="壁灯 G26_2">
              <a:extLst>
                <a:ext uri="{FF2B5EF4-FFF2-40B4-BE49-F238E27FC236}">
                  <a16:creationId xmlns:a16="http://schemas.microsoft.com/office/drawing/2014/main" id="{CA361E25-0261-1520-ABD0-F650B4A2440A}"/>
                </a:ext>
              </a:extLst>
            </p:cNvPr>
            <p:cNvGrpSpPr/>
            <p:nvPr/>
          </p:nvGrpSpPr>
          <p:grpSpPr>
            <a:xfrm>
              <a:off x="1689764" y="2154105"/>
              <a:ext cx="268218" cy="86250"/>
              <a:chOff x="1689764" y="2154105"/>
              <a:chExt cx="268218" cy="86250"/>
            </a:xfrm>
          </p:grpSpPr>
          <p:sp>
            <p:nvSpPr>
              <p:cNvPr id="472" name="Isosceles Triangle 471">
                <a:extLst>
                  <a:ext uri="{FF2B5EF4-FFF2-40B4-BE49-F238E27FC236}">
                    <a16:creationId xmlns:a16="http://schemas.microsoft.com/office/drawing/2014/main" id="{1CABC945-B9E0-2D66-0739-5D429DF16273}"/>
                  </a:ext>
                </a:extLst>
              </p:cNvPr>
              <p:cNvSpPr/>
              <p:nvPr/>
            </p:nvSpPr>
            <p:spPr>
              <a:xfrm>
                <a:off x="1689764" y="2180401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29F03877-1D73-E983-802D-866A7B607669}"/>
                  </a:ext>
                </a:extLst>
              </p:cNvPr>
              <p:cNvSpPr txBox="1"/>
              <p:nvPr/>
            </p:nvSpPr>
            <p:spPr>
              <a:xfrm rot="16200000">
                <a:off x="1765145" y="21541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G26_2</a:t>
                </a:r>
              </a:p>
            </p:txBody>
          </p:sp>
        </p:grpSp>
        <p:grpSp>
          <p:nvGrpSpPr>
            <p:cNvPr id="474" name="壁灯 G26_3">
              <a:extLst>
                <a:ext uri="{FF2B5EF4-FFF2-40B4-BE49-F238E27FC236}">
                  <a16:creationId xmlns:a16="http://schemas.microsoft.com/office/drawing/2014/main" id="{868EC94C-0C81-CD83-04C2-54CFD95D581C}"/>
                </a:ext>
              </a:extLst>
            </p:cNvPr>
            <p:cNvGrpSpPr/>
            <p:nvPr/>
          </p:nvGrpSpPr>
          <p:grpSpPr>
            <a:xfrm>
              <a:off x="1689764" y="1462250"/>
              <a:ext cx="268218" cy="86250"/>
              <a:chOff x="1689764" y="1462250"/>
              <a:chExt cx="268218" cy="86250"/>
            </a:xfrm>
          </p:grpSpPr>
          <p:sp>
            <p:nvSpPr>
              <p:cNvPr id="475" name="Isosceles Triangle 474">
                <a:extLst>
                  <a:ext uri="{FF2B5EF4-FFF2-40B4-BE49-F238E27FC236}">
                    <a16:creationId xmlns:a16="http://schemas.microsoft.com/office/drawing/2014/main" id="{B17174C3-EAE1-6EDA-68F7-30B34F546D64}"/>
                  </a:ext>
                </a:extLst>
              </p:cNvPr>
              <p:cNvSpPr/>
              <p:nvPr/>
            </p:nvSpPr>
            <p:spPr>
              <a:xfrm>
                <a:off x="1689764" y="1488546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2526D32C-F989-03F7-1FBA-AB3F923B0114}"/>
                  </a:ext>
                </a:extLst>
              </p:cNvPr>
              <p:cNvSpPr txBox="1"/>
              <p:nvPr/>
            </p:nvSpPr>
            <p:spPr>
              <a:xfrm rot="16200000">
                <a:off x="1765145" y="146225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G26_3</a:t>
                </a:r>
              </a:p>
            </p:txBody>
          </p:sp>
        </p:grpSp>
        <p:grpSp>
          <p:nvGrpSpPr>
            <p:cNvPr id="477" name="射灯 GU10_GF_起居室_1">
              <a:extLst>
                <a:ext uri="{FF2B5EF4-FFF2-40B4-BE49-F238E27FC236}">
                  <a16:creationId xmlns:a16="http://schemas.microsoft.com/office/drawing/2014/main" id="{92AE287E-0E44-0276-63CE-BDB57134D616}"/>
                </a:ext>
              </a:extLst>
            </p:cNvPr>
            <p:cNvGrpSpPr/>
            <p:nvPr/>
          </p:nvGrpSpPr>
          <p:grpSpPr>
            <a:xfrm>
              <a:off x="2000513" y="4197049"/>
              <a:ext cx="59604" cy="59604"/>
              <a:chOff x="2000513" y="4216574"/>
              <a:chExt cx="59604" cy="59604"/>
            </a:xfrm>
          </p:grpSpPr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074FCB88-E5A4-0754-8447-1966082A5C79}"/>
                  </a:ext>
                </a:extLst>
              </p:cNvPr>
              <p:cNvSpPr/>
              <p:nvPr/>
            </p:nvSpPr>
            <p:spPr>
              <a:xfrm>
                <a:off x="2000513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9" name="Connector 478">
                <a:extLst>
                  <a:ext uri="{FF2B5EF4-FFF2-40B4-BE49-F238E27FC236}">
                    <a16:creationId xmlns:a16="http://schemas.microsoft.com/office/drawing/2014/main" id="{FD5582A2-30C9-62DD-5CC8-F220BA44E74A}"/>
                  </a:ext>
                </a:extLst>
              </p:cNvPr>
              <p:cNvCxnSpPr/>
              <p:nvPr/>
            </p:nvCxnSpPr>
            <p:spPr>
              <a:xfrm>
                <a:off x="2000513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nector 479">
                <a:extLst>
                  <a:ext uri="{FF2B5EF4-FFF2-40B4-BE49-F238E27FC236}">
                    <a16:creationId xmlns:a16="http://schemas.microsoft.com/office/drawing/2014/main" id="{A4AA3552-5A10-C942-A739-81F4EFD0EFE7}"/>
                  </a:ext>
                </a:extLst>
              </p:cNvPr>
              <p:cNvCxnSpPr/>
              <p:nvPr/>
            </p:nvCxnSpPr>
            <p:spPr>
              <a:xfrm>
                <a:off x="2030315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" name="射灯 GU10_GF_起居室_2">
              <a:extLst>
                <a:ext uri="{FF2B5EF4-FFF2-40B4-BE49-F238E27FC236}">
                  <a16:creationId xmlns:a16="http://schemas.microsoft.com/office/drawing/2014/main" id="{912F68A0-F5DB-E6E9-3A64-49A953575703}"/>
                </a:ext>
              </a:extLst>
            </p:cNvPr>
            <p:cNvGrpSpPr/>
            <p:nvPr/>
          </p:nvGrpSpPr>
          <p:grpSpPr>
            <a:xfrm>
              <a:off x="2000513" y="4502060"/>
              <a:ext cx="59604" cy="59604"/>
              <a:chOff x="2000513" y="4521585"/>
              <a:chExt cx="59604" cy="59604"/>
            </a:xfrm>
          </p:grpSpPr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634832AB-3485-4DD6-9E7C-DC17F7B28530}"/>
                  </a:ext>
                </a:extLst>
              </p:cNvPr>
              <p:cNvSpPr/>
              <p:nvPr/>
            </p:nvSpPr>
            <p:spPr>
              <a:xfrm>
                <a:off x="2000513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3" name="Connector 482">
                <a:extLst>
                  <a:ext uri="{FF2B5EF4-FFF2-40B4-BE49-F238E27FC236}">
                    <a16:creationId xmlns:a16="http://schemas.microsoft.com/office/drawing/2014/main" id="{86888CA6-D58C-E8C2-3096-68038F6F559A}"/>
                  </a:ext>
                </a:extLst>
              </p:cNvPr>
              <p:cNvCxnSpPr/>
              <p:nvPr/>
            </p:nvCxnSpPr>
            <p:spPr>
              <a:xfrm>
                <a:off x="2000513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Connector 483">
                <a:extLst>
                  <a:ext uri="{FF2B5EF4-FFF2-40B4-BE49-F238E27FC236}">
                    <a16:creationId xmlns:a16="http://schemas.microsoft.com/office/drawing/2014/main" id="{B176C817-D12B-58A8-291E-DB8D286641CB}"/>
                  </a:ext>
                </a:extLst>
              </p:cNvPr>
              <p:cNvCxnSpPr/>
              <p:nvPr/>
            </p:nvCxnSpPr>
            <p:spPr>
              <a:xfrm>
                <a:off x="2030315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射灯 GU10_GF_起居室_3">
              <a:extLst>
                <a:ext uri="{FF2B5EF4-FFF2-40B4-BE49-F238E27FC236}">
                  <a16:creationId xmlns:a16="http://schemas.microsoft.com/office/drawing/2014/main" id="{96201433-CFD6-7DB7-BCBB-C2279FF248FC}"/>
                </a:ext>
              </a:extLst>
            </p:cNvPr>
            <p:cNvGrpSpPr/>
            <p:nvPr/>
          </p:nvGrpSpPr>
          <p:grpSpPr>
            <a:xfrm>
              <a:off x="2000513" y="4808560"/>
              <a:ext cx="59604" cy="59604"/>
              <a:chOff x="2000513" y="4828085"/>
              <a:chExt cx="59604" cy="59604"/>
            </a:xfrm>
          </p:grpSpPr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465543B-5C90-27E0-D8F1-96137C8C7498}"/>
                  </a:ext>
                </a:extLst>
              </p:cNvPr>
              <p:cNvSpPr/>
              <p:nvPr/>
            </p:nvSpPr>
            <p:spPr>
              <a:xfrm>
                <a:off x="2000513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7" name="Connector 486">
                <a:extLst>
                  <a:ext uri="{FF2B5EF4-FFF2-40B4-BE49-F238E27FC236}">
                    <a16:creationId xmlns:a16="http://schemas.microsoft.com/office/drawing/2014/main" id="{340A7698-5892-2379-8D3F-694AC47EDFF9}"/>
                  </a:ext>
                </a:extLst>
              </p:cNvPr>
              <p:cNvCxnSpPr/>
              <p:nvPr/>
            </p:nvCxnSpPr>
            <p:spPr>
              <a:xfrm>
                <a:off x="2000513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nector 487">
                <a:extLst>
                  <a:ext uri="{FF2B5EF4-FFF2-40B4-BE49-F238E27FC236}">
                    <a16:creationId xmlns:a16="http://schemas.microsoft.com/office/drawing/2014/main" id="{C1AB2969-A890-F9AE-7E27-F436201B400A}"/>
                  </a:ext>
                </a:extLst>
              </p:cNvPr>
              <p:cNvCxnSpPr/>
              <p:nvPr/>
            </p:nvCxnSpPr>
            <p:spPr>
              <a:xfrm>
                <a:off x="2030315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9" name="射灯 GU10_GF_起居室_4">
              <a:extLst>
                <a:ext uri="{FF2B5EF4-FFF2-40B4-BE49-F238E27FC236}">
                  <a16:creationId xmlns:a16="http://schemas.microsoft.com/office/drawing/2014/main" id="{BB6BA7F1-E3D4-CF1E-D722-A5D3547E5492}"/>
                </a:ext>
              </a:extLst>
            </p:cNvPr>
            <p:cNvGrpSpPr/>
            <p:nvPr/>
          </p:nvGrpSpPr>
          <p:grpSpPr>
            <a:xfrm>
              <a:off x="1746993" y="4805054"/>
              <a:ext cx="59604" cy="59604"/>
              <a:chOff x="1780062" y="4828085"/>
              <a:chExt cx="59604" cy="59604"/>
            </a:xfrm>
          </p:grpSpPr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9CB3E5EE-06CF-1781-23C0-0B40C342AEF5}"/>
                  </a:ext>
                </a:extLst>
              </p:cNvPr>
              <p:cNvSpPr/>
              <p:nvPr/>
            </p:nvSpPr>
            <p:spPr>
              <a:xfrm>
                <a:off x="1780062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1" name="Connector 490">
                <a:extLst>
                  <a:ext uri="{FF2B5EF4-FFF2-40B4-BE49-F238E27FC236}">
                    <a16:creationId xmlns:a16="http://schemas.microsoft.com/office/drawing/2014/main" id="{C36D4F76-6316-3E6B-A373-55576D0FDDBB}"/>
                  </a:ext>
                </a:extLst>
              </p:cNvPr>
              <p:cNvCxnSpPr/>
              <p:nvPr/>
            </p:nvCxnSpPr>
            <p:spPr>
              <a:xfrm>
                <a:off x="1780062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nector 491">
                <a:extLst>
                  <a:ext uri="{FF2B5EF4-FFF2-40B4-BE49-F238E27FC236}">
                    <a16:creationId xmlns:a16="http://schemas.microsoft.com/office/drawing/2014/main" id="{30D0A986-BF04-96AB-F801-0B8404385337}"/>
                  </a:ext>
                </a:extLst>
              </p:cNvPr>
              <p:cNvCxnSpPr/>
              <p:nvPr/>
            </p:nvCxnSpPr>
            <p:spPr>
              <a:xfrm>
                <a:off x="1809864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3" name="射灯 GU10_GF_起居室_5">
              <a:extLst>
                <a:ext uri="{FF2B5EF4-FFF2-40B4-BE49-F238E27FC236}">
                  <a16:creationId xmlns:a16="http://schemas.microsoft.com/office/drawing/2014/main" id="{3E98B6B1-3309-7606-BC05-7B42F772A754}"/>
                </a:ext>
              </a:extLst>
            </p:cNvPr>
            <p:cNvGrpSpPr/>
            <p:nvPr/>
          </p:nvGrpSpPr>
          <p:grpSpPr>
            <a:xfrm>
              <a:off x="1475578" y="4498554"/>
              <a:ext cx="59604" cy="59604"/>
              <a:chOff x="1562090" y="4521585"/>
              <a:chExt cx="59604" cy="59604"/>
            </a:xfrm>
          </p:grpSpPr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7DE01781-2028-6D85-5A40-30EE88A35BEA}"/>
                  </a:ext>
                </a:extLst>
              </p:cNvPr>
              <p:cNvSpPr/>
              <p:nvPr/>
            </p:nvSpPr>
            <p:spPr>
              <a:xfrm>
                <a:off x="1562090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5" name="Connector 494">
                <a:extLst>
                  <a:ext uri="{FF2B5EF4-FFF2-40B4-BE49-F238E27FC236}">
                    <a16:creationId xmlns:a16="http://schemas.microsoft.com/office/drawing/2014/main" id="{744642F2-CDCE-F8F6-AF80-C7EB99BB30C5}"/>
                  </a:ext>
                </a:extLst>
              </p:cNvPr>
              <p:cNvCxnSpPr/>
              <p:nvPr/>
            </p:nvCxnSpPr>
            <p:spPr>
              <a:xfrm>
                <a:off x="1562090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Connector 495">
                <a:extLst>
                  <a:ext uri="{FF2B5EF4-FFF2-40B4-BE49-F238E27FC236}">
                    <a16:creationId xmlns:a16="http://schemas.microsoft.com/office/drawing/2014/main" id="{8D2772C4-E37B-0B18-103B-3FDD54F7FB99}"/>
                  </a:ext>
                </a:extLst>
              </p:cNvPr>
              <p:cNvCxnSpPr/>
              <p:nvPr/>
            </p:nvCxnSpPr>
            <p:spPr>
              <a:xfrm>
                <a:off x="1591892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射灯 GU10_GF_起居室_6">
              <a:extLst>
                <a:ext uri="{FF2B5EF4-FFF2-40B4-BE49-F238E27FC236}">
                  <a16:creationId xmlns:a16="http://schemas.microsoft.com/office/drawing/2014/main" id="{B9948CF9-4EC4-8D84-D202-D05223519439}"/>
                </a:ext>
              </a:extLst>
            </p:cNvPr>
            <p:cNvGrpSpPr/>
            <p:nvPr/>
          </p:nvGrpSpPr>
          <p:grpSpPr>
            <a:xfrm>
              <a:off x="1475578" y="4193543"/>
              <a:ext cx="59604" cy="59604"/>
              <a:chOff x="1562090" y="4216574"/>
              <a:chExt cx="59604" cy="59604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A90B7FF-F2A1-1B3A-6AA2-E7437333ECE7}"/>
                  </a:ext>
                </a:extLst>
              </p:cNvPr>
              <p:cNvSpPr/>
              <p:nvPr/>
            </p:nvSpPr>
            <p:spPr>
              <a:xfrm>
                <a:off x="1562090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9" name="Connector 498">
                <a:extLst>
                  <a:ext uri="{FF2B5EF4-FFF2-40B4-BE49-F238E27FC236}">
                    <a16:creationId xmlns:a16="http://schemas.microsoft.com/office/drawing/2014/main" id="{79512334-F30B-583F-35BD-66919E4A43AC}"/>
                  </a:ext>
                </a:extLst>
              </p:cNvPr>
              <p:cNvCxnSpPr/>
              <p:nvPr/>
            </p:nvCxnSpPr>
            <p:spPr>
              <a:xfrm>
                <a:off x="1562090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nector 499">
                <a:extLst>
                  <a:ext uri="{FF2B5EF4-FFF2-40B4-BE49-F238E27FC236}">
                    <a16:creationId xmlns:a16="http://schemas.microsoft.com/office/drawing/2014/main" id="{9CFCFC93-93FB-07EA-73E8-1091AF698707}"/>
                  </a:ext>
                </a:extLst>
              </p:cNvPr>
              <p:cNvCxnSpPr/>
              <p:nvPr/>
            </p:nvCxnSpPr>
            <p:spPr>
              <a:xfrm>
                <a:off x="1591892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射灯 GU10_GF_起居室_7">
              <a:extLst>
                <a:ext uri="{FF2B5EF4-FFF2-40B4-BE49-F238E27FC236}">
                  <a16:creationId xmlns:a16="http://schemas.microsoft.com/office/drawing/2014/main" id="{D2EBEA99-4332-4814-11F9-C7B1CA918672}"/>
                </a:ext>
              </a:extLst>
            </p:cNvPr>
            <p:cNvGrpSpPr/>
            <p:nvPr/>
          </p:nvGrpSpPr>
          <p:grpSpPr>
            <a:xfrm>
              <a:off x="1742033" y="4193543"/>
              <a:ext cx="59604" cy="59604"/>
              <a:chOff x="1775102" y="4216574"/>
              <a:chExt cx="59604" cy="59604"/>
            </a:xfrm>
          </p:grpSpPr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DAA9D8B5-F30B-9ECA-8AE6-4620375C73E1}"/>
                  </a:ext>
                </a:extLst>
              </p:cNvPr>
              <p:cNvSpPr/>
              <p:nvPr/>
            </p:nvSpPr>
            <p:spPr>
              <a:xfrm>
                <a:off x="1775102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3" name="Connector 502">
                <a:extLst>
                  <a:ext uri="{FF2B5EF4-FFF2-40B4-BE49-F238E27FC236}">
                    <a16:creationId xmlns:a16="http://schemas.microsoft.com/office/drawing/2014/main" id="{E6779262-FCE3-33AC-D332-9C838C881755}"/>
                  </a:ext>
                </a:extLst>
              </p:cNvPr>
              <p:cNvCxnSpPr/>
              <p:nvPr/>
            </p:nvCxnSpPr>
            <p:spPr>
              <a:xfrm>
                <a:off x="1775102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nector 503">
                <a:extLst>
                  <a:ext uri="{FF2B5EF4-FFF2-40B4-BE49-F238E27FC236}">
                    <a16:creationId xmlns:a16="http://schemas.microsoft.com/office/drawing/2014/main" id="{21389C46-4DBD-8DC7-FD4E-1CA7E854583E}"/>
                  </a:ext>
                </a:extLst>
              </p:cNvPr>
              <p:cNvCxnSpPr/>
              <p:nvPr/>
            </p:nvCxnSpPr>
            <p:spPr>
              <a:xfrm>
                <a:off x="1804904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5" name="射灯 GU10_GF_电梯井_1">
              <a:extLst>
                <a:ext uri="{FF2B5EF4-FFF2-40B4-BE49-F238E27FC236}">
                  <a16:creationId xmlns:a16="http://schemas.microsoft.com/office/drawing/2014/main" id="{2B7821CD-33C9-9B4D-3371-352F639B0E51}"/>
                </a:ext>
              </a:extLst>
            </p:cNvPr>
            <p:cNvGrpSpPr/>
            <p:nvPr/>
          </p:nvGrpSpPr>
          <p:grpSpPr>
            <a:xfrm>
              <a:off x="1475578" y="4805054"/>
              <a:ext cx="59604" cy="59604"/>
              <a:chOff x="1562090" y="4828085"/>
              <a:chExt cx="59604" cy="59604"/>
            </a:xfrm>
          </p:grpSpPr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62246409-F91A-44CE-7962-F79A57321AEC}"/>
                  </a:ext>
                </a:extLst>
              </p:cNvPr>
              <p:cNvSpPr/>
              <p:nvPr/>
            </p:nvSpPr>
            <p:spPr>
              <a:xfrm>
                <a:off x="1562090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7" name="Connector 506">
                <a:extLst>
                  <a:ext uri="{FF2B5EF4-FFF2-40B4-BE49-F238E27FC236}">
                    <a16:creationId xmlns:a16="http://schemas.microsoft.com/office/drawing/2014/main" id="{22265060-E1B4-C269-E40F-43B7DFB3FD3F}"/>
                  </a:ext>
                </a:extLst>
              </p:cNvPr>
              <p:cNvCxnSpPr/>
              <p:nvPr/>
            </p:nvCxnSpPr>
            <p:spPr>
              <a:xfrm>
                <a:off x="1562090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nector 507">
                <a:extLst>
                  <a:ext uri="{FF2B5EF4-FFF2-40B4-BE49-F238E27FC236}">
                    <a16:creationId xmlns:a16="http://schemas.microsoft.com/office/drawing/2014/main" id="{7EE11CAF-76E6-9562-B3F0-70C3CF4F03AE}"/>
                  </a:ext>
                </a:extLst>
              </p:cNvPr>
              <p:cNvCxnSpPr/>
              <p:nvPr/>
            </p:nvCxnSpPr>
            <p:spPr>
              <a:xfrm>
                <a:off x="1591892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9" name="射灯 GU10_GF_餐厅_1">
              <a:extLst>
                <a:ext uri="{FF2B5EF4-FFF2-40B4-BE49-F238E27FC236}">
                  <a16:creationId xmlns:a16="http://schemas.microsoft.com/office/drawing/2014/main" id="{A18032C3-9F3F-A16C-0159-63CE37B7714F}"/>
                </a:ext>
              </a:extLst>
            </p:cNvPr>
            <p:cNvGrpSpPr/>
            <p:nvPr/>
          </p:nvGrpSpPr>
          <p:grpSpPr>
            <a:xfrm>
              <a:off x="1934514" y="3511080"/>
              <a:ext cx="59604" cy="59604"/>
              <a:chOff x="1953646" y="3511080"/>
              <a:chExt cx="59604" cy="59604"/>
            </a:xfrm>
          </p:grpSpPr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88753E4D-975F-CF87-BC0B-05B87BED9C08}"/>
                  </a:ext>
                </a:extLst>
              </p:cNvPr>
              <p:cNvSpPr/>
              <p:nvPr/>
            </p:nvSpPr>
            <p:spPr>
              <a:xfrm>
                <a:off x="1953646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1" name="Connector 510">
                <a:extLst>
                  <a:ext uri="{FF2B5EF4-FFF2-40B4-BE49-F238E27FC236}">
                    <a16:creationId xmlns:a16="http://schemas.microsoft.com/office/drawing/2014/main" id="{D14530FC-0354-618A-68F4-CC51F8D43D4F}"/>
                  </a:ext>
                </a:extLst>
              </p:cNvPr>
              <p:cNvCxnSpPr/>
              <p:nvPr/>
            </p:nvCxnSpPr>
            <p:spPr>
              <a:xfrm>
                <a:off x="1953646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nector 511">
                <a:extLst>
                  <a:ext uri="{FF2B5EF4-FFF2-40B4-BE49-F238E27FC236}">
                    <a16:creationId xmlns:a16="http://schemas.microsoft.com/office/drawing/2014/main" id="{13544BED-2D56-D8AB-A1E9-113E560A5D4E}"/>
                  </a:ext>
                </a:extLst>
              </p:cNvPr>
              <p:cNvCxnSpPr/>
              <p:nvPr/>
            </p:nvCxnSpPr>
            <p:spPr>
              <a:xfrm>
                <a:off x="1983448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3" name="射灯 GU10_GF_餐厅_2">
              <a:extLst>
                <a:ext uri="{FF2B5EF4-FFF2-40B4-BE49-F238E27FC236}">
                  <a16:creationId xmlns:a16="http://schemas.microsoft.com/office/drawing/2014/main" id="{E131F4A2-5851-7971-D988-AB5026D6B3D9}"/>
                </a:ext>
              </a:extLst>
            </p:cNvPr>
            <p:cNvGrpSpPr/>
            <p:nvPr/>
          </p:nvGrpSpPr>
          <p:grpSpPr>
            <a:xfrm>
              <a:off x="1934514" y="3817579"/>
              <a:ext cx="59604" cy="59604"/>
              <a:chOff x="1953646" y="3817579"/>
              <a:chExt cx="59604" cy="59604"/>
            </a:xfrm>
          </p:grpSpPr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940822A3-CCF0-C64B-729E-2AEAE9493FEB}"/>
                  </a:ext>
                </a:extLst>
              </p:cNvPr>
              <p:cNvSpPr/>
              <p:nvPr/>
            </p:nvSpPr>
            <p:spPr>
              <a:xfrm>
                <a:off x="1953646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5" name="Connector 514">
                <a:extLst>
                  <a:ext uri="{FF2B5EF4-FFF2-40B4-BE49-F238E27FC236}">
                    <a16:creationId xmlns:a16="http://schemas.microsoft.com/office/drawing/2014/main" id="{6D35B4BA-8CC5-EB81-4E58-45BA3EE7059B}"/>
                  </a:ext>
                </a:extLst>
              </p:cNvPr>
              <p:cNvCxnSpPr/>
              <p:nvPr/>
            </p:nvCxnSpPr>
            <p:spPr>
              <a:xfrm>
                <a:off x="1953646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Connector 515">
                <a:extLst>
                  <a:ext uri="{FF2B5EF4-FFF2-40B4-BE49-F238E27FC236}">
                    <a16:creationId xmlns:a16="http://schemas.microsoft.com/office/drawing/2014/main" id="{8904C92A-8AC7-1275-50EC-059B4FD4059F}"/>
                  </a:ext>
                </a:extLst>
              </p:cNvPr>
              <p:cNvCxnSpPr/>
              <p:nvPr/>
            </p:nvCxnSpPr>
            <p:spPr>
              <a:xfrm>
                <a:off x="1983448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射灯 GU10_GF_餐厅_3">
              <a:extLst>
                <a:ext uri="{FF2B5EF4-FFF2-40B4-BE49-F238E27FC236}">
                  <a16:creationId xmlns:a16="http://schemas.microsoft.com/office/drawing/2014/main" id="{8EE7C0A2-5F7E-EB87-F040-97FFFF79F8A8}"/>
                </a:ext>
              </a:extLst>
            </p:cNvPr>
            <p:cNvGrpSpPr/>
            <p:nvPr/>
          </p:nvGrpSpPr>
          <p:grpSpPr>
            <a:xfrm>
              <a:off x="1695939" y="3811391"/>
              <a:ext cx="59604" cy="59604"/>
              <a:chOff x="1733442" y="3817579"/>
              <a:chExt cx="59604" cy="59604"/>
            </a:xfrm>
          </p:grpSpPr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40E8B0D7-090A-77E0-C8DC-239AC8999B4C}"/>
                  </a:ext>
                </a:extLst>
              </p:cNvPr>
              <p:cNvSpPr/>
              <p:nvPr/>
            </p:nvSpPr>
            <p:spPr>
              <a:xfrm>
                <a:off x="1733442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9" name="Connector 518">
                <a:extLst>
                  <a:ext uri="{FF2B5EF4-FFF2-40B4-BE49-F238E27FC236}">
                    <a16:creationId xmlns:a16="http://schemas.microsoft.com/office/drawing/2014/main" id="{BB560B51-F5D2-9C91-B5F8-2BEBEB7F9980}"/>
                  </a:ext>
                </a:extLst>
              </p:cNvPr>
              <p:cNvCxnSpPr/>
              <p:nvPr/>
            </p:nvCxnSpPr>
            <p:spPr>
              <a:xfrm>
                <a:off x="1733442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nector 519">
                <a:extLst>
                  <a:ext uri="{FF2B5EF4-FFF2-40B4-BE49-F238E27FC236}">
                    <a16:creationId xmlns:a16="http://schemas.microsoft.com/office/drawing/2014/main" id="{7153D895-11EE-6D7C-335A-8683EC2E505E}"/>
                  </a:ext>
                </a:extLst>
              </p:cNvPr>
              <p:cNvCxnSpPr/>
              <p:nvPr/>
            </p:nvCxnSpPr>
            <p:spPr>
              <a:xfrm>
                <a:off x="1763244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1" name="射灯 GU10_GF_餐厅_4">
              <a:extLst>
                <a:ext uri="{FF2B5EF4-FFF2-40B4-BE49-F238E27FC236}">
                  <a16:creationId xmlns:a16="http://schemas.microsoft.com/office/drawing/2014/main" id="{FB9EFCE6-8E3D-1625-26E2-6BF6142FE484}"/>
                </a:ext>
              </a:extLst>
            </p:cNvPr>
            <p:cNvGrpSpPr/>
            <p:nvPr/>
          </p:nvGrpSpPr>
          <p:grpSpPr>
            <a:xfrm>
              <a:off x="1475578" y="3817579"/>
              <a:ext cx="59604" cy="59604"/>
              <a:chOff x="1515223" y="3817579"/>
              <a:chExt cx="59604" cy="59604"/>
            </a:xfrm>
          </p:grpSpPr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619C2804-33BF-A2FA-75A0-47D452B1A7B3}"/>
                  </a:ext>
                </a:extLst>
              </p:cNvPr>
              <p:cNvSpPr/>
              <p:nvPr/>
            </p:nvSpPr>
            <p:spPr>
              <a:xfrm>
                <a:off x="1515223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3" name="Connector 522">
                <a:extLst>
                  <a:ext uri="{FF2B5EF4-FFF2-40B4-BE49-F238E27FC236}">
                    <a16:creationId xmlns:a16="http://schemas.microsoft.com/office/drawing/2014/main" id="{D1528D14-362A-64D3-3FEA-54CD7665E9C5}"/>
                  </a:ext>
                </a:extLst>
              </p:cNvPr>
              <p:cNvCxnSpPr/>
              <p:nvPr/>
            </p:nvCxnSpPr>
            <p:spPr>
              <a:xfrm>
                <a:off x="1515223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nector 523">
                <a:extLst>
                  <a:ext uri="{FF2B5EF4-FFF2-40B4-BE49-F238E27FC236}">
                    <a16:creationId xmlns:a16="http://schemas.microsoft.com/office/drawing/2014/main" id="{AC2FB03B-5173-72F4-BC80-00ABCB0ACBD6}"/>
                  </a:ext>
                </a:extLst>
              </p:cNvPr>
              <p:cNvCxnSpPr/>
              <p:nvPr/>
            </p:nvCxnSpPr>
            <p:spPr>
              <a:xfrm>
                <a:off x="1545025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5" name="射灯 GU10_GF_餐厅_5">
              <a:extLst>
                <a:ext uri="{FF2B5EF4-FFF2-40B4-BE49-F238E27FC236}">
                  <a16:creationId xmlns:a16="http://schemas.microsoft.com/office/drawing/2014/main" id="{1F90A0FF-B19B-7B3F-ECC6-DECA589FE096}"/>
                </a:ext>
              </a:extLst>
            </p:cNvPr>
            <p:cNvGrpSpPr/>
            <p:nvPr/>
          </p:nvGrpSpPr>
          <p:grpSpPr>
            <a:xfrm>
              <a:off x="1475578" y="3511080"/>
              <a:ext cx="59604" cy="59604"/>
              <a:chOff x="1515223" y="3511080"/>
              <a:chExt cx="59604" cy="59604"/>
            </a:xfrm>
          </p:grpSpPr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18B1FF1B-2090-D94E-1D56-D8A2872BC00B}"/>
                  </a:ext>
                </a:extLst>
              </p:cNvPr>
              <p:cNvSpPr/>
              <p:nvPr/>
            </p:nvSpPr>
            <p:spPr>
              <a:xfrm>
                <a:off x="1515223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7" name="Connector 526">
                <a:extLst>
                  <a:ext uri="{FF2B5EF4-FFF2-40B4-BE49-F238E27FC236}">
                    <a16:creationId xmlns:a16="http://schemas.microsoft.com/office/drawing/2014/main" id="{D7416CB9-47DC-EF8C-4714-06DDA6FD183C}"/>
                  </a:ext>
                </a:extLst>
              </p:cNvPr>
              <p:cNvCxnSpPr/>
              <p:nvPr/>
            </p:nvCxnSpPr>
            <p:spPr>
              <a:xfrm>
                <a:off x="1515223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nector 527">
                <a:extLst>
                  <a:ext uri="{FF2B5EF4-FFF2-40B4-BE49-F238E27FC236}">
                    <a16:creationId xmlns:a16="http://schemas.microsoft.com/office/drawing/2014/main" id="{ACFEF51F-3049-67BB-4F5A-9802CFB90BB7}"/>
                  </a:ext>
                </a:extLst>
              </p:cNvPr>
              <p:cNvCxnSpPr/>
              <p:nvPr/>
            </p:nvCxnSpPr>
            <p:spPr>
              <a:xfrm>
                <a:off x="1545025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射灯 GU10_GF_餐厅_6">
              <a:extLst>
                <a:ext uri="{FF2B5EF4-FFF2-40B4-BE49-F238E27FC236}">
                  <a16:creationId xmlns:a16="http://schemas.microsoft.com/office/drawing/2014/main" id="{B08DAB71-B1DB-2FEF-A5EB-183DBF878911}"/>
                </a:ext>
              </a:extLst>
            </p:cNvPr>
            <p:cNvGrpSpPr/>
            <p:nvPr/>
          </p:nvGrpSpPr>
          <p:grpSpPr>
            <a:xfrm>
              <a:off x="1475578" y="3206068"/>
              <a:ext cx="59604" cy="59604"/>
              <a:chOff x="1515223" y="3206068"/>
              <a:chExt cx="59604" cy="59604"/>
            </a:xfrm>
          </p:grpSpPr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8EFBEC0C-3D1C-B7F7-AFE5-55698F418E43}"/>
                  </a:ext>
                </a:extLst>
              </p:cNvPr>
              <p:cNvSpPr/>
              <p:nvPr/>
            </p:nvSpPr>
            <p:spPr>
              <a:xfrm>
                <a:off x="1515223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1" name="Connector 530">
                <a:extLst>
                  <a:ext uri="{FF2B5EF4-FFF2-40B4-BE49-F238E27FC236}">
                    <a16:creationId xmlns:a16="http://schemas.microsoft.com/office/drawing/2014/main" id="{1E3946BD-D74F-83C7-C61D-1FD8AADD9741}"/>
                  </a:ext>
                </a:extLst>
              </p:cNvPr>
              <p:cNvCxnSpPr/>
              <p:nvPr/>
            </p:nvCxnSpPr>
            <p:spPr>
              <a:xfrm>
                <a:off x="1515223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nector 531">
                <a:extLst>
                  <a:ext uri="{FF2B5EF4-FFF2-40B4-BE49-F238E27FC236}">
                    <a16:creationId xmlns:a16="http://schemas.microsoft.com/office/drawing/2014/main" id="{C3073B4A-42E1-EFDD-1944-531C9B4713C7}"/>
                  </a:ext>
                </a:extLst>
              </p:cNvPr>
              <p:cNvCxnSpPr/>
              <p:nvPr/>
            </p:nvCxnSpPr>
            <p:spPr>
              <a:xfrm>
                <a:off x="1545025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3" name="射灯 GU10_GF_餐厅_7">
              <a:extLst>
                <a:ext uri="{FF2B5EF4-FFF2-40B4-BE49-F238E27FC236}">
                  <a16:creationId xmlns:a16="http://schemas.microsoft.com/office/drawing/2014/main" id="{8B1256AB-390C-3335-EE00-3B5B2357B307}"/>
                </a:ext>
              </a:extLst>
            </p:cNvPr>
            <p:cNvGrpSpPr/>
            <p:nvPr/>
          </p:nvGrpSpPr>
          <p:grpSpPr>
            <a:xfrm>
              <a:off x="1712509" y="3199880"/>
              <a:ext cx="59604" cy="59604"/>
              <a:chOff x="1728235" y="3206068"/>
              <a:chExt cx="59604" cy="59604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2891AE02-285E-5936-8539-9C8DC37AB566}"/>
                  </a:ext>
                </a:extLst>
              </p:cNvPr>
              <p:cNvSpPr/>
              <p:nvPr/>
            </p:nvSpPr>
            <p:spPr>
              <a:xfrm>
                <a:off x="1728235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5" name="Connector 534">
                <a:extLst>
                  <a:ext uri="{FF2B5EF4-FFF2-40B4-BE49-F238E27FC236}">
                    <a16:creationId xmlns:a16="http://schemas.microsoft.com/office/drawing/2014/main" id="{C1D6BCD4-BCF0-920A-BEAE-2D0B8E45C19C}"/>
                  </a:ext>
                </a:extLst>
              </p:cNvPr>
              <p:cNvCxnSpPr/>
              <p:nvPr/>
            </p:nvCxnSpPr>
            <p:spPr>
              <a:xfrm>
                <a:off x="1728235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Connector 535">
                <a:extLst>
                  <a:ext uri="{FF2B5EF4-FFF2-40B4-BE49-F238E27FC236}">
                    <a16:creationId xmlns:a16="http://schemas.microsoft.com/office/drawing/2014/main" id="{4AD2975B-DFFB-0D19-C5A2-797E8F34B3D0}"/>
                  </a:ext>
                </a:extLst>
              </p:cNvPr>
              <p:cNvCxnSpPr/>
              <p:nvPr/>
            </p:nvCxnSpPr>
            <p:spPr>
              <a:xfrm>
                <a:off x="1758037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1" name="射灯 GU10_GF_餐厅_9">
              <a:extLst>
                <a:ext uri="{FF2B5EF4-FFF2-40B4-BE49-F238E27FC236}">
                  <a16:creationId xmlns:a16="http://schemas.microsoft.com/office/drawing/2014/main" id="{9FF4BDAF-44C3-F662-2EC0-C93255594A89}"/>
                </a:ext>
              </a:extLst>
            </p:cNvPr>
            <p:cNvGrpSpPr/>
            <p:nvPr/>
          </p:nvGrpSpPr>
          <p:grpSpPr>
            <a:xfrm>
              <a:off x="1934514" y="3206068"/>
              <a:ext cx="59604" cy="59604"/>
              <a:chOff x="1953646" y="3206068"/>
              <a:chExt cx="59604" cy="59604"/>
            </a:xfrm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73646CB9-6CAE-0821-900D-5E090875A762}"/>
                  </a:ext>
                </a:extLst>
              </p:cNvPr>
              <p:cNvSpPr/>
              <p:nvPr/>
            </p:nvSpPr>
            <p:spPr>
              <a:xfrm>
                <a:off x="1953646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43" name="Connector 542">
                <a:extLst>
                  <a:ext uri="{FF2B5EF4-FFF2-40B4-BE49-F238E27FC236}">
                    <a16:creationId xmlns:a16="http://schemas.microsoft.com/office/drawing/2014/main" id="{9CC1A079-9382-5150-84BD-581F66650993}"/>
                  </a:ext>
                </a:extLst>
              </p:cNvPr>
              <p:cNvCxnSpPr/>
              <p:nvPr/>
            </p:nvCxnSpPr>
            <p:spPr>
              <a:xfrm>
                <a:off x="1953646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nector 543">
                <a:extLst>
                  <a:ext uri="{FF2B5EF4-FFF2-40B4-BE49-F238E27FC236}">
                    <a16:creationId xmlns:a16="http://schemas.microsoft.com/office/drawing/2014/main" id="{DA66CC19-4F02-B6C2-C516-CC701E6B99CB}"/>
                  </a:ext>
                </a:extLst>
              </p:cNvPr>
              <p:cNvCxnSpPr/>
              <p:nvPr/>
            </p:nvCxnSpPr>
            <p:spPr>
              <a:xfrm>
                <a:off x="1983448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主灯位待选 主灯待选_厨房">
              <a:extLst>
                <a:ext uri="{FF2B5EF4-FFF2-40B4-BE49-F238E27FC236}">
                  <a16:creationId xmlns:a16="http://schemas.microsoft.com/office/drawing/2014/main" id="{3C605508-3E60-0C7F-C741-CEEAA920CE38}"/>
                </a:ext>
              </a:extLst>
            </p:cNvPr>
            <p:cNvGrpSpPr/>
            <p:nvPr/>
          </p:nvGrpSpPr>
          <p:grpSpPr>
            <a:xfrm>
              <a:off x="2088160" y="1625316"/>
              <a:ext cx="289254" cy="113948"/>
              <a:chOff x="2088160" y="1625316"/>
              <a:chExt cx="289254" cy="113948"/>
            </a:xfrm>
          </p:grpSpPr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4273B146-F37E-1957-EA86-58BAC52BD829}"/>
                  </a:ext>
                </a:extLst>
              </p:cNvPr>
              <p:cNvSpPr/>
              <p:nvPr/>
            </p:nvSpPr>
            <p:spPr>
              <a:xfrm>
                <a:off x="2088160" y="1651612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2" name="Connector 551">
                <a:extLst>
                  <a:ext uri="{FF2B5EF4-FFF2-40B4-BE49-F238E27FC236}">
                    <a16:creationId xmlns:a16="http://schemas.microsoft.com/office/drawing/2014/main" id="{A2275550-2B20-C4CA-7216-C857561CF0F3}"/>
                  </a:ext>
                </a:extLst>
              </p:cNvPr>
              <p:cNvCxnSpPr/>
              <p:nvPr/>
            </p:nvCxnSpPr>
            <p:spPr>
              <a:xfrm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nector 552">
                <a:extLst>
                  <a:ext uri="{FF2B5EF4-FFF2-40B4-BE49-F238E27FC236}">
                    <a16:creationId xmlns:a16="http://schemas.microsoft.com/office/drawing/2014/main" id="{15516B81-FD86-DBB1-28A6-5B70C35A6E04}"/>
                  </a:ext>
                </a:extLst>
              </p:cNvPr>
              <p:cNvCxnSpPr/>
              <p:nvPr/>
            </p:nvCxnSpPr>
            <p:spPr>
              <a:xfrm flipV="1"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0E4129F-1A97-8EAB-C277-344DFD47E533}"/>
                  </a:ext>
                </a:extLst>
              </p:cNvPr>
              <p:cNvSpPr txBox="1"/>
              <p:nvPr/>
            </p:nvSpPr>
            <p:spPr>
              <a:xfrm rot="16200000">
                <a:off x="2184577" y="1625316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55" name="主灯位待选 主灯待选_厨房吧台区">
              <a:extLst>
                <a:ext uri="{FF2B5EF4-FFF2-40B4-BE49-F238E27FC236}">
                  <a16:creationId xmlns:a16="http://schemas.microsoft.com/office/drawing/2014/main" id="{E02FB2BD-533B-FD37-FB32-DE708F4D210A}"/>
                </a:ext>
              </a:extLst>
            </p:cNvPr>
            <p:cNvGrpSpPr/>
            <p:nvPr/>
          </p:nvGrpSpPr>
          <p:grpSpPr>
            <a:xfrm>
              <a:off x="2102265" y="2381711"/>
              <a:ext cx="289254" cy="113948"/>
              <a:chOff x="2212148" y="2348168"/>
              <a:chExt cx="289254" cy="113948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D4E9F8C2-E951-63D0-B715-A77EADB483BE}"/>
                  </a:ext>
                </a:extLst>
              </p:cNvPr>
              <p:cNvSpPr/>
              <p:nvPr/>
            </p:nvSpPr>
            <p:spPr>
              <a:xfrm>
                <a:off x="2212148" y="2374464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7" name="Connector 556">
                <a:extLst>
                  <a:ext uri="{FF2B5EF4-FFF2-40B4-BE49-F238E27FC236}">
                    <a16:creationId xmlns:a16="http://schemas.microsoft.com/office/drawing/2014/main" id="{29E91045-CB23-FCE3-0E78-5289D90AA98C}"/>
                  </a:ext>
                </a:extLst>
              </p:cNvPr>
              <p:cNvCxnSpPr/>
              <p:nvPr/>
            </p:nvCxnSpPr>
            <p:spPr>
              <a:xfrm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Connector 557">
                <a:extLst>
                  <a:ext uri="{FF2B5EF4-FFF2-40B4-BE49-F238E27FC236}">
                    <a16:creationId xmlns:a16="http://schemas.microsoft.com/office/drawing/2014/main" id="{84BBE126-02A5-4221-BD0A-F408DBAC2989}"/>
                  </a:ext>
                </a:extLst>
              </p:cNvPr>
              <p:cNvCxnSpPr/>
              <p:nvPr/>
            </p:nvCxnSpPr>
            <p:spPr>
              <a:xfrm flipV="1"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456DC9A-CD8F-8E4B-136F-9BDBB3F7A5F7}"/>
                  </a:ext>
                </a:extLst>
              </p:cNvPr>
              <p:cNvSpPr txBox="1"/>
              <p:nvPr/>
            </p:nvSpPr>
            <p:spPr>
              <a:xfrm rot="16200000">
                <a:off x="2308565" y="2348168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60" name="射灯 GU10_GF_储物间_1">
              <a:extLst>
                <a:ext uri="{FF2B5EF4-FFF2-40B4-BE49-F238E27FC236}">
                  <a16:creationId xmlns:a16="http://schemas.microsoft.com/office/drawing/2014/main" id="{ADB3E986-7DAA-213A-7BE3-64A534B24FD5}"/>
                </a:ext>
              </a:extLst>
            </p:cNvPr>
            <p:cNvGrpSpPr/>
            <p:nvPr/>
          </p:nvGrpSpPr>
          <p:grpSpPr>
            <a:xfrm>
              <a:off x="2387413" y="4430037"/>
              <a:ext cx="59604" cy="59604"/>
              <a:chOff x="2373967" y="4453144"/>
              <a:chExt cx="59604" cy="59604"/>
            </a:xfrm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1F6798FB-D771-842F-E793-87B42142F6AC}"/>
                  </a:ext>
                </a:extLst>
              </p:cNvPr>
              <p:cNvSpPr/>
              <p:nvPr/>
            </p:nvSpPr>
            <p:spPr>
              <a:xfrm>
                <a:off x="2373967" y="445314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62" name="Connector 561">
                <a:extLst>
                  <a:ext uri="{FF2B5EF4-FFF2-40B4-BE49-F238E27FC236}">
                    <a16:creationId xmlns:a16="http://schemas.microsoft.com/office/drawing/2014/main" id="{B3107C61-3F1B-D3F6-0848-B0A234775CA5}"/>
                  </a:ext>
                </a:extLst>
              </p:cNvPr>
              <p:cNvCxnSpPr/>
              <p:nvPr/>
            </p:nvCxnSpPr>
            <p:spPr>
              <a:xfrm>
                <a:off x="2373967" y="448294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nector 562">
                <a:extLst>
                  <a:ext uri="{FF2B5EF4-FFF2-40B4-BE49-F238E27FC236}">
                    <a16:creationId xmlns:a16="http://schemas.microsoft.com/office/drawing/2014/main" id="{A9C4AAC4-0273-7041-219E-A0FF428602E3}"/>
                  </a:ext>
                </a:extLst>
              </p:cNvPr>
              <p:cNvCxnSpPr/>
              <p:nvPr/>
            </p:nvCxnSpPr>
            <p:spPr>
              <a:xfrm>
                <a:off x="2403769" y="445314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2" name="射灯 GU10_GF_客厅_1">
              <a:extLst>
                <a:ext uri="{FF2B5EF4-FFF2-40B4-BE49-F238E27FC236}">
                  <a16:creationId xmlns:a16="http://schemas.microsoft.com/office/drawing/2014/main" id="{7023AABC-DA54-B906-8CB0-E05B66A70173}"/>
                </a:ext>
              </a:extLst>
            </p:cNvPr>
            <p:cNvGrpSpPr/>
            <p:nvPr/>
          </p:nvGrpSpPr>
          <p:grpSpPr>
            <a:xfrm>
              <a:off x="1111620" y="4131853"/>
              <a:ext cx="59604" cy="59604"/>
              <a:chOff x="1114988" y="4179625"/>
              <a:chExt cx="59604" cy="59604"/>
            </a:xfrm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42E7B0A8-29E1-D443-7799-47F3B81FE6F1}"/>
                  </a:ext>
                </a:extLst>
              </p:cNvPr>
              <p:cNvSpPr/>
              <p:nvPr/>
            </p:nvSpPr>
            <p:spPr>
              <a:xfrm>
                <a:off x="1114988" y="417962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4" name="Connector 573">
                <a:extLst>
                  <a:ext uri="{FF2B5EF4-FFF2-40B4-BE49-F238E27FC236}">
                    <a16:creationId xmlns:a16="http://schemas.microsoft.com/office/drawing/2014/main" id="{A0AB398D-EED8-39AE-7C2B-C1B6B9183593}"/>
                  </a:ext>
                </a:extLst>
              </p:cNvPr>
              <p:cNvCxnSpPr/>
              <p:nvPr/>
            </p:nvCxnSpPr>
            <p:spPr>
              <a:xfrm>
                <a:off x="1114988" y="420942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nector 574">
                <a:extLst>
                  <a:ext uri="{FF2B5EF4-FFF2-40B4-BE49-F238E27FC236}">
                    <a16:creationId xmlns:a16="http://schemas.microsoft.com/office/drawing/2014/main" id="{C04B0057-33FA-079B-842E-03EE47CC518F}"/>
                  </a:ext>
                </a:extLst>
              </p:cNvPr>
              <p:cNvCxnSpPr/>
              <p:nvPr/>
            </p:nvCxnSpPr>
            <p:spPr>
              <a:xfrm>
                <a:off x="1144790" y="417962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6" name="射灯 GU10_GF_客厅_2">
              <a:extLst>
                <a:ext uri="{FF2B5EF4-FFF2-40B4-BE49-F238E27FC236}">
                  <a16:creationId xmlns:a16="http://schemas.microsoft.com/office/drawing/2014/main" id="{F2677330-F974-595D-2769-CE422317E202}"/>
                </a:ext>
              </a:extLst>
            </p:cNvPr>
            <p:cNvGrpSpPr/>
            <p:nvPr/>
          </p:nvGrpSpPr>
          <p:grpSpPr>
            <a:xfrm>
              <a:off x="1107795" y="4403529"/>
              <a:ext cx="59604" cy="59604"/>
              <a:chOff x="1122923" y="4459839"/>
              <a:chExt cx="59604" cy="59604"/>
            </a:xfrm>
          </p:grpSpPr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9DF1F0A2-8E30-A63E-A8EB-C3BCEC81E52B}"/>
                  </a:ext>
                </a:extLst>
              </p:cNvPr>
              <p:cNvSpPr/>
              <p:nvPr/>
            </p:nvSpPr>
            <p:spPr>
              <a:xfrm>
                <a:off x="1122923" y="445983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8" name="Connector 577">
                <a:extLst>
                  <a:ext uri="{FF2B5EF4-FFF2-40B4-BE49-F238E27FC236}">
                    <a16:creationId xmlns:a16="http://schemas.microsoft.com/office/drawing/2014/main" id="{225027FF-850A-3805-FCFF-2C37A5BCDBF6}"/>
                  </a:ext>
                </a:extLst>
              </p:cNvPr>
              <p:cNvCxnSpPr/>
              <p:nvPr/>
            </p:nvCxnSpPr>
            <p:spPr>
              <a:xfrm>
                <a:off x="1122923" y="448964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Connector 578">
                <a:extLst>
                  <a:ext uri="{FF2B5EF4-FFF2-40B4-BE49-F238E27FC236}">
                    <a16:creationId xmlns:a16="http://schemas.microsoft.com/office/drawing/2014/main" id="{76F3F3CA-DE47-D928-54AE-26E1BB578B65}"/>
                  </a:ext>
                </a:extLst>
              </p:cNvPr>
              <p:cNvCxnSpPr/>
              <p:nvPr/>
            </p:nvCxnSpPr>
            <p:spPr>
              <a:xfrm>
                <a:off x="1152725" y="445983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射灯 GU10_GF_客厅_3">
              <a:extLst>
                <a:ext uri="{FF2B5EF4-FFF2-40B4-BE49-F238E27FC236}">
                  <a16:creationId xmlns:a16="http://schemas.microsoft.com/office/drawing/2014/main" id="{05E6204C-884F-FF11-223C-9104F978BEE1}"/>
                </a:ext>
              </a:extLst>
            </p:cNvPr>
            <p:cNvGrpSpPr/>
            <p:nvPr/>
          </p:nvGrpSpPr>
          <p:grpSpPr>
            <a:xfrm>
              <a:off x="830552" y="4398827"/>
              <a:ext cx="59604" cy="59604"/>
              <a:chOff x="839734" y="4476949"/>
              <a:chExt cx="59604" cy="59604"/>
            </a:xfrm>
          </p:grpSpPr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29306C0-E2B4-4520-8F5E-133679082EEB}"/>
                  </a:ext>
                </a:extLst>
              </p:cNvPr>
              <p:cNvSpPr/>
              <p:nvPr/>
            </p:nvSpPr>
            <p:spPr>
              <a:xfrm>
                <a:off x="839734" y="447694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2" name="Connector 581">
                <a:extLst>
                  <a:ext uri="{FF2B5EF4-FFF2-40B4-BE49-F238E27FC236}">
                    <a16:creationId xmlns:a16="http://schemas.microsoft.com/office/drawing/2014/main" id="{9209CB7B-06D0-A7C6-59F1-C40A39180E2E}"/>
                  </a:ext>
                </a:extLst>
              </p:cNvPr>
              <p:cNvCxnSpPr/>
              <p:nvPr/>
            </p:nvCxnSpPr>
            <p:spPr>
              <a:xfrm>
                <a:off x="839734" y="450675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nector 582">
                <a:extLst>
                  <a:ext uri="{FF2B5EF4-FFF2-40B4-BE49-F238E27FC236}">
                    <a16:creationId xmlns:a16="http://schemas.microsoft.com/office/drawing/2014/main" id="{7942381A-54CD-4920-BC26-4AB485B24A03}"/>
                  </a:ext>
                </a:extLst>
              </p:cNvPr>
              <p:cNvCxnSpPr/>
              <p:nvPr/>
            </p:nvCxnSpPr>
            <p:spPr>
              <a:xfrm>
                <a:off x="869536" y="447694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4" name="射灯 GU10_GF_客厅_4">
              <a:extLst>
                <a:ext uri="{FF2B5EF4-FFF2-40B4-BE49-F238E27FC236}">
                  <a16:creationId xmlns:a16="http://schemas.microsoft.com/office/drawing/2014/main" id="{846B222E-D5BF-6983-9AAA-4F8F983562BD}"/>
                </a:ext>
              </a:extLst>
            </p:cNvPr>
            <p:cNvGrpSpPr/>
            <p:nvPr/>
          </p:nvGrpSpPr>
          <p:grpSpPr>
            <a:xfrm>
              <a:off x="567162" y="4400235"/>
              <a:ext cx="59604" cy="59604"/>
              <a:chOff x="606388" y="4472486"/>
              <a:chExt cx="59604" cy="59604"/>
            </a:xfrm>
          </p:grpSpPr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4A135CB6-24E7-C00B-78BA-27BC953D2B71}"/>
                  </a:ext>
                </a:extLst>
              </p:cNvPr>
              <p:cNvSpPr/>
              <p:nvPr/>
            </p:nvSpPr>
            <p:spPr>
              <a:xfrm>
                <a:off x="606388" y="447248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6" name="Connector 585">
                <a:extLst>
                  <a:ext uri="{FF2B5EF4-FFF2-40B4-BE49-F238E27FC236}">
                    <a16:creationId xmlns:a16="http://schemas.microsoft.com/office/drawing/2014/main" id="{225EDD79-BEE5-893E-8BFF-E980D931B7C9}"/>
                  </a:ext>
                </a:extLst>
              </p:cNvPr>
              <p:cNvCxnSpPr/>
              <p:nvPr/>
            </p:nvCxnSpPr>
            <p:spPr>
              <a:xfrm>
                <a:off x="606388" y="450228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nector 586">
                <a:extLst>
                  <a:ext uri="{FF2B5EF4-FFF2-40B4-BE49-F238E27FC236}">
                    <a16:creationId xmlns:a16="http://schemas.microsoft.com/office/drawing/2014/main" id="{7E5AF0FB-E42B-694F-8A83-EA86F7D03B8F}"/>
                  </a:ext>
                </a:extLst>
              </p:cNvPr>
              <p:cNvCxnSpPr/>
              <p:nvPr/>
            </p:nvCxnSpPr>
            <p:spPr>
              <a:xfrm>
                <a:off x="636190" y="447248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射灯 GU10_GF_客厅_5">
              <a:extLst>
                <a:ext uri="{FF2B5EF4-FFF2-40B4-BE49-F238E27FC236}">
                  <a16:creationId xmlns:a16="http://schemas.microsoft.com/office/drawing/2014/main" id="{605B3B8E-AFB9-9410-E887-1367CA2F47AD}"/>
                </a:ext>
              </a:extLst>
            </p:cNvPr>
            <p:cNvGrpSpPr/>
            <p:nvPr/>
          </p:nvGrpSpPr>
          <p:grpSpPr>
            <a:xfrm>
              <a:off x="567162" y="4137445"/>
              <a:ext cx="59604" cy="59604"/>
              <a:chOff x="606388" y="4217814"/>
              <a:chExt cx="59604" cy="59604"/>
            </a:xfrm>
          </p:grpSpPr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A0FD8BBE-C623-1903-C9CC-1A9015E4F199}"/>
                  </a:ext>
                </a:extLst>
              </p:cNvPr>
              <p:cNvSpPr/>
              <p:nvPr/>
            </p:nvSpPr>
            <p:spPr>
              <a:xfrm>
                <a:off x="606388" y="421781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0" name="Connector 589">
                <a:extLst>
                  <a:ext uri="{FF2B5EF4-FFF2-40B4-BE49-F238E27FC236}">
                    <a16:creationId xmlns:a16="http://schemas.microsoft.com/office/drawing/2014/main" id="{FAF2A8D1-07BB-1ECA-F7D9-E6648EF1183E}"/>
                  </a:ext>
                </a:extLst>
              </p:cNvPr>
              <p:cNvCxnSpPr/>
              <p:nvPr/>
            </p:nvCxnSpPr>
            <p:spPr>
              <a:xfrm>
                <a:off x="606388" y="424761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nector 590">
                <a:extLst>
                  <a:ext uri="{FF2B5EF4-FFF2-40B4-BE49-F238E27FC236}">
                    <a16:creationId xmlns:a16="http://schemas.microsoft.com/office/drawing/2014/main" id="{D9FF4FA5-C9D1-45DF-C5B1-F9C20FD6D1F0}"/>
                  </a:ext>
                </a:extLst>
              </p:cNvPr>
              <p:cNvCxnSpPr/>
              <p:nvPr/>
            </p:nvCxnSpPr>
            <p:spPr>
              <a:xfrm>
                <a:off x="636190" y="421781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2" name="射灯 GU10_GF_客厅_6">
              <a:extLst>
                <a:ext uri="{FF2B5EF4-FFF2-40B4-BE49-F238E27FC236}">
                  <a16:creationId xmlns:a16="http://schemas.microsoft.com/office/drawing/2014/main" id="{E113B0C5-1E47-C112-5DF9-4E629D665BAA}"/>
                </a:ext>
              </a:extLst>
            </p:cNvPr>
            <p:cNvGrpSpPr/>
            <p:nvPr/>
          </p:nvGrpSpPr>
          <p:grpSpPr>
            <a:xfrm>
              <a:off x="571513" y="3834607"/>
              <a:ext cx="59604" cy="59604"/>
              <a:chOff x="614323" y="3852296"/>
              <a:chExt cx="59604" cy="59604"/>
            </a:xfrm>
          </p:grpSpPr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2A819D71-D087-B913-C80F-6B8E9B0944CA}"/>
                  </a:ext>
                </a:extLst>
              </p:cNvPr>
              <p:cNvSpPr/>
              <p:nvPr/>
            </p:nvSpPr>
            <p:spPr>
              <a:xfrm>
                <a:off x="614323" y="385229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4" name="Connector 593">
                <a:extLst>
                  <a:ext uri="{FF2B5EF4-FFF2-40B4-BE49-F238E27FC236}">
                    <a16:creationId xmlns:a16="http://schemas.microsoft.com/office/drawing/2014/main" id="{06CB4A07-64EA-8A24-74EC-484F8668477D}"/>
                  </a:ext>
                </a:extLst>
              </p:cNvPr>
              <p:cNvCxnSpPr/>
              <p:nvPr/>
            </p:nvCxnSpPr>
            <p:spPr>
              <a:xfrm>
                <a:off x="614323" y="388209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nector 594">
                <a:extLst>
                  <a:ext uri="{FF2B5EF4-FFF2-40B4-BE49-F238E27FC236}">
                    <a16:creationId xmlns:a16="http://schemas.microsoft.com/office/drawing/2014/main" id="{6244BDE6-1193-3090-0CD5-135A7C0B4FD9}"/>
                  </a:ext>
                </a:extLst>
              </p:cNvPr>
              <p:cNvCxnSpPr/>
              <p:nvPr/>
            </p:nvCxnSpPr>
            <p:spPr>
              <a:xfrm>
                <a:off x="644125" y="385229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射灯 GU10_GF_客厅_7">
              <a:extLst>
                <a:ext uri="{FF2B5EF4-FFF2-40B4-BE49-F238E27FC236}">
                  <a16:creationId xmlns:a16="http://schemas.microsoft.com/office/drawing/2014/main" id="{55A33193-20D1-E867-27D8-A55A07BC27E2}"/>
                </a:ext>
              </a:extLst>
            </p:cNvPr>
            <p:cNvGrpSpPr/>
            <p:nvPr/>
          </p:nvGrpSpPr>
          <p:grpSpPr>
            <a:xfrm>
              <a:off x="820493" y="3825898"/>
              <a:ext cx="59604" cy="59604"/>
              <a:chOff x="839734" y="3854032"/>
              <a:chExt cx="59604" cy="59604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36DCDB58-BC5E-C3C3-1D2E-644F2F433E93}"/>
                  </a:ext>
                </a:extLst>
              </p:cNvPr>
              <p:cNvSpPr/>
              <p:nvPr/>
            </p:nvSpPr>
            <p:spPr>
              <a:xfrm>
                <a:off x="839734" y="3854032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8" name="Connector 597">
                <a:extLst>
                  <a:ext uri="{FF2B5EF4-FFF2-40B4-BE49-F238E27FC236}">
                    <a16:creationId xmlns:a16="http://schemas.microsoft.com/office/drawing/2014/main" id="{88F71DAD-5210-BAF3-C5B6-8FB4D893632C}"/>
                  </a:ext>
                </a:extLst>
              </p:cNvPr>
              <p:cNvCxnSpPr/>
              <p:nvPr/>
            </p:nvCxnSpPr>
            <p:spPr>
              <a:xfrm>
                <a:off x="839734" y="3883834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Connector 598">
                <a:extLst>
                  <a:ext uri="{FF2B5EF4-FFF2-40B4-BE49-F238E27FC236}">
                    <a16:creationId xmlns:a16="http://schemas.microsoft.com/office/drawing/2014/main" id="{15C9A942-3F37-8B83-9A86-1C784C1C2F17}"/>
                  </a:ext>
                </a:extLst>
              </p:cNvPr>
              <p:cNvCxnSpPr/>
              <p:nvPr/>
            </p:nvCxnSpPr>
            <p:spPr>
              <a:xfrm>
                <a:off x="869536" y="3854032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射灯 GU10_GF_客厅_11">
              <a:extLst>
                <a:ext uri="{FF2B5EF4-FFF2-40B4-BE49-F238E27FC236}">
                  <a16:creationId xmlns:a16="http://schemas.microsoft.com/office/drawing/2014/main" id="{F27FFC4D-EF57-D941-96B7-7269EBE1DAAF}"/>
                </a:ext>
              </a:extLst>
            </p:cNvPr>
            <p:cNvGrpSpPr/>
            <p:nvPr/>
          </p:nvGrpSpPr>
          <p:grpSpPr>
            <a:xfrm>
              <a:off x="1116724" y="3825898"/>
              <a:ext cx="59604" cy="59604"/>
              <a:chOff x="1116724" y="3838657"/>
              <a:chExt cx="59604" cy="59604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901861AE-510C-B8B7-434A-B4E183EC52AC}"/>
                  </a:ext>
                </a:extLst>
              </p:cNvPr>
              <p:cNvSpPr/>
              <p:nvPr/>
            </p:nvSpPr>
            <p:spPr>
              <a:xfrm>
                <a:off x="1116724" y="3838657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4" name="Connector 613">
                <a:extLst>
                  <a:ext uri="{FF2B5EF4-FFF2-40B4-BE49-F238E27FC236}">
                    <a16:creationId xmlns:a16="http://schemas.microsoft.com/office/drawing/2014/main" id="{9C262F86-D401-A395-78D4-4BB3D73F4C24}"/>
                  </a:ext>
                </a:extLst>
              </p:cNvPr>
              <p:cNvCxnSpPr/>
              <p:nvPr/>
            </p:nvCxnSpPr>
            <p:spPr>
              <a:xfrm>
                <a:off x="1116724" y="3868459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nector 614">
                <a:extLst>
                  <a:ext uri="{FF2B5EF4-FFF2-40B4-BE49-F238E27FC236}">
                    <a16:creationId xmlns:a16="http://schemas.microsoft.com/office/drawing/2014/main" id="{576B838A-0BA1-3D2F-794B-C3688D5A5FB6}"/>
                  </a:ext>
                </a:extLst>
              </p:cNvPr>
              <p:cNvCxnSpPr/>
              <p:nvPr/>
            </p:nvCxnSpPr>
            <p:spPr>
              <a:xfrm>
                <a:off x="1146526" y="3838657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射灯 GU10_GF_洗衣房_1">
              <a:extLst>
                <a:ext uri="{FF2B5EF4-FFF2-40B4-BE49-F238E27FC236}">
                  <a16:creationId xmlns:a16="http://schemas.microsoft.com/office/drawing/2014/main" id="{AFC8F48E-B9E2-C965-495F-62E324FF6F74}"/>
                </a:ext>
              </a:extLst>
            </p:cNvPr>
            <p:cNvGrpSpPr/>
            <p:nvPr/>
          </p:nvGrpSpPr>
          <p:grpSpPr>
            <a:xfrm>
              <a:off x="2262625" y="1206135"/>
              <a:ext cx="59604" cy="59604"/>
              <a:chOff x="2262625" y="1206135"/>
              <a:chExt cx="59604" cy="59604"/>
            </a:xfrm>
          </p:grpSpPr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57FBC95E-0EF3-8440-4A03-E52278298A4E}"/>
                  </a:ext>
                </a:extLst>
              </p:cNvPr>
              <p:cNvSpPr/>
              <p:nvPr/>
            </p:nvSpPr>
            <p:spPr>
              <a:xfrm>
                <a:off x="2262625" y="120613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2" name="Connector 621">
                <a:extLst>
                  <a:ext uri="{FF2B5EF4-FFF2-40B4-BE49-F238E27FC236}">
                    <a16:creationId xmlns:a16="http://schemas.microsoft.com/office/drawing/2014/main" id="{4A94AF69-D77C-045A-765B-B1F5B2D4EC05}"/>
                  </a:ext>
                </a:extLst>
              </p:cNvPr>
              <p:cNvCxnSpPr/>
              <p:nvPr/>
            </p:nvCxnSpPr>
            <p:spPr>
              <a:xfrm>
                <a:off x="2262625" y="123593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nector 622">
                <a:extLst>
                  <a:ext uri="{FF2B5EF4-FFF2-40B4-BE49-F238E27FC236}">
                    <a16:creationId xmlns:a16="http://schemas.microsoft.com/office/drawing/2014/main" id="{620DE26E-3156-52B8-043F-2081A78BB0A5}"/>
                  </a:ext>
                </a:extLst>
              </p:cNvPr>
              <p:cNvCxnSpPr/>
              <p:nvPr/>
            </p:nvCxnSpPr>
            <p:spPr>
              <a:xfrm>
                <a:off x="2292427" y="120613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射灯 GU10_GF_客厅_13">
              <a:extLst>
                <a:ext uri="{FF2B5EF4-FFF2-40B4-BE49-F238E27FC236}">
                  <a16:creationId xmlns:a16="http://schemas.microsoft.com/office/drawing/2014/main" id="{D8A4B879-6A76-A3B2-7A0F-97ACC7AB4B1B}"/>
                </a:ext>
              </a:extLst>
            </p:cNvPr>
            <p:cNvGrpSpPr/>
            <p:nvPr/>
          </p:nvGrpSpPr>
          <p:grpSpPr>
            <a:xfrm>
              <a:off x="1153920" y="3270046"/>
              <a:ext cx="59604" cy="59604"/>
              <a:chOff x="1153920" y="3270046"/>
              <a:chExt cx="59604" cy="59604"/>
            </a:xfrm>
          </p:grpSpPr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17A3E94C-52E0-183F-A83A-BAB9243EE7DF}"/>
                  </a:ext>
                </a:extLst>
              </p:cNvPr>
              <p:cNvSpPr/>
              <p:nvPr/>
            </p:nvSpPr>
            <p:spPr>
              <a:xfrm>
                <a:off x="1153920" y="327004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6" name="Connector 625">
                <a:extLst>
                  <a:ext uri="{FF2B5EF4-FFF2-40B4-BE49-F238E27FC236}">
                    <a16:creationId xmlns:a16="http://schemas.microsoft.com/office/drawing/2014/main" id="{86A28E1F-6D91-D866-0A95-F4E5053855B3}"/>
                  </a:ext>
                </a:extLst>
              </p:cNvPr>
              <p:cNvCxnSpPr/>
              <p:nvPr/>
            </p:nvCxnSpPr>
            <p:spPr>
              <a:xfrm>
                <a:off x="1153920" y="329984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nector 626">
                <a:extLst>
                  <a:ext uri="{FF2B5EF4-FFF2-40B4-BE49-F238E27FC236}">
                    <a16:creationId xmlns:a16="http://schemas.microsoft.com/office/drawing/2014/main" id="{E5102F89-B7B5-2496-C0B4-75BD76AADDDB}"/>
                  </a:ext>
                </a:extLst>
              </p:cNvPr>
              <p:cNvCxnSpPr/>
              <p:nvPr/>
            </p:nvCxnSpPr>
            <p:spPr>
              <a:xfrm>
                <a:off x="1183722" y="327004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8" name="地灯 GroundLED_0">
              <a:extLst>
                <a:ext uri="{FF2B5EF4-FFF2-40B4-BE49-F238E27FC236}">
                  <a16:creationId xmlns:a16="http://schemas.microsoft.com/office/drawing/2014/main" id="{970B8C48-8F82-E7F4-76F3-582712F329EC}"/>
                </a:ext>
              </a:extLst>
            </p:cNvPr>
            <p:cNvSpPr/>
            <p:nvPr/>
          </p:nvSpPr>
          <p:spPr>
            <a:xfrm>
              <a:off x="399978" y="274895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地灯 GroundLED_1">
              <a:extLst>
                <a:ext uri="{FF2B5EF4-FFF2-40B4-BE49-F238E27FC236}">
                  <a16:creationId xmlns:a16="http://schemas.microsoft.com/office/drawing/2014/main" id="{2284EB6D-71B2-0473-D0A8-D5249B02DCFE}"/>
                </a:ext>
              </a:extLst>
            </p:cNvPr>
            <p:cNvSpPr/>
            <p:nvPr/>
          </p:nvSpPr>
          <p:spPr>
            <a:xfrm>
              <a:off x="399978" y="2250521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地灯 GroundLED_2">
              <a:extLst>
                <a:ext uri="{FF2B5EF4-FFF2-40B4-BE49-F238E27FC236}">
                  <a16:creationId xmlns:a16="http://schemas.microsoft.com/office/drawing/2014/main" id="{1A8F3D2B-E280-52F7-94D2-D9F73A9BB1D7}"/>
                </a:ext>
              </a:extLst>
            </p:cNvPr>
            <p:cNvSpPr/>
            <p:nvPr/>
          </p:nvSpPr>
          <p:spPr>
            <a:xfrm>
              <a:off x="399978" y="179176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地灯 GroundLED_4">
              <a:extLst>
                <a:ext uri="{FF2B5EF4-FFF2-40B4-BE49-F238E27FC236}">
                  <a16:creationId xmlns:a16="http://schemas.microsoft.com/office/drawing/2014/main" id="{671AE3F5-B5FD-4698-D580-50C5C722406D}"/>
                </a:ext>
              </a:extLst>
            </p:cNvPr>
            <p:cNvSpPr/>
            <p:nvPr/>
          </p:nvSpPr>
          <p:spPr>
            <a:xfrm>
              <a:off x="401233" y="1531388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8" name="墙_V15_Concealed_Door_Leaf">
              <a:extLst>
                <a:ext uri="{FF2B5EF4-FFF2-40B4-BE49-F238E27FC236}">
                  <a16:creationId xmlns:a16="http://schemas.microsoft.com/office/drawing/2014/main" id="{F0F87429-D84C-567E-E4C4-1FA6416F537E}"/>
                </a:ext>
              </a:extLst>
            </p:cNvPr>
            <p:cNvSpPr/>
            <p:nvPr/>
          </p:nvSpPr>
          <p:spPr>
            <a:xfrm flipH="1">
              <a:off x="1273148" y="3978484"/>
              <a:ext cx="45719" cy="900291"/>
            </a:xfrm>
            <a:custGeom>
              <a:avLst/>
              <a:gdLst/>
              <a:ahLst/>
              <a:cxnLst/>
              <a:rect l="l" t="t" r="r" b="b"/>
              <a:pathLst>
                <a:path w="10167" h="248968">
                  <a:moveTo>
                    <a:pt x="248" y="248968"/>
                  </a:moveTo>
                  <a:lnTo>
                    <a:pt x="0" y="248968"/>
                  </a:lnTo>
                  <a:lnTo>
                    <a:pt x="0" y="248968"/>
                  </a:lnTo>
                  <a:lnTo>
                    <a:pt x="0" y="248968"/>
                  </a:lnTo>
                  <a:lnTo>
                    <a:pt x="0" y="248720"/>
                  </a:lnTo>
                  <a:lnTo>
                    <a:pt x="0" y="100182"/>
                  </a:lnTo>
                  <a:lnTo>
                    <a:pt x="0" y="24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3471" y="0"/>
                  </a:lnTo>
                  <a:lnTo>
                    <a:pt x="5455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248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951" y="0"/>
                  </a:lnTo>
                  <a:lnTo>
                    <a:pt x="8431" y="0"/>
                  </a:lnTo>
                  <a:lnTo>
                    <a:pt x="9919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248"/>
                  </a:lnTo>
                  <a:lnTo>
                    <a:pt x="10167" y="992"/>
                  </a:lnTo>
                  <a:lnTo>
                    <a:pt x="10167" y="2231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9919" y="2479"/>
                  </a:lnTo>
                  <a:lnTo>
                    <a:pt x="8431" y="2479"/>
                  </a:lnTo>
                  <a:lnTo>
                    <a:pt x="5951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231"/>
                  </a:lnTo>
                  <a:lnTo>
                    <a:pt x="5703" y="992"/>
                  </a:lnTo>
                  <a:lnTo>
                    <a:pt x="5703" y="248"/>
                  </a:lnTo>
                  <a:lnTo>
                    <a:pt x="5703" y="100182"/>
                  </a:lnTo>
                  <a:lnTo>
                    <a:pt x="5703" y="248720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455" y="248968"/>
                  </a:lnTo>
                  <a:lnTo>
                    <a:pt x="3471" y="248968"/>
                  </a:lnTo>
                  <a:close/>
                  <a:moveTo>
                    <a:pt x="5951" y="248968"/>
                  </a:move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720"/>
                  </a:lnTo>
                  <a:lnTo>
                    <a:pt x="5703" y="245745"/>
                  </a:lnTo>
                  <a:lnTo>
                    <a:pt x="5703" y="243761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951" y="243513"/>
                  </a:lnTo>
                  <a:lnTo>
                    <a:pt x="8431" y="243513"/>
                  </a:lnTo>
                  <a:lnTo>
                    <a:pt x="9919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761"/>
                  </a:lnTo>
                  <a:lnTo>
                    <a:pt x="10167" y="245745"/>
                  </a:lnTo>
                  <a:lnTo>
                    <a:pt x="10167" y="248720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9919" y="248968"/>
                  </a:lnTo>
                  <a:lnTo>
                    <a:pt x="8431" y="248968"/>
                  </a:lnTo>
                  <a:close/>
                  <a:moveTo>
                    <a:pt x="5951" y="240537"/>
                  </a:moveTo>
                  <a:lnTo>
                    <a:pt x="5703" y="240537"/>
                  </a:lnTo>
                  <a:lnTo>
                    <a:pt x="5703" y="240537"/>
                  </a:lnTo>
                  <a:lnTo>
                    <a:pt x="5703" y="240537"/>
                  </a:lnTo>
                  <a:lnTo>
                    <a:pt x="5703" y="240289"/>
                  </a:lnTo>
                  <a:lnTo>
                    <a:pt x="5703" y="236322"/>
                  </a:lnTo>
                  <a:lnTo>
                    <a:pt x="5703" y="233842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951" y="233594"/>
                  </a:lnTo>
                  <a:lnTo>
                    <a:pt x="8431" y="233594"/>
                  </a:lnTo>
                  <a:lnTo>
                    <a:pt x="9919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842"/>
                  </a:lnTo>
                  <a:lnTo>
                    <a:pt x="10167" y="236322"/>
                  </a:lnTo>
                  <a:lnTo>
                    <a:pt x="10167" y="240289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9919" y="240537"/>
                  </a:lnTo>
                  <a:lnTo>
                    <a:pt x="8431" y="240537"/>
                  </a:lnTo>
                  <a:close/>
                  <a:moveTo>
                    <a:pt x="5951" y="230618"/>
                  </a:moveTo>
                  <a:lnTo>
                    <a:pt x="5703" y="230618"/>
                  </a:lnTo>
                  <a:lnTo>
                    <a:pt x="5703" y="230618"/>
                  </a:lnTo>
                  <a:lnTo>
                    <a:pt x="5703" y="230618"/>
                  </a:lnTo>
                  <a:lnTo>
                    <a:pt x="5703" y="230370"/>
                  </a:lnTo>
                  <a:lnTo>
                    <a:pt x="5703" y="226402"/>
                  </a:lnTo>
                  <a:lnTo>
                    <a:pt x="5703" y="223923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951" y="223675"/>
                  </a:lnTo>
                  <a:lnTo>
                    <a:pt x="8431" y="223675"/>
                  </a:lnTo>
                  <a:lnTo>
                    <a:pt x="9919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923"/>
                  </a:lnTo>
                  <a:lnTo>
                    <a:pt x="10167" y="226402"/>
                  </a:lnTo>
                  <a:lnTo>
                    <a:pt x="10167" y="230370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9919" y="230618"/>
                  </a:lnTo>
                  <a:lnTo>
                    <a:pt x="8431" y="230618"/>
                  </a:lnTo>
                  <a:close/>
                  <a:moveTo>
                    <a:pt x="5951" y="220699"/>
                  </a:moveTo>
                  <a:lnTo>
                    <a:pt x="5703" y="220699"/>
                  </a:lnTo>
                  <a:lnTo>
                    <a:pt x="5703" y="220699"/>
                  </a:lnTo>
                  <a:lnTo>
                    <a:pt x="5703" y="220699"/>
                  </a:lnTo>
                  <a:lnTo>
                    <a:pt x="5703" y="220451"/>
                  </a:lnTo>
                  <a:lnTo>
                    <a:pt x="5703" y="216483"/>
                  </a:lnTo>
                  <a:lnTo>
                    <a:pt x="5703" y="214004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951" y="213756"/>
                  </a:lnTo>
                  <a:lnTo>
                    <a:pt x="8431" y="213756"/>
                  </a:lnTo>
                  <a:lnTo>
                    <a:pt x="9919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4004"/>
                  </a:lnTo>
                  <a:lnTo>
                    <a:pt x="10167" y="216483"/>
                  </a:lnTo>
                  <a:lnTo>
                    <a:pt x="10167" y="220451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9919" y="220699"/>
                  </a:lnTo>
                  <a:lnTo>
                    <a:pt x="8431" y="220699"/>
                  </a:lnTo>
                  <a:close/>
                  <a:moveTo>
                    <a:pt x="5951" y="210780"/>
                  </a:moveTo>
                  <a:lnTo>
                    <a:pt x="5703" y="210780"/>
                  </a:lnTo>
                  <a:lnTo>
                    <a:pt x="5703" y="210780"/>
                  </a:lnTo>
                  <a:lnTo>
                    <a:pt x="5703" y="210780"/>
                  </a:lnTo>
                  <a:lnTo>
                    <a:pt x="5703" y="210532"/>
                  </a:lnTo>
                  <a:lnTo>
                    <a:pt x="5703" y="206564"/>
                  </a:lnTo>
                  <a:lnTo>
                    <a:pt x="5703" y="204085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951" y="203837"/>
                  </a:lnTo>
                  <a:lnTo>
                    <a:pt x="8431" y="203837"/>
                  </a:lnTo>
                  <a:lnTo>
                    <a:pt x="9919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4085"/>
                  </a:lnTo>
                  <a:lnTo>
                    <a:pt x="10167" y="206564"/>
                  </a:lnTo>
                  <a:lnTo>
                    <a:pt x="10167" y="210532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9919" y="210780"/>
                  </a:lnTo>
                  <a:lnTo>
                    <a:pt x="8431" y="210780"/>
                  </a:lnTo>
                  <a:close/>
                  <a:moveTo>
                    <a:pt x="5951" y="200861"/>
                  </a:moveTo>
                  <a:lnTo>
                    <a:pt x="5703" y="200861"/>
                  </a:lnTo>
                  <a:lnTo>
                    <a:pt x="5703" y="200861"/>
                  </a:lnTo>
                  <a:lnTo>
                    <a:pt x="5703" y="200861"/>
                  </a:lnTo>
                  <a:lnTo>
                    <a:pt x="5703" y="200613"/>
                  </a:lnTo>
                  <a:lnTo>
                    <a:pt x="5703" y="196645"/>
                  </a:lnTo>
                  <a:lnTo>
                    <a:pt x="5703" y="194165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951" y="193918"/>
                  </a:lnTo>
                  <a:lnTo>
                    <a:pt x="8431" y="193918"/>
                  </a:lnTo>
                  <a:lnTo>
                    <a:pt x="9919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4165"/>
                  </a:lnTo>
                  <a:lnTo>
                    <a:pt x="10167" y="196645"/>
                  </a:lnTo>
                  <a:lnTo>
                    <a:pt x="10167" y="200613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9919" y="200861"/>
                  </a:lnTo>
                  <a:lnTo>
                    <a:pt x="8431" y="200861"/>
                  </a:lnTo>
                  <a:close/>
                  <a:moveTo>
                    <a:pt x="5951" y="190942"/>
                  </a:moveTo>
                  <a:lnTo>
                    <a:pt x="5703" y="190942"/>
                  </a:lnTo>
                  <a:lnTo>
                    <a:pt x="5703" y="190942"/>
                  </a:lnTo>
                  <a:lnTo>
                    <a:pt x="5703" y="190942"/>
                  </a:lnTo>
                  <a:lnTo>
                    <a:pt x="5703" y="190694"/>
                  </a:lnTo>
                  <a:lnTo>
                    <a:pt x="5703" y="186726"/>
                  </a:lnTo>
                  <a:lnTo>
                    <a:pt x="5703" y="184246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951" y="183998"/>
                  </a:lnTo>
                  <a:lnTo>
                    <a:pt x="8431" y="183998"/>
                  </a:lnTo>
                  <a:lnTo>
                    <a:pt x="9919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4246"/>
                  </a:lnTo>
                  <a:lnTo>
                    <a:pt x="10167" y="186726"/>
                  </a:lnTo>
                  <a:lnTo>
                    <a:pt x="10167" y="190694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9919" y="190942"/>
                  </a:lnTo>
                  <a:lnTo>
                    <a:pt x="8431" y="190942"/>
                  </a:lnTo>
                  <a:close/>
                  <a:moveTo>
                    <a:pt x="5951" y="181023"/>
                  </a:moveTo>
                  <a:lnTo>
                    <a:pt x="5703" y="181023"/>
                  </a:lnTo>
                  <a:lnTo>
                    <a:pt x="5703" y="181023"/>
                  </a:lnTo>
                  <a:lnTo>
                    <a:pt x="5703" y="181023"/>
                  </a:lnTo>
                  <a:lnTo>
                    <a:pt x="5703" y="180775"/>
                  </a:lnTo>
                  <a:lnTo>
                    <a:pt x="5703" y="176807"/>
                  </a:lnTo>
                  <a:lnTo>
                    <a:pt x="5703" y="174327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951" y="174079"/>
                  </a:lnTo>
                  <a:lnTo>
                    <a:pt x="8431" y="174079"/>
                  </a:lnTo>
                  <a:lnTo>
                    <a:pt x="9919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327"/>
                  </a:lnTo>
                  <a:lnTo>
                    <a:pt x="10167" y="176807"/>
                  </a:lnTo>
                  <a:lnTo>
                    <a:pt x="10167" y="180775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9919" y="181023"/>
                  </a:lnTo>
                  <a:lnTo>
                    <a:pt x="8431" y="181023"/>
                  </a:lnTo>
                  <a:close/>
                  <a:moveTo>
                    <a:pt x="5951" y="171104"/>
                  </a:moveTo>
                  <a:lnTo>
                    <a:pt x="5703" y="171104"/>
                  </a:lnTo>
                  <a:lnTo>
                    <a:pt x="5703" y="171104"/>
                  </a:lnTo>
                  <a:lnTo>
                    <a:pt x="5703" y="171104"/>
                  </a:lnTo>
                  <a:lnTo>
                    <a:pt x="5703" y="170856"/>
                  </a:lnTo>
                  <a:lnTo>
                    <a:pt x="5703" y="166888"/>
                  </a:lnTo>
                  <a:lnTo>
                    <a:pt x="5703" y="164408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951" y="164160"/>
                  </a:lnTo>
                  <a:lnTo>
                    <a:pt x="8431" y="164160"/>
                  </a:lnTo>
                  <a:lnTo>
                    <a:pt x="9919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408"/>
                  </a:lnTo>
                  <a:lnTo>
                    <a:pt x="10167" y="166888"/>
                  </a:lnTo>
                  <a:lnTo>
                    <a:pt x="10167" y="170856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9919" y="171104"/>
                  </a:lnTo>
                  <a:lnTo>
                    <a:pt x="8431" y="171104"/>
                  </a:lnTo>
                  <a:close/>
                  <a:moveTo>
                    <a:pt x="5951" y="161185"/>
                  </a:moveTo>
                  <a:lnTo>
                    <a:pt x="5703" y="161185"/>
                  </a:lnTo>
                  <a:lnTo>
                    <a:pt x="5703" y="161185"/>
                  </a:lnTo>
                  <a:lnTo>
                    <a:pt x="5703" y="161185"/>
                  </a:lnTo>
                  <a:lnTo>
                    <a:pt x="5703" y="160937"/>
                  </a:lnTo>
                  <a:lnTo>
                    <a:pt x="5703" y="156969"/>
                  </a:lnTo>
                  <a:lnTo>
                    <a:pt x="5703" y="154489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951" y="154241"/>
                  </a:lnTo>
                  <a:lnTo>
                    <a:pt x="8431" y="154241"/>
                  </a:lnTo>
                  <a:lnTo>
                    <a:pt x="9919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489"/>
                  </a:lnTo>
                  <a:lnTo>
                    <a:pt x="10167" y="156969"/>
                  </a:lnTo>
                  <a:lnTo>
                    <a:pt x="10167" y="160937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9919" y="161185"/>
                  </a:lnTo>
                  <a:lnTo>
                    <a:pt x="8431" y="161185"/>
                  </a:lnTo>
                  <a:close/>
                  <a:moveTo>
                    <a:pt x="5951" y="151265"/>
                  </a:moveTo>
                  <a:lnTo>
                    <a:pt x="5703" y="151265"/>
                  </a:lnTo>
                  <a:lnTo>
                    <a:pt x="5703" y="151265"/>
                  </a:lnTo>
                  <a:lnTo>
                    <a:pt x="5703" y="151265"/>
                  </a:lnTo>
                  <a:lnTo>
                    <a:pt x="5703" y="151018"/>
                  </a:lnTo>
                  <a:lnTo>
                    <a:pt x="5703" y="147050"/>
                  </a:lnTo>
                  <a:lnTo>
                    <a:pt x="5703" y="144570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951" y="144322"/>
                  </a:lnTo>
                  <a:lnTo>
                    <a:pt x="8431" y="144322"/>
                  </a:lnTo>
                  <a:lnTo>
                    <a:pt x="9919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570"/>
                  </a:lnTo>
                  <a:lnTo>
                    <a:pt x="10167" y="147050"/>
                  </a:lnTo>
                  <a:lnTo>
                    <a:pt x="10167" y="151018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9919" y="151265"/>
                  </a:lnTo>
                  <a:lnTo>
                    <a:pt x="8431" y="151265"/>
                  </a:lnTo>
                  <a:close/>
                  <a:moveTo>
                    <a:pt x="5951" y="141346"/>
                  </a:moveTo>
                  <a:lnTo>
                    <a:pt x="5703" y="141346"/>
                  </a:lnTo>
                  <a:lnTo>
                    <a:pt x="5703" y="141346"/>
                  </a:lnTo>
                  <a:lnTo>
                    <a:pt x="5703" y="141346"/>
                  </a:lnTo>
                  <a:lnTo>
                    <a:pt x="5703" y="141098"/>
                  </a:lnTo>
                  <a:lnTo>
                    <a:pt x="5703" y="137131"/>
                  </a:lnTo>
                  <a:lnTo>
                    <a:pt x="5703" y="134651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951" y="134403"/>
                  </a:lnTo>
                  <a:lnTo>
                    <a:pt x="8431" y="134403"/>
                  </a:lnTo>
                  <a:lnTo>
                    <a:pt x="9919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651"/>
                  </a:lnTo>
                  <a:lnTo>
                    <a:pt x="10167" y="137131"/>
                  </a:lnTo>
                  <a:lnTo>
                    <a:pt x="10167" y="141098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9919" y="141346"/>
                  </a:lnTo>
                  <a:lnTo>
                    <a:pt x="8431" y="141346"/>
                  </a:lnTo>
                  <a:close/>
                  <a:moveTo>
                    <a:pt x="5951" y="131427"/>
                  </a:moveTo>
                  <a:lnTo>
                    <a:pt x="5703" y="131427"/>
                  </a:lnTo>
                  <a:lnTo>
                    <a:pt x="5703" y="131427"/>
                  </a:lnTo>
                  <a:lnTo>
                    <a:pt x="5703" y="131427"/>
                  </a:lnTo>
                  <a:lnTo>
                    <a:pt x="5703" y="131179"/>
                  </a:lnTo>
                  <a:lnTo>
                    <a:pt x="5703" y="127212"/>
                  </a:lnTo>
                  <a:lnTo>
                    <a:pt x="5703" y="124732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951" y="124484"/>
                  </a:lnTo>
                  <a:lnTo>
                    <a:pt x="8431" y="124484"/>
                  </a:lnTo>
                  <a:lnTo>
                    <a:pt x="9919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732"/>
                  </a:lnTo>
                  <a:lnTo>
                    <a:pt x="10167" y="127212"/>
                  </a:lnTo>
                  <a:lnTo>
                    <a:pt x="10167" y="131179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9919" y="131427"/>
                  </a:lnTo>
                  <a:lnTo>
                    <a:pt x="8431" y="131427"/>
                  </a:lnTo>
                  <a:close/>
                  <a:moveTo>
                    <a:pt x="5951" y="121508"/>
                  </a:moveTo>
                  <a:lnTo>
                    <a:pt x="5703" y="121508"/>
                  </a:lnTo>
                  <a:lnTo>
                    <a:pt x="5703" y="121508"/>
                  </a:lnTo>
                  <a:lnTo>
                    <a:pt x="5703" y="121508"/>
                  </a:lnTo>
                  <a:lnTo>
                    <a:pt x="5703" y="121260"/>
                  </a:lnTo>
                  <a:lnTo>
                    <a:pt x="5703" y="117293"/>
                  </a:lnTo>
                  <a:lnTo>
                    <a:pt x="5703" y="114813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951" y="114565"/>
                  </a:lnTo>
                  <a:lnTo>
                    <a:pt x="8431" y="114565"/>
                  </a:lnTo>
                  <a:lnTo>
                    <a:pt x="9919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813"/>
                  </a:lnTo>
                  <a:lnTo>
                    <a:pt x="10167" y="117293"/>
                  </a:lnTo>
                  <a:lnTo>
                    <a:pt x="10167" y="121260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9919" y="121508"/>
                  </a:lnTo>
                  <a:lnTo>
                    <a:pt x="8431" y="121508"/>
                  </a:lnTo>
                  <a:close/>
                  <a:moveTo>
                    <a:pt x="5951" y="111589"/>
                  </a:moveTo>
                  <a:lnTo>
                    <a:pt x="5703" y="111589"/>
                  </a:lnTo>
                  <a:lnTo>
                    <a:pt x="5703" y="111589"/>
                  </a:lnTo>
                  <a:lnTo>
                    <a:pt x="5703" y="111589"/>
                  </a:lnTo>
                  <a:lnTo>
                    <a:pt x="5703" y="111341"/>
                  </a:lnTo>
                  <a:lnTo>
                    <a:pt x="5703" y="107374"/>
                  </a:lnTo>
                  <a:lnTo>
                    <a:pt x="5703" y="104894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951" y="104646"/>
                  </a:lnTo>
                  <a:lnTo>
                    <a:pt x="8431" y="104646"/>
                  </a:lnTo>
                  <a:lnTo>
                    <a:pt x="9919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894"/>
                  </a:lnTo>
                  <a:lnTo>
                    <a:pt x="10167" y="107374"/>
                  </a:lnTo>
                  <a:lnTo>
                    <a:pt x="10167" y="111341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9919" y="111589"/>
                  </a:lnTo>
                  <a:lnTo>
                    <a:pt x="8431" y="111589"/>
                  </a:lnTo>
                  <a:close/>
                  <a:moveTo>
                    <a:pt x="5951" y="101670"/>
                  </a:moveTo>
                  <a:lnTo>
                    <a:pt x="5703" y="101670"/>
                  </a:lnTo>
                  <a:lnTo>
                    <a:pt x="5703" y="101670"/>
                  </a:lnTo>
                  <a:lnTo>
                    <a:pt x="5703" y="101670"/>
                  </a:lnTo>
                  <a:lnTo>
                    <a:pt x="5703" y="101422"/>
                  </a:lnTo>
                  <a:lnTo>
                    <a:pt x="5703" y="97455"/>
                  </a:lnTo>
                  <a:lnTo>
                    <a:pt x="5703" y="94975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951" y="94727"/>
                  </a:lnTo>
                  <a:lnTo>
                    <a:pt x="8431" y="94727"/>
                  </a:lnTo>
                  <a:lnTo>
                    <a:pt x="9919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975"/>
                  </a:lnTo>
                  <a:lnTo>
                    <a:pt x="10167" y="97455"/>
                  </a:lnTo>
                  <a:lnTo>
                    <a:pt x="10167" y="101422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9919" y="101670"/>
                  </a:lnTo>
                  <a:lnTo>
                    <a:pt x="8431" y="101670"/>
                  </a:lnTo>
                  <a:close/>
                  <a:moveTo>
                    <a:pt x="5951" y="91751"/>
                  </a:moveTo>
                  <a:lnTo>
                    <a:pt x="5703" y="91751"/>
                  </a:lnTo>
                  <a:lnTo>
                    <a:pt x="5703" y="91751"/>
                  </a:lnTo>
                  <a:lnTo>
                    <a:pt x="5703" y="91751"/>
                  </a:lnTo>
                  <a:lnTo>
                    <a:pt x="5703" y="91503"/>
                  </a:lnTo>
                  <a:lnTo>
                    <a:pt x="5703" y="87535"/>
                  </a:lnTo>
                  <a:lnTo>
                    <a:pt x="5703" y="85056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951" y="84808"/>
                  </a:lnTo>
                  <a:lnTo>
                    <a:pt x="8431" y="84808"/>
                  </a:lnTo>
                  <a:lnTo>
                    <a:pt x="9919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5056"/>
                  </a:lnTo>
                  <a:lnTo>
                    <a:pt x="10167" y="87535"/>
                  </a:lnTo>
                  <a:lnTo>
                    <a:pt x="10167" y="91503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9919" y="91751"/>
                  </a:lnTo>
                  <a:lnTo>
                    <a:pt x="8431" y="91751"/>
                  </a:lnTo>
                  <a:close/>
                  <a:moveTo>
                    <a:pt x="5951" y="81832"/>
                  </a:moveTo>
                  <a:lnTo>
                    <a:pt x="5703" y="81832"/>
                  </a:lnTo>
                  <a:lnTo>
                    <a:pt x="5703" y="81832"/>
                  </a:lnTo>
                  <a:lnTo>
                    <a:pt x="5703" y="81832"/>
                  </a:lnTo>
                  <a:lnTo>
                    <a:pt x="5703" y="81584"/>
                  </a:lnTo>
                  <a:lnTo>
                    <a:pt x="5703" y="77616"/>
                  </a:lnTo>
                  <a:lnTo>
                    <a:pt x="5703" y="75137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951" y="74889"/>
                  </a:lnTo>
                  <a:lnTo>
                    <a:pt x="8431" y="74889"/>
                  </a:lnTo>
                  <a:lnTo>
                    <a:pt x="9919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5137"/>
                  </a:lnTo>
                  <a:lnTo>
                    <a:pt x="10167" y="77616"/>
                  </a:lnTo>
                  <a:lnTo>
                    <a:pt x="10167" y="81584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9919" y="81832"/>
                  </a:lnTo>
                  <a:lnTo>
                    <a:pt x="8431" y="81832"/>
                  </a:lnTo>
                  <a:close/>
                  <a:moveTo>
                    <a:pt x="5951" y="71913"/>
                  </a:moveTo>
                  <a:lnTo>
                    <a:pt x="5703" y="71913"/>
                  </a:lnTo>
                  <a:lnTo>
                    <a:pt x="5703" y="71913"/>
                  </a:lnTo>
                  <a:lnTo>
                    <a:pt x="5703" y="71913"/>
                  </a:lnTo>
                  <a:lnTo>
                    <a:pt x="5703" y="71665"/>
                  </a:lnTo>
                  <a:lnTo>
                    <a:pt x="5703" y="67697"/>
                  </a:lnTo>
                  <a:lnTo>
                    <a:pt x="5703" y="65218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951" y="64970"/>
                  </a:lnTo>
                  <a:lnTo>
                    <a:pt x="8431" y="64970"/>
                  </a:lnTo>
                  <a:lnTo>
                    <a:pt x="9919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5218"/>
                  </a:lnTo>
                  <a:lnTo>
                    <a:pt x="10167" y="67697"/>
                  </a:lnTo>
                  <a:lnTo>
                    <a:pt x="10167" y="71665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9919" y="71913"/>
                  </a:lnTo>
                  <a:lnTo>
                    <a:pt x="8431" y="71913"/>
                  </a:lnTo>
                  <a:close/>
                  <a:moveTo>
                    <a:pt x="5951" y="61994"/>
                  </a:moveTo>
                  <a:lnTo>
                    <a:pt x="5703" y="61994"/>
                  </a:lnTo>
                  <a:lnTo>
                    <a:pt x="5703" y="61994"/>
                  </a:lnTo>
                  <a:lnTo>
                    <a:pt x="5703" y="61994"/>
                  </a:lnTo>
                  <a:lnTo>
                    <a:pt x="5703" y="61746"/>
                  </a:lnTo>
                  <a:lnTo>
                    <a:pt x="5703" y="57778"/>
                  </a:lnTo>
                  <a:lnTo>
                    <a:pt x="5703" y="55298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951" y="55050"/>
                  </a:lnTo>
                  <a:lnTo>
                    <a:pt x="8431" y="55050"/>
                  </a:lnTo>
                  <a:lnTo>
                    <a:pt x="9919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298"/>
                  </a:lnTo>
                  <a:lnTo>
                    <a:pt x="10167" y="57778"/>
                  </a:lnTo>
                  <a:lnTo>
                    <a:pt x="10167" y="61746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9919" y="61994"/>
                  </a:lnTo>
                  <a:lnTo>
                    <a:pt x="8431" y="61994"/>
                  </a:lnTo>
                  <a:close/>
                  <a:moveTo>
                    <a:pt x="5951" y="52075"/>
                  </a:moveTo>
                  <a:lnTo>
                    <a:pt x="5703" y="52075"/>
                  </a:lnTo>
                  <a:lnTo>
                    <a:pt x="5703" y="52075"/>
                  </a:lnTo>
                  <a:lnTo>
                    <a:pt x="5703" y="52075"/>
                  </a:lnTo>
                  <a:lnTo>
                    <a:pt x="5703" y="51827"/>
                  </a:lnTo>
                  <a:lnTo>
                    <a:pt x="5703" y="47859"/>
                  </a:lnTo>
                  <a:lnTo>
                    <a:pt x="5703" y="45379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951" y="45131"/>
                  </a:lnTo>
                  <a:lnTo>
                    <a:pt x="8431" y="45131"/>
                  </a:lnTo>
                  <a:lnTo>
                    <a:pt x="9919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379"/>
                  </a:lnTo>
                  <a:lnTo>
                    <a:pt x="10167" y="47859"/>
                  </a:lnTo>
                  <a:lnTo>
                    <a:pt x="10167" y="51827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9919" y="52075"/>
                  </a:lnTo>
                  <a:lnTo>
                    <a:pt x="8431" y="52075"/>
                  </a:lnTo>
                  <a:close/>
                  <a:moveTo>
                    <a:pt x="5951" y="42156"/>
                  </a:moveTo>
                  <a:lnTo>
                    <a:pt x="5703" y="42156"/>
                  </a:lnTo>
                  <a:lnTo>
                    <a:pt x="5703" y="42156"/>
                  </a:lnTo>
                  <a:lnTo>
                    <a:pt x="5703" y="42156"/>
                  </a:lnTo>
                  <a:lnTo>
                    <a:pt x="5703" y="41908"/>
                  </a:lnTo>
                  <a:lnTo>
                    <a:pt x="5703" y="37940"/>
                  </a:lnTo>
                  <a:lnTo>
                    <a:pt x="5703" y="35460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951" y="35212"/>
                  </a:lnTo>
                  <a:lnTo>
                    <a:pt x="8431" y="35212"/>
                  </a:lnTo>
                  <a:lnTo>
                    <a:pt x="9919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460"/>
                  </a:lnTo>
                  <a:lnTo>
                    <a:pt x="10167" y="37940"/>
                  </a:lnTo>
                  <a:lnTo>
                    <a:pt x="10167" y="41908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9919" y="42156"/>
                  </a:lnTo>
                  <a:lnTo>
                    <a:pt x="8431" y="42156"/>
                  </a:lnTo>
                  <a:close/>
                  <a:moveTo>
                    <a:pt x="5951" y="32237"/>
                  </a:moveTo>
                  <a:lnTo>
                    <a:pt x="5703" y="32237"/>
                  </a:lnTo>
                  <a:lnTo>
                    <a:pt x="5703" y="32237"/>
                  </a:lnTo>
                  <a:lnTo>
                    <a:pt x="5703" y="32237"/>
                  </a:lnTo>
                  <a:lnTo>
                    <a:pt x="5703" y="31989"/>
                  </a:lnTo>
                  <a:lnTo>
                    <a:pt x="5703" y="28021"/>
                  </a:lnTo>
                  <a:lnTo>
                    <a:pt x="5703" y="25541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951" y="25293"/>
                  </a:lnTo>
                  <a:lnTo>
                    <a:pt x="8431" y="25293"/>
                  </a:lnTo>
                  <a:lnTo>
                    <a:pt x="9919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541"/>
                  </a:lnTo>
                  <a:lnTo>
                    <a:pt x="10167" y="28021"/>
                  </a:lnTo>
                  <a:lnTo>
                    <a:pt x="10167" y="31989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9919" y="32237"/>
                  </a:lnTo>
                  <a:lnTo>
                    <a:pt x="8431" y="32237"/>
                  </a:lnTo>
                  <a:close/>
                  <a:moveTo>
                    <a:pt x="5951" y="22318"/>
                  </a:moveTo>
                  <a:lnTo>
                    <a:pt x="5703" y="22318"/>
                  </a:lnTo>
                  <a:lnTo>
                    <a:pt x="5703" y="22318"/>
                  </a:lnTo>
                  <a:lnTo>
                    <a:pt x="5703" y="22318"/>
                  </a:lnTo>
                  <a:lnTo>
                    <a:pt x="5703" y="22070"/>
                  </a:lnTo>
                  <a:lnTo>
                    <a:pt x="5703" y="18102"/>
                  </a:lnTo>
                  <a:lnTo>
                    <a:pt x="5703" y="15622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951" y="15374"/>
                  </a:lnTo>
                  <a:lnTo>
                    <a:pt x="8431" y="15374"/>
                  </a:lnTo>
                  <a:lnTo>
                    <a:pt x="9919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622"/>
                  </a:lnTo>
                  <a:lnTo>
                    <a:pt x="10167" y="18102"/>
                  </a:lnTo>
                  <a:lnTo>
                    <a:pt x="10167" y="22070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9919" y="22318"/>
                  </a:lnTo>
                  <a:lnTo>
                    <a:pt x="8431" y="22318"/>
                  </a:lnTo>
                  <a:close/>
                  <a:moveTo>
                    <a:pt x="5951" y="12398"/>
                  </a:moveTo>
                  <a:lnTo>
                    <a:pt x="5703" y="12398"/>
                  </a:lnTo>
                  <a:lnTo>
                    <a:pt x="5703" y="12398"/>
                  </a:lnTo>
                  <a:lnTo>
                    <a:pt x="5703" y="12398"/>
                  </a:lnTo>
                  <a:lnTo>
                    <a:pt x="5703" y="12150"/>
                  </a:lnTo>
                  <a:lnTo>
                    <a:pt x="5703" y="8183"/>
                  </a:lnTo>
                  <a:lnTo>
                    <a:pt x="5703" y="5703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951" y="5455"/>
                  </a:lnTo>
                  <a:lnTo>
                    <a:pt x="8431" y="5455"/>
                  </a:lnTo>
                  <a:lnTo>
                    <a:pt x="9919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703"/>
                  </a:lnTo>
                  <a:lnTo>
                    <a:pt x="10167" y="8183"/>
                  </a:lnTo>
                  <a:lnTo>
                    <a:pt x="10167" y="12150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9919" y="12398"/>
                  </a:lnTo>
                  <a:lnTo>
                    <a:pt x="8431" y="123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908" name="单联开关 1 连线"/>
          <p:cNvCxnSpPr/>
          <p:nvPr/>
        </p:nvCxnSpPr>
        <p:spPr>
          <a:xfrm>
            <a:off x="5459849" y="3270568"/>
            <a:ext cx="852051" cy="109823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09" name="单联开关 2 连线"/>
          <p:cNvCxnSpPr/>
          <p:nvPr/>
        </p:nvCxnSpPr>
        <p:spPr>
          <a:xfrm>
            <a:off x="5740400" y="2667000"/>
            <a:ext cx="1943100" cy="2302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0" name="单联开关 3 连线"/>
          <p:cNvCxnSpPr/>
          <p:nvPr/>
        </p:nvCxnSpPr>
        <p:spPr>
          <a:xfrm>
            <a:off x="7785100" y="4686300"/>
            <a:ext cx="600327" cy="97790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1" name="单联开关 4 连线"/>
          <p:cNvCxnSpPr/>
          <p:nvPr/>
        </p:nvCxnSpPr>
        <p:spPr>
          <a:xfrm>
            <a:off x="10141377" y="3724605"/>
            <a:ext cx="247223" cy="1469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2" name="单联开关 5 连线"/>
          <p:cNvCxnSpPr/>
          <p:nvPr/>
        </p:nvCxnSpPr>
        <p:spPr>
          <a:xfrm flipH="1">
            <a:off x="10883900" y="3216605"/>
            <a:ext cx="520082" cy="1977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3" name="单联开关 6 连线"/>
          <p:cNvCxnSpPr/>
          <p:nvPr/>
        </p:nvCxnSpPr>
        <p:spPr>
          <a:xfrm>
            <a:off x="1459349" y="2602208"/>
            <a:ext cx="3023751" cy="360809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4" name="双联开关 1 连线"/>
          <p:cNvCxnSpPr/>
          <p:nvPr/>
        </p:nvCxnSpPr>
        <p:spPr>
          <a:xfrm>
            <a:off x="1457438" y="5786511"/>
            <a:ext cx="1298462" cy="4689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5" name="双联开关 3 连线"/>
          <p:cNvCxnSpPr/>
          <p:nvPr/>
        </p:nvCxnSpPr>
        <p:spPr>
          <a:xfrm>
            <a:off x="6311900" y="1651000"/>
            <a:ext cx="228600" cy="131874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6" name="风扇隔离开关 1 连线"/>
          <p:cNvCxnSpPr/>
          <p:nvPr/>
        </p:nvCxnSpPr>
        <p:spPr>
          <a:xfrm>
            <a:off x="6045200" y="2705100"/>
            <a:ext cx="495300" cy="306399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917" name="带保险插座开关 1 连线"/>
          <p:cNvCxnSpPr/>
          <p:nvPr/>
        </p:nvCxnSpPr>
        <p:spPr>
          <a:xfrm>
            <a:off x="9209904" y="2711570"/>
            <a:ext cx="518296" cy="35241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8" name="带保险插座开关 2 连线"/>
          <p:cNvCxnSpPr/>
          <p:nvPr/>
        </p:nvCxnSpPr>
        <p:spPr>
          <a:xfrm>
            <a:off x="9253860" y="5124570"/>
            <a:ext cx="131440" cy="11746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9" name="带保险插座开关 3 连线"/>
          <p:cNvCxnSpPr/>
          <p:nvPr/>
        </p:nvCxnSpPr>
        <p:spPr>
          <a:xfrm>
            <a:off x="6889859" y="6130474"/>
            <a:ext cx="1200041" cy="105226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0" name="带保险插座开关 4 连线"/>
          <p:cNvCxnSpPr/>
          <p:nvPr/>
        </p:nvCxnSpPr>
        <p:spPr>
          <a:xfrm flipH="1">
            <a:off x="10782300" y="4489570"/>
            <a:ext cx="429635" cy="17207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1" name="带保险插座开关 5 连线"/>
          <p:cNvCxnSpPr/>
          <p:nvPr/>
        </p:nvCxnSpPr>
        <p:spPr>
          <a:xfrm>
            <a:off x="10462103" y="2648070"/>
            <a:ext cx="2697" cy="35368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2" name="四联开关 1 连线"/>
          <p:cNvCxnSpPr/>
          <p:nvPr/>
        </p:nvCxnSpPr>
        <p:spPr>
          <a:xfrm flipH="1">
            <a:off x="4229100" y="1806648"/>
            <a:ext cx="776035" cy="14064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3" name="四联开关 2 连线"/>
          <p:cNvCxnSpPr/>
          <p:nvPr/>
        </p:nvCxnSpPr>
        <p:spPr>
          <a:xfrm>
            <a:off x="2565517" y="1824429"/>
            <a:ext cx="241183" cy="80571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4" name="四联开关 3 连线"/>
          <p:cNvCxnSpPr/>
          <p:nvPr/>
        </p:nvCxnSpPr>
        <p:spPr>
          <a:xfrm>
            <a:off x="1301855" y="3584648"/>
            <a:ext cx="704745" cy="18763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5" name="四联开关 4 连线"/>
          <p:cNvCxnSpPr/>
          <p:nvPr/>
        </p:nvCxnSpPr>
        <p:spPr>
          <a:xfrm flipH="1">
            <a:off x="4381500" y="5558564"/>
            <a:ext cx="571500" cy="16736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6" name="三联开关 1 连线"/>
          <p:cNvCxnSpPr/>
          <p:nvPr/>
        </p:nvCxnSpPr>
        <p:spPr>
          <a:xfrm>
            <a:off x="3088350" y="3560662"/>
            <a:ext cx="1394750" cy="1722538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927" name="三联开关 2 连线"/>
          <p:cNvCxnSpPr/>
          <p:nvPr/>
        </p:nvCxnSpPr>
        <p:spPr>
          <a:xfrm>
            <a:off x="1437350" y="4651365"/>
            <a:ext cx="2766350" cy="428635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850" name="单联开关 1 位置点"/>
          <p:cNvSpPr/>
          <p:nvPr/>
        </p:nvSpPr>
        <p:spPr>
          <a:xfrm>
            <a:off x="6267450" y="43243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3" name="单联开关 2 位置点"/>
          <p:cNvSpPr/>
          <p:nvPr/>
        </p:nvSpPr>
        <p:spPr>
          <a:xfrm>
            <a:off x="5695950" y="26225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5" name="单联开关 3 位置点"/>
          <p:cNvSpPr/>
          <p:nvPr/>
        </p:nvSpPr>
        <p:spPr>
          <a:xfrm>
            <a:off x="7740650" y="4641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8" name="单联开关 4 位置点"/>
          <p:cNvSpPr/>
          <p:nvPr/>
        </p:nvSpPr>
        <p:spPr>
          <a:xfrm>
            <a:off x="103441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1" name="单联开关 5 位置点"/>
          <p:cNvSpPr/>
          <p:nvPr/>
        </p:nvSpPr>
        <p:spPr>
          <a:xfrm>
            <a:off x="108394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4" name="单联开关 6 位置点"/>
          <p:cNvSpPr/>
          <p:nvPr/>
        </p:nvSpPr>
        <p:spPr>
          <a:xfrm>
            <a:off x="4438650" y="6165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7" name="双联开关 1 位置点"/>
          <p:cNvSpPr/>
          <p:nvPr/>
        </p:nvSpPr>
        <p:spPr>
          <a:xfrm>
            <a:off x="2711450" y="57467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0" name="双联开关 2 位置点"/>
          <p:cNvSpPr/>
          <p:nvPr/>
        </p:nvSpPr>
        <p:spPr>
          <a:xfrm>
            <a:off x="6648450" y="51371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2" name="双联开关 3 位置点"/>
          <p:cNvSpPr/>
          <p:nvPr/>
        </p:nvSpPr>
        <p:spPr>
          <a:xfrm>
            <a:off x="6267450" y="16065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5" name="风扇隔离开关 1 位置点"/>
          <p:cNvSpPr/>
          <p:nvPr/>
        </p:nvSpPr>
        <p:spPr>
          <a:xfrm>
            <a:off x="6000750" y="2660650"/>
            <a:ext cx="88900" cy="8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8" name="带保险插座开关 1 位置点"/>
          <p:cNvSpPr/>
          <p:nvPr/>
        </p:nvSpPr>
        <p:spPr>
          <a:xfrm>
            <a:off x="96837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1" name="带保险插座开关 2 位置点"/>
          <p:cNvSpPr/>
          <p:nvPr/>
        </p:nvSpPr>
        <p:spPr>
          <a:xfrm>
            <a:off x="9340850" y="62547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4" name="带保险插座开关 3 位置点"/>
          <p:cNvSpPr/>
          <p:nvPr/>
        </p:nvSpPr>
        <p:spPr>
          <a:xfrm>
            <a:off x="80454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7" name="带保险插座开关 4 位置点"/>
          <p:cNvSpPr/>
          <p:nvPr/>
        </p:nvSpPr>
        <p:spPr>
          <a:xfrm>
            <a:off x="10737850" y="61658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0" name="带保险插座开关 5 位置点"/>
          <p:cNvSpPr/>
          <p:nvPr/>
        </p:nvSpPr>
        <p:spPr>
          <a:xfrm>
            <a:off x="10420350" y="61404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3" name="四联开关 1 位置点"/>
          <p:cNvSpPr/>
          <p:nvPr/>
        </p:nvSpPr>
        <p:spPr>
          <a:xfrm>
            <a:off x="4184650" y="31686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5" name="四联开关 2 位置点"/>
          <p:cNvSpPr/>
          <p:nvPr/>
        </p:nvSpPr>
        <p:spPr>
          <a:xfrm>
            <a:off x="2762250" y="1860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8" name="四联开关 3 位置点"/>
          <p:cNvSpPr/>
          <p:nvPr/>
        </p:nvSpPr>
        <p:spPr>
          <a:xfrm>
            <a:off x="1962150" y="5416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1" name="四联开关 4 位置点"/>
          <p:cNvSpPr/>
          <p:nvPr/>
        </p:nvSpPr>
        <p:spPr>
          <a:xfrm>
            <a:off x="4337050" y="55308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4" name="三联开关 1 位置点"/>
          <p:cNvSpPr/>
          <p:nvPr/>
        </p:nvSpPr>
        <p:spPr>
          <a:xfrm>
            <a:off x="4438650" y="52387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7" name="三联开关 2 位置点"/>
          <p:cNvSpPr/>
          <p:nvPr/>
        </p:nvSpPr>
        <p:spPr>
          <a:xfrm>
            <a:off x="4159250" y="50355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825" name="单联开关 1"/>
          <p:cNvGrpSpPr/>
          <p:nvPr/>
        </p:nvGrpSpPr>
        <p:grpSpPr>
          <a:xfrm>
            <a:off x="4762500" y="2362200"/>
            <a:ext cx="697349" cy="917905"/>
            <a:chOff x="6229926" y="3884447"/>
            <a:chExt cx="697349" cy="917905"/>
          </a:xfrm>
        </p:grpSpPr>
        <p:pic>
          <p:nvPicPr>
            <p:cNvPr id="767" name="单联开关 1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026" y="3922547"/>
              <a:ext cx="621149" cy="663905"/>
            </a:xfrm>
            <a:prstGeom prst="rect">
              <a:avLst/>
            </a:prstGeom>
          </p:spPr>
        </p:pic>
        <p:sp>
          <p:nvSpPr>
            <p:cNvPr id="824" name="按键 28"/>
            <p:cNvSpPr/>
            <p:nvPr/>
          </p:nvSpPr>
          <p:spPr>
            <a:xfrm>
              <a:off x="6502401" y="4611852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849" name="单联开关 1 框"/>
            <p:cNvSpPr/>
            <p:nvPr/>
          </p:nvSpPr>
          <p:spPr>
            <a:xfrm>
              <a:off x="6229926" y="38844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6" name="单联开关 2"/>
          <p:cNvGrpSpPr/>
          <p:nvPr/>
        </p:nvGrpSpPr>
        <p:grpSpPr>
          <a:xfrm>
            <a:off x="7683500" y="2235200"/>
            <a:ext cx="697349" cy="917905"/>
            <a:chOff x="4947346" y="2599947"/>
            <a:chExt cx="697349" cy="917905"/>
          </a:xfrm>
        </p:grpSpPr>
        <p:pic>
          <p:nvPicPr>
            <p:cNvPr id="768" name="单联开关 2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5446" y="2638047"/>
              <a:ext cx="621149" cy="663905"/>
            </a:xfrm>
            <a:prstGeom prst="rect">
              <a:avLst/>
            </a:prstGeom>
          </p:spPr>
        </p:pic>
        <p:sp>
          <p:nvSpPr>
            <p:cNvPr id="815" name="按键 22"/>
            <p:cNvSpPr/>
            <p:nvPr/>
          </p:nvSpPr>
          <p:spPr>
            <a:xfrm>
              <a:off x="5219821" y="3327352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22</a:t>
              </a:r>
            </a:p>
          </p:txBody>
        </p:sp>
        <p:sp>
          <p:nvSpPr>
            <p:cNvPr id="851" name="单联开关 2 框"/>
            <p:cNvSpPr/>
            <p:nvPr/>
          </p:nvSpPr>
          <p:spPr>
            <a:xfrm>
              <a:off x="4947346" y="2599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4" name="单联开关 3"/>
          <p:cNvGrpSpPr/>
          <p:nvPr/>
        </p:nvGrpSpPr>
        <p:grpSpPr>
          <a:xfrm>
            <a:off x="8251965" y="5635856"/>
            <a:ext cx="697349" cy="917905"/>
            <a:chOff x="7417376" y="4168952"/>
            <a:chExt cx="697349" cy="917905"/>
          </a:xfrm>
        </p:grpSpPr>
        <p:pic>
          <p:nvPicPr>
            <p:cNvPr id="769" name="单联开关 3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459456" y="4207052"/>
              <a:ext cx="613189" cy="663905"/>
            </a:xfrm>
            <a:prstGeom prst="rect">
              <a:avLst/>
            </a:prstGeom>
          </p:spPr>
        </p:pic>
        <p:sp>
          <p:nvSpPr>
            <p:cNvPr id="854" name="单联开关 3 框"/>
            <p:cNvSpPr/>
            <p:nvPr/>
          </p:nvSpPr>
          <p:spPr>
            <a:xfrm>
              <a:off x="7417376" y="4168952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4" name="单联开关 4"/>
          <p:cNvGrpSpPr/>
          <p:nvPr/>
        </p:nvGrpSpPr>
        <p:grpSpPr>
          <a:xfrm>
            <a:off x="9715500" y="2806700"/>
            <a:ext cx="697349" cy="917905"/>
            <a:chOff x="10396800" y="4366490"/>
            <a:chExt cx="697349" cy="917905"/>
          </a:xfrm>
        </p:grpSpPr>
        <p:pic>
          <p:nvPicPr>
            <p:cNvPr id="770" name="单联开关 4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900" y="4404590"/>
              <a:ext cx="621149" cy="663905"/>
            </a:xfrm>
            <a:prstGeom prst="rect">
              <a:avLst/>
            </a:prstGeom>
          </p:spPr>
        </p:pic>
        <p:sp>
          <p:nvSpPr>
            <p:cNvPr id="843" name="按键 38"/>
            <p:cNvSpPr/>
            <p:nvPr/>
          </p:nvSpPr>
          <p:spPr>
            <a:xfrm>
              <a:off x="10669275" y="5093895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38</a:t>
              </a:r>
            </a:p>
          </p:txBody>
        </p:sp>
        <p:sp>
          <p:nvSpPr>
            <p:cNvPr id="856" name="单联开关 4 框"/>
            <p:cNvSpPr/>
            <p:nvPr/>
          </p:nvSpPr>
          <p:spPr>
            <a:xfrm>
              <a:off x="10396800" y="436649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8" name="单联开关 5"/>
          <p:cNvGrpSpPr/>
          <p:nvPr/>
        </p:nvGrpSpPr>
        <p:grpSpPr>
          <a:xfrm>
            <a:off x="11176000" y="2298700"/>
            <a:ext cx="697349" cy="917905"/>
            <a:chOff x="11120873" y="4284450"/>
            <a:chExt cx="697349" cy="917905"/>
          </a:xfrm>
        </p:grpSpPr>
        <p:pic>
          <p:nvPicPr>
            <p:cNvPr id="771" name="单联开关 5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973" y="4322550"/>
              <a:ext cx="621149" cy="663905"/>
            </a:xfrm>
            <a:prstGeom prst="rect">
              <a:avLst/>
            </a:prstGeom>
          </p:spPr>
        </p:pic>
        <p:sp>
          <p:nvSpPr>
            <p:cNvPr id="847" name="按键 40"/>
            <p:cNvSpPr/>
            <p:nvPr/>
          </p:nvSpPr>
          <p:spPr>
            <a:xfrm>
              <a:off x="11393348" y="5011855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859" name="单联开关 5 框"/>
            <p:cNvSpPr/>
            <p:nvPr/>
          </p:nvSpPr>
          <p:spPr>
            <a:xfrm>
              <a:off x="11120873" y="428445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9" name="单联开关 6"/>
          <p:cNvGrpSpPr/>
          <p:nvPr/>
        </p:nvGrpSpPr>
        <p:grpSpPr>
          <a:xfrm>
            <a:off x="596748" y="1727200"/>
            <a:ext cx="1019867" cy="924958"/>
            <a:chOff x="6521874" y="5725947"/>
            <a:chExt cx="1019867" cy="924958"/>
          </a:xfrm>
        </p:grpSpPr>
        <p:pic>
          <p:nvPicPr>
            <p:cNvPr id="772" name="单联开关 6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828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862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0" name="双联开关 1"/>
          <p:cNvGrpSpPr/>
          <p:nvPr/>
        </p:nvGrpSpPr>
        <p:grpSpPr>
          <a:xfrm>
            <a:off x="571500" y="5219700"/>
            <a:ext cx="885938" cy="1130422"/>
            <a:chOff x="464933" y="4600138"/>
            <a:chExt cx="885938" cy="1130422"/>
          </a:xfrm>
        </p:grpSpPr>
        <p:pic>
          <p:nvPicPr>
            <p:cNvPr id="773" name="双联开关 1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33" y="4638238"/>
              <a:ext cx="809738" cy="876422"/>
            </a:xfrm>
            <a:prstGeom prst="rect">
              <a:avLst/>
            </a:prstGeom>
          </p:spPr>
        </p:pic>
        <p:sp>
          <p:nvSpPr>
            <p:cNvPr id="788" name="按键 1"/>
            <p:cNvSpPr/>
            <p:nvPr/>
          </p:nvSpPr>
          <p:spPr>
            <a:xfrm>
              <a:off x="629268" y="5540060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89" name="按键 2"/>
            <p:cNvSpPr/>
            <p:nvPr/>
          </p:nvSpPr>
          <p:spPr>
            <a:xfrm>
              <a:off x="1034137" y="5540060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65" name="双联开关 1 框"/>
            <p:cNvSpPr/>
            <p:nvPr/>
          </p:nvSpPr>
          <p:spPr>
            <a:xfrm>
              <a:off x="464933" y="4600138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2" name="双联开关 2"/>
          <p:cNvGrpSpPr/>
          <p:nvPr/>
        </p:nvGrpSpPr>
        <p:grpSpPr>
          <a:xfrm>
            <a:off x="6540500" y="4140200"/>
            <a:ext cx="885938" cy="1130422"/>
            <a:chOff x="7329459" y="2975360"/>
            <a:chExt cx="885938" cy="1130422"/>
          </a:xfrm>
        </p:grpSpPr>
        <p:pic>
          <p:nvPicPr>
            <p:cNvPr id="774" name="双联开关 2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7559" y="3013460"/>
              <a:ext cx="809738" cy="876422"/>
            </a:xfrm>
            <a:prstGeom prst="rect">
              <a:avLst/>
            </a:prstGeom>
          </p:spPr>
        </p:pic>
        <p:sp>
          <p:nvSpPr>
            <p:cNvPr id="830" name="按键 31"/>
            <p:cNvSpPr/>
            <p:nvPr/>
          </p:nvSpPr>
          <p:spPr>
            <a:xfrm>
              <a:off x="7493794" y="3915282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31</a:t>
              </a:r>
            </a:p>
          </p:txBody>
        </p:sp>
        <p:sp>
          <p:nvSpPr>
            <p:cNvPr id="831" name="按键 32"/>
            <p:cNvSpPr/>
            <p:nvPr/>
          </p:nvSpPr>
          <p:spPr>
            <a:xfrm>
              <a:off x="7898663" y="3915282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32</a:t>
              </a:r>
            </a:p>
          </p:txBody>
        </p:sp>
        <p:sp>
          <p:nvSpPr>
            <p:cNvPr id="868" name="双联开关 2 框"/>
            <p:cNvSpPr/>
            <p:nvPr/>
          </p:nvSpPr>
          <p:spPr>
            <a:xfrm>
              <a:off x="7329459" y="2975360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3" name="双联开关 3"/>
          <p:cNvGrpSpPr/>
          <p:nvPr/>
        </p:nvGrpSpPr>
        <p:grpSpPr>
          <a:xfrm>
            <a:off x="6540500" y="1473200"/>
            <a:ext cx="885938" cy="1130422"/>
            <a:chOff x="6097530" y="1060389"/>
            <a:chExt cx="885938" cy="1130422"/>
          </a:xfrm>
        </p:grpSpPr>
        <p:pic>
          <p:nvPicPr>
            <p:cNvPr id="775" name="双联开关 3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630" y="1098489"/>
              <a:ext cx="809738" cy="876422"/>
            </a:xfrm>
            <a:prstGeom prst="rect">
              <a:avLst/>
            </a:prstGeom>
          </p:spPr>
        </p:pic>
        <p:sp>
          <p:nvSpPr>
            <p:cNvPr id="821" name="按键 26"/>
            <p:cNvSpPr/>
            <p:nvPr/>
          </p:nvSpPr>
          <p:spPr>
            <a:xfrm>
              <a:off x="6261865" y="2000311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26</a:t>
              </a:r>
            </a:p>
          </p:txBody>
        </p:sp>
        <p:sp>
          <p:nvSpPr>
            <p:cNvPr id="822" name="按键 27"/>
            <p:cNvSpPr/>
            <p:nvPr/>
          </p:nvSpPr>
          <p:spPr>
            <a:xfrm>
              <a:off x="6575797" y="2009331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27</a:t>
              </a:r>
            </a:p>
          </p:txBody>
        </p:sp>
        <p:sp>
          <p:nvSpPr>
            <p:cNvPr id="871" name="双联开关 3 框"/>
            <p:cNvSpPr/>
            <p:nvPr/>
          </p:nvSpPr>
          <p:spPr>
            <a:xfrm>
              <a:off x="6097530" y="1060389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7" name="风扇隔离开关 1"/>
          <p:cNvGrpSpPr/>
          <p:nvPr/>
        </p:nvGrpSpPr>
        <p:grpSpPr>
          <a:xfrm>
            <a:off x="6540500" y="2743200"/>
            <a:ext cx="990728" cy="1149475"/>
            <a:chOff x="6296727" y="2255950"/>
            <a:chExt cx="990728" cy="1149475"/>
          </a:xfrm>
        </p:grpSpPr>
        <p:pic>
          <p:nvPicPr>
            <p:cNvPr id="776" name="风扇隔离开关 1 图片">
              <a:extLst>
                <a:ext uri="{FF2B5EF4-FFF2-40B4-BE49-F238E27FC236}">
                  <a16:creationId xmlns:a16="http://schemas.microsoft.com/office/drawing/2014/main" id="{F6AF25CB-21AA-75C3-D359-A813AD7B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4827" y="2294050"/>
              <a:ext cx="914528" cy="895475"/>
            </a:xfrm>
            <a:prstGeom prst="rect">
              <a:avLst/>
            </a:prstGeom>
          </p:spPr>
        </p:pic>
        <p:sp>
          <p:nvSpPr>
            <p:cNvPr id="826" name="按键 29"/>
            <p:cNvSpPr/>
            <p:nvPr/>
          </p:nvSpPr>
          <p:spPr>
            <a:xfrm>
              <a:off x="6715891" y="321492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873" name="风扇隔离开关 1 框"/>
            <p:cNvSpPr/>
            <p:nvPr/>
          </p:nvSpPr>
          <p:spPr>
            <a:xfrm>
              <a:off x="6296727" y="2255950"/>
              <a:ext cx="990728" cy="11494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2" name="带保险插座开关 1"/>
          <p:cNvGrpSpPr/>
          <p:nvPr/>
        </p:nvGrpSpPr>
        <p:grpSpPr>
          <a:xfrm>
            <a:off x="8699500" y="1600200"/>
            <a:ext cx="857359" cy="1111370"/>
            <a:chOff x="9959694" y="3031308"/>
            <a:chExt cx="857359" cy="1111370"/>
          </a:xfrm>
        </p:grpSpPr>
        <p:pic>
          <p:nvPicPr>
            <p:cNvPr id="777" name="带保险插座开关 1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97794" y="3069408"/>
              <a:ext cx="781159" cy="857370"/>
            </a:xfrm>
            <a:prstGeom prst="rect">
              <a:avLst/>
            </a:prstGeom>
          </p:spPr>
        </p:pic>
        <p:sp>
          <p:nvSpPr>
            <p:cNvPr id="841" name="按键 37"/>
            <p:cNvSpPr/>
            <p:nvPr/>
          </p:nvSpPr>
          <p:spPr>
            <a:xfrm>
              <a:off x="10312174" y="3952178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37</a:t>
              </a:r>
            </a:p>
          </p:txBody>
        </p:sp>
        <p:sp>
          <p:nvSpPr>
            <p:cNvPr id="876" name="带保险插座开关 1 框"/>
            <p:cNvSpPr/>
            <p:nvPr/>
          </p:nvSpPr>
          <p:spPr>
            <a:xfrm>
              <a:off x="9959694" y="3031308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6" name="带保险插座开关 2"/>
          <p:cNvGrpSpPr/>
          <p:nvPr/>
        </p:nvGrpSpPr>
        <p:grpSpPr>
          <a:xfrm>
            <a:off x="8763000" y="4013200"/>
            <a:ext cx="857359" cy="1111370"/>
            <a:chOff x="10863244" y="3100355"/>
            <a:chExt cx="857359" cy="1111370"/>
          </a:xfrm>
        </p:grpSpPr>
        <p:pic>
          <p:nvPicPr>
            <p:cNvPr id="778" name="带保险插座开关 2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01344" y="3138455"/>
              <a:ext cx="781159" cy="857370"/>
            </a:xfrm>
            <a:prstGeom prst="rect">
              <a:avLst/>
            </a:prstGeom>
          </p:spPr>
        </p:pic>
        <p:sp>
          <p:nvSpPr>
            <p:cNvPr id="845" name="按键 39"/>
            <p:cNvSpPr/>
            <p:nvPr/>
          </p:nvSpPr>
          <p:spPr>
            <a:xfrm>
              <a:off x="11215724" y="4021225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39</a:t>
              </a:r>
            </a:p>
          </p:txBody>
        </p:sp>
        <p:sp>
          <p:nvSpPr>
            <p:cNvPr id="879" name="带保险插座开关 2 框"/>
            <p:cNvSpPr/>
            <p:nvPr/>
          </p:nvSpPr>
          <p:spPr>
            <a:xfrm>
              <a:off x="10863244" y="3100355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0" name="带保险插座开关 3"/>
          <p:cNvGrpSpPr/>
          <p:nvPr/>
        </p:nvGrpSpPr>
        <p:grpSpPr>
          <a:xfrm>
            <a:off x="6032500" y="5537200"/>
            <a:ext cx="857359" cy="1111370"/>
            <a:chOff x="9059618" y="2775892"/>
            <a:chExt cx="857359" cy="1111370"/>
          </a:xfrm>
        </p:grpSpPr>
        <p:pic>
          <p:nvPicPr>
            <p:cNvPr id="779" name="带保险插座开关 3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7718" y="2813992"/>
              <a:ext cx="781159" cy="857370"/>
            </a:xfrm>
            <a:prstGeom prst="rect">
              <a:avLst/>
            </a:prstGeom>
          </p:spPr>
        </p:pic>
        <p:sp>
          <p:nvSpPr>
            <p:cNvPr id="839" name="按键 36"/>
            <p:cNvSpPr/>
            <p:nvPr/>
          </p:nvSpPr>
          <p:spPr>
            <a:xfrm>
              <a:off x="9412098" y="3696762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882" name="带保险插座开关 3 框"/>
            <p:cNvSpPr/>
            <p:nvPr/>
          </p:nvSpPr>
          <p:spPr>
            <a:xfrm>
              <a:off x="9059618" y="2775892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8" name="带保险插座开关 4"/>
          <p:cNvGrpSpPr/>
          <p:nvPr/>
        </p:nvGrpSpPr>
        <p:grpSpPr>
          <a:xfrm>
            <a:off x="10922000" y="3378200"/>
            <a:ext cx="857359" cy="1111370"/>
            <a:chOff x="8840050" y="3967240"/>
            <a:chExt cx="857359" cy="1111370"/>
          </a:xfrm>
        </p:grpSpPr>
        <p:pic>
          <p:nvPicPr>
            <p:cNvPr id="780" name="带保险插座开关 4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8150" y="4005340"/>
              <a:ext cx="781159" cy="857370"/>
            </a:xfrm>
            <a:prstGeom prst="rect">
              <a:avLst/>
            </a:prstGeom>
          </p:spPr>
        </p:pic>
        <p:sp>
          <p:nvSpPr>
            <p:cNvPr id="837" name="按键 35"/>
            <p:cNvSpPr/>
            <p:nvPr/>
          </p:nvSpPr>
          <p:spPr>
            <a:xfrm>
              <a:off x="9192530" y="488811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35</a:t>
              </a:r>
            </a:p>
          </p:txBody>
        </p:sp>
        <p:sp>
          <p:nvSpPr>
            <p:cNvPr id="885" name="带保险插座开关 4 框"/>
            <p:cNvSpPr/>
            <p:nvPr/>
          </p:nvSpPr>
          <p:spPr>
            <a:xfrm>
              <a:off x="8840050" y="3967240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6" name="带保险插座开关 5"/>
          <p:cNvGrpSpPr/>
          <p:nvPr/>
        </p:nvGrpSpPr>
        <p:grpSpPr>
          <a:xfrm>
            <a:off x="10033000" y="1536700"/>
            <a:ext cx="857359" cy="1111370"/>
            <a:chOff x="8474484" y="5641853"/>
            <a:chExt cx="857359" cy="1111370"/>
          </a:xfrm>
        </p:grpSpPr>
        <p:pic>
          <p:nvPicPr>
            <p:cNvPr id="781" name="带保险插座开关 5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2584" y="5679953"/>
              <a:ext cx="781159" cy="857370"/>
            </a:xfrm>
            <a:prstGeom prst="rect">
              <a:avLst/>
            </a:prstGeom>
          </p:spPr>
        </p:pic>
        <p:sp>
          <p:nvSpPr>
            <p:cNvPr id="835" name="按键 34"/>
            <p:cNvSpPr/>
            <p:nvPr/>
          </p:nvSpPr>
          <p:spPr>
            <a:xfrm>
              <a:off x="8826964" y="656272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34</a:t>
              </a:r>
            </a:p>
          </p:txBody>
        </p:sp>
        <p:sp>
          <p:nvSpPr>
            <p:cNvPr id="888" name="带保险插座开关 5 框"/>
            <p:cNvSpPr/>
            <p:nvPr/>
          </p:nvSpPr>
          <p:spPr>
            <a:xfrm>
              <a:off x="8474484" y="5641853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4" name="四联开关 1"/>
          <p:cNvGrpSpPr/>
          <p:nvPr/>
        </p:nvGrpSpPr>
        <p:grpSpPr>
          <a:xfrm>
            <a:off x="4762500" y="1028700"/>
            <a:ext cx="914517" cy="777948"/>
            <a:chOff x="2133985" y="2836847"/>
            <a:chExt cx="914517" cy="777948"/>
          </a:xfrm>
        </p:grpSpPr>
        <p:pic>
          <p:nvPicPr>
            <p:cNvPr id="782" name="四联开关 1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085" y="2874947"/>
              <a:ext cx="838317" cy="523948"/>
            </a:xfrm>
            <a:prstGeom prst="rect">
              <a:avLst/>
            </a:prstGeom>
          </p:spPr>
        </p:pic>
        <p:sp>
          <p:nvSpPr>
            <p:cNvPr id="800" name="按键 10"/>
            <p:cNvSpPr/>
            <p:nvPr/>
          </p:nvSpPr>
          <p:spPr>
            <a:xfrm>
              <a:off x="2200675" y="3424295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801" name="按键 11"/>
            <p:cNvSpPr/>
            <p:nvPr/>
          </p:nvSpPr>
          <p:spPr>
            <a:xfrm>
              <a:off x="2410254" y="3424295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802" name="按键 12"/>
            <p:cNvSpPr/>
            <p:nvPr/>
          </p:nvSpPr>
          <p:spPr>
            <a:xfrm>
              <a:off x="2619833" y="3424295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803" name="按键 13"/>
            <p:cNvSpPr/>
            <p:nvPr/>
          </p:nvSpPr>
          <p:spPr>
            <a:xfrm>
              <a:off x="2829412" y="342429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891" name="四联开关 1 框"/>
            <p:cNvSpPr/>
            <p:nvPr/>
          </p:nvSpPr>
          <p:spPr>
            <a:xfrm>
              <a:off x="2133985" y="2836847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9" name="四联开关 2"/>
          <p:cNvGrpSpPr/>
          <p:nvPr/>
        </p:nvGrpSpPr>
        <p:grpSpPr>
          <a:xfrm>
            <a:off x="1651000" y="1282700"/>
            <a:ext cx="914517" cy="777948"/>
            <a:chOff x="2155155" y="1255773"/>
            <a:chExt cx="914517" cy="777948"/>
          </a:xfrm>
        </p:grpSpPr>
        <p:pic>
          <p:nvPicPr>
            <p:cNvPr id="783" name="四联开关 2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3255" y="1293873"/>
              <a:ext cx="838317" cy="523948"/>
            </a:xfrm>
            <a:prstGeom prst="rect">
              <a:avLst/>
            </a:prstGeom>
          </p:spPr>
        </p:pic>
        <p:sp>
          <p:nvSpPr>
            <p:cNvPr id="805" name="按键 14"/>
            <p:cNvSpPr/>
            <p:nvPr/>
          </p:nvSpPr>
          <p:spPr>
            <a:xfrm>
              <a:off x="2221845" y="1843221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806" name="按键 15"/>
            <p:cNvSpPr/>
            <p:nvPr/>
          </p:nvSpPr>
          <p:spPr>
            <a:xfrm>
              <a:off x="2431424" y="1843221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807" name="按键 16"/>
            <p:cNvSpPr/>
            <p:nvPr/>
          </p:nvSpPr>
          <p:spPr>
            <a:xfrm>
              <a:off x="2641003" y="1843221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808" name="按键 17"/>
            <p:cNvSpPr/>
            <p:nvPr/>
          </p:nvSpPr>
          <p:spPr>
            <a:xfrm>
              <a:off x="2850582" y="1843221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94" name="四联开关 2 框"/>
            <p:cNvSpPr/>
            <p:nvPr/>
          </p:nvSpPr>
          <p:spPr>
            <a:xfrm>
              <a:off x="2155155" y="1255773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5" name="四联开关 3"/>
          <p:cNvGrpSpPr/>
          <p:nvPr/>
        </p:nvGrpSpPr>
        <p:grpSpPr>
          <a:xfrm>
            <a:off x="698500" y="2806700"/>
            <a:ext cx="914517" cy="777948"/>
            <a:chOff x="701633" y="5813332"/>
            <a:chExt cx="914517" cy="777948"/>
          </a:xfrm>
        </p:grpSpPr>
        <p:pic>
          <p:nvPicPr>
            <p:cNvPr id="784" name="四联开关 3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733" y="5851432"/>
              <a:ext cx="838317" cy="523948"/>
            </a:xfrm>
            <a:prstGeom prst="rect">
              <a:avLst/>
            </a:prstGeom>
          </p:spPr>
        </p:pic>
        <p:sp>
          <p:nvSpPr>
            <p:cNvPr id="791" name="按键 3"/>
            <p:cNvSpPr/>
            <p:nvPr/>
          </p:nvSpPr>
          <p:spPr>
            <a:xfrm>
              <a:off x="768323" y="640078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92" name="按键 4"/>
            <p:cNvSpPr/>
            <p:nvPr/>
          </p:nvSpPr>
          <p:spPr>
            <a:xfrm>
              <a:off x="977902" y="6400780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793" name="按键 5"/>
            <p:cNvSpPr/>
            <p:nvPr/>
          </p:nvSpPr>
          <p:spPr>
            <a:xfrm>
              <a:off x="1187481" y="6400780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794" name="按键 6"/>
            <p:cNvSpPr/>
            <p:nvPr/>
          </p:nvSpPr>
          <p:spPr>
            <a:xfrm>
              <a:off x="1397060" y="6400780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896" name="四联开关 3 框"/>
            <p:cNvSpPr/>
            <p:nvPr/>
          </p:nvSpPr>
          <p:spPr>
            <a:xfrm>
              <a:off x="701633" y="5813332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4" name="四联开关 4"/>
          <p:cNvGrpSpPr/>
          <p:nvPr/>
        </p:nvGrpSpPr>
        <p:grpSpPr>
          <a:xfrm>
            <a:off x="4953000" y="5156200"/>
            <a:ext cx="914517" cy="777948"/>
            <a:chOff x="4147939" y="5849395"/>
            <a:chExt cx="914517" cy="777948"/>
          </a:xfrm>
        </p:grpSpPr>
        <p:pic>
          <p:nvPicPr>
            <p:cNvPr id="785" name="四联开关 4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6039" y="5887495"/>
              <a:ext cx="838317" cy="523948"/>
            </a:xfrm>
            <a:prstGeom prst="rect">
              <a:avLst/>
            </a:prstGeom>
          </p:spPr>
        </p:pic>
        <p:sp>
          <p:nvSpPr>
            <p:cNvPr id="810" name="按键 18"/>
            <p:cNvSpPr/>
            <p:nvPr/>
          </p:nvSpPr>
          <p:spPr>
            <a:xfrm>
              <a:off x="4214629" y="643684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18</a:t>
              </a:r>
            </a:p>
          </p:txBody>
        </p:sp>
        <p:sp>
          <p:nvSpPr>
            <p:cNvPr id="811" name="按键 19"/>
            <p:cNvSpPr/>
            <p:nvPr/>
          </p:nvSpPr>
          <p:spPr>
            <a:xfrm>
              <a:off x="4424208" y="6436843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19</a:t>
              </a:r>
            </a:p>
          </p:txBody>
        </p:sp>
        <p:sp>
          <p:nvSpPr>
            <p:cNvPr id="812" name="按键 20"/>
            <p:cNvSpPr/>
            <p:nvPr/>
          </p:nvSpPr>
          <p:spPr>
            <a:xfrm>
              <a:off x="4633787" y="6436843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813" name="按键 21"/>
            <p:cNvSpPr/>
            <p:nvPr/>
          </p:nvSpPr>
          <p:spPr>
            <a:xfrm>
              <a:off x="4843366" y="6436843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21</a:t>
              </a:r>
            </a:p>
          </p:txBody>
        </p:sp>
        <p:sp>
          <p:nvSpPr>
            <p:cNvPr id="899" name="四联开关 4 框"/>
            <p:cNvSpPr/>
            <p:nvPr/>
          </p:nvSpPr>
          <p:spPr>
            <a:xfrm>
              <a:off x="4147939" y="5849395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9" name="三联开关 1"/>
          <p:cNvGrpSpPr/>
          <p:nvPr/>
        </p:nvGrpSpPr>
        <p:grpSpPr>
          <a:xfrm>
            <a:off x="2286000" y="2552700"/>
            <a:ext cx="802350" cy="1025009"/>
            <a:chOff x="1377093" y="4707188"/>
            <a:chExt cx="802350" cy="1025009"/>
          </a:xfrm>
        </p:grpSpPr>
        <p:pic>
          <p:nvPicPr>
            <p:cNvPr id="786" name="三联开关 1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193" y="4745288"/>
              <a:ext cx="726150" cy="771009"/>
            </a:xfrm>
            <a:prstGeom prst="rect">
              <a:avLst/>
            </a:prstGeom>
          </p:spPr>
        </p:pic>
        <p:sp>
          <p:nvSpPr>
            <p:cNvPr id="796" name="按键 7"/>
            <p:cNvSpPr/>
            <p:nvPr/>
          </p:nvSpPr>
          <p:spPr>
            <a:xfrm>
              <a:off x="1460018" y="5541697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797" name="按键 8"/>
            <p:cNvSpPr/>
            <p:nvPr/>
          </p:nvSpPr>
          <p:spPr>
            <a:xfrm>
              <a:off x="1702068" y="5541697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98" name="按键 9"/>
            <p:cNvSpPr/>
            <p:nvPr/>
          </p:nvSpPr>
          <p:spPr>
            <a:xfrm>
              <a:off x="1944118" y="5541697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2" name="三联开关 1 框"/>
            <p:cNvSpPr/>
            <p:nvPr/>
          </p:nvSpPr>
          <p:spPr>
            <a:xfrm>
              <a:off x="1377093" y="4707188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0" name="三联开关 2"/>
          <p:cNvGrpSpPr/>
          <p:nvPr/>
        </p:nvGrpSpPr>
        <p:grpSpPr>
          <a:xfrm>
            <a:off x="635000" y="4076700"/>
            <a:ext cx="802350" cy="1025009"/>
            <a:chOff x="5849699" y="5143200"/>
            <a:chExt cx="802350" cy="1025009"/>
          </a:xfrm>
        </p:grpSpPr>
        <p:pic>
          <p:nvPicPr>
            <p:cNvPr id="787" name="三联开关 2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7799" y="5181300"/>
              <a:ext cx="726150" cy="771009"/>
            </a:xfrm>
            <a:prstGeom prst="rect">
              <a:avLst/>
            </a:prstGeom>
          </p:spPr>
        </p:pic>
        <p:sp>
          <p:nvSpPr>
            <p:cNvPr id="817" name="按键 23"/>
            <p:cNvSpPr/>
            <p:nvPr/>
          </p:nvSpPr>
          <p:spPr>
            <a:xfrm>
              <a:off x="5932624" y="5977709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23</a:t>
              </a:r>
            </a:p>
          </p:txBody>
        </p:sp>
        <p:sp>
          <p:nvSpPr>
            <p:cNvPr id="818" name="按键 24"/>
            <p:cNvSpPr/>
            <p:nvPr/>
          </p:nvSpPr>
          <p:spPr>
            <a:xfrm>
              <a:off x="6174674" y="5977709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24</a:t>
              </a:r>
            </a:p>
          </p:txBody>
        </p:sp>
        <p:sp>
          <p:nvSpPr>
            <p:cNvPr id="819" name="按键 25"/>
            <p:cNvSpPr/>
            <p:nvPr/>
          </p:nvSpPr>
          <p:spPr>
            <a:xfrm>
              <a:off x="6416724" y="5977709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25</a:t>
              </a:r>
            </a:p>
          </p:txBody>
        </p:sp>
        <p:sp>
          <p:nvSpPr>
            <p:cNvPr id="905" name="三联开关 2 框"/>
            <p:cNvSpPr/>
            <p:nvPr/>
          </p:nvSpPr>
          <p:spPr>
            <a:xfrm>
              <a:off x="5849699" y="5143200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646140F-F015-30F2-CBE6-7190BF0BCF66}"/>
              </a:ext>
            </a:extLst>
          </p:cNvPr>
          <p:cNvSpPr/>
          <p:nvPr/>
        </p:nvSpPr>
        <p:spPr>
          <a:xfrm>
            <a:off x="2308342" y="5873789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655A0D11-B247-6F12-D3A0-68177E6371A1}"/>
              </a:ext>
            </a:extLst>
          </p:cNvPr>
          <p:cNvSpPr/>
          <p:nvPr/>
        </p:nvSpPr>
        <p:spPr>
          <a:xfrm>
            <a:off x="3071660" y="5815698"/>
            <a:ext cx="425226" cy="312174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B6BB61FA-E869-FAE6-5998-90AF28E012C0}"/>
              </a:ext>
            </a:extLst>
          </p:cNvPr>
          <p:cNvSpPr/>
          <p:nvPr/>
        </p:nvSpPr>
        <p:spPr>
          <a:xfrm>
            <a:off x="1681443" y="5824611"/>
            <a:ext cx="425226" cy="312174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CB36A0FD-F5BE-612B-3F59-3C9C182B03E8}"/>
              </a:ext>
            </a:extLst>
          </p:cNvPr>
          <p:cNvSpPr/>
          <p:nvPr/>
        </p:nvSpPr>
        <p:spPr>
          <a:xfrm>
            <a:off x="2853025" y="4300748"/>
            <a:ext cx="425226" cy="31217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0A7C3F40-FAD5-B022-B82A-002A50F14C4A}"/>
              </a:ext>
            </a:extLst>
          </p:cNvPr>
          <p:cNvSpPr/>
          <p:nvPr/>
        </p:nvSpPr>
        <p:spPr>
          <a:xfrm>
            <a:off x="2139451" y="3754790"/>
            <a:ext cx="425226" cy="92676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656AE0D2-6142-ECA2-3264-FAF8C4EF03C9}"/>
              </a:ext>
            </a:extLst>
          </p:cNvPr>
          <p:cNvSpPr/>
          <p:nvPr/>
        </p:nvSpPr>
        <p:spPr>
          <a:xfrm>
            <a:off x="2559010" y="3730945"/>
            <a:ext cx="1654371" cy="35053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6EC84699-F8E7-909D-57D1-F54463C61079}"/>
              </a:ext>
            </a:extLst>
          </p:cNvPr>
          <p:cNvSpPr/>
          <p:nvPr/>
        </p:nvSpPr>
        <p:spPr>
          <a:xfrm>
            <a:off x="3483537" y="4314951"/>
            <a:ext cx="425226" cy="926760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DCFB714C-5640-E6A3-5922-F91BD768435D}"/>
              </a:ext>
            </a:extLst>
          </p:cNvPr>
          <p:cNvSpPr/>
          <p:nvPr/>
        </p:nvSpPr>
        <p:spPr>
          <a:xfrm>
            <a:off x="2164094" y="4934070"/>
            <a:ext cx="1261253" cy="290128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35E55B6A-4BAA-A440-1C95-39EAE37EB169}"/>
              </a:ext>
            </a:extLst>
          </p:cNvPr>
          <p:cNvSpPr/>
          <p:nvPr/>
        </p:nvSpPr>
        <p:spPr>
          <a:xfrm>
            <a:off x="5158409" y="4245882"/>
            <a:ext cx="425226" cy="312174"/>
          </a:xfrm>
          <a:prstGeom prst="rect">
            <a:avLst/>
          </a:prstGeom>
          <a:noFill/>
          <a:ln w="76200">
            <a:solidFill>
              <a:srgbClr val="42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416AC2AD-D8C3-A003-2E79-42D8D852ECFD}"/>
              </a:ext>
            </a:extLst>
          </p:cNvPr>
          <p:cNvSpPr/>
          <p:nvPr/>
        </p:nvSpPr>
        <p:spPr>
          <a:xfrm>
            <a:off x="4405449" y="3721849"/>
            <a:ext cx="1805920" cy="312174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842BC364-55B5-1FDC-F298-BA009FC09490}"/>
              </a:ext>
            </a:extLst>
          </p:cNvPr>
          <p:cNvSpPr/>
          <p:nvPr/>
        </p:nvSpPr>
        <p:spPr>
          <a:xfrm>
            <a:off x="4364842" y="4061737"/>
            <a:ext cx="513445" cy="477626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82E02C8-D57D-844F-3A7C-90CB4185A03E}"/>
              </a:ext>
            </a:extLst>
          </p:cNvPr>
          <p:cNvSpPr/>
          <p:nvPr/>
        </p:nvSpPr>
        <p:spPr>
          <a:xfrm>
            <a:off x="5775441" y="4156261"/>
            <a:ext cx="513445" cy="477626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389693D8-E04A-294A-5867-4ED1F8584928}"/>
              </a:ext>
            </a:extLst>
          </p:cNvPr>
          <p:cNvSpPr/>
          <p:nvPr/>
        </p:nvSpPr>
        <p:spPr>
          <a:xfrm>
            <a:off x="4394141" y="4787012"/>
            <a:ext cx="1894745" cy="287495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A4289A80-905D-4711-0842-6D71027A8195}"/>
              </a:ext>
            </a:extLst>
          </p:cNvPr>
          <p:cNvSpPr/>
          <p:nvPr/>
        </p:nvSpPr>
        <p:spPr>
          <a:xfrm>
            <a:off x="4288993" y="5219700"/>
            <a:ext cx="295707" cy="266700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48A6FE17-4ACC-A7FC-E6FE-B0C4C3B51D42}"/>
              </a:ext>
            </a:extLst>
          </p:cNvPr>
          <p:cNvSpPr/>
          <p:nvPr/>
        </p:nvSpPr>
        <p:spPr>
          <a:xfrm>
            <a:off x="2926306" y="4372896"/>
            <a:ext cx="282427" cy="215487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030FADF4-13D7-ED25-6125-1560CE5A6F8E}"/>
              </a:ext>
            </a:extLst>
          </p:cNvPr>
          <p:cNvSpPr/>
          <p:nvPr/>
        </p:nvSpPr>
        <p:spPr>
          <a:xfrm>
            <a:off x="2217152" y="3813720"/>
            <a:ext cx="282427" cy="783140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01377B4D-8F35-4542-0FC4-C6E79AC3C1C2}"/>
              </a:ext>
            </a:extLst>
          </p:cNvPr>
          <p:cNvSpPr/>
          <p:nvPr/>
        </p:nvSpPr>
        <p:spPr>
          <a:xfrm>
            <a:off x="2887955" y="3768296"/>
            <a:ext cx="1047594" cy="24490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6572CDD6-E7B5-4803-4809-731296B55FAE}"/>
              </a:ext>
            </a:extLst>
          </p:cNvPr>
          <p:cNvSpPr/>
          <p:nvPr/>
        </p:nvSpPr>
        <p:spPr>
          <a:xfrm>
            <a:off x="3574250" y="4407779"/>
            <a:ext cx="282427" cy="78314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3F18C876-251E-DEEF-1B32-2ECB753FF537}"/>
              </a:ext>
            </a:extLst>
          </p:cNvPr>
          <p:cNvSpPr/>
          <p:nvPr/>
        </p:nvSpPr>
        <p:spPr>
          <a:xfrm>
            <a:off x="2195052" y="5004216"/>
            <a:ext cx="1195827" cy="162533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6C1BC5B5-71C3-7E03-1CC2-9B31D5A029B3}"/>
              </a:ext>
            </a:extLst>
          </p:cNvPr>
          <p:cNvSpPr/>
          <p:nvPr/>
        </p:nvSpPr>
        <p:spPr>
          <a:xfrm>
            <a:off x="5437691" y="1860550"/>
            <a:ext cx="450190" cy="326508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5F24B54F-2A61-0CEB-F64D-21130F39B783}"/>
              </a:ext>
            </a:extLst>
          </p:cNvPr>
          <p:cNvSpPr/>
          <p:nvPr/>
        </p:nvSpPr>
        <p:spPr>
          <a:xfrm>
            <a:off x="3123446" y="1602303"/>
            <a:ext cx="1610500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F619DE07-8EF1-137A-8FC9-3F57EE6711F8}"/>
              </a:ext>
            </a:extLst>
          </p:cNvPr>
          <p:cNvSpPr/>
          <p:nvPr/>
        </p:nvSpPr>
        <p:spPr>
          <a:xfrm>
            <a:off x="3093063" y="2211801"/>
            <a:ext cx="403823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06286A-343C-93DF-EA9C-EE90225A4CBE}"/>
              </a:ext>
            </a:extLst>
          </p:cNvPr>
          <p:cNvSpPr/>
          <p:nvPr/>
        </p:nvSpPr>
        <p:spPr>
          <a:xfrm>
            <a:off x="4374289" y="2211801"/>
            <a:ext cx="40382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D58822-DFC1-545A-9460-68C2607E285B}"/>
              </a:ext>
            </a:extLst>
          </p:cNvPr>
          <p:cNvSpPr/>
          <p:nvPr/>
        </p:nvSpPr>
        <p:spPr>
          <a:xfrm>
            <a:off x="3100839" y="2849303"/>
            <a:ext cx="167727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E5ED4F2-7C58-D79E-3DA1-E432D40E2106}"/>
              </a:ext>
            </a:extLst>
          </p:cNvPr>
          <p:cNvSpPr/>
          <p:nvPr/>
        </p:nvSpPr>
        <p:spPr>
          <a:xfrm>
            <a:off x="3630293" y="2196163"/>
            <a:ext cx="520060" cy="40236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9EDDBCD-CD9A-FEBE-FDF8-267EA2276D61}"/>
              </a:ext>
            </a:extLst>
          </p:cNvPr>
          <p:cNvSpPr/>
          <p:nvPr/>
        </p:nvSpPr>
        <p:spPr>
          <a:xfrm>
            <a:off x="3714483" y="2302353"/>
            <a:ext cx="367660" cy="216959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8CBA757-D097-9252-C413-B231505B8DB4}"/>
              </a:ext>
            </a:extLst>
          </p:cNvPr>
          <p:cNvSpPr/>
          <p:nvPr/>
        </p:nvSpPr>
        <p:spPr>
          <a:xfrm>
            <a:off x="5494401" y="1944786"/>
            <a:ext cx="373116" cy="179837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B5CA33-A188-325B-5E17-3E13485A8ABE}"/>
              </a:ext>
            </a:extLst>
          </p:cNvPr>
          <p:cNvSpPr/>
          <p:nvPr/>
        </p:nvSpPr>
        <p:spPr>
          <a:xfrm>
            <a:off x="3040024" y="1503320"/>
            <a:ext cx="1760576" cy="546769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585811F-3626-155E-5746-5FD4D8ADACB1}"/>
              </a:ext>
            </a:extLst>
          </p:cNvPr>
          <p:cNvSpPr/>
          <p:nvPr/>
        </p:nvSpPr>
        <p:spPr>
          <a:xfrm>
            <a:off x="3204914" y="2301237"/>
            <a:ext cx="220434" cy="179933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B3185BE-E104-0489-46C3-D3C3BF2A5C70}"/>
              </a:ext>
            </a:extLst>
          </p:cNvPr>
          <p:cNvSpPr/>
          <p:nvPr/>
        </p:nvSpPr>
        <p:spPr>
          <a:xfrm>
            <a:off x="2971363" y="2727522"/>
            <a:ext cx="1906924" cy="599664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B8C26475-EBC7-8E35-14D3-F7442C51A3A9}"/>
              </a:ext>
            </a:extLst>
          </p:cNvPr>
          <p:cNvSpPr/>
          <p:nvPr/>
        </p:nvSpPr>
        <p:spPr>
          <a:xfrm>
            <a:off x="4476298" y="2265292"/>
            <a:ext cx="251423" cy="226599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ABDD508A-E79C-85BE-11B0-66D8595A7AA3}"/>
              </a:ext>
            </a:extLst>
          </p:cNvPr>
          <p:cNvSpPr/>
          <p:nvPr/>
        </p:nvSpPr>
        <p:spPr>
          <a:xfrm>
            <a:off x="5693911" y="3039561"/>
            <a:ext cx="373116" cy="179837"/>
          </a:xfrm>
          <a:prstGeom prst="rect">
            <a:avLst/>
          </a:prstGeom>
          <a:noFill/>
          <a:ln w="76200">
            <a:solidFill>
              <a:srgbClr val="AB5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3C88C374-7820-6B96-F340-D09FC2E3EBC3}"/>
              </a:ext>
            </a:extLst>
          </p:cNvPr>
          <p:cNvSpPr/>
          <p:nvPr/>
        </p:nvSpPr>
        <p:spPr>
          <a:xfrm>
            <a:off x="7015221" y="1255247"/>
            <a:ext cx="3253005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84B63FC7-8423-61DF-145A-F8490C5ED22D}"/>
              </a:ext>
            </a:extLst>
          </p:cNvPr>
          <p:cNvSpPr/>
          <p:nvPr/>
        </p:nvSpPr>
        <p:spPr>
          <a:xfrm>
            <a:off x="8127098" y="4251541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CFBC3517-D33F-C1C5-6A16-DD7253E0B892}"/>
              </a:ext>
            </a:extLst>
          </p:cNvPr>
          <p:cNvSpPr/>
          <p:nvPr/>
        </p:nvSpPr>
        <p:spPr>
          <a:xfrm>
            <a:off x="9750422" y="4230449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DBCC7854-9A84-BC7D-7A26-CE56F300638F}"/>
              </a:ext>
            </a:extLst>
          </p:cNvPr>
          <p:cNvSpPr/>
          <p:nvPr/>
        </p:nvSpPr>
        <p:spPr>
          <a:xfrm>
            <a:off x="7613911" y="5169648"/>
            <a:ext cx="466856" cy="654963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5BD49F12-D829-05FF-02DC-DEC0B1D85613}"/>
              </a:ext>
            </a:extLst>
          </p:cNvPr>
          <p:cNvSpPr/>
          <p:nvPr/>
        </p:nvSpPr>
        <p:spPr>
          <a:xfrm>
            <a:off x="9376607" y="5137492"/>
            <a:ext cx="466856" cy="654963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7E969A4E-E863-280A-9D05-9DB4BE949FB0}"/>
              </a:ext>
            </a:extLst>
          </p:cNvPr>
          <p:cNvSpPr/>
          <p:nvPr/>
        </p:nvSpPr>
        <p:spPr>
          <a:xfrm>
            <a:off x="11176000" y="5226050"/>
            <a:ext cx="466856" cy="65496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3" name="按键 26">
            <a:extLst>
              <a:ext uri="{FF2B5EF4-FFF2-40B4-BE49-F238E27FC236}">
                <a16:creationId xmlns:a16="http://schemas.microsoft.com/office/drawing/2014/main" id="{123BE1BD-EE14-E743-6A84-1BF65DC1F430}"/>
              </a:ext>
            </a:extLst>
          </p:cNvPr>
          <p:cNvSpPr/>
          <p:nvPr/>
        </p:nvSpPr>
        <p:spPr>
          <a:xfrm>
            <a:off x="8342749" y="6350122"/>
            <a:ext cx="152400" cy="152400"/>
          </a:xfrm>
          <a:prstGeom prst="ellipse">
            <a:avLst/>
          </a:prstGeom>
          <a:solidFill>
            <a:srgbClr val="FABED4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956" name="按键 27">
            <a:extLst>
              <a:ext uri="{FF2B5EF4-FFF2-40B4-BE49-F238E27FC236}">
                <a16:creationId xmlns:a16="http://schemas.microsoft.com/office/drawing/2014/main" id="{04A260D3-C471-0BEE-B7F6-067A18B8D12E}"/>
              </a:ext>
            </a:extLst>
          </p:cNvPr>
          <p:cNvSpPr/>
          <p:nvPr/>
        </p:nvSpPr>
        <p:spPr>
          <a:xfrm>
            <a:off x="8623300" y="6381870"/>
            <a:ext cx="152400" cy="152400"/>
          </a:xfrm>
          <a:prstGeom prst="ellipse">
            <a:avLst/>
          </a:prstGeom>
          <a:solidFill>
            <a:srgbClr val="469990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2083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墙_V15_Concealed_Door_Leaf">
            <a:extLst>
              <a:ext uri="{FF2B5EF4-FFF2-40B4-BE49-F238E27FC236}">
                <a16:creationId xmlns:a16="http://schemas.microsoft.com/office/drawing/2014/main" id="{A47C6210-61CF-5D53-8F40-BC5EDB06DE27}"/>
              </a:ext>
            </a:extLst>
          </p:cNvPr>
          <p:cNvSpPr/>
          <p:nvPr/>
        </p:nvSpPr>
        <p:spPr>
          <a:xfrm flipH="1">
            <a:off x="1290949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5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49" name="插座 GF-socket-06"/>
          <p:cNvGrpSpPr/>
          <p:nvPr/>
        </p:nvGrpSpPr>
        <p:grpSpPr>
          <a:xfrm>
            <a:off x="1900608" y="2977082"/>
            <a:ext cx="78887" cy="31555"/>
            <a:chOff x="1900608" y="2977082"/>
            <a:chExt cx="78887" cy="31555"/>
          </a:xfrm>
        </p:grpSpPr>
        <p:sp>
          <p:nvSpPr>
            <p:cNvPr id="450" name="Freeform 449"/>
            <p:cNvSpPr/>
            <p:nvPr/>
          </p:nvSpPr>
          <p:spPr>
            <a:xfrm>
              <a:off x="1908497" y="2977082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1" name="Connector 450"/>
            <p:cNvCxnSpPr/>
            <p:nvPr/>
          </p:nvCxnSpPr>
          <p:spPr>
            <a:xfrm>
              <a:off x="1900608" y="3008637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5" name="插座 GF-socket-08"/>
          <p:cNvGrpSpPr/>
          <p:nvPr/>
        </p:nvGrpSpPr>
        <p:grpSpPr>
          <a:xfrm>
            <a:off x="2503555" y="3999623"/>
            <a:ext cx="31555" cy="78887"/>
            <a:chOff x="2503555" y="3999623"/>
            <a:chExt cx="31555" cy="78887"/>
          </a:xfrm>
        </p:grpSpPr>
        <p:sp>
          <p:nvSpPr>
            <p:cNvPr id="456" name="Freeform 455"/>
            <p:cNvSpPr/>
            <p:nvPr/>
          </p:nvSpPr>
          <p:spPr>
            <a:xfrm>
              <a:off x="2503555" y="400751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 flipV="1">
              <a:off x="2535110" y="399962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插座 GF-socket-13"/>
          <p:cNvGrpSpPr/>
          <p:nvPr/>
        </p:nvGrpSpPr>
        <p:grpSpPr>
          <a:xfrm>
            <a:off x="2089188" y="4994999"/>
            <a:ext cx="51209" cy="68316"/>
            <a:chOff x="2089188" y="4994999"/>
            <a:chExt cx="51209" cy="68316"/>
          </a:xfrm>
        </p:grpSpPr>
        <p:sp>
          <p:nvSpPr>
            <p:cNvPr id="471" name="Freeform 470"/>
            <p:cNvSpPr/>
            <p:nvPr/>
          </p:nvSpPr>
          <p:spPr>
            <a:xfrm>
              <a:off x="2089188" y="5001830"/>
              <a:ext cx="47265" cy="58814"/>
            </a:xfrm>
            <a:custGeom>
              <a:avLst/>
              <a:gdLst/>
              <a:ahLst/>
              <a:cxnLst/>
              <a:rect l="l" t="t" r="r" b="b"/>
              <a:pathLst>
                <a:path w="47265" h="58814">
                  <a:moveTo>
                    <a:pt x="47265" y="54654"/>
                  </a:moveTo>
                  <a:lnTo>
                    <a:pt x="41630" y="57207"/>
                  </a:lnTo>
                  <a:lnTo>
                    <a:pt x="35606" y="58612"/>
                  </a:lnTo>
                  <a:lnTo>
                    <a:pt x="29424" y="58814"/>
                  </a:lnTo>
                  <a:lnTo>
                    <a:pt x="23320" y="57807"/>
                  </a:lnTo>
                  <a:lnTo>
                    <a:pt x="17531" y="55628"/>
                  </a:lnTo>
                  <a:lnTo>
                    <a:pt x="12278" y="52362"/>
                  </a:lnTo>
                  <a:lnTo>
                    <a:pt x="7763" y="48133"/>
                  </a:lnTo>
                  <a:lnTo>
                    <a:pt x="4160" y="43105"/>
                  </a:lnTo>
                  <a:lnTo>
                    <a:pt x="1607" y="37470"/>
                  </a:lnTo>
                  <a:lnTo>
                    <a:pt x="202" y="31446"/>
                  </a:lnTo>
                  <a:lnTo>
                    <a:pt x="0" y="25264"/>
                  </a:lnTo>
                  <a:lnTo>
                    <a:pt x="1007" y="19160"/>
                  </a:lnTo>
                  <a:lnTo>
                    <a:pt x="3186" y="13371"/>
                  </a:lnTo>
                  <a:lnTo>
                    <a:pt x="6453" y="8118"/>
                  </a:lnTo>
                  <a:lnTo>
                    <a:pt x="10681" y="3603"/>
                  </a:lnTo>
                  <a:lnTo>
                    <a:pt x="15709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2" name="Connector 471"/>
            <p:cNvCxnSpPr/>
            <p:nvPr/>
          </p:nvCxnSpPr>
          <p:spPr>
            <a:xfrm flipH="1" flipV="1">
              <a:off x="2100953" y="4994999"/>
              <a:ext cx="39444" cy="68316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插座 GF-socket-17"/>
          <p:cNvGrpSpPr/>
          <p:nvPr/>
        </p:nvGrpSpPr>
        <p:grpSpPr>
          <a:xfrm>
            <a:off x="1243175" y="3510550"/>
            <a:ext cx="31555" cy="78887"/>
            <a:chOff x="1247553" y="3524747"/>
            <a:chExt cx="31555" cy="78887"/>
          </a:xfrm>
        </p:grpSpPr>
        <p:sp>
          <p:nvSpPr>
            <p:cNvPr id="483" name="Freeform 482"/>
            <p:cNvSpPr/>
            <p:nvPr/>
          </p:nvSpPr>
          <p:spPr>
            <a:xfrm>
              <a:off x="1247553" y="3532636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4" name="Connector 483"/>
            <p:cNvCxnSpPr/>
            <p:nvPr/>
          </p:nvCxnSpPr>
          <p:spPr>
            <a:xfrm flipV="1">
              <a:off x="1279108" y="3524747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插座 GF-socket-18"/>
          <p:cNvGrpSpPr/>
          <p:nvPr/>
        </p:nvGrpSpPr>
        <p:grpSpPr>
          <a:xfrm>
            <a:off x="375914" y="3185763"/>
            <a:ext cx="31555" cy="78887"/>
            <a:chOff x="375914" y="3185763"/>
            <a:chExt cx="31555" cy="78887"/>
          </a:xfrm>
        </p:grpSpPr>
        <p:sp>
          <p:nvSpPr>
            <p:cNvPr id="486" name="Freeform 485"/>
            <p:cNvSpPr/>
            <p:nvPr/>
          </p:nvSpPr>
          <p:spPr>
            <a:xfrm>
              <a:off x="375914" y="319365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 flipV="1">
              <a:off x="407469" y="318576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" name="插座 GF-socket-21"/>
          <p:cNvGrpSpPr/>
          <p:nvPr/>
        </p:nvGrpSpPr>
        <p:grpSpPr>
          <a:xfrm>
            <a:off x="1303092" y="3146831"/>
            <a:ext cx="31555" cy="78887"/>
            <a:chOff x="1991235" y="3880842"/>
            <a:chExt cx="31555" cy="78887"/>
          </a:xfrm>
        </p:grpSpPr>
        <p:sp>
          <p:nvSpPr>
            <p:cNvPr id="492" name="Freeform 491"/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3" name="Connector 492"/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插座 GF-socket-23"/>
          <p:cNvGrpSpPr/>
          <p:nvPr/>
        </p:nvGrpSpPr>
        <p:grpSpPr>
          <a:xfrm>
            <a:off x="2133443" y="1029992"/>
            <a:ext cx="41703" cy="76205"/>
            <a:chOff x="2133443" y="1029992"/>
            <a:chExt cx="41703" cy="76205"/>
          </a:xfrm>
        </p:grpSpPr>
        <p:sp>
          <p:nvSpPr>
            <p:cNvPr id="498" name="Freeform 497"/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图例（模型）"/>
          <p:cNvGrpSpPr/>
          <p:nvPr/>
        </p:nvGrpSpPr>
        <p:grpSpPr>
          <a:xfrm>
            <a:off x="6037142" y="914400"/>
            <a:ext cx="2980944" cy="585216"/>
            <a:chOff x="6037142" y="914400"/>
            <a:chExt cx="2980944" cy="585216"/>
          </a:xfrm>
        </p:grpSpPr>
        <p:sp>
          <p:nvSpPr>
            <p:cNvPr id="501" name="TextBox 500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099436" y="1340995"/>
              <a:ext cx="131443" cy="52577"/>
              <a:chOff x="6099436" y="1340995"/>
              <a:chExt cx="131443" cy="52577"/>
            </a:xfrm>
          </p:grpSpPr>
          <p:sp>
            <p:nvSpPr>
              <p:cNvPr id="503" name="Freeform 502"/>
              <p:cNvSpPr/>
              <p:nvPr/>
            </p:nvSpPr>
            <p:spPr>
              <a:xfrm>
                <a:off x="6112581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4" name="Connector 503"/>
              <p:cNvCxnSpPr/>
              <p:nvPr/>
            </p:nvCxnSpPr>
            <p:spPr>
              <a:xfrm>
                <a:off x="6099436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TextBox 50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33</a:t>
              </a:r>
            </a:p>
          </p:txBody>
        </p:sp>
      </p:grpSp>
      <p:sp>
        <p:nvSpPr>
          <p:cNvPr id="506" name="TextBox 505"/>
          <p:cNvSpPr txBox="1"/>
          <p:nvPr/>
        </p:nvSpPr>
        <p:spPr>
          <a:xfrm>
            <a:off x="6037142" y="17556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521" name="插座 GF-socket-21">
            <a:extLst>
              <a:ext uri="{FF2B5EF4-FFF2-40B4-BE49-F238E27FC236}">
                <a16:creationId xmlns:a16="http://schemas.microsoft.com/office/drawing/2014/main" id="{AA47A3CC-43EF-21F4-0666-C4FED805F1F9}"/>
              </a:ext>
            </a:extLst>
          </p:cNvPr>
          <p:cNvGrpSpPr/>
          <p:nvPr/>
        </p:nvGrpSpPr>
        <p:grpSpPr>
          <a:xfrm rot="10800000">
            <a:off x="2015685" y="3902739"/>
            <a:ext cx="31555" cy="78887"/>
            <a:chOff x="1991235" y="3880842"/>
            <a:chExt cx="31555" cy="78887"/>
          </a:xfrm>
        </p:grpSpPr>
        <p:sp>
          <p:nvSpPr>
            <p:cNvPr id="522" name="Freeform 491">
              <a:extLst>
                <a:ext uri="{FF2B5EF4-FFF2-40B4-BE49-F238E27FC236}">
                  <a16:creationId xmlns:a16="http://schemas.microsoft.com/office/drawing/2014/main" id="{541275A7-CAC7-3CB1-8620-B074D96625F6}"/>
                </a:ext>
              </a:extLst>
            </p:cNvPr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492">
              <a:extLst>
                <a:ext uri="{FF2B5EF4-FFF2-40B4-BE49-F238E27FC236}">
                  <a16:creationId xmlns:a16="http://schemas.microsoft.com/office/drawing/2014/main" id="{19EE5034-49F6-A963-CF37-8C24A3E620E6}"/>
                </a:ext>
              </a:extLst>
            </p:cNvPr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7" name="插座 GF-socket-07">
            <a:extLst>
              <a:ext uri="{FF2B5EF4-FFF2-40B4-BE49-F238E27FC236}">
                <a16:creationId xmlns:a16="http://schemas.microsoft.com/office/drawing/2014/main" id="{0B7B3EEE-51BB-5BA5-32B1-C1A087366EC2}"/>
              </a:ext>
            </a:extLst>
          </p:cNvPr>
          <p:cNvGrpSpPr/>
          <p:nvPr/>
        </p:nvGrpSpPr>
        <p:grpSpPr>
          <a:xfrm rot="17244428">
            <a:off x="2430385" y="1371963"/>
            <a:ext cx="41703" cy="76205"/>
            <a:chOff x="1735192" y="1874601"/>
            <a:chExt cx="41703" cy="76205"/>
          </a:xfrm>
        </p:grpSpPr>
        <p:sp>
          <p:nvSpPr>
            <p:cNvPr id="528" name="Freeform 452">
              <a:extLst>
                <a:ext uri="{FF2B5EF4-FFF2-40B4-BE49-F238E27FC236}">
                  <a16:creationId xmlns:a16="http://schemas.microsoft.com/office/drawing/2014/main" id="{298C7E2D-ADCF-00C9-EAD7-B7DA674E7A3A}"/>
                </a:ext>
              </a:extLst>
            </p:cNvPr>
            <p:cNvSpPr/>
            <p:nvPr/>
          </p:nvSpPr>
          <p:spPr>
            <a:xfrm>
              <a:off x="1735192" y="1882225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9" name="Connector 453">
              <a:extLst>
                <a:ext uri="{FF2B5EF4-FFF2-40B4-BE49-F238E27FC236}">
                  <a16:creationId xmlns:a16="http://schemas.microsoft.com/office/drawing/2014/main" id="{3CC7BDE0-99E8-DE28-D6F2-3F596FA7851E}"/>
                </a:ext>
              </a:extLst>
            </p:cNvPr>
            <p:cNvCxnSpPr/>
            <p:nvPr/>
          </p:nvCxnSpPr>
          <p:spPr>
            <a:xfrm flipH="1" flipV="1">
              <a:off x="1756464" y="1874601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插座 GF-socket-23">
            <a:extLst>
              <a:ext uri="{FF2B5EF4-FFF2-40B4-BE49-F238E27FC236}">
                <a16:creationId xmlns:a16="http://schemas.microsoft.com/office/drawing/2014/main" id="{9514AC6F-9536-FC65-50E3-7B88255E2387}"/>
              </a:ext>
            </a:extLst>
          </p:cNvPr>
          <p:cNvGrpSpPr/>
          <p:nvPr/>
        </p:nvGrpSpPr>
        <p:grpSpPr>
          <a:xfrm>
            <a:off x="2509831" y="1187128"/>
            <a:ext cx="41703" cy="76205"/>
            <a:chOff x="2133443" y="1029992"/>
            <a:chExt cx="41703" cy="76205"/>
          </a:xfrm>
        </p:grpSpPr>
        <p:sp>
          <p:nvSpPr>
            <p:cNvPr id="531" name="Freeform 497">
              <a:extLst>
                <a:ext uri="{FF2B5EF4-FFF2-40B4-BE49-F238E27FC236}">
                  <a16:creationId xmlns:a16="http://schemas.microsoft.com/office/drawing/2014/main" id="{0AA7AA68-77F3-0B63-A15A-8969E57999C5}"/>
                </a:ext>
              </a:extLst>
            </p:cNvPr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2" name="Connector 498">
              <a:extLst>
                <a:ext uri="{FF2B5EF4-FFF2-40B4-BE49-F238E27FC236}">
                  <a16:creationId xmlns:a16="http://schemas.microsoft.com/office/drawing/2014/main" id="{DAE4BD0E-3751-2C30-A3DD-DCB3AD852B86}"/>
                </a:ext>
              </a:extLst>
            </p:cNvPr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" name="插座 GF-socket-22">
            <a:extLst>
              <a:ext uri="{FF2B5EF4-FFF2-40B4-BE49-F238E27FC236}">
                <a16:creationId xmlns:a16="http://schemas.microsoft.com/office/drawing/2014/main" id="{5C1BCC62-A16E-D3EC-48FB-772190B80913}"/>
              </a:ext>
            </a:extLst>
          </p:cNvPr>
          <p:cNvGrpSpPr/>
          <p:nvPr/>
        </p:nvGrpSpPr>
        <p:grpSpPr>
          <a:xfrm rot="5633532">
            <a:off x="389865" y="2986747"/>
            <a:ext cx="78887" cy="31555"/>
            <a:chOff x="1718345" y="2034770"/>
            <a:chExt cx="78887" cy="31555"/>
          </a:xfrm>
        </p:grpSpPr>
        <p:sp>
          <p:nvSpPr>
            <p:cNvPr id="543" name="Freeform 494">
              <a:extLst>
                <a:ext uri="{FF2B5EF4-FFF2-40B4-BE49-F238E27FC236}">
                  <a16:creationId xmlns:a16="http://schemas.microsoft.com/office/drawing/2014/main" id="{3CE5AC2D-0A88-620D-F70F-FDECCDB6E1C7}"/>
                </a:ext>
              </a:extLst>
            </p:cNvPr>
            <p:cNvSpPr/>
            <p:nvPr/>
          </p:nvSpPr>
          <p:spPr>
            <a:xfrm>
              <a:off x="1726234" y="2034770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4" name="Connector 495">
              <a:extLst>
                <a:ext uri="{FF2B5EF4-FFF2-40B4-BE49-F238E27FC236}">
                  <a16:creationId xmlns:a16="http://schemas.microsoft.com/office/drawing/2014/main" id="{8C712BD3-CD1D-A76A-95FC-E633D52E78C9}"/>
                </a:ext>
              </a:extLst>
            </p:cNvPr>
            <p:cNvCxnSpPr/>
            <p:nvPr/>
          </p:nvCxnSpPr>
          <p:spPr>
            <a:xfrm>
              <a:off x="1718345" y="2066325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0" name="Picture 509">
            <a:extLst>
              <a:ext uri="{FF2B5EF4-FFF2-40B4-BE49-F238E27FC236}">
                <a16:creationId xmlns:a16="http://schemas.microsoft.com/office/drawing/2014/main" id="{1A38E881-7BD0-EBFF-0917-89643250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1309806"/>
            <a:ext cx="2014330" cy="1383645"/>
          </a:xfrm>
          <a:prstGeom prst="rect">
            <a:avLst/>
          </a:prstGeom>
        </p:spPr>
      </p:pic>
      <p:sp>
        <p:nvSpPr>
          <p:cNvPr id="545" name="Oval 544">
            <a:extLst>
              <a:ext uri="{FF2B5EF4-FFF2-40B4-BE49-F238E27FC236}">
                <a16:creationId xmlns:a16="http://schemas.microsoft.com/office/drawing/2014/main" id="{517B12A1-50F2-A2DF-F04A-6DFFB3A72E02}"/>
              </a:ext>
            </a:extLst>
          </p:cNvPr>
          <p:cNvSpPr/>
          <p:nvPr/>
        </p:nvSpPr>
        <p:spPr>
          <a:xfrm>
            <a:off x="5102352" y="1755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47" name="Picture 546">
            <a:extLst>
              <a:ext uri="{FF2B5EF4-FFF2-40B4-BE49-F238E27FC236}">
                <a16:creationId xmlns:a16="http://schemas.microsoft.com/office/drawing/2014/main" id="{D3077038-B70C-5FF9-3667-DB362342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60" y="2613234"/>
            <a:ext cx="1683165" cy="1665753"/>
          </a:xfrm>
          <a:prstGeom prst="rect">
            <a:avLst/>
          </a:prstGeom>
        </p:spPr>
      </p:pic>
      <p:sp>
        <p:nvSpPr>
          <p:cNvPr id="551" name="Oval 550">
            <a:extLst>
              <a:ext uri="{FF2B5EF4-FFF2-40B4-BE49-F238E27FC236}">
                <a16:creationId xmlns:a16="http://schemas.microsoft.com/office/drawing/2014/main" id="{8894E027-DB77-7CF8-C0CF-84AF783F443D}"/>
              </a:ext>
            </a:extLst>
          </p:cNvPr>
          <p:cNvSpPr/>
          <p:nvPr/>
        </p:nvSpPr>
        <p:spPr>
          <a:xfrm>
            <a:off x="4919473" y="3142462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B9DF1A4-0063-EABE-BB5E-A119CEF9A2B2}"/>
              </a:ext>
            </a:extLst>
          </p:cNvPr>
          <p:cNvSpPr/>
          <p:nvPr/>
        </p:nvSpPr>
        <p:spPr>
          <a:xfrm>
            <a:off x="2270556" y="4401800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7B84C73F-57A3-503B-DB88-1A03BFADE4CD}"/>
              </a:ext>
            </a:extLst>
          </p:cNvPr>
          <p:cNvSpPr/>
          <p:nvPr/>
        </p:nvSpPr>
        <p:spPr>
          <a:xfrm>
            <a:off x="1938476" y="3861231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8357D84A-15A5-4F69-3ACF-4D00DDA5D126}"/>
              </a:ext>
            </a:extLst>
          </p:cNvPr>
          <p:cNvSpPr/>
          <p:nvPr/>
        </p:nvSpPr>
        <p:spPr>
          <a:xfrm>
            <a:off x="2440679" y="3941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1435EB6C-BDC8-39C1-22CA-2D352854F0D0}"/>
              </a:ext>
            </a:extLst>
          </p:cNvPr>
          <p:cNvSpPr/>
          <p:nvPr/>
        </p:nvSpPr>
        <p:spPr>
          <a:xfrm>
            <a:off x="2082624" y="4108579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76DF152-BD3D-A06D-FB3E-81DE4C862417}"/>
              </a:ext>
            </a:extLst>
          </p:cNvPr>
          <p:cNvSpPr/>
          <p:nvPr/>
        </p:nvSpPr>
        <p:spPr>
          <a:xfrm>
            <a:off x="1353906" y="406301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59975F2D-F63A-14DD-F66E-05E0D52F8A67}"/>
              </a:ext>
            </a:extLst>
          </p:cNvPr>
          <p:cNvSpPr/>
          <p:nvPr/>
        </p:nvSpPr>
        <p:spPr>
          <a:xfrm>
            <a:off x="1839300" y="2860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ECD01C32-89CE-96BA-5BBD-3833F048D2C6}"/>
              </a:ext>
            </a:extLst>
          </p:cNvPr>
          <p:cNvSpPr/>
          <p:nvPr/>
        </p:nvSpPr>
        <p:spPr>
          <a:xfrm>
            <a:off x="2034509" y="491154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927B1C24-F219-4650-1C3D-EF6387CD9035}"/>
              </a:ext>
            </a:extLst>
          </p:cNvPr>
          <p:cNvSpPr/>
          <p:nvPr/>
        </p:nvSpPr>
        <p:spPr>
          <a:xfrm>
            <a:off x="1845500" y="3100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7D6851BC-A6CB-4DE7-D26C-E06FC76A69F0}"/>
              </a:ext>
            </a:extLst>
          </p:cNvPr>
          <p:cNvSpPr/>
          <p:nvPr/>
        </p:nvSpPr>
        <p:spPr>
          <a:xfrm>
            <a:off x="2391976" y="21532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3A4B0C2D-A44B-E3B4-5A7D-E2736F9D64DA}"/>
              </a:ext>
            </a:extLst>
          </p:cNvPr>
          <p:cNvSpPr/>
          <p:nvPr/>
        </p:nvSpPr>
        <p:spPr>
          <a:xfrm>
            <a:off x="2376331" y="137016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3CA96E7C-F9E4-6156-3801-4516CF7BA891}"/>
              </a:ext>
            </a:extLst>
          </p:cNvPr>
          <p:cNvSpPr/>
          <p:nvPr/>
        </p:nvSpPr>
        <p:spPr>
          <a:xfrm>
            <a:off x="1170408" y="3470375"/>
            <a:ext cx="177294" cy="12645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AE2EA60E-0BC1-C37A-9975-5D500CABA811}"/>
              </a:ext>
            </a:extLst>
          </p:cNvPr>
          <p:cNvSpPr/>
          <p:nvPr/>
        </p:nvSpPr>
        <p:spPr>
          <a:xfrm>
            <a:off x="2422542" y="114675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1EE04FDC-E49D-37EB-49DF-90A0FF85BA82}"/>
              </a:ext>
            </a:extLst>
          </p:cNvPr>
          <p:cNvSpPr/>
          <p:nvPr/>
        </p:nvSpPr>
        <p:spPr>
          <a:xfrm>
            <a:off x="2072609" y="100879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06760279-5E54-EFDC-5F1E-0E10981BC62E}"/>
              </a:ext>
            </a:extLst>
          </p:cNvPr>
          <p:cNvSpPr/>
          <p:nvPr/>
        </p:nvSpPr>
        <p:spPr>
          <a:xfrm>
            <a:off x="1759088" y="18141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EA993E3B-5894-01B5-A08B-D59BEE09D39F}"/>
              </a:ext>
            </a:extLst>
          </p:cNvPr>
          <p:cNvSpPr/>
          <p:nvPr/>
        </p:nvSpPr>
        <p:spPr>
          <a:xfrm>
            <a:off x="1301103" y="311978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7B709532-D607-D4CB-1620-F21D1030D063}"/>
              </a:ext>
            </a:extLst>
          </p:cNvPr>
          <p:cNvSpPr/>
          <p:nvPr/>
        </p:nvSpPr>
        <p:spPr>
          <a:xfrm>
            <a:off x="1120255" y="408497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98AF3AD3-E283-0246-A5A5-FB36F349570B}"/>
              </a:ext>
            </a:extLst>
          </p:cNvPr>
          <p:cNvSpPr/>
          <p:nvPr/>
        </p:nvSpPr>
        <p:spPr>
          <a:xfrm>
            <a:off x="1364337" y="435757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829C5FA0-4E02-4DAC-8B19-AC7651C196FA}"/>
              </a:ext>
            </a:extLst>
          </p:cNvPr>
          <p:cNvSpPr/>
          <p:nvPr/>
        </p:nvSpPr>
        <p:spPr>
          <a:xfrm>
            <a:off x="530416" y="45380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701994C1-DE39-C2A4-04A4-78B2A5FC2994}"/>
              </a:ext>
            </a:extLst>
          </p:cNvPr>
          <p:cNvSpPr/>
          <p:nvPr/>
        </p:nvSpPr>
        <p:spPr>
          <a:xfrm>
            <a:off x="375914" y="316210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5" name="Picture 614">
            <a:extLst>
              <a:ext uri="{FF2B5EF4-FFF2-40B4-BE49-F238E27FC236}">
                <a16:creationId xmlns:a16="http://schemas.microsoft.com/office/drawing/2014/main" id="{65AFE67C-CFDC-5E01-A3B1-9B012E996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88" y="4255622"/>
            <a:ext cx="1570303" cy="1566192"/>
          </a:xfrm>
          <a:prstGeom prst="rect">
            <a:avLst/>
          </a:prstGeom>
        </p:spPr>
      </p:pic>
      <p:sp>
        <p:nvSpPr>
          <p:cNvPr id="617" name="Oval 616">
            <a:extLst>
              <a:ext uri="{FF2B5EF4-FFF2-40B4-BE49-F238E27FC236}">
                <a16:creationId xmlns:a16="http://schemas.microsoft.com/office/drawing/2014/main" id="{4481A562-C0B8-C3A9-CCB1-8FCC6A2D3B32}"/>
              </a:ext>
            </a:extLst>
          </p:cNvPr>
          <p:cNvSpPr/>
          <p:nvPr/>
        </p:nvSpPr>
        <p:spPr>
          <a:xfrm>
            <a:off x="4847592" y="4996434"/>
            <a:ext cx="211327" cy="19207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9" name="Oval 618">
            <a:extLst>
              <a:ext uri="{FF2B5EF4-FFF2-40B4-BE49-F238E27FC236}">
                <a16:creationId xmlns:a16="http://schemas.microsoft.com/office/drawing/2014/main" id="{4089DDCD-C0D4-217B-979C-7AAE1D4AE445}"/>
              </a:ext>
            </a:extLst>
          </p:cNvPr>
          <p:cNvSpPr/>
          <p:nvPr/>
        </p:nvSpPr>
        <p:spPr>
          <a:xfrm>
            <a:off x="363846" y="2862223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50D97657-617C-2BCB-05ED-FEB2C03D96AC}"/>
              </a:ext>
            </a:extLst>
          </p:cNvPr>
          <p:cNvSpPr/>
          <p:nvPr/>
        </p:nvSpPr>
        <p:spPr>
          <a:xfrm>
            <a:off x="1621617" y="2106016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Oval 626">
            <a:extLst>
              <a:ext uri="{FF2B5EF4-FFF2-40B4-BE49-F238E27FC236}">
                <a16:creationId xmlns:a16="http://schemas.microsoft.com/office/drawing/2014/main" id="{15F24089-D479-3C4C-ADE6-9DD763D5989A}"/>
              </a:ext>
            </a:extLst>
          </p:cNvPr>
          <p:cNvSpPr/>
          <p:nvPr/>
        </p:nvSpPr>
        <p:spPr>
          <a:xfrm>
            <a:off x="1640554" y="1006677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4B071E8B-50A7-1A6B-291F-687081A091AF}"/>
              </a:ext>
            </a:extLst>
          </p:cNvPr>
          <p:cNvSpPr/>
          <p:nvPr/>
        </p:nvSpPr>
        <p:spPr>
          <a:xfrm>
            <a:off x="2391976" y="241196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88499AD6-FC0D-8751-1804-E9E6F0FA1A80}"/>
              </a:ext>
            </a:extLst>
          </p:cNvPr>
          <p:cNvSpPr/>
          <p:nvPr/>
        </p:nvSpPr>
        <p:spPr>
          <a:xfrm>
            <a:off x="2201496" y="13625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ECAF3B78-B7EA-305E-47E0-703158E6E4C9}"/>
              </a:ext>
            </a:extLst>
          </p:cNvPr>
          <p:cNvSpPr/>
          <p:nvPr/>
        </p:nvSpPr>
        <p:spPr>
          <a:xfrm>
            <a:off x="1982185" y="136042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514CB803-F0ED-B1E7-0E04-447A26A85A61}"/>
              </a:ext>
            </a:extLst>
          </p:cNvPr>
          <p:cNvSpPr/>
          <p:nvPr/>
        </p:nvSpPr>
        <p:spPr>
          <a:xfrm>
            <a:off x="2091383" y="2395816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088E5011-3E08-D4C5-C6CB-D07A6D7FFC14}"/>
              </a:ext>
            </a:extLst>
          </p:cNvPr>
          <p:cNvSpPr/>
          <p:nvPr/>
        </p:nvSpPr>
        <p:spPr>
          <a:xfrm>
            <a:off x="2422542" y="27547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50EBADDB-F052-033D-2668-9A61B7D11844}"/>
              </a:ext>
            </a:extLst>
          </p:cNvPr>
          <p:cNvSpPr/>
          <p:nvPr/>
        </p:nvSpPr>
        <p:spPr>
          <a:xfrm>
            <a:off x="356768" y="408508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86C7CC19-4521-B810-9A72-6DB2E5740DEB}"/>
              </a:ext>
            </a:extLst>
          </p:cNvPr>
          <p:cNvSpPr/>
          <p:nvPr/>
        </p:nvSpPr>
        <p:spPr>
          <a:xfrm>
            <a:off x="1120255" y="425293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889756DF-E5A3-6203-484C-6B6462929706}"/>
              </a:ext>
            </a:extLst>
          </p:cNvPr>
          <p:cNvSpPr/>
          <p:nvPr/>
        </p:nvSpPr>
        <p:spPr>
          <a:xfrm>
            <a:off x="1089430" y="441204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5A1773C8-83AF-0B5A-8762-4BF5B8B02FFC}"/>
              </a:ext>
            </a:extLst>
          </p:cNvPr>
          <p:cNvSpPr/>
          <p:nvPr/>
        </p:nvSpPr>
        <p:spPr>
          <a:xfrm>
            <a:off x="2066024" y="4252984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7" name="Oval 646">
            <a:extLst>
              <a:ext uri="{FF2B5EF4-FFF2-40B4-BE49-F238E27FC236}">
                <a16:creationId xmlns:a16="http://schemas.microsoft.com/office/drawing/2014/main" id="{374906E6-3D0B-A25F-82EF-FD36CC0B38A8}"/>
              </a:ext>
            </a:extLst>
          </p:cNvPr>
          <p:cNvSpPr/>
          <p:nvPr/>
        </p:nvSpPr>
        <p:spPr>
          <a:xfrm>
            <a:off x="2072609" y="4413108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1E3082A0-08A5-A10F-B195-EDA77B2254D4}"/>
              </a:ext>
            </a:extLst>
          </p:cNvPr>
          <p:cNvSpPr/>
          <p:nvPr/>
        </p:nvSpPr>
        <p:spPr>
          <a:xfrm>
            <a:off x="1353906" y="4927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172EEFB7-B552-9275-F58E-FBDCC68CE7E4}"/>
              </a:ext>
            </a:extLst>
          </p:cNvPr>
          <p:cNvSpPr/>
          <p:nvPr/>
        </p:nvSpPr>
        <p:spPr>
          <a:xfrm>
            <a:off x="432679" y="4716156"/>
            <a:ext cx="174001" cy="15740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31" y="868680"/>
            <a:ext cx="2515651" cy="5715000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7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用水设备 台盆 G19.001"/>
          <p:cNvGrpSpPr/>
          <p:nvPr/>
        </p:nvGrpSpPr>
        <p:grpSpPr>
          <a:xfrm>
            <a:off x="1098170" y="3272965"/>
            <a:ext cx="350613" cy="179637"/>
            <a:chOff x="1098170" y="3272965"/>
            <a:chExt cx="350613" cy="179637"/>
          </a:xfrm>
        </p:grpSpPr>
        <p:sp>
          <p:nvSpPr>
            <p:cNvPr id="438" name="Rectangle 437"/>
            <p:cNvSpPr/>
            <p:nvPr/>
          </p:nvSpPr>
          <p:spPr>
            <a:xfrm>
              <a:off x="1098170" y="3321174"/>
              <a:ext cx="131428" cy="13142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1098170" y="327296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</a:t>
              </a:r>
            </a:p>
          </p:txBody>
        </p:sp>
      </p:grpSp>
      <p:grpSp>
        <p:nvGrpSpPr>
          <p:cNvPr id="440" name="W 坐便器"/>
          <p:cNvGrpSpPr/>
          <p:nvPr/>
        </p:nvGrpSpPr>
        <p:grpSpPr>
          <a:xfrm>
            <a:off x="1172211" y="3146519"/>
            <a:ext cx="77134" cy="77134"/>
            <a:chOff x="1083682" y="3348321"/>
            <a:chExt cx="77134" cy="77134"/>
          </a:xfrm>
        </p:grpSpPr>
        <p:sp>
          <p:nvSpPr>
            <p:cNvPr id="441" name="Oval 440"/>
            <p:cNvSpPr/>
            <p:nvPr/>
          </p:nvSpPr>
          <p:spPr>
            <a:xfrm>
              <a:off x="1083682" y="3348321"/>
              <a:ext cx="77134" cy="7713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2" name="Oval 441"/>
            <p:cNvSpPr/>
            <p:nvPr/>
          </p:nvSpPr>
          <p:spPr>
            <a:xfrm>
              <a:off x="1095076" y="3359715"/>
              <a:ext cx="54346" cy="5434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083682" y="3348321"/>
              <a:ext cx="77134" cy="771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444" name="J 台盆"/>
          <p:cNvGrpSpPr/>
          <p:nvPr/>
        </p:nvGrpSpPr>
        <p:grpSpPr>
          <a:xfrm>
            <a:off x="1172211" y="3353580"/>
            <a:ext cx="66616" cy="66616"/>
            <a:chOff x="1172211" y="3353580"/>
            <a:chExt cx="66616" cy="66616"/>
          </a:xfrm>
        </p:grpSpPr>
        <p:sp>
          <p:nvSpPr>
            <p:cNvPr id="445" name="Oval 444"/>
            <p:cNvSpPr/>
            <p:nvPr/>
          </p:nvSpPr>
          <p:spPr>
            <a:xfrm>
              <a:off x="1172211" y="335358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6" name="TextBox 445"/>
            <p:cNvSpPr txBox="1"/>
            <p:nvPr/>
          </p:nvSpPr>
          <p:spPr>
            <a:xfrm>
              <a:off x="1172211" y="335358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47" name="用水设备 坐便器 G20.001"/>
          <p:cNvGrpSpPr/>
          <p:nvPr/>
        </p:nvGrpSpPr>
        <p:grpSpPr>
          <a:xfrm>
            <a:off x="1119248" y="3055985"/>
            <a:ext cx="350613" cy="199475"/>
            <a:chOff x="1119248" y="3055985"/>
            <a:chExt cx="350613" cy="199475"/>
          </a:xfrm>
        </p:grpSpPr>
        <p:sp>
          <p:nvSpPr>
            <p:cNvPr id="448" name="Rectangle 447"/>
            <p:cNvSpPr/>
            <p:nvPr/>
          </p:nvSpPr>
          <p:spPr>
            <a:xfrm>
              <a:off x="1119248" y="3104194"/>
              <a:ext cx="89272" cy="15126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19248" y="305598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坐便器</a:t>
              </a:r>
            </a:p>
          </p:txBody>
        </p:sp>
      </p:grpSp>
      <p:grpSp>
        <p:nvGrpSpPr>
          <p:cNvPr id="450" name="J 坐便器"/>
          <p:cNvGrpSpPr/>
          <p:nvPr/>
        </p:nvGrpSpPr>
        <p:grpSpPr>
          <a:xfrm>
            <a:off x="1088941" y="3146519"/>
            <a:ext cx="66616" cy="66616"/>
            <a:chOff x="1088941" y="3146519"/>
            <a:chExt cx="66616" cy="66616"/>
          </a:xfrm>
        </p:grpSpPr>
        <p:sp>
          <p:nvSpPr>
            <p:cNvPr id="451" name="Oval 450"/>
            <p:cNvSpPr/>
            <p:nvPr/>
          </p:nvSpPr>
          <p:spPr>
            <a:xfrm>
              <a:off x="108894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2" name="TextBox 451"/>
            <p:cNvSpPr txBox="1"/>
            <p:nvPr/>
          </p:nvSpPr>
          <p:spPr>
            <a:xfrm>
              <a:off x="108894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53" name="P 台盆"/>
          <p:cNvGrpSpPr/>
          <p:nvPr/>
        </p:nvGrpSpPr>
        <p:grpSpPr>
          <a:xfrm>
            <a:off x="1083682" y="3348321"/>
            <a:ext cx="66616" cy="66616"/>
            <a:chOff x="1172211" y="3146519"/>
            <a:chExt cx="66616" cy="66616"/>
          </a:xfrm>
        </p:grpSpPr>
        <p:sp>
          <p:nvSpPr>
            <p:cNvPr id="454" name="Oval 453"/>
            <p:cNvSpPr/>
            <p:nvPr/>
          </p:nvSpPr>
          <p:spPr>
            <a:xfrm>
              <a:off x="117221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17221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56" name="用水设备 厨房水槽 WREN_29_Idro_Sink"/>
          <p:cNvGrpSpPr/>
          <p:nvPr/>
        </p:nvGrpSpPr>
        <p:grpSpPr>
          <a:xfrm>
            <a:off x="2170918" y="2283289"/>
            <a:ext cx="350613" cy="147400"/>
            <a:chOff x="2170918" y="2283289"/>
            <a:chExt cx="350613" cy="147400"/>
          </a:xfrm>
        </p:grpSpPr>
        <p:sp>
          <p:nvSpPr>
            <p:cNvPr id="457" name="Rectangle 456"/>
            <p:cNvSpPr/>
            <p:nvPr/>
          </p:nvSpPr>
          <p:spPr>
            <a:xfrm>
              <a:off x="2170918" y="2331498"/>
              <a:ext cx="123989" cy="991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2170918" y="2283289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厨房水槽</a:t>
              </a:r>
            </a:p>
          </p:txBody>
        </p:sp>
      </p:grpSp>
      <p:grpSp>
        <p:nvGrpSpPr>
          <p:cNvPr id="459" name="J 厨房水槽"/>
          <p:cNvGrpSpPr/>
          <p:nvPr/>
        </p:nvGrpSpPr>
        <p:grpSpPr>
          <a:xfrm>
            <a:off x="2157969" y="2347785"/>
            <a:ext cx="66616" cy="66616"/>
            <a:chOff x="2157969" y="2347785"/>
            <a:chExt cx="66616" cy="66616"/>
          </a:xfrm>
        </p:grpSpPr>
        <p:sp>
          <p:nvSpPr>
            <p:cNvPr id="460" name="Oval 459"/>
            <p:cNvSpPr/>
            <p:nvPr/>
          </p:nvSpPr>
          <p:spPr>
            <a:xfrm>
              <a:off x="215796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215796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62" name="P 厨房水槽"/>
          <p:cNvGrpSpPr/>
          <p:nvPr/>
        </p:nvGrpSpPr>
        <p:grpSpPr>
          <a:xfrm>
            <a:off x="2241239" y="2347785"/>
            <a:ext cx="66616" cy="66616"/>
            <a:chOff x="2241239" y="2347785"/>
            <a:chExt cx="66616" cy="66616"/>
          </a:xfrm>
        </p:grpSpPr>
        <p:sp>
          <p:nvSpPr>
            <p:cNvPr id="463" name="Oval 462"/>
            <p:cNvSpPr/>
            <p:nvPr/>
          </p:nvSpPr>
          <p:spPr>
            <a:xfrm>
              <a:off x="224123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/>
            <p:cNvSpPr txBox="1"/>
            <p:nvPr/>
          </p:nvSpPr>
          <p:spPr>
            <a:xfrm>
              <a:off x="224123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65" name="用水设备 洗碗机 WREN_27_Bosch_SMV2HTX02G"/>
          <p:cNvGrpSpPr/>
          <p:nvPr/>
        </p:nvGrpSpPr>
        <p:grpSpPr>
          <a:xfrm>
            <a:off x="2390130" y="2036552"/>
            <a:ext cx="350613" cy="196500"/>
            <a:chOff x="2390130" y="2036552"/>
            <a:chExt cx="350613" cy="196500"/>
          </a:xfrm>
        </p:grpSpPr>
        <p:sp>
          <p:nvSpPr>
            <p:cNvPr id="466" name="Rectangle 465"/>
            <p:cNvSpPr/>
            <p:nvPr/>
          </p:nvSpPr>
          <p:spPr>
            <a:xfrm>
              <a:off x="2390130" y="2084761"/>
              <a:ext cx="151514" cy="1482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390130" y="2036552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洗碗机</a:t>
              </a:r>
            </a:p>
          </p:txBody>
        </p:sp>
      </p:grpSp>
      <p:grpSp>
        <p:nvGrpSpPr>
          <p:cNvPr id="468" name="J 洗碗机"/>
          <p:cNvGrpSpPr/>
          <p:nvPr/>
        </p:nvGrpSpPr>
        <p:grpSpPr>
          <a:xfrm>
            <a:off x="2390944" y="2125598"/>
            <a:ext cx="66616" cy="66616"/>
            <a:chOff x="2390944" y="2125598"/>
            <a:chExt cx="66616" cy="66616"/>
          </a:xfrm>
        </p:grpSpPr>
        <p:sp>
          <p:nvSpPr>
            <p:cNvPr id="469" name="Oval 468"/>
            <p:cNvSpPr/>
            <p:nvPr/>
          </p:nvSpPr>
          <p:spPr>
            <a:xfrm>
              <a:off x="239094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239094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71" name="P 洗碗机"/>
          <p:cNvGrpSpPr/>
          <p:nvPr/>
        </p:nvGrpSpPr>
        <p:grpSpPr>
          <a:xfrm>
            <a:off x="2474214" y="2125598"/>
            <a:ext cx="66616" cy="66616"/>
            <a:chOff x="2474214" y="2125598"/>
            <a:chExt cx="66616" cy="66616"/>
          </a:xfrm>
        </p:grpSpPr>
        <p:sp>
          <p:nvSpPr>
            <p:cNvPr id="472" name="Oval 471"/>
            <p:cNvSpPr/>
            <p:nvPr/>
          </p:nvSpPr>
          <p:spPr>
            <a:xfrm>
              <a:off x="247421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247421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74" name="用水设备 洗衣柜（双机位+上盆） G04.001"/>
          <p:cNvGrpSpPr/>
          <p:nvPr/>
        </p:nvGrpSpPr>
        <p:grpSpPr>
          <a:xfrm>
            <a:off x="2354669" y="1011168"/>
            <a:ext cx="350613" cy="358180"/>
            <a:chOff x="2354669" y="1011168"/>
            <a:chExt cx="350613" cy="358180"/>
          </a:xfrm>
        </p:grpSpPr>
        <p:sp>
          <p:nvSpPr>
            <p:cNvPr id="475" name="Rectangle 474"/>
            <p:cNvSpPr/>
            <p:nvPr/>
          </p:nvSpPr>
          <p:spPr>
            <a:xfrm>
              <a:off x="2354669" y="1059377"/>
              <a:ext cx="181023" cy="30997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2354669" y="1011168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洗衣柜（双机位+上盆）</a:t>
              </a:r>
            </a:p>
          </p:txBody>
        </p:sp>
      </p:grpSp>
      <p:grpSp>
        <p:nvGrpSpPr>
          <p:cNvPr id="477" name="J 洗衣柜（双机位+上盆）"/>
          <p:cNvGrpSpPr/>
          <p:nvPr/>
        </p:nvGrpSpPr>
        <p:grpSpPr>
          <a:xfrm>
            <a:off x="2370237" y="1181054"/>
            <a:ext cx="66616" cy="66616"/>
            <a:chOff x="2370237" y="1181054"/>
            <a:chExt cx="66616" cy="66616"/>
          </a:xfrm>
        </p:grpSpPr>
        <p:sp>
          <p:nvSpPr>
            <p:cNvPr id="478" name="Oval 477"/>
            <p:cNvSpPr/>
            <p:nvPr/>
          </p:nvSpPr>
          <p:spPr>
            <a:xfrm>
              <a:off x="237023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9" name="TextBox 478"/>
            <p:cNvSpPr txBox="1"/>
            <p:nvPr/>
          </p:nvSpPr>
          <p:spPr>
            <a:xfrm>
              <a:off x="237023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0" name="P 洗衣柜（双机位+上盆）"/>
          <p:cNvGrpSpPr/>
          <p:nvPr/>
        </p:nvGrpSpPr>
        <p:grpSpPr>
          <a:xfrm>
            <a:off x="2453507" y="1181054"/>
            <a:ext cx="66616" cy="66616"/>
            <a:chOff x="2453507" y="1181054"/>
            <a:chExt cx="66616" cy="66616"/>
          </a:xfrm>
        </p:grpSpPr>
        <p:sp>
          <p:nvSpPr>
            <p:cNvPr id="481" name="Oval 480"/>
            <p:cNvSpPr/>
            <p:nvPr/>
          </p:nvSpPr>
          <p:spPr>
            <a:xfrm>
              <a:off x="245350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245350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83" name="用水设备 户外立柱盆 RearWall_PedestalBasin"/>
          <p:cNvGrpSpPr/>
          <p:nvPr/>
        </p:nvGrpSpPr>
        <p:grpSpPr>
          <a:xfrm>
            <a:off x="2306314" y="861390"/>
            <a:ext cx="350613" cy="151368"/>
            <a:chOff x="2306314" y="861390"/>
            <a:chExt cx="350613" cy="151368"/>
          </a:xfrm>
        </p:grpSpPr>
        <p:sp>
          <p:nvSpPr>
            <p:cNvPr id="484" name="Rectangle 483"/>
            <p:cNvSpPr/>
            <p:nvPr/>
          </p:nvSpPr>
          <p:spPr>
            <a:xfrm>
              <a:off x="2306314" y="909599"/>
              <a:ext cx="123988" cy="103159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5" name="TextBox 484"/>
            <p:cNvSpPr txBox="1"/>
            <p:nvPr/>
          </p:nvSpPr>
          <p:spPr>
            <a:xfrm>
              <a:off x="2306314" y="861390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户外立柱盆</a:t>
              </a:r>
            </a:p>
          </p:txBody>
        </p:sp>
      </p:grpSp>
      <p:grpSp>
        <p:nvGrpSpPr>
          <p:cNvPr id="486" name="J 户外立柱盆"/>
          <p:cNvGrpSpPr/>
          <p:nvPr/>
        </p:nvGrpSpPr>
        <p:grpSpPr>
          <a:xfrm>
            <a:off x="2293365" y="927870"/>
            <a:ext cx="66616" cy="66616"/>
            <a:chOff x="2293365" y="927870"/>
            <a:chExt cx="66616" cy="66616"/>
          </a:xfrm>
        </p:grpSpPr>
        <p:sp>
          <p:nvSpPr>
            <p:cNvPr id="487" name="Oval 486"/>
            <p:cNvSpPr/>
            <p:nvPr/>
          </p:nvSpPr>
          <p:spPr>
            <a:xfrm>
              <a:off x="229336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229336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9" name="P 户外立柱盆"/>
          <p:cNvGrpSpPr/>
          <p:nvPr/>
        </p:nvGrpSpPr>
        <p:grpSpPr>
          <a:xfrm>
            <a:off x="2376635" y="927870"/>
            <a:ext cx="66616" cy="66616"/>
            <a:chOff x="2376635" y="927870"/>
            <a:chExt cx="66616" cy="66616"/>
          </a:xfrm>
        </p:grpSpPr>
        <p:sp>
          <p:nvSpPr>
            <p:cNvPr id="490" name="Oval 489"/>
            <p:cNvSpPr/>
            <p:nvPr/>
          </p:nvSpPr>
          <p:spPr>
            <a:xfrm>
              <a:off x="237663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1" name="TextBox 490"/>
            <p:cNvSpPr txBox="1"/>
            <p:nvPr/>
          </p:nvSpPr>
          <p:spPr>
            <a:xfrm>
              <a:off x="237663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92" name="图例（模型）"/>
          <p:cNvGrpSpPr/>
          <p:nvPr/>
        </p:nvGrpSpPr>
        <p:grpSpPr>
          <a:xfrm>
            <a:off x="6037142" y="914400"/>
            <a:ext cx="2980944" cy="1133856"/>
            <a:chOff x="6037142" y="914400"/>
            <a:chExt cx="2980944" cy="1133856"/>
          </a:xfrm>
        </p:grpSpPr>
        <p:sp>
          <p:nvSpPr>
            <p:cNvPr id="493" name="TextBox 492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494" name="图例"/>
            <p:cNvGrpSpPr/>
            <p:nvPr/>
          </p:nvGrpSpPr>
          <p:grpSpPr>
            <a:xfrm>
              <a:off x="6109660" y="1334390"/>
              <a:ext cx="110996" cy="110996"/>
              <a:chOff x="6109660" y="1334390"/>
              <a:chExt cx="110996" cy="110996"/>
            </a:xfrm>
          </p:grpSpPr>
          <p:sp>
            <p:nvSpPr>
              <p:cNvPr id="495" name="Oval 494"/>
              <p:cNvSpPr/>
              <p:nvPr/>
            </p:nvSpPr>
            <p:spPr>
              <a:xfrm>
                <a:off x="6109660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6" name="TextBox 495"/>
              <p:cNvSpPr txBox="1"/>
              <p:nvPr/>
            </p:nvSpPr>
            <p:spPr>
              <a:xfrm>
                <a:off x="6109660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497" name="TextBox 496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6</a:t>
              </a:r>
            </a:p>
          </p:txBody>
        </p:sp>
        <p:grpSp>
          <p:nvGrpSpPr>
            <p:cNvPr id="498" name="图例"/>
            <p:cNvGrpSpPr/>
            <p:nvPr/>
          </p:nvGrpSpPr>
          <p:grpSpPr>
            <a:xfrm>
              <a:off x="6109660" y="1608710"/>
              <a:ext cx="110996" cy="110996"/>
              <a:chOff x="6109660" y="1608710"/>
              <a:chExt cx="110996" cy="110996"/>
            </a:xfrm>
          </p:grpSpPr>
          <p:sp>
            <p:nvSpPr>
              <p:cNvPr id="499" name="Oval 498"/>
              <p:cNvSpPr/>
              <p:nvPr/>
            </p:nvSpPr>
            <p:spPr>
              <a:xfrm>
                <a:off x="6109660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0" name="TextBox 499"/>
              <p:cNvSpPr txBox="1"/>
              <p:nvPr/>
            </p:nvSpPr>
            <p:spPr>
              <a:xfrm>
                <a:off x="6109660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501" name="TextBox 500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5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100896" y="1874266"/>
              <a:ext cx="128524" cy="128524"/>
              <a:chOff x="6100896" y="1874266"/>
              <a:chExt cx="128524" cy="128524"/>
            </a:xfrm>
          </p:grpSpPr>
          <p:sp>
            <p:nvSpPr>
              <p:cNvPr id="503" name="Oval 502"/>
              <p:cNvSpPr/>
              <p:nvPr/>
            </p:nvSpPr>
            <p:spPr>
              <a:xfrm>
                <a:off x="6100896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4" name="Oval 503"/>
              <p:cNvSpPr/>
              <p:nvPr/>
            </p:nvSpPr>
            <p:spPr>
              <a:xfrm>
                <a:off x="6119882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5" name="TextBox 504"/>
              <p:cNvSpPr txBox="1"/>
              <p:nvPr/>
            </p:nvSpPr>
            <p:spPr>
              <a:xfrm>
                <a:off x="6100896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506" name="TextBox 505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1</a:t>
              </a:r>
            </a:p>
          </p:txBody>
        </p:sp>
      </p:grpSp>
      <p:sp>
        <p:nvSpPr>
          <p:cNvPr id="507" name="TextBox 506"/>
          <p:cNvSpPr txBox="1"/>
          <p:nvPr/>
        </p:nvSpPr>
        <p:spPr>
          <a:xfrm>
            <a:off x="6037142" y="230428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05184" cy="12311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zh-CN" altLang="en-US"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电梯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主灯 F06"/>
          <p:cNvGrpSpPr/>
          <p:nvPr/>
        </p:nvGrpSpPr>
        <p:grpSpPr>
          <a:xfrm>
            <a:off x="3627582" y="2952915"/>
            <a:ext cx="343817" cy="135442"/>
            <a:chOff x="3627582" y="2952915"/>
            <a:chExt cx="343817" cy="135442"/>
          </a:xfrm>
        </p:grpSpPr>
        <p:sp>
          <p:nvSpPr>
            <p:cNvPr id="219" name="Oval 218"/>
            <p:cNvSpPr/>
            <p:nvPr/>
          </p:nvSpPr>
          <p:spPr>
            <a:xfrm>
              <a:off x="3627582" y="2984171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 flipV="1"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3742186" y="2952915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F06</a:t>
              </a:r>
            </a:p>
          </p:txBody>
        </p:sp>
      </p:grpSp>
      <p:grpSp>
        <p:nvGrpSpPr>
          <p:cNvPr id="223" name="主灯 F11"/>
          <p:cNvGrpSpPr/>
          <p:nvPr/>
        </p:nvGrpSpPr>
        <p:grpSpPr>
          <a:xfrm>
            <a:off x="2749543" y="3624568"/>
            <a:ext cx="343817" cy="135442"/>
            <a:chOff x="2399938" y="3624568"/>
            <a:chExt cx="343817" cy="135442"/>
          </a:xfrm>
        </p:grpSpPr>
        <p:sp>
          <p:nvSpPr>
            <p:cNvPr id="224" name="Oval 223"/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5" name="Connector 224"/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ctor 225"/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/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grpSp>
        <p:nvGrpSpPr>
          <p:cNvPr id="228" name="主灯 F19"/>
          <p:cNvGrpSpPr/>
          <p:nvPr/>
        </p:nvGrpSpPr>
        <p:grpSpPr>
          <a:xfrm>
            <a:off x="1197391" y="4435629"/>
            <a:ext cx="343817" cy="135442"/>
            <a:chOff x="904445" y="4549867"/>
            <a:chExt cx="343817" cy="135442"/>
          </a:xfrm>
        </p:grpSpPr>
        <p:sp>
          <p:nvSpPr>
            <p:cNvPr id="229" name="Oval 228"/>
            <p:cNvSpPr/>
            <p:nvPr/>
          </p:nvSpPr>
          <p:spPr>
            <a:xfrm>
              <a:off x="904445" y="4581123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0" name="Connector 229"/>
            <p:cNvCxnSpPr/>
            <p:nvPr/>
          </p:nvCxnSpPr>
          <p:spPr>
            <a:xfrm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230"/>
            <p:cNvCxnSpPr/>
            <p:nvPr/>
          </p:nvCxnSpPr>
          <p:spPr>
            <a:xfrm flipV="1"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1019049" y="4549867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F19</a:t>
              </a:r>
            </a:p>
          </p:txBody>
        </p:sp>
      </p:grpSp>
      <p:grpSp>
        <p:nvGrpSpPr>
          <p:cNvPr id="233" name="主灯 F20"/>
          <p:cNvGrpSpPr/>
          <p:nvPr/>
        </p:nvGrpSpPr>
        <p:grpSpPr>
          <a:xfrm>
            <a:off x="3177108" y="4874533"/>
            <a:ext cx="343817" cy="135442"/>
            <a:chOff x="3177108" y="4874533"/>
            <a:chExt cx="343817" cy="135442"/>
          </a:xfrm>
        </p:grpSpPr>
        <p:sp>
          <p:nvSpPr>
            <p:cNvPr id="234" name="Oval 233"/>
            <p:cNvSpPr/>
            <p:nvPr/>
          </p:nvSpPr>
          <p:spPr>
            <a:xfrm>
              <a:off x="3177108" y="4905789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 flipV="1"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236"/>
            <p:cNvSpPr txBox="1"/>
            <p:nvPr/>
          </p:nvSpPr>
          <p:spPr>
            <a:xfrm>
              <a:off x="3291712" y="4874533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F20</a:t>
              </a:r>
            </a:p>
          </p:txBody>
        </p:sp>
      </p:grpSp>
      <p:grpSp>
        <p:nvGrpSpPr>
          <p:cNvPr id="238" name="主灯 F22"/>
          <p:cNvGrpSpPr/>
          <p:nvPr/>
        </p:nvGrpSpPr>
        <p:grpSpPr>
          <a:xfrm>
            <a:off x="2481105" y="2892040"/>
            <a:ext cx="343817" cy="135442"/>
            <a:chOff x="2481105" y="2892040"/>
            <a:chExt cx="343817" cy="135442"/>
          </a:xfrm>
        </p:grpSpPr>
        <p:sp>
          <p:nvSpPr>
            <p:cNvPr id="239" name="Oval 238"/>
            <p:cNvSpPr/>
            <p:nvPr/>
          </p:nvSpPr>
          <p:spPr>
            <a:xfrm>
              <a:off x="2481105" y="2923296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0" name="Connector 239"/>
            <p:cNvCxnSpPr/>
            <p:nvPr/>
          </p:nvCxnSpPr>
          <p:spPr>
            <a:xfrm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V="1"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2595709" y="2892040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F22</a:t>
              </a:r>
            </a:p>
          </p:txBody>
        </p:sp>
      </p:grpSp>
      <p:grpSp>
        <p:nvGrpSpPr>
          <p:cNvPr id="243" name="主灯 F23"/>
          <p:cNvGrpSpPr/>
          <p:nvPr/>
        </p:nvGrpSpPr>
        <p:grpSpPr>
          <a:xfrm>
            <a:off x="3149575" y="1776624"/>
            <a:ext cx="343817" cy="135442"/>
            <a:chOff x="3219720" y="1465944"/>
            <a:chExt cx="343817" cy="135442"/>
          </a:xfrm>
        </p:grpSpPr>
        <p:sp>
          <p:nvSpPr>
            <p:cNvPr id="244" name="Oval 243"/>
            <p:cNvSpPr/>
            <p:nvPr/>
          </p:nvSpPr>
          <p:spPr>
            <a:xfrm>
              <a:off x="3219720" y="1497200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5" name="Connector 244"/>
            <p:cNvCxnSpPr/>
            <p:nvPr/>
          </p:nvCxnSpPr>
          <p:spPr>
            <a:xfrm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 245"/>
            <p:cNvCxnSpPr/>
            <p:nvPr/>
          </p:nvCxnSpPr>
          <p:spPr>
            <a:xfrm flipV="1"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3334324" y="1465944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F23</a:t>
              </a:r>
            </a:p>
          </p:txBody>
        </p:sp>
      </p:grpSp>
      <p:grpSp>
        <p:nvGrpSpPr>
          <p:cNvPr id="248" name="射灯 GU10_FF_卫生间_1"/>
          <p:cNvGrpSpPr/>
          <p:nvPr/>
        </p:nvGrpSpPr>
        <p:grpSpPr>
          <a:xfrm>
            <a:off x="1370777" y="2815376"/>
            <a:ext cx="70846" cy="70846"/>
            <a:chOff x="1370777" y="2815376"/>
            <a:chExt cx="70846" cy="70846"/>
          </a:xfrm>
        </p:grpSpPr>
        <p:sp>
          <p:nvSpPr>
            <p:cNvPr id="249" name="Oval 248"/>
            <p:cNvSpPr/>
            <p:nvPr/>
          </p:nvSpPr>
          <p:spPr>
            <a:xfrm>
              <a:off x="1370777" y="281537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249"/>
            <p:cNvCxnSpPr/>
            <p:nvPr/>
          </p:nvCxnSpPr>
          <p:spPr>
            <a:xfrm>
              <a:off x="1370777" y="285079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or 250"/>
            <p:cNvCxnSpPr/>
            <p:nvPr/>
          </p:nvCxnSpPr>
          <p:spPr>
            <a:xfrm>
              <a:off x="1406200" y="281537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射灯 GU10_FF_卧室4_1"/>
          <p:cNvGrpSpPr/>
          <p:nvPr/>
        </p:nvGrpSpPr>
        <p:grpSpPr>
          <a:xfrm>
            <a:off x="3228756" y="1196435"/>
            <a:ext cx="70846" cy="70846"/>
            <a:chOff x="3631671" y="1935936"/>
            <a:chExt cx="70846" cy="70846"/>
          </a:xfrm>
        </p:grpSpPr>
        <p:sp>
          <p:nvSpPr>
            <p:cNvPr id="253" name="Oval 252"/>
            <p:cNvSpPr/>
            <p:nvPr/>
          </p:nvSpPr>
          <p:spPr>
            <a:xfrm>
              <a:off x="3631671" y="193593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4" name="Connector 253"/>
            <p:cNvCxnSpPr/>
            <p:nvPr/>
          </p:nvCxnSpPr>
          <p:spPr>
            <a:xfrm>
              <a:off x="3631671" y="197135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>
              <a:off x="3667094" y="193593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射灯 GU10_FF_走廊_2"/>
          <p:cNvGrpSpPr/>
          <p:nvPr/>
        </p:nvGrpSpPr>
        <p:grpSpPr>
          <a:xfrm>
            <a:off x="2238172" y="5372006"/>
            <a:ext cx="70846" cy="70846"/>
            <a:chOff x="2174326" y="5407429"/>
            <a:chExt cx="70846" cy="70846"/>
          </a:xfrm>
        </p:grpSpPr>
        <p:sp>
          <p:nvSpPr>
            <p:cNvPr id="261" name="Oval 260"/>
            <p:cNvSpPr/>
            <p:nvPr/>
          </p:nvSpPr>
          <p:spPr>
            <a:xfrm>
              <a:off x="2174326" y="540742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2" name="Connector 261"/>
            <p:cNvCxnSpPr/>
            <p:nvPr/>
          </p:nvCxnSpPr>
          <p:spPr>
            <a:xfrm>
              <a:off x="2174326" y="544285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>
              <a:off x="2209749" y="540742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射灯 GU10_FF_衣帽间_1"/>
          <p:cNvGrpSpPr/>
          <p:nvPr/>
        </p:nvGrpSpPr>
        <p:grpSpPr>
          <a:xfrm>
            <a:off x="2034429" y="4269880"/>
            <a:ext cx="70846" cy="70846"/>
            <a:chOff x="2353298" y="4264199"/>
            <a:chExt cx="70846" cy="70846"/>
          </a:xfrm>
        </p:grpSpPr>
        <p:sp>
          <p:nvSpPr>
            <p:cNvPr id="265" name="Oval 264"/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6" name="Connector 265"/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射灯 GU10_FF_卧室2_1"/>
          <p:cNvGrpSpPr/>
          <p:nvPr/>
        </p:nvGrpSpPr>
        <p:grpSpPr>
          <a:xfrm>
            <a:off x="2852357" y="4173911"/>
            <a:ext cx="70846" cy="70846"/>
            <a:chOff x="2887780" y="4264199"/>
            <a:chExt cx="70846" cy="70846"/>
          </a:xfrm>
        </p:grpSpPr>
        <p:sp>
          <p:nvSpPr>
            <p:cNvPr id="269" name="Oval 268"/>
            <p:cNvSpPr/>
            <p:nvPr/>
          </p:nvSpPr>
          <p:spPr>
            <a:xfrm>
              <a:off x="2887780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0" name="Connector 269"/>
            <p:cNvCxnSpPr/>
            <p:nvPr/>
          </p:nvCxnSpPr>
          <p:spPr>
            <a:xfrm>
              <a:off x="2887780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ctor 270"/>
            <p:cNvCxnSpPr/>
            <p:nvPr/>
          </p:nvCxnSpPr>
          <p:spPr>
            <a:xfrm>
              <a:off x="2923203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射灯 GU10_FF_卧室2_2"/>
          <p:cNvGrpSpPr/>
          <p:nvPr/>
        </p:nvGrpSpPr>
        <p:grpSpPr>
          <a:xfrm>
            <a:off x="3489252" y="4153116"/>
            <a:ext cx="70846" cy="70846"/>
            <a:chOff x="3570796" y="4264604"/>
            <a:chExt cx="70846" cy="70846"/>
          </a:xfrm>
        </p:grpSpPr>
        <p:sp>
          <p:nvSpPr>
            <p:cNvPr id="273" name="Oval 272"/>
            <p:cNvSpPr/>
            <p:nvPr/>
          </p:nvSpPr>
          <p:spPr>
            <a:xfrm>
              <a:off x="3570796" y="426460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4" name="Connector 273"/>
            <p:cNvCxnSpPr/>
            <p:nvPr/>
          </p:nvCxnSpPr>
          <p:spPr>
            <a:xfrm>
              <a:off x="3570796" y="430002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/>
            <p:nvPr/>
          </p:nvCxnSpPr>
          <p:spPr>
            <a:xfrm>
              <a:off x="3606219" y="426460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主灯位待选 主灯待选_主卧"/>
          <p:cNvGrpSpPr/>
          <p:nvPr/>
        </p:nvGrpSpPr>
        <p:grpSpPr>
          <a:xfrm>
            <a:off x="720473" y="3369559"/>
            <a:ext cx="343817" cy="135442"/>
            <a:chOff x="694629" y="3387156"/>
            <a:chExt cx="343817" cy="135442"/>
          </a:xfrm>
        </p:grpSpPr>
        <p:sp>
          <p:nvSpPr>
            <p:cNvPr id="277" name="Oval 276"/>
            <p:cNvSpPr/>
            <p:nvPr/>
          </p:nvSpPr>
          <p:spPr>
            <a:xfrm>
              <a:off x="694629" y="3418412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8" name="Connector 277"/>
            <p:cNvCxnSpPr/>
            <p:nvPr/>
          </p:nvCxnSpPr>
          <p:spPr>
            <a:xfrm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 flipV="1"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809233" y="3387156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281" name="射灯 GU10_FF_主卫_1"/>
          <p:cNvGrpSpPr/>
          <p:nvPr/>
        </p:nvGrpSpPr>
        <p:grpSpPr>
          <a:xfrm>
            <a:off x="2238853" y="4861584"/>
            <a:ext cx="70846" cy="70846"/>
            <a:chOff x="2238853" y="4861584"/>
            <a:chExt cx="70846" cy="70846"/>
          </a:xfrm>
        </p:grpSpPr>
        <p:sp>
          <p:nvSpPr>
            <p:cNvPr id="282" name="Oval 281"/>
            <p:cNvSpPr/>
            <p:nvPr/>
          </p:nvSpPr>
          <p:spPr>
            <a:xfrm>
              <a:off x="2238853" y="486158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3" name="Connector 282"/>
            <p:cNvCxnSpPr/>
            <p:nvPr/>
          </p:nvCxnSpPr>
          <p:spPr>
            <a:xfrm>
              <a:off x="2238853" y="489700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283"/>
            <p:cNvCxnSpPr/>
            <p:nvPr/>
          </p:nvCxnSpPr>
          <p:spPr>
            <a:xfrm>
              <a:off x="2274276" y="486158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图例（模型）"/>
          <p:cNvGrpSpPr/>
          <p:nvPr/>
        </p:nvGrpSpPr>
        <p:grpSpPr>
          <a:xfrm>
            <a:off x="9174174" y="914400"/>
            <a:ext cx="2980944" cy="1419350"/>
            <a:chOff x="9174174" y="914400"/>
            <a:chExt cx="2980944" cy="1419350"/>
          </a:xfrm>
        </p:grpSpPr>
        <p:sp>
          <p:nvSpPr>
            <p:cNvPr id="334" name="TextBox 333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35" name="图例"/>
            <p:cNvGrpSpPr/>
            <p:nvPr/>
          </p:nvGrpSpPr>
          <p:grpSpPr>
            <a:xfrm>
              <a:off x="9229166" y="1316864"/>
              <a:ext cx="146048" cy="146048"/>
              <a:chOff x="9229166" y="1316864"/>
              <a:chExt cx="146048" cy="146048"/>
            </a:xfrm>
          </p:grpSpPr>
          <p:sp>
            <p:nvSpPr>
              <p:cNvPr id="336" name="Oval 335"/>
              <p:cNvSpPr/>
              <p:nvPr/>
            </p:nvSpPr>
            <p:spPr>
              <a:xfrm>
                <a:off x="9229166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37" name="Connector 336"/>
              <p:cNvCxnSpPr/>
              <p:nvPr/>
            </p:nvCxnSpPr>
            <p:spPr>
              <a:xfrm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ctor 337"/>
              <p:cNvCxnSpPr/>
              <p:nvPr/>
            </p:nvCxnSpPr>
            <p:spPr>
              <a:xfrm flipV="1"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9" name="TextBox 338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7</a:t>
              </a:r>
            </a:p>
          </p:txBody>
        </p:sp>
        <p:grpSp>
          <p:nvGrpSpPr>
            <p:cNvPr id="340" name="图例"/>
            <p:cNvGrpSpPr/>
            <p:nvPr/>
          </p:nvGrpSpPr>
          <p:grpSpPr>
            <a:xfrm>
              <a:off x="9229166" y="1591184"/>
              <a:ext cx="146048" cy="146048"/>
              <a:chOff x="9229166" y="1591184"/>
              <a:chExt cx="146048" cy="146048"/>
            </a:xfrm>
          </p:grpSpPr>
          <p:sp>
            <p:nvSpPr>
              <p:cNvPr id="341" name="Oval 340"/>
              <p:cNvSpPr/>
              <p:nvPr/>
            </p:nvSpPr>
            <p:spPr>
              <a:xfrm>
                <a:off x="9229166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2" name="Connector 341"/>
              <p:cNvCxnSpPr/>
              <p:nvPr/>
            </p:nvCxnSpPr>
            <p:spPr>
              <a:xfrm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nector 342"/>
              <p:cNvCxnSpPr/>
              <p:nvPr/>
            </p:nvCxnSpPr>
            <p:spPr>
              <a:xfrm flipV="1"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TextBox 343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1</a:t>
              </a:r>
            </a:p>
          </p:txBody>
        </p:sp>
        <p:grpSp>
          <p:nvGrpSpPr>
            <p:cNvPr id="345" name="图例"/>
            <p:cNvGrpSpPr/>
            <p:nvPr/>
          </p:nvGrpSpPr>
          <p:grpSpPr>
            <a:xfrm>
              <a:off x="9252534" y="1888872"/>
              <a:ext cx="99312" cy="99312"/>
              <a:chOff x="9252534" y="1888872"/>
              <a:chExt cx="99312" cy="99312"/>
            </a:xfrm>
          </p:grpSpPr>
          <p:sp>
            <p:nvSpPr>
              <p:cNvPr id="346" name="Oval 345"/>
              <p:cNvSpPr/>
              <p:nvPr/>
            </p:nvSpPr>
            <p:spPr>
              <a:xfrm>
                <a:off x="9252534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7" name="Connector 346"/>
              <p:cNvCxnSpPr/>
              <p:nvPr/>
            </p:nvCxnSpPr>
            <p:spPr>
              <a:xfrm>
                <a:off x="9252534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Connector 347"/>
              <p:cNvCxnSpPr/>
              <p:nvPr/>
            </p:nvCxnSpPr>
            <p:spPr>
              <a:xfrm>
                <a:off x="9302190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9" name="TextBox 348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8</a:t>
              </a:r>
            </a:p>
          </p:txBody>
        </p:sp>
        <p:grpSp>
          <p:nvGrpSpPr>
            <p:cNvPr id="350" name="图例"/>
            <p:cNvGrpSpPr/>
            <p:nvPr/>
          </p:nvGrpSpPr>
          <p:grpSpPr>
            <a:xfrm>
              <a:off x="9242627" y="2230056"/>
              <a:ext cx="135825" cy="103694"/>
              <a:chOff x="9242627" y="2230056"/>
              <a:chExt cx="135825" cy="103694"/>
            </a:xfrm>
          </p:grpSpPr>
          <p:sp>
            <p:nvSpPr>
              <p:cNvPr id="351" name="Oval 350"/>
              <p:cNvSpPr/>
              <p:nvPr/>
            </p:nvSpPr>
            <p:spPr>
              <a:xfrm>
                <a:off x="9242627" y="223005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2" name="Connector 351"/>
              <p:cNvCxnSpPr/>
              <p:nvPr/>
            </p:nvCxnSpPr>
            <p:spPr>
              <a:xfrm>
                <a:off x="9274758" y="226218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Connector 352"/>
              <p:cNvCxnSpPr/>
              <p:nvPr/>
            </p:nvCxnSpPr>
            <p:spPr>
              <a:xfrm>
                <a:off x="9346321" y="233375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4" name="TextBox 353"/>
            <p:cNvSpPr txBox="1"/>
            <p:nvPr/>
          </p:nvSpPr>
          <p:spPr>
            <a:xfrm>
              <a:off x="9503358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12</a:t>
              </a:r>
            </a:p>
          </p:txBody>
        </p:sp>
      </p:grpSp>
      <p:sp>
        <p:nvSpPr>
          <p:cNvPr id="355" name="TextBox 354"/>
          <p:cNvSpPr txBox="1"/>
          <p:nvPr/>
        </p:nvSpPr>
        <p:spPr>
          <a:xfrm>
            <a:off x="9174174" y="257860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360" name="射灯 GU10_FF_衣帽间_1">
            <a:extLst>
              <a:ext uri="{FF2B5EF4-FFF2-40B4-BE49-F238E27FC236}">
                <a16:creationId xmlns:a16="http://schemas.microsoft.com/office/drawing/2014/main" id="{09A32A37-E2A8-5787-E2D7-7D7207206342}"/>
              </a:ext>
            </a:extLst>
          </p:cNvPr>
          <p:cNvGrpSpPr/>
          <p:nvPr/>
        </p:nvGrpSpPr>
        <p:grpSpPr>
          <a:xfrm>
            <a:off x="2326700" y="4268595"/>
            <a:ext cx="70846" cy="70846"/>
            <a:chOff x="2353298" y="4264199"/>
            <a:chExt cx="70846" cy="70846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258176A2-32B7-01A6-5A64-36BCB6EDDF4C}"/>
                </a:ext>
              </a:extLst>
            </p:cNvPr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2" name="Connector 265">
              <a:extLst>
                <a:ext uri="{FF2B5EF4-FFF2-40B4-BE49-F238E27FC236}">
                  <a16:creationId xmlns:a16="http://schemas.microsoft.com/office/drawing/2014/main" id="{831DF861-951A-44BB-E075-1732AC71B797}"/>
                </a:ext>
              </a:extLst>
            </p:cNvPr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nector 266">
              <a:extLst>
                <a:ext uri="{FF2B5EF4-FFF2-40B4-BE49-F238E27FC236}">
                  <a16:creationId xmlns:a16="http://schemas.microsoft.com/office/drawing/2014/main" id="{D3DBB538-4D29-E8A8-B71D-51C29AF48F65}"/>
                </a:ext>
              </a:extLst>
            </p:cNvPr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主灯 F11">
            <a:extLst>
              <a:ext uri="{FF2B5EF4-FFF2-40B4-BE49-F238E27FC236}">
                <a16:creationId xmlns:a16="http://schemas.microsoft.com/office/drawing/2014/main" id="{301DD63D-8B4A-1096-4978-6E815DE5F907}"/>
              </a:ext>
            </a:extLst>
          </p:cNvPr>
          <p:cNvGrpSpPr/>
          <p:nvPr/>
        </p:nvGrpSpPr>
        <p:grpSpPr>
          <a:xfrm>
            <a:off x="1802099" y="3636705"/>
            <a:ext cx="343817" cy="135442"/>
            <a:chOff x="2399938" y="3624568"/>
            <a:chExt cx="343817" cy="135442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601A6F61-E4F2-776A-0448-E53DECBAD64C}"/>
                </a:ext>
              </a:extLst>
            </p:cNvPr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6" name="Connector 224">
              <a:extLst>
                <a:ext uri="{FF2B5EF4-FFF2-40B4-BE49-F238E27FC236}">
                  <a16:creationId xmlns:a16="http://schemas.microsoft.com/office/drawing/2014/main" id="{F8F225ED-0F81-04F8-F98C-322C2A832DE6}"/>
                </a:ext>
              </a:extLst>
            </p:cNvPr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or 225">
              <a:extLst>
                <a:ext uri="{FF2B5EF4-FFF2-40B4-BE49-F238E27FC236}">
                  <a16:creationId xmlns:a16="http://schemas.microsoft.com/office/drawing/2014/main" id="{D3759E1A-DA41-8F28-9457-C164C51A187D}"/>
                </a:ext>
              </a:extLst>
            </p:cNvPr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B662ECEA-468B-665E-265E-D889109034C1}"/>
                </a:ext>
              </a:extLst>
            </p:cNvPr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7367B3FF-1C00-611D-2E6A-D2EF6B9C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04" y="1054557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984E53FD-FE62-DC71-13AF-DA151E4E53D4}"/>
              </a:ext>
            </a:extLst>
          </p:cNvPr>
          <p:cNvSpPr/>
          <p:nvPr/>
        </p:nvSpPr>
        <p:spPr>
          <a:xfrm>
            <a:off x="5308600" y="118887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F0C9287-AD11-007F-ECD4-A5BF994DF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3" y="1776624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D2EE5732-9B04-861A-2FBD-A69C341422A4}"/>
              </a:ext>
            </a:extLst>
          </p:cNvPr>
          <p:cNvSpPr/>
          <p:nvPr/>
        </p:nvSpPr>
        <p:spPr>
          <a:xfrm>
            <a:off x="5308600" y="2017177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7A7518F3-226D-90A7-0544-6C3FDED02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394" y="2357584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C39BD39E-F325-1188-3E85-B1E1C823D9B9}"/>
              </a:ext>
            </a:extLst>
          </p:cNvPr>
          <p:cNvSpPr/>
          <p:nvPr/>
        </p:nvSpPr>
        <p:spPr>
          <a:xfrm>
            <a:off x="5351059" y="2747447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F13082F-1BD8-E169-107A-F869457D3D6E}"/>
              </a:ext>
            </a:extLst>
          </p:cNvPr>
          <p:cNvSpPr/>
          <p:nvPr/>
        </p:nvSpPr>
        <p:spPr>
          <a:xfrm>
            <a:off x="3073080" y="232257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52FC9CE-1751-FFDD-8D97-C20C6936FA5E}"/>
              </a:ext>
            </a:extLst>
          </p:cNvPr>
          <p:cNvSpPr/>
          <p:nvPr/>
        </p:nvSpPr>
        <p:spPr>
          <a:xfrm>
            <a:off x="2705397" y="144100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6CF04B68-59A1-85F7-614B-75E868B94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535" y="3271014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49D720A-DDC5-4841-B09D-9C8143F8AB05}"/>
              </a:ext>
            </a:extLst>
          </p:cNvPr>
          <p:cNvSpPr/>
          <p:nvPr/>
        </p:nvSpPr>
        <p:spPr>
          <a:xfrm>
            <a:off x="5378125" y="3669791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FE54F74B-4B71-306A-007A-1782696430DC}"/>
              </a:ext>
            </a:extLst>
          </p:cNvPr>
          <p:cNvSpPr/>
          <p:nvPr/>
        </p:nvSpPr>
        <p:spPr>
          <a:xfrm>
            <a:off x="2887780" y="1441004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2C351C09-C611-70AE-A4BD-337AC281EC3E}"/>
              </a:ext>
            </a:extLst>
          </p:cNvPr>
          <p:cNvSpPr/>
          <p:nvPr/>
        </p:nvSpPr>
        <p:spPr>
          <a:xfrm>
            <a:off x="3184965" y="3257513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5B1E75AB-16E1-ABFE-C46C-A1B4A2F28F22}"/>
              </a:ext>
            </a:extLst>
          </p:cNvPr>
          <p:cNvSpPr/>
          <p:nvPr/>
        </p:nvSpPr>
        <p:spPr>
          <a:xfrm>
            <a:off x="3151771" y="3925722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723927B0-8580-9D71-2AD1-22690AC13822}"/>
              </a:ext>
            </a:extLst>
          </p:cNvPr>
          <p:cNvSpPr/>
          <p:nvPr/>
        </p:nvSpPr>
        <p:spPr>
          <a:xfrm>
            <a:off x="3773726" y="534111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E2305C76-E915-4AE6-1F84-A6F0B0B99A3C}"/>
              </a:ext>
            </a:extLst>
          </p:cNvPr>
          <p:cNvSpPr/>
          <p:nvPr/>
        </p:nvSpPr>
        <p:spPr>
          <a:xfrm>
            <a:off x="2643990" y="406202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0D922B22-0751-5C7F-CF86-25B7297C7D13}"/>
              </a:ext>
            </a:extLst>
          </p:cNvPr>
          <p:cNvSpPr/>
          <p:nvPr/>
        </p:nvSpPr>
        <p:spPr>
          <a:xfrm>
            <a:off x="2603813" y="543459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A0BB7FFF-536B-C2BB-6050-724EA186DBBA}"/>
              </a:ext>
            </a:extLst>
          </p:cNvPr>
          <p:cNvSpPr/>
          <p:nvPr/>
        </p:nvSpPr>
        <p:spPr>
          <a:xfrm>
            <a:off x="2391940" y="510994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0EFEF2B3-8EE5-56B9-A9D6-E2E9548621A0}"/>
              </a:ext>
            </a:extLst>
          </p:cNvPr>
          <p:cNvSpPr/>
          <p:nvPr/>
        </p:nvSpPr>
        <p:spPr>
          <a:xfrm>
            <a:off x="2199602" y="33608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5882C80D-E227-8212-143B-4D1AA6DF64A9}"/>
              </a:ext>
            </a:extLst>
          </p:cNvPr>
          <p:cNvSpPr/>
          <p:nvPr/>
        </p:nvSpPr>
        <p:spPr>
          <a:xfrm>
            <a:off x="1903814" y="34963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D75E2924-2E60-3C55-CFB1-15937A5B292B}"/>
              </a:ext>
            </a:extLst>
          </p:cNvPr>
          <p:cNvSpPr/>
          <p:nvPr/>
        </p:nvSpPr>
        <p:spPr>
          <a:xfrm>
            <a:off x="3164468" y="272041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E988259A-4C64-8093-793B-F08D460116B9}"/>
              </a:ext>
            </a:extLst>
          </p:cNvPr>
          <p:cNvSpPr/>
          <p:nvPr/>
        </p:nvSpPr>
        <p:spPr>
          <a:xfrm>
            <a:off x="1461833" y="391471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B8E0F764-9155-4DC6-CE71-E73A6E708B06}"/>
              </a:ext>
            </a:extLst>
          </p:cNvPr>
          <p:cNvSpPr/>
          <p:nvPr/>
        </p:nvSpPr>
        <p:spPr>
          <a:xfrm>
            <a:off x="881795" y="304339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D9FF61F-9469-B54D-DA66-B3D1669CF6A1}"/>
              </a:ext>
            </a:extLst>
          </p:cNvPr>
          <p:cNvSpPr/>
          <p:nvPr/>
        </p:nvSpPr>
        <p:spPr>
          <a:xfrm>
            <a:off x="1738340" y="462386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A0C14E-456C-37C8-728D-788122EB3C52}"/>
              </a:ext>
            </a:extLst>
          </p:cNvPr>
          <p:cNvSpPr/>
          <p:nvPr/>
        </p:nvSpPr>
        <p:spPr>
          <a:xfrm>
            <a:off x="2229643" y="516052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78A2-9797-CF66-2F5D-FF91F6F1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10F342-F58C-594B-6FFA-EBCBF33E4D01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F044F-5AE8-BB7E-E0DE-9A021DD00E73}"/>
              </a:ext>
            </a:extLst>
          </p:cNvPr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320BE-1AD3-F501-506B-016A730A3227}"/>
              </a:ext>
            </a:extLst>
          </p:cNvPr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410" name="二层平面（横向）"/>
          <p:cNvGrpSpPr/>
          <p:nvPr/>
        </p:nvGrpSpPr>
        <p:grpSpPr>
          <a:xfrm rot="5400000">
            <a:off x="3223675" y="45815"/>
            <a:ext cx="5744651" cy="7579170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  <p:grpSp>
          <p:nvGrpSpPr>
            <p:cNvPr id="218" name="主灯 F06">
              <a:extLst>
                <a:ext uri="{FF2B5EF4-FFF2-40B4-BE49-F238E27FC236}">
                  <a16:creationId xmlns:a16="http://schemas.microsoft.com/office/drawing/2014/main" id="{DCBC1B31-2D16-6966-4008-96ACBA626533}"/>
                </a:ext>
              </a:extLst>
            </p:cNvPr>
            <p:cNvGrpSpPr/>
            <p:nvPr/>
          </p:nvGrpSpPr>
          <p:grpSpPr>
            <a:xfrm>
              <a:off x="3627582" y="2952915"/>
              <a:ext cx="343817" cy="135442"/>
              <a:chOff x="3627582" y="2952915"/>
              <a:chExt cx="343817" cy="135442"/>
            </a:xfrm>
          </p:grpSpPr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131EB0FF-990A-68D1-3DB5-9269E8CA7963}"/>
                  </a:ext>
                </a:extLst>
              </p:cNvPr>
              <p:cNvSpPr/>
              <p:nvPr/>
            </p:nvSpPr>
            <p:spPr>
              <a:xfrm>
                <a:off x="3627582" y="2984171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0" name="Connector 219">
                <a:extLst>
                  <a:ext uri="{FF2B5EF4-FFF2-40B4-BE49-F238E27FC236}">
                    <a16:creationId xmlns:a16="http://schemas.microsoft.com/office/drawing/2014/main" id="{FC3DB9AF-D150-BCB4-DC07-7A768EE13F38}"/>
                  </a:ext>
                </a:extLst>
              </p:cNvPr>
              <p:cNvCxnSpPr/>
              <p:nvPr/>
            </p:nvCxnSpPr>
            <p:spPr>
              <a:xfrm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Connector 220">
                <a:extLst>
                  <a:ext uri="{FF2B5EF4-FFF2-40B4-BE49-F238E27FC236}">
                    <a16:creationId xmlns:a16="http://schemas.microsoft.com/office/drawing/2014/main" id="{83CE95AE-2E47-4DB2-46C5-948F6F3C270E}"/>
                  </a:ext>
                </a:extLst>
              </p:cNvPr>
              <p:cNvCxnSpPr/>
              <p:nvPr/>
            </p:nvCxnSpPr>
            <p:spPr>
              <a:xfrm flipV="1">
                <a:off x="3643210" y="2999799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49B34F4-507A-A669-6A6A-9EB9C5BFA9CF}"/>
                  </a:ext>
                </a:extLst>
              </p:cNvPr>
              <p:cNvSpPr txBox="1"/>
              <p:nvPr/>
            </p:nvSpPr>
            <p:spPr>
              <a:xfrm rot="16200000">
                <a:off x="3742186" y="2952915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F06</a:t>
                </a:r>
              </a:p>
            </p:txBody>
          </p:sp>
        </p:grpSp>
        <p:grpSp>
          <p:nvGrpSpPr>
            <p:cNvPr id="223" name="主灯 F11">
              <a:extLst>
                <a:ext uri="{FF2B5EF4-FFF2-40B4-BE49-F238E27FC236}">
                  <a16:creationId xmlns:a16="http://schemas.microsoft.com/office/drawing/2014/main" id="{17521C87-A874-F86F-9673-F4ADF566952C}"/>
                </a:ext>
              </a:extLst>
            </p:cNvPr>
            <p:cNvGrpSpPr/>
            <p:nvPr/>
          </p:nvGrpSpPr>
          <p:grpSpPr>
            <a:xfrm>
              <a:off x="2749543" y="3624568"/>
              <a:ext cx="343817" cy="135442"/>
              <a:chOff x="2399938" y="3624568"/>
              <a:chExt cx="343817" cy="135442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D80C69A-2849-0C49-B609-1927D3DD1787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5" name="Connector 224">
                <a:extLst>
                  <a:ext uri="{FF2B5EF4-FFF2-40B4-BE49-F238E27FC236}">
                    <a16:creationId xmlns:a16="http://schemas.microsoft.com/office/drawing/2014/main" id="{112D0598-A1D0-EAC3-C631-F9B5F5651A80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nector 225">
                <a:extLst>
                  <a:ext uri="{FF2B5EF4-FFF2-40B4-BE49-F238E27FC236}">
                    <a16:creationId xmlns:a16="http://schemas.microsoft.com/office/drawing/2014/main" id="{A6D8E6C4-287D-A1A4-92DB-81846F412E52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BBD55F03-DB93-3C8D-0C96-B57B5F9BC1EB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  <p:grpSp>
          <p:nvGrpSpPr>
            <p:cNvPr id="228" name="主灯 F19">
              <a:extLst>
                <a:ext uri="{FF2B5EF4-FFF2-40B4-BE49-F238E27FC236}">
                  <a16:creationId xmlns:a16="http://schemas.microsoft.com/office/drawing/2014/main" id="{B62DEC8E-DFFE-B726-CC3C-D86A0C006162}"/>
                </a:ext>
              </a:extLst>
            </p:cNvPr>
            <p:cNvGrpSpPr/>
            <p:nvPr/>
          </p:nvGrpSpPr>
          <p:grpSpPr>
            <a:xfrm>
              <a:off x="1197391" y="4435629"/>
              <a:ext cx="343817" cy="135442"/>
              <a:chOff x="904445" y="4549867"/>
              <a:chExt cx="343817" cy="135442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3A1062F-8274-E834-0F8A-0ADE63479D6D}"/>
                  </a:ext>
                </a:extLst>
              </p:cNvPr>
              <p:cNvSpPr/>
              <p:nvPr/>
            </p:nvSpPr>
            <p:spPr>
              <a:xfrm>
                <a:off x="904445" y="4581123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0" name="Connector 229">
                <a:extLst>
                  <a:ext uri="{FF2B5EF4-FFF2-40B4-BE49-F238E27FC236}">
                    <a16:creationId xmlns:a16="http://schemas.microsoft.com/office/drawing/2014/main" id="{C853ED70-B918-FE9B-9FEF-933AFB3B8F70}"/>
                  </a:ext>
                </a:extLst>
              </p:cNvPr>
              <p:cNvCxnSpPr/>
              <p:nvPr/>
            </p:nvCxnSpPr>
            <p:spPr>
              <a:xfrm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nector 230">
                <a:extLst>
                  <a:ext uri="{FF2B5EF4-FFF2-40B4-BE49-F238E27FC236}">
                    <a16:creationId xmlns:a16="http://schemas.microsoft.com/office/drawing/2014/main" id="{B85B2705-1BA6-8016-D05F-E33392959210}"/>
                  </a:ext>
                </a:extLst>
              </p:cNvPr>
              <p:cNvCxnSpPr/>
              <p:nvPr/>
            </p:nvCxnSpPr>
            <p:spPr>
              <a:xfrm flipV="1">
                <a:off x="920073" y="4596751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B5BD877-C966-031B-28DB-C84972F29ED4}"/>
                  </a:ext>
                </a:extLst>
              </p:cNvPr>
              <p:cNvSpPr txBox="1"/>
              <p:nvPr/>
            </p:nvSpPr>
            <p:spPr>
              <a:xfrm rot="16200000">
                <a:off x="1019049" y="4549867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F19</a:t>
                </a:r>
              </a:p>
            </p:txBody>
          </p:sp>
        </p:grpSp>
        <p:grpSp>
          <p:nvGrpSpPr>
            <p:cNvPr id="233" name="主灯 F20">
              <a:extLst>
                <a:ext uri="{FF2B5EF4-FFF2-40B4-BE49-F238E27FC236}">
                  <a16:creationId xmlns:a16="http://schemas.microsoft.com/office/drawing/2014/main" id="{3397D6C8-4C41-60AF-0903-84036D8A94F9}"/>
                </a:ext>
              </a:extLst>
            </p:cNvPr>
            <p:cNvGrpSpPr/>
            <p:nvPr/>
          </p:nvGrpSpPr>
          <p:grpSpPr>
            <a:xfrm>
              <a:off x="3177108" y="4874533"/>
              <a:ext cx="343817" cy="135442"/>
              <a:chOff x="3177108" y="4874533"/>
              <a:chExt cx="343817" cy="135442"/>
            </a:xfrm>
          </p:grpSpPr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61046CC8-0A8D-F7AC-DD64-2EFCF568DDCC}"/>
                  </a:ext>
                </a:extLst>
              </p:cNvPr>
              <p:cNvSpPr/>
              <p:nvPr/>
            </p:nvSpPr>
            <p:spPr>
              <a:xfrm>
                <a:off x="3177108" y="4905789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5" name="Connector 234">
                <a:extLst>
                  <a:ext uri="{FF2B5EF4-FFF2-40B4-BE49-F238E27FC236}">
                    <a16:creationId xmlns:a16="http://schemas.microsoft.com/office/drawing/2014/main" id="{4F2DE03F-4FE3-6FD1-1CA1-01404E6D2174}"/>
                  </a:ext>
                </a:extLst>
              </p:cNvPr>
              <p:cNvCxnSpPr/>
              <p:nvPr/>
            </p:nvCxnSpPr>
            <p:spPr>
              <a:xfrm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nector 235">
                <a:extLst>
                  <a:ext uri="{FF2B5EF4-FFF2-40B4-BE49-F238E27FC236}">
                    <a16:creationId xmlns:a16="http://schemas.microsoft.com/office/drawing/2014/main" id="{A69E7692-14B4-4F90-9903-11FEF579FF15}"/>
                  </a:ext>
                </a:extLst>
              </p:cNvPr>
              <p:cNvCxnSpPr/>
              <p:nvPr/>
            </p:nvCxnSpPr>
            <p:spPr>
              <a:xfrm flipV="1">
                <a:off x="3192736" y="4921417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0792B702-30D8-418B-C286-59995D64A385}"/>
                  </a:ext>
                </a:extLst>
              </p:cNvPr>
              <p:cNvSpPr txBox="1"/>
              <p:nvPr/>
            </p:nvSpPr>
            <p:spPr>
              <a:xfrm rot="16200000">
                <a:off x="3291712" y="4874533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F20</a:t>
                </a:r>
              </a:p>
            </p:txBody>
          </p:sp>
        </p:grpSp>
        <p:grpSp>
          <p:nvGrpSpPr>
            <p:cNvPr id="238" name="主灯 F22">
              <a:extLst>
                <a:ext uri="{FF2B5EF4-FFF2-40B4-BE49-F238E27FC236}">
                  <a16:creationId xmlns:a16="http://schemas.microsoft.com/office/drawing/2014/main" id="{CEE877E0-E580-4E4B-3716-1AC6977E17CC}"/>
                </a:ext>
              </a:extLst>
            </p:cNvPr>
            <p:cNvGrpSpPr/>
            <p:nvPr/>
          </p:nvGrpSpPr>
          <p:grpSpPr>
            <a:xfrm>
              <a:off x="2481105" y="2892040"/>
              <a:ext cx="343817" cy="135442"/>
              <a:chOff x="2481105" y="2892040"/>
              <a:chExt cx="343817" cy="135442"/>
            </a:xfrm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D28301E3-7C47-1151-6CFA-C975A3F8188D}"/>
                  </a:ext>
                </a:extLst>
              </p:cNvPr>
              <p:cNvSpPr/>
              <p:nvPr/>
            </p:nvSpPr>
            <p:spPr>
              <a:xfrm>
                <a:off x="2481105" y="2923296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0" name="Connector 239">
                <a:extLst>
                  <a:ext uri="{FF2B5EF4-FFF2-40B4-BE49-F238E27FC236}">
                    <a16:creationId xmlns:a16="http://schemas.microsoft.com/office/drawing/2014/main" id="{8AF5FA04-FF01-15B0-C072-5FC0AE65CA92}"/>
                  </a:ext>
                </a:extLst>
              </p:cNvPr>
              <p:cNvCxnSpPr/>
              <p:nvPr/>
            </p:nvCxnSpPr>
            <p:spPr>
              <a:xfrm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nector 240">
                <a:extLst>
                  <a:ext uri="{FF2B5EF4-FFF2-40B4-BE49-F238E27FC236}">
                    <a16:creationId xmlns:a16="http://schemas.microsoft.com/office/drawing/2014/main" id="{A1107D64-4E9B-B0F5-D963-1BDB15CD0E34}"/>
                  </a:ext>
                </a:extLst>
              </p:cNvPr>
              <p:cNvCxnSpPr/>
              <p:nvPr/>
            </p:nvCxnSpPr>
            <p:spPr>
              <a:xfrm flipV="1">
                <a:off x="2496733" y="2938924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930ABF-0350-B610-7EEC-084C3905BBC9}"/>
                  </a:ext>
                </a:extLst>
              </p:cNvPr>
              <p:cNvSpPr txBox="1"/>
              <p:nvPr/>
            </p:nvSpPr>
            <p:spPr>
              <a:xfrm rot="16200000">
                <a:off x="2595709" y="2892040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F22</a:t>
                </a:r>
              </a:p>
            </p:txBody>
          </p:sp>
        </p:grpSp>
        <p:grpSp>
          <p:nvGrpSpPr>
            <p:cNvPr id="243" name="主灯 F23">
              <a:extLst>
                <a:ext uri="{FF2B5EF4-FFF2-40B4-BE49-F238E27FC236}">
                  <a16:creationId xmlns:a16="http://schemas.microsoft.com/office/drawing/2014/main" id="{FB818648-252D-CBAB-2D7F-0D556BC923F9}"/>
                </a:ext>
              </a:extLst>
            </p:cNvPr>
            <p:cNvGrpSpPr/>
            <p:nvPr/>
          </p:nvGrpSpPr>
          <p:grpSpPr>
            <a:xfrm>
              <a:off x="3149575" y="1776624"/>
              <a:ext cx="343817" cy="135442"/>
              <a:chOff x="3219720" y="1465944"/>
              <a:chExt cx="343817" cy="135442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097E0B51-53F2-411E-5E73-65B0E3257C9E}"/>
                  </a:ext>
                </a:extLst>
              </p:cNvPr>
              <p:cNvSpPr/>
              <p:nvPr/>
            </p:nvSpPr>
            <p:spPr>
              <a:xfrm>
                <a:off x="3219720" y="1497200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5" name="Connector 244">
                <a:extLst>
                  <a:ext uri="{FF2B5EF4-FFF2-40B4-BE49-F238E27FC236}">
                    <a16:creationId xmlns:a16="http://schemas.microsoft.com/office/drawing/2014/main" id="{59F35103-E305-8FEB-CA0D-91B9AAD310A3}"/>
                  </a:ext>
                </a:extLst>
              </p:cNvPr>
              <p:cNvCxnSpPr/>
              <p:nvPr/>
            </p:nvCxnSpPr>
            <p:spPr>
              <a:xfrm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Connector 245">
                <a:extLst>
                  <a:ext uri="{FF2B5EF4-FFF2-40B4-BE49-F238E27FC236}">
                    <a16:creationId xmlns:a16="http://schemas.microsoft.com/office/drawing/2014/main" id="{CF7239EA-D971-840B-2279-ADF11C423ABA}"/>
                  </a:ext>
                </a:extLst>
              </p:cNvPr>
              <p:cNvCxnSpPr/>
              <p:nvPr/>
            </p:nvCxnSpPr>
            <p:spPr>
              <a:xfrm flipV="1">
                <a:off x="3235348" y="1512828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CE071428-9686-96DD-2D3F-A866247070CA}"/>
                  </a:ext>
                </a:extLst>
              </p:cNvPr>
              <p:cNvSpPr txBox="1"/>
              <p:nvPr/>
            </p:nvSpPr>
            <p:spPr>
              <a:xfrm rot="16200000">
                <a:off x="3334324" y="1465944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F23</a:t>
                </a:r>
              </a:p>
            </p:txBody>
          </p:sp>
        </p:grpSp>
        <p:grpSp>
          <p:nvGrpSpPr>
            <p:cNvPr id="248" name="射灯 GU10_FF_卫生间_1">
              <a:extLst>
                <a:ext uri="{FF2B5EF4-FFF2-40B4-BE49-F238E27FC236}">
                  <a16:creationId xmlns:a16="http://schemas.microsoft.com/office/drawing/2014/main" id="{637DF668-0F34-AA19-D2FA-4546C2C8D02C}"/>
                </a:ext>
              </a:extLst>
            </p:cNvPr>
            <p:cNvGrpSpPr/>
            <p:nvPr/>
          </p:nvGrpSpPr>
          <p:grpSpPr>
            <a:xfrm>
              <a:off x="1370777" y="2815376"/>
              <a:ext cx="70846" cy="70846"/>
              <a:chOff x="1370777" y="2815376"/>
              <a:chExt cx="70846" cy="70846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497BD24C-0691-3E7E-04C5-95C59E6EEB70}"/>
                  </a:ext>
                </a:extLst>
              </p:cNvPr>
              <p:cNvSpPr/>
              <p:nvPr/>
            </p:nvSpPr>
            <p:spPr>
              <a:xfrm>
                <a:off x="1370777" y="281537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0" name="Connector 249">
                <a:extLst>
                  <a:ext uri="{FF2B5EF4-FFF2-40B4-BE49-F238E27FC236}">
                    <a16:creationId xmlns:a16="http://schemas.microsoft.com/office/drawing/2014/main" id="{3B2B947B-A2FE-72FB-4343-AD8518EE9080}"/>
                  </a:ext>
                </a:extLst>
              </p:cNvPr>
              <p:cNvCxnSpPr/>
              <p:nvPr/>
            </p:nvCxnSpPr>
            <p:spPr>
              <a:xfrm>
                <a:off x="1370777" y="285079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Connector 250">
                <a:extLst>
                  <a:ext uri="{FF2B5EF4-FFF2-40B4-BE49-F238E27FC236}">
                    <a16:creationId xmlns:a16="http://schemas.microsoft.com/office/drawing/2014/main" id="{F6A8513A-3BEF-A583-AE3F-F8DF3C99E6B6}"/>
                  </a:ext>
                </a:extLst>
              </p:cNvPr>
              <p:cNvCxnSpPr/>
              <p:nvPr/>
            </p:nvCxnSpPr>
            <p:spPr>
              <a:xfrm>
                <a:off x="1406200" y="281537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2" name="射灯 GU10_FF_卧室4_1">
              <a:extLst>
                <a:ext uri="{FF2B5EF4-FFF2-40B4-BE49-F238E27FC236}">
                  <a16:creationId xmlns:a16="http://schemas.microsoft.com/office/drawing/2014/main" id="{09ABE454-7955-183A-3382-B0A82FE9325C}"/>
                </a:ext>
              </a:extLst>
            </p:cNvPr>
            <p:cNvGrpSpPr/>
            <p:nvPr/>
          </p:nvGrpSpPr>
          <p:grpSpPr>
            <a:xfrm>
              <a:off x="3228756" y="1196435"/>
              <a:ext cx="70846" cy="70846"/>
              <a:chOff x="3631671" y="1935936"/>
              <a:chExt cx="70846" cy="70846"/>
            </a:xfrm>
          </p:grpSpPr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712D01A1-225C-5B7D-9A24-2CE0190C4332}"/>
                  </a:ext>
                </a:extLst>
              </p:cNvPr>
              <p:cNvSpPr/>
              <p:nvPr/>
            </p:nvSpPr>
            <p:spPr>
              <a:xfrm>
                <a:off x="3631671" y="1935936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54" name="Connector 253">
                <a:extLst>
                  <a:ext uri="{FF2B5EF4-FFF2-40B4-BE49-F238E27FC236}">
                    <a16:creationId xmlns:a16="http://schemas.microsoft.com/office/drawing/2014/main" id="{A30FB86E-69EB-4BBD-7838-B1D56AAA6A82}"/>
                  </a:ext>
                </a:extLst>
              </p:cNvPr>
              <p:cNvCxnSpPr/>
              <p:nvPr/>
            </p:nvCxnSpPr>
            <p:spPr>
              <a:xfrm>
                <a:off x="3631671" y="1971359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Connector 254">
                <a:extLst>
                  <a:ext uri="{FF2B5EF4-FFF2-40B4-BE49-F238E27FC236}">
                    <a16:creationId xmlns:a16="http://schemas.microsoft.com/office/drawing/2014/main" id="{7129B26F-0D9B-96FC-1237-B5C2648D12C9}"/>
                  </a:ext>
                </a:extLst>
              </p:cNvPr>
              <p:cNvCxnSpPr/>
              <p:nvPr/>
            </p:nvCxnSpPr>
            <p:spPr>
              <a:xfrm>
                <a:off x="3667094" y="1935936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射灯 GU10_FF_走廊_2">
              <a:extLst>
                <a:ext uri="{FF2B5EF4-FFF2-40B4-BE49-F238E27FC236}">
                  <a16:creationId xmlns:a16="http://schemas.microsoft.com/office/drawing/2014/main" id="{E1744379-5754-CFC4-4164-2148448F07C9}"/>
                </a:ext>
              </a:extLst>
            </p:cNvPr>
            <p:cNvGrpSpPr/>
            <p:nvPr/>
          </p:nvGrpSpPr>
          <p:grpSpPr>
            <a:xfrm>
              <a:off x="2238172" y="5372006"/>
              <a:ext cx="70846" cy="70846"/>
              <a:chOff x="2174326" y="5407429"/>
              <a:chExt cx="70846" cy="70846"/>
            </a:xfrm>
          </p:grpSpPr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37678CFB-3F60-9F96-1348-B44AF7CDC501}"/>
                  </a:ext>
                </a:extLst>
              </p:cNvPr>
              <p:cNvSpPr/>
              <p:nvPr/>
            </p:nvSpPr>
            <p:spPr>
              <a:xfrm>
                <a:off x="2174326" y="540742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2" name="Connector 261">
                <a:extLst>
                  <a:ext uri="{FF2B5EF4-FFF2-40B4-BE49-F238E27FC236}">
                    <a16:creationId xmlns:a16="http://schemas.microsoft.com/office/drawing/2014/main" id="{817A6D01-733B-BF2D-4AA8-959C4ACFCEE9}"/>
                  </a:ext>
                </a:extLst>
              </p:cNvPr>
              <p:cNvCxnSpPr/>
              <p:nvPr/>
            </p:nvCxnSpPr>
            <p:spPr>
              <a:xfrm>
                <a:off x="2174326" y="544285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Connector 262">
                <a:extLst>
                  <a:ext uri="{FF2B5EF4-FFF2-40B4-BE49-F238E27FC236}">
                    <a16:creationId xmlns:a16="http://schemas.microsoft.com/office/drawing/2014/main" id="{2EDB4B48-45B8-B859-869E-A1B345AF6BF4}"/>
                  </a:ext>
                </a:extLst>
              </p:cNvPr>
              <p:cNvCxnSpPr/>
              <p:nvPr/>
            </p:nvCxnSpPr>
            <p:spPr>
              <a:xfrm>
                <a:off x="2209749" y="540742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射灯 GU10_FF_衣帽间_1">
              <a:extLst>
                <a:ext uri="{FF2B5EF4-FFF2-40B4-BE49-F238E27FC236}">
                  <a16:creationId xmlns:a16="http://schemas.microsoft.com/office/drawing/2014/main" id="{E9BC9A4B-0378-BBF3-5A0A-CEB00A852357}"/>
                </a:ext>
              </a:extLst>
            </p:cNvPr>
            <p:cNvGrpSpPr/>
            <p:nvPr/>
          </p:nvGrpSpPr>
          <p:grpSpPr>
            <a:xfrm>
              <a:off x="2034429" y="4269880"/>
              <a:ext cx="70846" cy="70846"/>
              <a:chOff x="2353298" y="4264199"/>
              <a:chExt cx="70846" cy="70846"/>
            </a:xfrm>
          </p:grpSpPr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E075C37F-EC5D-064C-6777-CAD7E429ED09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66" name="Connector 265">
                <a:extLst>
                  <a:ext uri="{FF2B5EF4-FFF2-40B4-BE49-F238E27FC236}">
                    <a16:creationId xmlns:a16="http://schemas.microsoft.com/office/drawing/2014/main" id="{F5924A71-1D42-014C-6BDE-765D0FED5072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Connector 266">
                <a:extLst>
                  <a:ext uri="{FF2B5EF4-FFF2-40B4-BE49-F238E27FC236}">
                    <a16:creationId xmlns:a16="http://schemas.microsoft.com/office/drawing/2014/main" id="{5A26CCDC-76A1-463E-BF58-C1DF37A34E77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" name="射灯 GU10_FF_卧室2_1">
              <a:extLst>
                <a:ext uri="{FF2B5EF4-FFF2-40B4-BE49-F238E27FC236}">
                  <a16:creationId xmlns:a16="http://schemas.microsoft.com/office/drawing/2014/main" id="{66F1161C-92E8-38FA-7135-37D92DF1B466}"/>
                </a:ext>
              </a:extLst>
            </p:cNvPr>
            <p:cNvGrpSpPr/>
            <p:nvPr/>
          </p:nvGrpSpPr>
          <p:grpSpPr>
            <a:xfrm>
              <a:off x="2852357" y="4173911"/>
              <a:ext cx="70846" cy="70846"/>
              <a:chOff x="2887780" y="4264199"/>
              <a:chExt cx="70846" cy="70846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E515E669-7AB5-C5AE-6A1B-AAD86B2E8DEE}"/>
                  </a:ext>
                </a:extLst>
              </p:cNvPr>
              <p:cNvSpPr/>
              <p:nvPr/>
            </p:nvSpPr>
            <p:spPr>
              <a:xfrm>
                <a:off x="2887780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0" name="Connector 269">
                <a:extLst>
                  <a:ext uri="{FF2B5EF4-FFF2-40B4-BE49-F238E27FC236}">
                    <a16:creationId xmlns:a16="http://schemas.microsoft.com/office/drawing/2014/main" id="{EED67693-2F97-08BF-48DA-82E5CB92EC1F}"/>
                  </a:ext>
                </a:extLst>
              </p:cNvPr>
              <p:cNvCxnSpPr/>
              <p:nvPr/>
            </p:nvCxnSpPr>
            <p:spPr>
              <a:xfrm>
                <a:off x="2887780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Connector 270">
                <a:extLst>
                  <a:ext uri="{FF2B5EF4-FFF2-40B4-BE49-F238E27FC236}">
                    <a16:creationId xmlns:a16="http://schemas.microsoft.com/office/drawing/2014/main" id="{9B2A96E8-4D07-B768-CA6C-FE8415FEB9C6}"/>
                  </a:ext>
                </a:extLst>
              </p:cNvPr>
              <p:cNvCxnSpPr/>
              <p:nvPr/>
            </p:nvCxnSpPr>
            <p:spPr>
              <a:xfrm>
                <a:off x="2923203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" name="射灯 GU10_FF_卧室2_2">
              <a:extLst>
                <a:ext uri="{FF2B5EF4-FFF2-40B4-BE49-F238E27FC236}">
                  <a16:creationId xmlns:a16="http://schemas.microsoft.com/office/drawing/2014/main" id="{26659EFB-46E3-A471-BB15-3BDA683CC1D3}"/>
                </a:ext>
              </a:extLst>
            </p:cNvPr>
            <p:cNvGrpSpPr/>
            <p:nvPr/>
          </p:nvGrpSpPr>
          <p:grpSpPr>
            <a:xfrm>
              <a:off x="3489252" y="4153116"/>
              <a:ext cx="70846" cy="70846"/>
              <a:chOff x="3570796" y="4264604"/>
              <a:chExt cx="70846" cy="70846"/>
            </a:xfrm>
          </p:grpSpPr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DD571AE8-AEE3-8DD3-3B56-F85C6395D980}"/>
                  </a:ext>
                </a:extLst>
              </p:cNvPr>
              <p:cNvSpPr/>
              <p:nvPr/>
            </p:nvSpPr>
            <p:spPr>
              <a:xfrm>
                <a:off x="3570796" y="426460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4" name="Connector 273">
                <a:extLst>
                  <a:ext uri="{FF2B5EF4-FFF2-40B4-BE49-F238E27FC236}">
                    <a16:creationId xmlns:a16="http://schemas.microsoft.com/office/drawing/2014/main" id="{F4A0B227-3664-6A7C-00AD-5FAC5C428132}"/>
                  </a:ext>
                </a:extLst>
              </p:cNvPr>
              <p:cNvCxnSpPr/>
              <p:nvPr/>
            </p:nvCxnSpPr>
            <p:spPr>
              <a:xfrm>
                <a:off x="3570796" y="430002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Connector 274">
                <a:extLst>
                  <a:ext uri="{FF2B5EF4-FFF2-40B4-BE49-F238E27FC236}">
                    <a16:creationId xmlns:a16="http://schemas.microsoft.com/office/drawing/2014/main" id="{9377783D-4134-D595-E510-5E6D1C2A618D}"/>
                  </a:ext>
                </a:extLst>
              </p:cNvPr>
              <p:cNvCxnSpPr/>
              <p:nvPr/>
            </p:nvCxnSpPr>
            <p:spPr>
              <a:xfrm>
                <a:off x="3606219" y="426460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" name="主灯位待选 主灯待选_主卧">
              <a:extLst>
                <a:ext uri="{FF2B5EF4-FFF2-40B4-BE49-F238E27FC236}">
                  <a16:creationId xmlns:a16="http://schemas.microsoft.com/office/drawing/2014/main" id="{50D858E4-AF7B-8D9C-5A70-55F8CE327A4B}"/>
                </a:ext>
              </a:extLst>
            </p:cNvPr>
            <p:cNvGrpSpPr/>
            <p:nvPr/>
          </p:nvGrpSpPr>
          <p:grpSpPr>
            <a:xfrm>
              <a:off x="720473" y="3369559"/>
              <a:ext cx="343817" cy="135442"/>
              <a:chOff x="694629" y="3387156"/>
              <a:chExt cx="343817" cy="135442"/>
            </a:xfrm>
          </p:grpSpPr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4A0172CE-C72C-918D-D2A7-FA6365B942CA}"/>
                  </a:ext>
                </a:extLst>
              </p:cNvPr>
              <p:cNvSpPr/>
              <p:nvPr/>
            </p:nvSpPr>
            <p:spPr>
              <a:xfrm>
                <a:off x="694629" y="3418412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8" name="Connector 277">
                <a:extLst>
                  <a:ext uri="{FF2B5EF4-FFF2-40B4-BE49-F238E27FC236}">
                    <a16:creationId xmlns:a16="http://schemas.microsoft.com/office/drawing/2014/main" id="{617DF58D-7782-1C5F-2C6E-A5C7BF7B9E86}"/>
                  </a:ext>
                </a:extLst>
              </p:cNvPr>
              <p:cNvCxnSpPr/>
              <p:nvPr/>
            </p:nvCxnSpPr>
            <p:spPr>
              <a:xfrm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Connector 278">
                <a:extLst>
                  <a:ext uri="{FF2B5EF4-FFF2-40B4-BE49-F238E27FC236}">
                    <a16:creationId xmlns:a16="http://schemas.microsoft.com/office/drawing/2014/main" id="{1C5D4A47-24BD-636B-3BE0-CCA573EE9A9C}"/>
                  </a:ext>
                </a:extLst>
              </p:cNvPr>
              <p:cNvCxnSpPr/>
              <p:nvPr/>
            </p:nvCxnSpPr>
            <p:spPr>
              <a:xfrm flipV="1">
                <a:off x="710257" y="3434040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8C16903-E5D5-2099-EC9C-28AA856474EB}"/>
                  </a:ext>
                </a:extLst>
              </p:cNvPr>
              <p:cNvSpPr txBox="1"/>
              <p:nvPr/>
            </p:nvSpPr>
            <p:spPr>
              <a:xfrm rot="16200000">
                <a:off x="809233" y="3387156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281" name="射灯 GU10_FF_主卫_1">
              <a:extLst>
                <a:ext uri="{FF2B5EF4-FFF2-40B4-BE49-F238E27FC236}">
                  <a16:creationId xmlns:a16="http://schemas.microsoft.com/office/drawing/2014/main" id="{DECF166E-7ECB-9309-0EB0-9F8E1927B636}"/>
                </a:ext>
              </a:extLst>
            </p:cNvPr>
            <p:cNvGrpSpPr/>
            <p:nvPr/>
          </p:nvGrpSpPr>
          <p:grpSpPr>
            <a:xfrm>
              <a:off x="2238853" y="4861584"/>
              <a:ext cx="70846" cy="70846"/>
              <a:chOff x="2238853" y="4861584"/>
              <a:chExt cx="70846" cy="70846"/>
            </a:xfrm>
          </p:grpSpPr>
          <p:sp>
            <p:nvSpPr>
              <p:cNvPr id="282" name="Oval 281">
                <a:extLst>
                  <a:ext uri="{FF2B5EF4-FFF2-40B4-BE49-F238E27FC236}">
                    <a16:creationId xmlns:a16="http://schemas.microsoft.com/office/drawing/2014/main" id="{59F720E8-0BA4-AA93-FD50-72547491FFBD}"/>
                  </a:ext>
                </a:extLst>
              </p:cNvPr>
              <p:cNvSpPr/>
              <p:nvPr/>
            </p:nvSpPr>
            <p:spPr>
              <a:xfrm>
                <a:off x="2238853" y="4861584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3" name="Connector 282">
                <a:extLst>
                  <a:ext uri="{FF2B5EF4-FFF2-40B4-BE49-F238E27FC236}">
                    <a16:creationId xmlns:a16="http://schemas.microsoft.com/office/drawing/2014/main" id="{988EDFAB-0F39-ED86-983C-BD329728B793}"/>
                  </a:ext>
                </a:extLst>
              </p:cNvPr>
              <p:cNvCxnSpPr/>
              <p:nvPr/>
            </p:nvCxnSpPr>
            <p:spPr>
              <a:xfrm>
                <a:off x="2238853" y="4897007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Connector 283">
                <a:extLst>
                  <a:ext uri="{FF2B5EF4-FFF2-40B4-BE49-F238E27FC236}">
                    <a16:creationId xmlns:a16="http://schemas.microsoft.com/office/drawing/2014/main" id="{892DB065-3380-05C0-3F5B-38E56831F1A4}"/>
                  </a:ext>
                </a:extLst>
              </p:cNvPr>
              <p:cNvCxnSpPr/>
              <p:nvPr/>
            </p:nvCxnSpPr>
            <p:spPr>
              <a:xfrm>
                <a:off x="2274276" y="4861584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射灯 GU10_FF_衣帽间_1">
              <a:extLst>
                <a:ext uri="{FF2B5EF4-FFF2-40B4-BE49-F238E27FC236}">
                  <a16:creationId xmlns:a16="http://schemas.microsoft.com/office/drawing/2014/main" id="{B772AABA-21BF-63CC-DA61-99A7AD75228B}"/>
                </a:ext>
              </a:extLst>
            </p:cNvPr>
            <p:cNvGrpSpPr/>
            <p:nvPr/>
          </p:nvGrpSpPr>
          <p:grpSpPr>
            <a:xfrm>
              <a:off x="2326700" y="4268595"/>
              <a:ext cx="70846" cy="70846"/>
              <a:chOff x="2353298" y="4264199"/>
              <a:chExt cx="70846" cy="70846"/>
            </a:xfrm>
          </p:grpSpPr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B3F36E2A-E541-8146-D208-C970E1323028}"/>
                  </a:ext>
                </a:extLst>
              </p:cNvPr>
              <p:cNvSpPr/>
              <p:nvPr/>
            </p:nvSpPr>
            <p:spPr>
              <a:xfrm>
                <a:off x="2353298" y="4264199"/>
                <a:ext cx="70846" cy="7084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2" name="Connector 265">
                <a:extLst>
                  <a:ext uri="{FF2B5EF4-FFF2-40B4-BE49-F238E27FC236}">
                    <a16:creationId xmlns:a16="http://schemas.microsoft.com/office/drawing/2014/main" id="{7F62050A-4F71-F6F6-1378-C0D67836A6E3}"/>
                  </a:ext>
                </a:extLst>
              </p:cNvPr>
              <p:cNvCxnSpPr/>
              <p:nvPr/>
            </p:nvCxnSpPr>
            <p:spPr>
              <a:xfrm>
                <a:off x="2353298" y="4299622"/>
                <a:ext cx="70846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nector 266">
                <a:extLst>
                  <a:ext uri="{FF2B5EF4-FFF2-40B4-BE49-F238E27FC236}">
                    <a16:creationId xmlns:a16="http://schemas.microsoft.com/office/drawing/2014/main" id="{69F336FB-DCAA-F6AD-10BD-56B2FC4F219E}"/>
                  </a:ext>
                </a:extLst>
              </p:cNvPr>
              <p:cNvCxnSpPr/>
              <p:nvPr/>
            </p:nvCxnSpPr>
            <p:spPr>
              <a:xfrm>
                <a:off x="2388721" y="4264199"/>
                <a:ext cx="0" cy="7084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4" name="主灯 F11">
              <a:extLst>
                <a:ext uri="{FF2B5EF4-FFF2-40B4-BE49-F238E27FC236}">
                  <a16:creationId xmlns:a16="http://schemas.microsoft.com/office/drawing/2014/main" id="{0A49189A-12F3-93BD-1FE7-7FE130A81651}"/>
                </a:ext>
              </a:extLst>
            </p:cNvPr>
            <p:cNvGrpSpPr/>
            <p:nvPr/>
          </p:nvGrpSpPr>
          <p:grpSpPr>
            <a:xfrm>
              <a:off x="1802099" y="3636705"/>
              <a:ext cx="343817" cy="135442"/>
              <a:chOff x="2399938" y="3624568"/>
              <a:chExt cx="343817" cy="135442"/>
            </a:xfrm>
          </p:grpSpPr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CA8DD3F4-CF27-8014-39F0-6D5D9FBCF70C}"/>
                  </a:ext>
                </a:extLst>
              </p:cNvPr>
              <p:cNvSpPr/>
              <p:nvPr/>
            </p:nvSpPr>
            <p:spPr>
              <a:xfrm>
                <a:off x="2399938" y="3655824"/>
                <a:ext cx="104186" cy="104186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66" name="Connector 224">
                <a:extLst>
                  <a:ext uri="{FF2B5EF4-FFF2-40B4-BE49-F238E27FC236}">
                    <a16:creationId xmlns:a16="http://schemas.microsoft.com/office/drawing/2014/main" id="{07EB9B46-E569-D7B6-3DBE-85F5D028247B}"/>
                  </a:ext>
                </a:extLst>
              </p:cNvPr>
              <p:cNvCxnSpPr/>
              <p:nvPr/>
            </p:nvCxnSpPr>
            <p:spPr>
              <a:xfrm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Connector 225">
                <a:extLst>
                  <a:ext uri="{FF2B5EF4-FFF2-40B4-BE49-F238E27FC236}">
                    <a16:creationId xmlns:a16="http://schemas.microsoft.com/office/drawing/2014/main" id="{49C501A2-ED0D-FBAB-CAC4-3B606AADCCC0}"/>
                  </a:ext>
                </a:extLst>
              </p:cNvPr>
              <p:cNvCxnSpPr/>
              <p:nvPr/>
            </p:nvCxnSpPr>
            <p:spPr>
              <a:xfrm flipV="1">
                <a:off x="2415566" y="3671452"/>
                <a:ext cx="72930" cy="7293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9A96D61E-2152-FB0C-69F4-6B0924DF416C}"/>
                  </a:ext>
                </a:extLst>
              </p:cNvPr>
              <p:cNvSpPr txBox="1"/>
              <p:nvPr/>
            </p:nvSpPr>
            <p:spPr>
              <a:xfrm rot="16200000">
                <a:off x="2514542" y="3624568"/>
                <a:ext cx="229213" cy="6251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60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F11</a:t>
                </a:r>
              </a:p>
            </p:txBody>
          </p:sp>
        </p:grp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221632B2-D407-B0F7-061C-F6D994DF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7165" y="1752444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502D0718-1F27-FF36-A83E-123EDE78EB71}"/>
              </a:ext>
            </a:extLst>
          </p:cNvPr>
          <p:cNvSpPr/>
          <p:nvPr/>
        </p:nvSpPr>
        <p:spPr>
          <a:xfrm>
            <a:off x="-420969" y="18867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24FDED4-103E-2C5D-38FE-16EDE3640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59286" y="2474511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A9F6096F-0F96-0577-08B4-F682F1BF02D8}"/>
              </a:ext>
            </a:extLst>
          </p:cNvPr>
          <p:cNvSpPr/>
          <p:nvPr/>
        </p:nvSpPr>
        <p:spPr>
          <a:xfrm>
            <a:off x="-420969" y="2715064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F2636ECD-9D76-95E1-2862-260C40315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02175" y="3055471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0F5EED1D-0532-D77D-18C2-10358D22895D}"/>
              </a:ext>
            </a:extLst>
          </p:cNvPr>
          <p:cNvSpPr/>
          <p:nvPr/>
        </p:nvSpPr>
        <p:spPr>
          <a:xfrm>
            <a:off x="-378510" y="344533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47D80337-D2D3-382D-7BF6-1F11CA1BC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7034" y="3968901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BD86923-5FE5-8F91-AF62-E9625054FF1B}"/>
              </a:ext>
            </a:extLst>
          </p:cNvPr>
          <p:cNvSpPr/>
          <p:nvPr/>
        </p:nvSpPr>
        <p:spPr>
          <a:xfrm>
            <a:off x="-351444" y="436767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64" name="单联开关 1 连线"/>
          <p:cNvCxnSpPr/>
          <p:nvPr/>
        </p:nvCxnSpPr>
        <p:spPr>
          <a:xfrm>
            <a:off x="6438900" y="1917700"/>
            <a:ext cx="31750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5" name="单联开关 1 位置点"/>
          <p:cNvSpPr/>
          <p:nvPr/>
        </p:nvSpPr>
        <p:spPr>
          <a:xfrm>
            <a:off x="6394450" y="18732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6" name="双联开关 1 连线"/>
          <p:cNvCxnSpPr/>
          <p:nvPr/>
        </p:nvCxnSpPr>
        <p:spPr>
          <a:xfrm flipH="1">
            <a:off x="4673600" y="2832100"/>
            <a:ext cx="381000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67" name="双联开关 1 位置点"/>
          <p:cNvSpPr/>
          <p:nvPr/>
        </p:nvSpPr>
        <p:spPr>
          <a:xfrm>
            <a:off x="5010150" y="2787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68" name="单联开关 2 连线"/>
          <p:cNvCxnSpPr/>
          <p:nvPr/>
        </p:nvCxnSpPr>
        <p:spPr>
          <a:xfrm flipH="1" flipV="1">
            <a:off x="3811249" y="2933700"/>
            <a:ext cx="125751" cy="3429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69" name="单联开关 2 位置点"/>
          <p:cNvSpPr/>
          <p:nvPr/>
        </p:nvSpPr>
        <p:spPr>
          <a:xfrm>
            <a:off x="3892550" y="3232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0" name="单联开关 3 连线"/>
          <p:cNvCxnSpPr/>
          <p:nvPr/>
        </p:nvCxnSpPr>
        <p:spPr>
          <a:xfrm flipV="1">
            <a:off x="5715000" y="3251200"/>
            <a:ext cx="1397000" cy="2794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1" name="单联开关 3 位置点"/>
          <p:cNvSpPr/>
          <p:nvPr/>
        </p:nvSpPr>
        <p:spPr>
          <a:xfrm>
            <a:off x="5670550" y="348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2" name="单联开关 4 连线"/>
          <p:cNvCxnSpPr/>
          <p:nvPr/>
        </p:nvCxnSpPr>
        <p:spPr>
          <a:xfrm>
            <a:off x="5930900" y="40005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3" name="单联开关 4 位置点"/>
          <p:cNvSpPr/>
          <p:nvPr/>
        </p:nvSpPr>
        <p:spPr>
          <a:xfrm>
            <a:off x="5886450" y="3956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4" name="单联开关 5 连线"/>
          <p:cNvCxnSpPr/>
          <p:nvPr/>
        </p:nvCxnSpPr>
        <p:spPr>
          <a:xfrm flipH="1">
            <a:off x="4446249" y="4699000"/>
            <a:ext cx="379751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5" name="单联开关 5 位置点"/>
          <p:cNvSpPr/>
          <p:nvPr/>
        </p:nvSpPr>
        <p:spPr>
          <a:xfrm>
            <a:off x="4781550" y="4654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6" name="单联开关 6 连线"/>
          <p:cNvCxnSpPr/>
          <p:nvPr/>
        </p:nvCxnSpPr>
        <p:spPr>
          <a:xfrm>
            <a:off x="2654300" y="4635500"/>
            <a:ext cx="189251" cy="4953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77" name="单联开关 6 位置点"/>
          <p:cNvSpPr/>
          <p:nvPr/>
        </p:nvSpPr>
        <p:spPr>
          <a:xfrm>
            <a:off x="2609850" y="4591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78" name="风扇隔离开关 1 连线"/>
          <p:cNvCxnSpPr/>
          <p:nvPr/>
        </p:nvCxnSpPr>
        <p:spPr>
          <a:xfrm>
            <a:off x="3175000" y="4305300"/>
            <a:ext cx="47017" cy="30480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79" name="风扇隔离开关 1 位置点"/>
          <p:cNvSpPr/>
          <p:nvPr/>
        </p:nvSpPr>
        <p:spPr>
          <a:xfrm>
            <a:off x="3130550" y="42608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0" name="双联开关 2 连线"/>
          <p:cNvCxnSpPr/>
          <p:nvPr/>
        </p:nvCxnSpPr>
        <p:spPr>
          <a:xfrm flipV="1">
            <a:off x="2806700" y="6400800"/>
            <a:ext cx="241300" cy="889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1" name="双联开关 2 位置点"/>
          <p:cNvSpPr/>
          <p:nvPr/>
        </p:nvSpPr>
        <p:spPr>
          <a:xfrm>
            <a:off x="2762250" y="64452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2" name="双联开关 3 连线"/>
          <p:cNvCxnSpPr/>
          <p:nvPr/>
        </p:nvCxnSpPr>
        <p:spPr>
          <a:xfrm flipH="1">
            <a:off x="4660072" y="5499100"/>
            <a:ext cx="381828" cy="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3" name="双联开关 3 位置点"/>
          <p:cNvSpPr/>
          <p:nvPr/>
        </p:nvSpPr>
        <p:spPr>
          <a:xfrm>
            <a:off x="4997450" y="54546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4" name="双联开关 4 连线"/>
          <p:cNvCxnSpPr/>
          <p:nvPr/>
        </p:nvCxnSpPr>
        <p:spPr>
          <a:xfrm flipV="1">
            <a:off x="6096000" y="5156200"/>
            <a:ext cx="318328" cy="406400"/>
          </a:xfrm>
          <a:prstGeom prst="line">
            <a:avLst/>
          </a:prstGeom>
          <a:ln w="12700">
            <a:solidFill>
              <a:srgbClr val="9BBB59"/>
            </a:solidFill>
          </a:ln>
        </p:spPr>
      </p:cxnSp>
      <p:sp>
        <p:nvSpPr>
          <p:cNvPr id="985" name="双联开关 4 位置点"/>
          <p:cNvSpPr/>
          <p:nvPr/>
        </p:nvSpPr>
        <p:spPr>
          <a:xfrm>
            <a:off x="6051550" y="5518150"/>
            <a:ext cx="88900" cy="88900"/>
          </a:xfrm>
          <a:prstGeom prst="ellipse">
            <a:avLst/>
          </a:prstGeom>
          <a:solidFill>
            <a:srgbClr val="9BBB59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6" name="单联开关 7 连线"/>
          <p:cNvCxnSpPr/>
          <p:nvPr/>
        </p:nvCxnSpPr>
        <p:spPr>
          <a:xfrm>
            <a:off x="6946900" y="5524500"/>
            <a:ext cx="0" cy="304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7" name="单联开关 7 位置点"/>
          <p:cNvSpPr/>
          <p:nvPr/>
        </p:nvSpPr>
        <p:spPr>
          <a:xfrm>
            <a:off x="6902450" y="54800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88" name="单联开关 8 连线"/>
          <p:cNvCxnSpPr/>
          <p:nvPr/>
        </p:nvCxnSpPr>
        <p:spPr>
          <a:xfrm>
            <a:off x="7569200" y="5384800"/>
            <a:ext cx="0" cy="43180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89" name="单联开关 8 位置点"/>
          <p:cNvSpPr/>
          <p:nvPr/>
        </p:nvSpPr>
        <p:spPr>
          <a:xfrm>
            <a:off x="7524750" y="53403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0" name="单联开关 9 连线"/>
          <p:cNvCxnSpPr/>
          <p:nvPr/>
        </p:nvCxnSpPr>
        <p:spPr>
          <a:xfrm flipH="1">
            <a:off x="8434050" y="4800600"/>
            <a:ext cx="379750" cy="0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991" name="单联开关 9 位置点"/>
          <p:cNvSpPr/>
          <p:nvPr/>
        </p:nvSpPr>
        <p:spPr>
          <a:xfrm>
            <a:off x="8769350" y="47561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cxnSp>
        <p:nvCxnSpPr>
          <p:cNvPr id="992" name="风扇隔离开关 2 连线"/>
          <p:cNvCxnSpPr/>
          <p:nvPr/>
        </p:nvCxnSpPr>
        <p:spPr>
          <a:xfrm>
            <a:off x="9144000" y="5092700"/>
            <a:ext cx="237517" cy="0"/>
          </a:xfrm>
          <a:prstGeom prst="line">
            <a:avLst/>
          </a:prstGeom>
          <a:ln w="12700">
            <a:solidFill>
              <a:srgbClr val="8064A2"/>
            </a:solidFill>
          </a:ln>
        </p:spPr>
      </p:cxnSp>
      <p:sp>
        <p:nvSpPr>
          <p:cNvPr id="993" name="风扇隔离开关 2 位置点"/>
          <p:cNvSpPr/>
          <p:nvPr/>
        </p:nvSpPr>
        <p:spPr>
          <a:xfrm>
            <a:off x="9099550" y="5048250"/>
            <a:ext cx="88900" cy="88900"/>
          </a:xfrm>
          <a:prstGeom prst="ellipse">
            <a:avLst/>
          </a:prstGeom>
          <a:solidFill>
            <a:srgbClr val="8064A2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grpSp>
        <p:nvGrpSpPr>
          <p:cNvPr id="916" name="单联开关 1"/>
          <p:cNvGrpSpPr/>
          <p:nvPr/>
        </p:nvGrpSpPr>
        <p:grpSpPr>
          <a:xfrm>
            <a:off x="6756400" y="1714500"/>
            <a:ext cx="381000" cy="558800"/>
            <a:chOff x="6248400" y="1714500"/>
            <a:chExt cx="381000" cy="558800"/>
          </a:xfrm>
        </p:grpSpPr>
        <p:sp>
          <p:nvSpPr>
            <p:cNvPr id="917" name="单联开关 1 框"/>
            <p:cNvSpPr/>
            <p:nvPr/>
          </p:nvSpPr>
          <p:spPr>
            <a:xfrm>
              <a:off x="6248400" y="17145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0" name="单联开关 1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800" y="1739900"/>
              <a:ext cx="330200" cy="355600"/>
            </a:xfrm>
            <a:prstGeom prst="rect">
              <a:avLst/>
            </a:prstGeom>
          </p:spPr>
        </p:pic>
        <p:sp>
          <p:nvSpPr>
            <p:cNvPr id="915" name="按键 1"/>
            <p:cNvSpPr/>
            <p:nvPr/>
          </p:nvSpPr>
          <p:spPr>
            <a:xfrm>
              <a:off x="6369050" y="2114550"/>
              <a:ext cx="139700" cy="1397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944" name="双联开关 1"/>
          <p:cNvGrpSpPr/>
          <p:nvPr/>
        </p:nvGrpSpPr>
        <p:grpSpPr>
          <a:xfrm>
            <a:off x="4292600" y="2628900"/>
            <a:ext cx="381000" cy="558800"/>
            <a:chOff x="4864100" y="2628900"/>
            <a:chExt cx="381000" cy="558800"/>
          </a:xfrm>
        </p:grpSpPr>
        <p:sp>
          <p:nvSpPr>
            <p:cNvPr id="945" name="双联开关 1 框"/>
            <p:cNvSpPr/>
            <p:nvPr/>
          </p:nvSpPr>
          <p:spPr>
            <a:xfrm>
              <a:off x="4864100" y="2628900"/>
              <a:ext cx="381000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1" name="双联开关 1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9500" y="2654300"/>
              <a:ext cx="330200" cy="355600"/>
            </a:xfrm>
            <a:prstGeom prst="rect">
              <a:avLst/>
            </a:prstGeom>
          </p:spPr>
        </p:pic>
        <p:sp>
          <p:nvSpPr>
            <p:cNvPr id="942" name="按键 10"/>
            <p:cNvSpPr/>
            <p:nvPr/>
          </p:nvSpPr>
          <p:spPr>
            <a:xfrm>
              <a:off x="4908804" y="30289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943" name="按键 11"/>
            <p:cNvSpPr/>
            <p:nvPr/>
          </p:nvSpPr>
          <p:spPr>
            <a:xfrm>
              <a:off x="5060696" y="3028950"/>
              <a:ext cx="139700" cy="1397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11</a:t>
              </a:r>
            </a:p>
          </p:txBody>
        </p:sp>
      </p:grpSp>
      <p:grpSp>
        <p:nvGrpSpPr>
          <p:cNvPr id="919" name="单联开关 2"/>
          <p:cNvGrpSpPr/>
          <p:nvPr/>
        </p:nvGrpSpPr>
        <p:grpSpPr>
          <a:xfrm>
            <a:off x="3427750" y="2374900"/>
            <a:ext cx="383499" cy="558800"/>
            <a:chOff x="3745250" y="3073400"/>
            <a:chExt cx="383499" cy="558800"/>
          </a:xfrm>
        </p:grpSpPr>
        <p:sp>
          <p:nvSpPr>
            <p:cNvPr id="920" name="单联开关 2 框"/>
            <p:cNvSpPr/>
            <p:nvPr/>
          </p:nvSpPr>
          <p:spPr>
            <a:xfrm>
              <a:off x="3745250" y="3073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2" name="单联开关 2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0650" y="3098800"/>
              <a:ext cx="332699" cy="355600"/>
            </a:xfrm>
            <a:prstGeom prst="rect">
              <a:avLst/>
            </a:prstGeom>
          </p:spPr>
        </p:pic>
        <p:sp>
          <p:nvSpPr>
            <p:cNvPr id="918" name="按键 2"/>
            <p:cNvSpPr/>
            <p:nvPr/>
          </p:nvSpPr>
          <p:spPr>
            <a:xfrm>
              <a:off x="3867150" y="3473450"/>
              <a:ext cx="139700" cy="1397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922" name="单联开关 3"/>
          <p:cNvGrpSpPr/>
          <p:nvPr/>
        </p:nvGrpSpPr>
        <p:grpSpPr>
          <a:xfrm>
            <a:off x="7112000" y="2692400"/>
            <a:ext cx="383499" cy="558800"/>
            <a:chOff x="5523250" y="3327400"/>
            <a:chExt cx="383499" cy="558800"/>
          </a:xfrm>
        </p:grpSpPr>
        <p:sp>
          <p:nvSpPr>
            <p:cNvPr id="923" name="单联开关 3 框"/>
            <p:cNvSpPr/>
            <p:nvPr/>
          </p:nvSpPr>
          <p:spPr>
            <a:xfrm>
              <a:off x="5523250" y="332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3" name="单联开关 3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650" y="3352800"/>
              <a:ext cx="332699" cy="355600"/>
            </a:xfrm>
            <a:prstGeom prst="rect">
              <a:avLst/>
            </a:prstGeom>
          </p:spPr>
        </p:pic>
        <p:sp>
          <p:nvSpPr>
            <p:cNvPr id="921" name="按键 3"/>
            <p:cNvSpPr/>
            <p:nvPr/>
          </p:nvSpPr>
          <p:spPr>
            <a:xfrm>
              <a:off x="5645150" y="3727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AAFFC3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3</a:t>
              </a:r>
            </a:p>
          </p:txBody>
        </p:sp>
      </p:grpSp>
      <p:grpSp>
        <p:nvGrpSpPr>
          <p:cNvPr id="925" name="单联开关 4"/>
          <p:cNvGrpSpPr/>
          <p:nvPr/>
        </p:nvGrpSpPr>
        <p:grpSpPr>
          <a:xfrm>
            <a:off x="6302541" y="3580278"/>
            <a:ext cx="383499" cy="558800"/>
            <a:chOff x="5739150" y="3797300"/>
            <a:chExt cx="383499" cy="558800"/>
          </a:xfrm>
        </p:grpSpPr>
        <p:sp>
          <p:nvSpPr>
            <p:cNvPr id="926" name="单联开关 4 框"/>
            <p:cNvSpPr/>
            <p:nvPr/>
          </p:nvSpPr>
          <p:spPr>
            <a:xfrm>
              <a:off x="5739150" y="3797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4" name="单联开关 4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550" y="3822700"/>
              <a:ext cx="332699" cy="355600"/>
            </a:xfrm>
            <a:prstGeom prst="rect">
              <a:avLst/>
            </a:prstGeom>
          </p:spPr>
        </p:pic>
        <p:sp>
          <p:nvSpPr>
            <p:cNvPr id="924" name="按键 4"/>
            <p:cNvSpPr/>
            <p:nvPr/>
          </p:nvSpPr>
          <p:spPr>
            <a:xfrm>
              <a:off x="5861050" y="4197350"/>
              <a:ext cx="139700" cy="1397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928" name="单联开关 5"/>
          <p:cNvGrpSpPr/>
          <p:nvPr/>
        </p:nvGrpSpPr>
        <p:grpSpPr>
          <a:xfrm>
            <a:off x="4062750" y="4495800"/>
            <a:ext cx="383499" cy="558800"/>
            <a:chOff x="4634250" y="4495800"/>
            <a:chExt cx="383499" cy="558800"/>
          </a:xfrm>
        </p:grpSpPr>
        <p:sp>
          <p:nvSpPr>
            <p:cNvPr id="929" name="单联开关 5 框"/>
            <p:cNvSpPr/>
            <p:nvPr/>
          </p:nvSpPr>
          <p:spPr>
            <a:xfrm>
              <a:off x="4634250" y="44958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5" name="单联开关 5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9650" y="4521200"/>
              <a:ext cx="332699" cy="355600"/>
            </a:xfrm>
            <a:prstGeom prst="rect">
              <a:avLst/>
            </a:prstGeom>
          </p:spPr>
        </p:pic>
        <p:sp>
          <p:nvSpPr>
            <p:cNvPr id="927" name="按键 5"/>
            <p:cNvSpPr/>
            <p:nvPr/>
          </p:nvSpPr>
          <p:spPr>
            <a:xfrm>
              <a:off x="4756150" y="4895850"/>
              <a:ext cx="139700" cy="1397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5</a:t>
              </a:r>
            </a:p>
          </p:txBody>
        </p:sp>
      </p:grpSp>
      <p:grpSp>
        <p:nvGrpSpPr>
          <p:cNvPr id="931" name="单联开关 6"/>
          <p:cNvGrpSpPr/>
          <p:nvPr/>
        </p:nvGrpSpPr>
        <p:grpSpPr>
          <a:xfrm>
            <a:off x="2843550" y="5130800"/>
            <a:ext cx="383499" cy="558800"/>
            <a:chOff x="2462550" y="4432300"/>
            <a:chExt cx="383499" cy="558800"/>
          </a:xfrm>
        </p:grpSpPr>
        <p:sp>
          <p:nvSpPr>
            <p:cNvPr id="932" name="单联开关 6 框"/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6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930" name="按键 6"/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</a:t>
              </a:r>
            </a:p>
          </p:txBody>
        </p:sp>
      </p:grpSp>
      <p:grpSp>
        <p:nvGrpSpPr>
          <p:cNvPr id="959" name="风扇隔离开关 1"/>
          <p:cNvGrpSpPr/>
          <p:nvPr/>
        </p:nvGrpSpPr>
        <p:grpSpPr>
          <a:xfrm>
            <a:off x="3222017" y="4610100"/>
            <a:ext cx="413966" cy="558800"/>
            <a:chOff x="2968017" y="4102100"/>
            <a:chExt cx="413966" cy="558800"/>
          </a:xfrm>
        </p:grpSpPr>
        <p:sp>
          <p:nvSpPr>
            <p:cNvPr id="960" name="风扇隔离开关 1 框"/>
            <p:cNvSpPr/>
            <p:nvPr/>
          </p:nvSpPr>
          <p:spPr>
            <a:xfrm>
              <a:off x="2968017" y="41021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7" name="风扇隔离开关 1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93417" y="4127500"/>
              <a:ext cx="363166" cy="355600"/>
            </a:xfrm>
            <a:prstGeom prst="rect">
              <a:avLst/>
            </a:prstGeom>
          </p:spPr>
        </p:pic>
        <p:sp>
          <p:nvSpPr>
            <p:cNvPr id="958" name="按键 18"/>
            <p:cNvSpPr/>
            <p:nvPr/>
          </p:nvSpPr>
          <p:spPr>
            <a:xfrm>
              <a:off x="3105150" y="4502150"/>
              <a:ext cx="139700" cy="139700"/>
            </a:xfrm>
            <a:prstGeom prst="ellipse">
              <a:avLst/>
            </a:prstGeom>
            <a:solidFill>
              <a:srgbClr val="FFD8B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18</a:t>
              </a:r>
            </a:p>
          </p:txBody>
        </p:sp>
      </p:grpSp>
      <p:grpSp>
        <p:nvGrpSpPr>
          <p:cNvPr id="948" name="双联开关 2"/>
          <p:cNvGrpSpPr/>
          <p:nvPr/>
        </p:nvGrpSpPr>
        <p:grpSpPr>
          <a:xfrm>
            <a:off x="3048000" y="5842000"/>
            <a:ext cx="379344" cy="558800"/>
            <a:chOff x="2617028" y="6286500"/>
            <a:chExt cx="379344" cy="558800"/>
          </a:xfrm>
        </p:grpSpPr>
        <p:sp>
          <p:nvSpPr>
            <p:cNvPr id="949" name="双联开关 2 框"/>
            <p:cNvSpPr/>
            <p:nvPr/>
          </p:nvSpPr>
          <p:spPr>
            <a:xfrm>
              <a:off x="2617028" y="62865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8" name="双联开关 2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2428" y="6311900"/>
              <a:ext cx="328544" cy="355600"/>
            </a:xfrm>
            <a:prstGeom prst="rect">
              <a:avLst/>
            </a:prstGeom>
          </p:spPr>
        </p:pic>
        <p:sp>
          <p:nvSpPr>
            <p:cNvPr id="946" name="按键 12"/>
            <p:cNvSpPr/>
            <p:nvPr/>
          </p:nvSpPr>
          <p:spPr>
            <a:xfrm>
              <a:off x="2661285" y="66865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947" name="按键 13"/>
            <p:cNvSpPr/>
            <p:nvPr/>
          </p:nvSpPr>
          <p:spPr>
            <a:xfrm>
              <a:off x="2812415" y="66865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13</a:t>
              </a:r>
            </a:p>
          </p:txBody>
        </p:sp>
      </p:grpSp>
      <p:grpSp>
        <p:nvGrpSpPr>
          <p:cNvPr id="952" name="双联开关 3"/>
          <p:cNvGrpSpPr/>
          <p:nvPr/>
        </p:nvGrpSpPr>
        <p:grpSpPr>
          <a:xfrm>
            <a:off x="4280728" y="5295900"/>
            <a:ext cx="379344" cy="558800"/>
            <a:chOff x="4852228" y="5295900"/>
            <a:chExt cx="379344" cy="558800"/>
          </a:xfrm>
        </p:grpSpPr>
        <p:sp>
          <p:nvSpPr>
            <p:cNvPr id="953" name="双联开关 3 框"/>
            <p:cNvSpPr/>
            <p:nvPr/>
          </p:nvSpPr>
          <p:spPr>
            <a:xfrm>
              <a:off x="4852228" y="52959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09" name="双联开关 3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7628" y="5321300"/>
              <a:ext cx="328544" cy="355600"/>
            </a:xfrm>
            <a:prstGeom prst="rect">
              <a:avLst/>
            </a:prstGeom>
          </p:spPr>
        </p:pic>
        <p:sp>
          <p:nvSpPr>
            <p:cNvPr id="950" name="按键 14"/>
            <p:cNvSpPr/>
            <p:nvPr/>
          </p:nvSpPr>
          <p:spPr>
            <a:xfrm>
              <a:off x="4896485" y="5695950"/>
              <a:ext cx="139700" cy="139700"/>
            </a:xfrm>
            <a:prstGeom prst="ellipse">
              <a:avLst/>
            </a:prstGeom>
            <a:solidFill>
              <a:srgbClr val="FFFAC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14</a:t>
              </a:r>
            </a:p>
          </p:txBody>
        </p:sp>
        <p:sp>
          <p:nvSpPr>
            <p:cNvPr id="951" name="按键 15"/>
            <p:cNvSpPr/>
            <p:nvPr/>
          </p:nvSpPr>
          <p:spPr>
            <a:xfrm>
              <a:off x="5047615" y="5695950"/>
              <a:ext cx="139700" cy="1397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15</a:t>
              </a:r>
            </a:p>
          </p:txBody>
        </p:sp>
      </p:grpSp>
      <p:grpSp>
        <p:nvGrpSpPr>
          <p:cNvPr id="956" name="双联开关 4"/>
          <p:cNvGrpSpPr/>
          <p:nvPr/>
        </p:nvGrpSpPr>
        <p:grpSpPr>
          <a:xfrm>
            <a:off x="6414328" y="4597400"/>
            <a:ext cx="379344" cy="558800"/>
            <a:chOff x="5906328" y="5359400"/>
            <a:chExt cx="379344" cy="558800"/>
          </a:xfrm>
        </p:grpSpPr>
        <p:sp>
          <p:nvSpPr>
            <p:cNvPr id="957" name="双联开关 4 框"/>
            <p:cNvSpPr/>
            <p:nvPr/>
          </p:nvSpPr>
          <p:spPr>
            <a:xfrm>
              <a:off x="5906328" y="5359400"/>
              <a:ext cx="379344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0" name="双联开关 4 图片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1728" y="5384800"/>
              <a:ext cx="328544" cy="355600"/>
            </a:xfrm>
            <a:prstGeom prst="rect">
              <a:avLst/>
            </a:prstGeom>
          </p:spPr>
        </p:pic>
        <p:sp>
          <p:nvSpPr>
            <p:cNvPr id="954" name="按键 16"/>
            <p:cNvSpPr/>
            <p:nvPr/>
          </p:nvSpPr>
          <p:spPr>
            <a:xfrm>
              <a:off x="5950585" y="5759450"/>
              <a:ext cx="139700" cy="139700"/>
            </a:xfrm>
            <a:prstGeom prst="ellipse">
              <a:avLst/>
            </a:prstGeom>
            <a:solidFill>
              <a:srgbClr val="AAFFC3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955" name="按键 17"/>
            <p:cNvSpPr/>
            <p:nvPr/>
          </p:nvSpPr>
          <p:spPr>
            <a:xfrm>
              <a:off x="6101715" y="57594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17</a:t>
              </a:r>
            </a:p>
          </p:txBody>
        </p:sp>
      </p:grpSp>
      <p:grpSp>
        <p:nvGrpSpPr>
          <p:cNvPr id="934" name="单联开关 7"/>
          <p:cNvGrpSpPr/>
          <p:nvPr/>
        </p:nvGrpSpPr>
        <p:grpSpPr>
          <a:xfrm>
            <a:off x="6755150" y="5829300"/>
            <a:ext cx="383499" cy="558800"/>
            <a:chOff x="6755150" y="5321300"/>
            <a:chExt cx="383499" cy="558800"/>
          </a:xfrm>
        </p:grpSpPr>
        <p:sp>
          <p:nvSpPr>
            <p:cNvPr id="935" name="单联开关 7 框"/>
            <p:cNvSpPr/>
            <p:nvPr/>
          </p:nvSpPr>
          <p:spPr>
            <a:xfrm>
              <a:off x="6755150" y="5321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1" name="单联开关 7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0550" y="5346700"/>
              <a:ext cx="332699" cy="355600"/>
            </a:xfrm>
            <a:prstGeom prst="rect">
              <a:avLst/>
            </a:prstGeom>
          </p:spPr>
        </p:pic>
        <p:sp>
          <p:nvSpPr>
            <p:cNvPr id="933" name="按键 7"/>
            <p:cNvSpPr/>
            <p:nvPr/>
          </p:nvSpPr>
          <p:spPr>
            <a:xfrm>
              <a:off x="6877050" y="5721350"/>
              <a:ext cx="139700" cy="139700"/>
            </a:xfrm>
            <a:prstGeom prst="ellipse">
              <a:avLst/>
            </a:prstGeom>
            <a:solidFill>
              <a:srgbClr val="808000"/>
            </a:solidFill>
            <a:ln w="635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7</a:t>
              </a:r>
            </a:p>
          </p:txBody>
        </p:sp>
      </p:grpSp>
      <p:grpSp>
        <p:nvGrpSpPr>
          <p:cNvPr id="937" name="单联开关 8"/>
          <p:cNvGrpSpPr/>
          <p:nvPr/>
        </p:nvGrpSpPr>
        <p:grpSpPr>
          <a:xfrm>
            <a:off x="7377450" y="5816600"/>
            <a:ext cx="383499" cy="558800"/>
            <a:chOff x="7377450" y="5181600"/>
            <a:chExt cx="383499" cy="558800"/>
          </a:xfrm>
        </p:grpSpPr>
        <p:sp>
          <p:nvSpPr>
            <p:cNvPr id="938" name="单联开关 8 框"/>
            <p:cNvSpPr/>
            <p:nvPr/>
          </p:nvSpPr>
          <p:spPr>
            <a:xfrm>
              <a:off x="7377450" y="51816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2" name="单联开关 8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2850" y="5207000"/>
              <a:ext cx="332699" cy="355600"/>
            </a:xfrm>
            <a:prstGeom prst="rect">
              <a:avLst/>
            </a:prstGeom>
          </p:spPr>
        </p:pic>
        <p:sp>
          <p:nvSpPr>
            <p:cNvPr id="936" name="按键 8"/>
            <p:cNvSpPr/>
            <p:nvPr/>
          </p:nvSpPr>
          <p:spPr>
            <a:xfrm>
              <a:off x="7499350" y="5581650"/>
              <a:ext cx="139700" cy="1397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8</a:t>
              </a:r>
            </a:p>
          </p:txBody>
        </p:sp>
      </p:grpSp>
      <p:grpSp>
        <p:nvGrpSpPr>
          <p:cNvPr id="940" name="单联开关 9"/>
          <p:cNvGrpSpPr/>
          <p:nvPr/>
        </p:nvGrpSpPr>
        <p:grpSpPr>
          <a:xfrm>
            <a:off x="8050551" y="4597400"/>
            <a:ext cx="383499" cy="558800"/>
            <a:chOff x="8622050" y="4597400"/>
            <a:chExt cx="383499" cy="558800"/>
          </a:xfrm>
        </p:grpSpPr>
        <p:sp>
          <p:nvSpPr>
            <p:cNvPr id="941" name="单联开关 9 框"/>
            <p:cNvSpPr/>
            <p:nvPr/>
          </p:nvSpPr>
          <p:spPr>
            <a:xfrm>
              <a:off x="8622050" y="45974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3" name="单联开关 9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7450" y="4622800"/>
              <a:ext cx="332699" cy="355600"/>
            </a:xfrm>
            <a:prstGeom prst="rect">
              <a:avLst/>
            </a:prstGeom>
          </p:spPr>
        </p:pic>
        <p:sp>
          <p:nvSpPr>
            <p:cNvPr id="939" name="按键 9"/>
            <p:cNvSpPr/>
            <p:nvPr/>
          </p:nvSpPr>
          <p:spPr>
            <a:xfrm>
              <a:off x="8743950" y="4997450"/>
              <a:ext cx="139700" cy="1397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000000"/>
                  </a:solidFill>
                </a:rPr>
                <a:t>9</a:t>
              </a:r>
            </a:p>
          </p:txBody>
        </p:sp>
      </p:grpSp>
      <p:grpSp>
        <p:nvGrpSpPr>
          <p:cNvPr id="962" name="风扇隔离开关 2"/>
          <p:cNvGrpSpPr/>
          <p:nvPr/>
        </p:nvGrpSpPr>
        <p:grpSpPr>
          <a:xfrm>
            <a:off x="9381517" y="4889500"/>
            <a:ext cx="413966" cy="558800"/>
            <a:chOff x="8937017" y="4889500"/>
            <a:chExt cx="413966" cy="558800"/>
          </a:xfrm>
        </p:grpSpPr>
        <p:sp>
          <p:nvSpPr>
            <p:cNvPr id="963" name="风扇隔离开关 2 框"/>
            <p:cNvSpPr/>
            <p:nvPr/>
          </p:nvSpPr>
          <p:spPr>
            <a:xfrm>
              <a:off x="8937017" y="4889500"/>
              <a:ext cx="413966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914" name="风扇隔离开关 2 图片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2417" y="4914900"/>
              <a:ext cx="363166" cy="355600"/>
            </a:xfrm>
            <a:prstGeom prst="rect">
              <a:avLst/>
            </a:prstGeom>
          </p:spPr>
        </p:pic>
        <p:sp>
          <p:nvSpPr>
            <p:cNvPr id="961" name="按键 19"/>
            <p:cNvSpPr/>
            <p:nvPr/>
          </p:nvSpPr>
          <p:spPr>
            <a:xfrm>
              <a:off x="9074150" y="5289550"/>
              <a:ext cx="139700" cy="1397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19</a:t>
              </a:r>
            </a:p>
          </p:txBody>
        </p:sp>
      </p:grpSp>
      <p:grpSp>
        <p:nvGrpSpPr>
          <p:cNvPr id="994" name="一楼 单联开关 6（按键30）"/>
          <p:cNvGrpSpPr/>
          <p:nvPr/>
        </p:nvGrpSpPr>
        <p:grpSpPr>
          <a:xfrm>
            <a:off x="762000" y="5334000"/>
            <a:ext cx="1019867" cy="924958"/>
            <a:chOff x="6521874" y="5725947"/>
            <a:chExt cx="1019867" cy="924958"/>
          </a:xfrm>
        </p:grpSpPr>
        <p:pic>
          <p:nvPicPr>
            <p:cNvPr id="995" name="单联开关 6 图片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996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997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97" name="Rectangle 896">
            <a:extLst>
              <a:ext uri="{FF2B5EF4-FFF2-40B4-BE49-F238E27FC236}">
                <a16:creationId xmlns:a16="http://schemas.microsoft.com/office/drawing/2014/main" id="{79E0FB59-2DEE-B794-FE90-0A6A585A629A}"/>
              </a:ext>
            </a:extLst>
          </p:cNvPr>
          <p:cNvSpPr/>
          <p:nvPr/>
        </p:nvSpPr>
        <p:spPr>
          <a:xfrm>
            <a:off x="3344393" y="5358373"/>
            <a:ext cx="466856" cy="281453"/>
          </a:xfrm>
          <a:prstGeom prst="rect">
            <a:avLst/>
          </a:prstGeom>
          <a:noFill/>
          <a:ln w="76200">
            <a:solidFill>
              <a:srgbClr val="FFF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E134D11C-D359-6F23-175A-71CF5DAA7F4A}"/>
              </a:ext>
            </a:extLst>
          </p:cNvPr>
          <p:cNvSpPr/>
          <p:nvPr/>
        </p:nvSpPr>
        <p:spPr>
          <a:xfrm>
            <a:off x="4602793" y="5867401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637C952C-BEC3-8034-F74B-B677F2C39AAB}"/>
              </a:ext>
            </a:extLst>
          </p:cNvPr>
          <p:cNvSpPr/>
          <p:nvPr/>
        </p:nvSpPr>
        <p:spPr>
          <a:xfrm>
            <a:off x="4541636" y="4845050"/>
            <a:ext cx="295990" cy="238990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D440B9E2-CD60-6481-4B10-6651C50E11BE}"/>
              </a:ext>
            </a:extLst>
          </p:cNvPr>
          <p:cNvSpPr/>
          <p:nvPr/>
        </p:nvSpPr>
        <p:spPr>
          <a:xfrm>
            <a:off x="4409672" y="3560188"/>
            <a:ext cx="295990" cy="703097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02" name="单联开关 6">
            <a:extLst>
              <a:ext uri="{FF2B5EF4-FFF2-40B4-BE49-F238E27FC236}">
                <a16:creationId xmlns:a16="http://schemas.microsoft.com/office/drawing/2014/main" id="{D610EC6B-DB9E-C18F-9AB2-F6A0AAFBF79C}"/>
              </a:ext>
            </a:extLst>
          </p:cNvPr>
          <p:cNvGrpSpPr/>
          <p:nvPr/>
        </p:nvGrpSpPr>
        <p:grpSpPr>
          <a:xfrm>
            <a:off x="1598238" y="3676650"/>
            <a:ext cx="383499" cy="558800"/>
            <a:chOff x="2462550" y="4432300"/>
            <a:chExt cx="383499" cy="558800"/>
          </a:xfrm>
        </p:grpSpPr>
        <p:sp>
          <p:nvSpPr>
            <p:cNvPr id="1003" name="单联开关 6 框">
              <a:extLst>
                <a:ext uri="{FF2B5EF4-FFF2-40B4-BE49-F238E27FC236}">
                  <a16:creationId xmlns:a16="http://schemas.microsoft.com/office/drawing/2014/main" id="{1A0C22FC-76DD-CD09-D5FD-7EF60CB3F9D5}"/>
                </a:ext>
              </a:extLst>
            </p:cNvPr>
            <p:cNvSpPr/>
            <p:nvPr/>
          </p:nvSpPr>
          <p:spPr>
            <a:xfrm>
              <a:off x="2462550" y="4432300"/>
              <a:ext cx="383499" cy="55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004" name="单联开关 6 图片">
              <a:extLst>
                <a:ext uri="{FF2B5EF4-FFF2-40B4-BE49-F238E27FC236}">
                  <a16:creationId xmlns:a16="http://schemas.microsoft.com/office/drawing/2014/main" id="{6A4F6EBB-4426-5086-A0C8-8472DFCA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950" y="4457700"/>
              <a:ext cx="332699" cy="355600"/>
            </a:xfrm>
            <a:prstGeom prst="rect">
              <a:avLst/>
            </a:prstGeom>
          </p:spPr>
        </p:pic>
        <p:sp>
          <p:nvSpPr>
            <p:cNvPr id="1005" name="按键 6">
              <a:extLst>
                <a:ext uri="{FF2B5EF4-FFF2-40B4-BE49-F238E27FC236}">
                  <a16:creationId xmlns:a16="http://schemas.microsoft.com/office/drawing/2014/main" id="{AD8D7311-27D5-AA06-C26A-C71939BC75C3}"/>
                </a:ext>
              </a:extLst>
            </p:cNvPr>
            <p:cNvSpPr/>
            <p:nvPr/>
          </p:nvSpPr>
          <p:spPr>
            <a:xfrm>
              <a:off x="2584450" y="4832350"/>
              <a:ext cx="139700" cy="1397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</a:rPr>
                <a:t>6+</a:t>
              </a:r>
            </a:p>
          </p:txBody>
        </p:sp>
      </p:grpSp>
      <p:cxnSp>
        <p:nvCxnSpPr>
          <p:cNvPr id="1006" name="单联开关 6 连线">
            <a:extLst>
              <a:ext uri="{FF2B5EF4-FFF2-40B4-BE49-F238E27FC236}">
                <a16:creationId xmlns:a16="http://schemas.microsoft.com/office/drawing/2014/main" id="{D27498F0-E258-0C15-244B-5EFEF48669F2}"/>
              </a:ext>
            </a:extLst>
          </p:cNvPr>
          <p:cNvCxnSpPr>
            <a:cxnSpLocks/>
            <a:stCxn id="1003" idx="3"/>
            <a:endCxn id="1010" idx="1"/>
          </p:cNvCxnSpPr>
          <p:nvPr/>
        </p:nvCxnSpPr>
        <p:spPr>
          <a:xfrm flipV="1">
            <a:off x="1981737" y="3929569"/>
            <a:ext cx="1079282" cy="26481"/>
          </a:xfrm>
          <a:prstGeom prst="line">
            <a:avLst/>
          </a:prstGeom>
          <a:ln w="12700">
            <a:solidFill>
              <a:srgbClr val="4F81BD"/>
            </a:solidFill>
          </a:ln>
        </p:spPr>
      </p:cxnSp>
      <p:sp>
        <p:nvSpPr>
          <p:cNvPr id="1010" name="单联开关 6 位置点">
            <a:extLst>
              <a:ext uri="{FF2B5EF4-FFF2-40B4-BE49-F238E27FC236}">
                <a16:creationId xmlns:a16="http://schemas.microsoft.com/office/drawing/2014/main" id="{DF049006-D3FB-1283-3F9D-E8029257E0BB}"/>
              </a:ext>
            </a:extLst>
          </p:cNvPr>
          <p:cNvSpPr/>
          <p:nvPr/>
        </p:nvSpPr>
        <p:spPr>
          <a:xfrm>
            <a:off x="3048000" y="3916550"/>
            <a:ext cx="88900" cy="88900"/>
          </a:xfrm>
          <a:prstGeom prst="ellipse">
            <a:avLst/>
          </a:prstGeom>
          <a:solidFill>
            <a:srgbClr val="4F81BD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3089164B-ED06-D987-C03E-F8A0F36BB438}"/>
              </a:ext>
            </a:extLst>
          </p:cNvPr>
          <p:cNvSpPr/>
          <p:nvPr/>
        </p:nvSpPr>
        <p:spPr>
          <a:xfrm>
            <a:off x="2688614" y="3850804"/>
            <a:ext cx="276836" cy="281453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6DCA194D-08CB-2025-1F94-8F29014036A2}"/>
              </a:ext>
            </a:extLst>
          </p:cNvPr>
          <p:cNvSpPr/>
          <p:nvPr/>
        </p:nvSpPr>
        <p:spPr>
          <a:xfrm>
            <a:off x="3491060" y="3837782"/>
            <a:ext cx="276836" cy="281453"/>
          </a:xfrm>
          <a:prstGeom prst="rect">
            <a:avLst/>
          </a:prstGeom>
          <a:noFill/>
          <a:ln w="76200">
            <a:solidFill>
              <a:srgbClr val="B3A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2952B178-592B-8C9F-3077-058D1DC60DF5}"/>
              </a:ext>
            </a:extLst>
          </p:cNvPr>
          <p:cNvSpPr/>
          <p:nvPr/>
        </p:nvSpPr>
        <p:spPr>
          <a:xfrm>
            <a:off x="6236170" y="6069573"/>
            <a:ext cx="466856" cy="28145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E6FE843F-1017-7C0B-E671-E33E7F21E784}"/>
              </a:ext>
            </a:extLst>
          </p:cNvPr>
          <p:cNvSpPr/>
          <p:nvPr/>
        </p:nvSpPr>
        <p:spPr>
          <a:xfrm>
            <a:off x="5248144" y="3168651"/>
            <a:ext cx="377956" cy="1809750"/>
          </a:xfrm>
          <a:prstGeom prst="rect">
            <a:avLst/>
          </a:prstGeom>
          <a:noFill/>
          <a:ln w="76200">
            <a:solidFill>
              <a:srgbClr val="AAF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0783E09-CC9C-3185-813C-CD80B7851F4F}"/>
              </a:ext>
            </a:extLst>
          </p:cNvPr>
          <p:cNvSpPr/>
          <p:nvPr/>
        </p:nvSpPr>
        <p:spPr>
          <a:xfrm>
            <a:off x="6414328" y="4246362"/>
            <a:ext cx="466856" cy="281453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443D89-252B-1E57-4B17-ADE901F73CB2}"/>
              </a:ext>
            </a:extLst>
          </p:cNvPr>
          <p:cNvSpPr/>
          <p:nvPr/>
        </p:nvSpPr>
        <p:spPr>
          <a:xfrm>
            <a:off x="8199150" y="5298170"/>
            <a:ext cx="466856" cy="28145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5264BF9-B848-3C1E-F1FA-20F4C85ACFF5}"/>
              </a:ext>
            </a:extLst>
          </p:cNvPr>
          <p:cNvSpPr/>
          <p:nvPr/>
        </p:nvSpPr>
        <p:spPr>
          <a:xfrm>
            <a:off x="9191494" y="5456400"/>
            <a:ext cx="466856" cy="281453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DF3085A-ED87-ED58-B555-CC31B218D4FD}"/>
              </a:ext>
            </a:extLst>
          </p:cNvPr>
          <p:cNvSpPr/>
          <p:nvPr/>
        </p:nvSpPr>
        <p:spPr>
          <a:xfrm>
            <a:off x="6555544" y="2467091"/>
            <a:ext cx="466856" cy="281453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41EF5A-00EF-0D56-53FC-1026BC54E782}"/>
              </a:ext>
            </a:extLst>
          </p:cNvPr>
          <p:cNvSpPr/>
          <p:nvPr/>
        </p:nvSpPr>
        <p:spPr>
          <a:xfrm>
            <a:off x="5653022" y="1470141"/>
            <a:ext cx="466856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92853F-358E-A1FE-23CF-3336AA06538E}"/>
              </a:ext>
            </a:extLst>
          </p:cNvPr>
          <p:cNvSpPr/>
          <p:nvPr/>
        </p:nvSpPr>
        <p:spPr>
          <a:xfrm>
            <a:off x="4009259" y="2221822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插座 FF-socket-01"/>
          <p:cNvGrpSpPr/>
          <p:nvPr/>
        </p:nvGrpSpPr>
        <p:grpSpPr>
          <a:xfrm>
            <a:off x="3875464" y="3740149"/>
            <a:ext cx="37507" cy="93767"/>
            <a:chOff x="3846841" y="3655758"/>
            <a:chExt cx="37507" cy="93767"/>
          </a:xfrm>
        </p:grpSpPr>
        <p:sp>
          <p:nvSpPr>
            <p:cNvPr id="219" name="Freeform 218"/>
            <p:cNvSpPr/>
            <p:nvPr/>
          </p:nvSpPr>
          <p:spPr>
            <a:xfrm>
              <a:off x="3846841" y="3665135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 flipV="1">
              <a:off x="3884348" y="3655758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插座 FF-socket-02"/>
          <p:cNvGrpSpPr/>
          <p:nvPr/>
        </p:nvGrpSpPr>
        <p:grpSpPr>
          <a:xfrm>
            <a:off x="3846841" y="4621762"/>
            <a:ext cx="37507" cy="93767"/>
            <a:chOff x="3846841" y="4539661"/>
            <a:chExt cx="37507" cy="93767"/>
          </a:xfrm>
        </p:grpSpPr>
        <p:sp>
          <p:nvSpPr>
            <p:cNvPr id="222" name="Freeform 221"/>
            <p:cNvSpPr/>
            <p:nvPr/>
          </p:nvSpPr>
          <p:spPr>
            <a:xfrm>
              <a:off x="3846841" y="4549038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3" name="Connector 222"/>
            <p:cNvCxnSpPr/>
            <p:nvPr/>
          </p:nvCxnSpPr>
          <p:spPr>
            <a:xfrm flipV="1">
              <a:off x="3884348" y="4539661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插座 FF-socket-03"/>
          <p:cNvGrpSpPr/>
          <p:nvPr/>
        </p:nvGrpSpPr>
        <p:grpSpPr>
          <a:xfrm>
            <a:off x="3865594" y="5366107"/>
            <a:ext cx="37507" cy="93767"/>
            <a:chOff x="3846841" y="5328600"/>
            <a:chExt cx="37507" cy="93767"/>
          </a:xfrm>
        </p:grpSpPr>
        <p:sp>
          <p:nvSpPr>
            <p:cNvPr id="225" name="Freeform 224"/>
            <p:cNvSpPr/>
            <p:nvPr/>
          </p:nvSpPr>
          <p:spPr>
            <a:xfrm>
              <a:off x="3846841" y="533797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6" name="Connector 225"/>
            <p:cNvCxnSpPr/>
            <p:nvPr/>
          </p:nvCxnSpPr>
          <p:spPr>
            <a:xfrm flipV="1">
              <a:off x="3884348" y="532860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插座 FF-socket-04"/>
          <p:cNvGrpSpPr/>
          <p:nvPr/>
        </p:nvGrpSpPr>
        <p:grpSpPr>
          <a:xfrm>
            <a:off x="2642384" y="4861511"/>
            <a:ext cx="37507" cy="93767"/>
            <a:chOff x="2604993" y="4882996"/>
            <a:chExt cx="37507" cy="93767"/>
          </a:xfrm>
        </p:grpSpPr>
        <p:sp>
          <p:nvSpPr>
            <p:cNvPr id="228" name="Freeform 227"/>
            <p:cNvSpPr/>
            <p:nvPr/>
          </p:nvSpPr>
          <p:spPr>
            <a:xfrm>
              <a:off x="2604993" y="489237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9" name="Connector 228"/>
            <p:cNvCxnSpPr/>
            <p:nvPr/>
          </p:nvCxnSpPr>
          <p:spPr>
            <a:xfrm flipV="1">
              <a:off x="2642500" y="488299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插座 FF-socket-06"/>
          <p:cNvGrpSpPr/>
          <p:nvPr/>
        </p:nvGrpSpPr>
        <p:grpSpPr>
          <a:xfrm>
            <a:off x="1817715" y="4210419"/>
            <a:ext cx="37507" cy="93767"/>
            <a:chOff x="1866378" y="4247056"/>
            <a:chExt cx="37507" cy="93767"/>
          </a:xfrm>
        </p:grpSpPr>
        <p:sp>
          <p:nvSpPr>
            <p:cNvPr id="234" name="Freeform 233"/>
            <p:cNvSpPr/>
            <p:nvPr/>
          </p:nvSpPr>
          <p:spPr>
            <a:xfrm>
              <a:off x="1866378" y="425643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 flipV="1">
              <a:off x="1903885" y="424705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插座 FF-socket-07"/>
          <p:cNvGrpSpPr/>
          <p:nvPr/>
        </p:nvGrpSpPr>
        <p:grpSpPr>
          <a:xfrm>
            <a:off x="2349983" y="3912372"/>
            <a:ext cx="60868" cy="81203"/>
            <a:chOff x="2349983" y="3912372"/>
            <a:chExt cx="60868" cy="81203"/>
          </a:xfrm>
        </p:grpSpPr>
        <p:sp>
          <p:nvSpPr>
            <p:cNvPr id="237" name="Freeform 236"/>
            <p:cNvSpPr/>
            <p:nvPr/>
          </p:nvSpPr>
          <p:spPr>
            <a:xfrm>
              <a:off x="2349983" y="3920492"/>
              <a:ext cx="56180" cy="69908"/>
            </a:xfrm>
            <a:custGeom>
              <a:avLst/>
              <a:gdLst/>
              <a:ahLst/>
              <a:cxnLst/>
              <a:rect l="l" t="t" r="r" b="b"/>
              <a:pathLst>
                <a:path w="56180" h="69908">
                  <a:moveTo>
                    <a:pt x="56180" y="64963"/>
                  </a:moveTo>
                  <a:lnTo>
                    <a:pt x="49483" y="67998"/>
                  </a:lnTo>
                  <a:lnTo>
                    <a:pt x="42323" y="69668"/>
                  </a:lnTo>
                  <a:lnTo>
                    <a:pt x="34974" y="69908"/>
                  </a:lnTo>
                  <a:lnTo>
                    <a:pt x="27719" y="68711"/>
                  </a:lnTo>
                  <a:lnTo>
                    <a:pt x="20838" y="66121"/>
                  </a:lnTo>
                  <a:lnTo>
                    <a:pt x="14594" y="62238"/>
                  </a:lnTo>
                  <a:lnTo>
                    <a:pt x="9228" y="57212"/>
                  </a:lnTo>
                  <a:lnTo>
                    <a:pt x="4945" y="51235"/>
                  </a:lnTo>
                  <a:lnTo>
                    <a:pt x="1910" y="44538"/>
                  </a:lnTo>
                  <a:lnTo>
                    <a:pt x="240" y="37378"/>
                  </a:lnTo>
                  <a:lnTo>
                    <a:pt x="0" y="30029"/>
                  </a:lnTo>
                  <a:lnTo>
                    <a:pt x="1197" y="22774"/>
                  </a:lnTo>
                  <a:lnTo>
                    <a:pt x="3787" y="15893"/>
                  </a:lnTo>
                  <a:lnTo>
                    <a:pt x="7670" y="9649"/>
                  </a:lnTo>
                  <a:lnTo>
                    <a:pt x="12696" y="4283"/>
                  </a:lnTo>
                  <a:lnTo>
                    <a:pt x="18673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2363968" y="3912372"/>
              <a:ext cx="46883" cy="81203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插座 FF-socket-08"/>
          <p:cNvGrpSpPr/>
          <p:nvPr/>
        </p:nvGrpSpPr>
        <p:grpSpPr>
          <a:xfrm>
            <a:off x="2475491" y="5604159"/>
            <a:ext cx="70654" cy="70654"/>
            <a:chOff x="2402694" y="5604159"/>
            <a:chExt cx="70654" cy="70654"/>
          </a:xfrm>
        </p:grpSpPr>
        <p:sp>
          <p:nvSpPr>
            <p:cNvPr id="240" name="Freeform 239"/>
            <p:cNvSpPr/>
            <p:nvPr/>
          </p:nvSpPr>
          <p:spPr>
            <a:xfrm>
              <a:off x="2402694" y="5610785"/>
              <a:ext cx="64028" cy="64028"/>
            </a:xfrm>
            <a:custGeom>
              <a:avLst/>
              <a:gdLst/>
              <a:ahLst/>
              <a:cxnLst/>
              <a:rect l="l" t="t" r="r" b="b"/>
              <a:pathLst>
                <a:path w="64028" h="64028">
                  <a:moveTo>
                    <a:pt x="64028" y="53042"/>
                  </a:moveTo>
                  <a:lnTo>
                    <a:pt x="58345" y="57707"/>
                  </a:lnTo>
                  <a:lnTo>
                    <a:pt x="51860" y="61173"/>
                  </a:lnTo>
                  <a:lnTo>
                    <a:pt x="44824" y="63307"/>
                  </a:lnTo>
                  <a:lnTo>
                    <a:pt x="37507" y="64028"/>
                  </a:lnTo>
                  <a:lnTo>
                    <a:pt x="30190" y="63307"/>
                  </a:lnTo>
                  <a:lnTo>
                    <a:pt x="23154" y="61173"/>
                  </a:lnTo>
                  <a:lnTo>
                    <a:pt x="16669" y="57707"/>
                  </a:lnTo>
                  <a:lnTo>
                    <a:pt x="10986" y="53042"/>
                  </a:lnTo>
                  <a:lnTo>
                    <a:pt x="6321" y="47359"/>
                  </a:lnTo>
                  <a:lnTo>
                    <a:pt x="2855" y="40874"/>
                  </a:lnTo>
                  <a:lnTo>
                    <a:pt x="721" y="33838"/>
                  </a:lnTo>
                  <a:lnTo>
                    <a:pt x="0" y="26521"/>
                  </a:lnTo>
                  <a:lnTo>
                    <a:pt x="721" y="19204"/>
                  </a:lnTo>
                  <a:lnTo>
                    <a:pt x="2855" y="12168"/>
                  </a:lnTo>
                  <a:lnTo>
                    <a:pt x="6321" y="5683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1" name="Connector 240"/>
            <p:cNvCxnSpPr/>
            <p:nvPr/>
          </p:nvCxnSpPr>
          <p:spPr>
            <a:xfrm flipH="1" flipV="1">
              <a:off x="2407054" y="5604159"/>
              <a:ext cx="66294" cy="66294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插座 FF-socket-09"/>
          <p:cNvGrpSpPr/>
          <p:nvPr/>
        </p:nvGrpSpPr>
        <p:grpSpPr>
          <a:xfrm>
            <a:off x="1914303" y="4420447"/>
            <a:ext cx="37507" cy="93767"/>
            <a:chOff x="1817678" y="4261666"/>
            <a:chExt cx="37507" cy="93767"/>
          </a:xfrm>
        </p:grpSpPr>
        <p:sp>
          <p:nvSpPr>
            <p:cNvPr id="243" name="Freeform 242"/>
            <p:cNvSpPr/>
            <p:nvPr/>
          </p:nvSpPr>
          <p:spPr>
            <a:xfrm>
              <a:off x="1817678" y="427104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4" name="Connector 243"/>
            <p:cNvCxnSpPr/>
            <p:nvPr/>
          </p:nvCxnSpPr>
          <p:spPr>
            <a:xfrm flipV="1">
              <a:off x="1855185" y="426166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插座 FF-socket-10"/>
          <p:cNvGrpSpPr/>
          <p:nvPr/>
        </p:nvGrpSpPr>
        <p:grpSpPr>
          <a:xfrm>
            <a:off x="1817678" y="5060750"/>
            <a:ext cx="37507" cy="93767"/>
            <a:chOff x="1817678" y="5060750"/>
            <a:chExt cx="37507" cy="93767"/>
          </a:xfrm>
        </p:grpSpPr>
        <p:sp>
          <p:nvSpPr>
            <p:cNvPr id="246" name="Freeform 245"/>
            <p:cNvSpPr/>
            <p:nvPr/>
          </p:nvSpPr>
          <p:spPr>
            <a:xfrm>
              <a:off x="1817678" y="507012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7" name="Connector 246"/>
            <p:cNvCxnSpPr/>
            <p:nvPr/>
          </p:nvCxnSpPr>
          <p:spPr>
            <a:xfrm flipV="1">
              <a:off x="1855185" y="506075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插座 FF-socket-13"/>
          <p:cNvGrpSpPr/>
          <p:nvPr/>
        </p:nvGrpSpPr>
        <p:grpSpPr>
          <a:xfrm>
            <a:off x="701807" y="2489644"/>
            <a:ext cx="37507" cy="93767"/>
            <a:chOff x="401322" y="2616826"/>
            <a:chExt cx="37507" cy="93767"/>
          </a:xfrm>
        </p:grpSpPr>
        <p:sp>
          <p:nvSpPr>
            <p:cNvPr id="255" name="Freeform 254"/>
            <p:cNvSpPr/>
            <p:nvPr/>
          </p:nvSpPr>
          <p:spPr>
            <a:xfrm>
              <a:off x="401322" y="262620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6" name="Connector 255"/>
            <p:cNvCxnSpPr/>
            <p:nvPr/>
          </p:nvCxnSpPr>
          <p:spPr>
            <a:xfrm flipV="1">
              <a:off x="438829" y="261682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插座 FF-socket-17"/>
          <p:cNvGrpSpPr/>
          <p:nvPr/>
        </p:nvGrpSpPr>
        <p:grpSpPr>
          <a:xfrm>
            <a:off x="3104168" y="2744663"/>
            <a:ext cx="37507" cy="93767"/>
            <a:chOff x="3104168" y="2744663"/>
            <a:chExt cx="37507" cy="93767"/>
          </a:xfrm>
        </p:grpSpPr>
        <p:sp>
          <p:nvSpPr>
            <p:cNvPr id="267" name="Freeform 266"/>
            <p:cNvSpPr/>
            <p:nvPr/>
          </p:nvSpPr>
          <p:spPr>
            <a:xfrm>
              <a:off x="3104168" y="2754040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8" name="Connector 267"/>
            <p:cNvCxnSpPr/>
            <p:nvPr/>
          </p:nvCxnSpPr>
          <p:spPr>
            <a:xfrm flipV="1">
              <a:off x="3141675" y="2744663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插座 FF-socket-18"/>
          <p:cNvGrpSpPr/>
          <p:nvPr/>
        </p:nvGrpSpPr>
        <p:grpSpPr>
          <a:xfrm>
            <a:off x="3104168" y="3155772"/>
            <a:ext cx="37507" cy="93767"/>
            <a:chOff x="3104168" y="3155772"/>
            <a:chExt cx="37507" cy="93767"/>
          </a:xfrm>
        </p:grpSpPr>
        <p:sp>
          <p:nvSpPr>
            <p:cNvPr id="270" name="Freeform 269"/>
            <p:cNvSpPr/>
            <p:nvPr/>
          </p:nvSpPr>
          <p:spPr>
            <a:xfrm>
              <a:off x="3104168" y="31651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1" name="Connector 270"/>
            <p:cNvCxnSpPr/>
            <p:nvPr/>
          </p:nvCxnSpPr>
          <p:spPr>
            <a:xfrm flipV="1">
              <a:off x="3141675" y="31557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插座 FF-socket-21"/>
          <p:cNvGrpSpPr/>
          <p:nvPr/>
        </p:nvGrpSpPr>
        <p:grpSpPr>
          <a:xfrm>
            <a:off x="2089614" y="3385058"/>
            <a:ext cx="49570" cy="90579"/>
            <a:chOff x="2068916" y="3430348"/>
            <a:chExt cx="49570" cy="90579"/>
          </a:xfrm>
        </p:grpSpPr>
        <p:sp>
          <p:nvSpPr>
            <p:cNvPr id="279" name="Freeform 278"/>
            <p:cNvSpPr/>
            <p:nvPr/>
          </p:nvSpPr>
          <p:spPr>
            <a:xfrm>
              <a:off x="2068916" y="3439410"/>
              <a:ext cx="47140" cy="73654"/>
            </a:xfrm>
            <a:custGeom>
              <a:avLst/>
              <a:gdLst/>
              <a:ahLst/>
              <a:cxnLst/>
              <a:rect l="l" t="t" r="r" b="b"/>
              <a:pathLst>
                <a:path w="47140" h="73654">
                  <a:moveTo>
                    <a:pt x="47140" y="72455"/>
                  </a:moveTo>
                  <a:lnTo>
                    <a:pt x="39886" y="73654"/>
                  </a:lnTo>
                  <a:lnTo>
                    <a:pt x="32537" y="73415"/>
                  </a:lnTo>
                  <a:lnTo>
                    <a:pt x="25376" y="71746"/>
                  </a:lnTo>
                  <a:lnTo>
                    <a:pt x="18678" y="68713"/>
                  </a:lnTo>
                  <a:lnTo>
                    <a:pt x="12701" y="64431"/>
                  </a:lnTo>
                  <a:lnTo>
                    <a:pt x="7674" y="59065"/>
                  </a:lnTo>
                  <a:lnTo>
                    <a:pt x="3790" y="52822"/>
                  </a:lnTo>
                  <a:lnTo>
                    <a:pt x="1199" y="45941"/>
                  </a:lnTo>
                  <a:lnTo>
                    <a:pt x="0" y="38687"/>
                  </a:lnTo>
                  <a:lnTo>
                    <a:pt x="240" y="31338"/>
                  </a:lnTo>
                  <a:lnTo>
                    <a:pt x="1908" y="24177"/>
                  </a:lnTo>
                  <a:lnTo>
                    <a:pt x="4942" y="17479"/>
                  </a:lnTo>
                  <a:lnTo>
                    <a:pt x="9224" y="11502"/>
                  </a:lnTo>
                  <a:lnTo>
                    <a:pt x="14589" y="6475"/>
                  </a:lnTo>
                  <a:lnTo>
                    <a:pt x="20833" y="2591"/>
                  </a:lnTo>
                  <a:lnTo>
                    <a:pt x="27714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0" name="Connector 279"/>
            <p:cNvCxnSpPr/>
            <p:nvPr/>
          </p:nvCxnSpPr>
          <p:spPr>
            <a:xfrm flipH="1" flipV="1">
              <a:off x="2094200" y="3430348"/>
              <a:ext cx="24286" cy="90579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插座 FF-socket-25"/>
          <p:cNvGrpSpPr/>
          <p:nvPr/>
        </p:nvGrpSpPr>
        <p:grpSpPr>
          <a:xfrm>
            <a:off x="2727073" y="2165641"/>
            <a:ext cx="37507" cy="93767"/>
            <a:chOff x="2627314" y="2139972"/>
            <a:chExt cx="37507" cy="93767"/>
          </a:xfrm>
        </p:grpSpPr>
        <p:sp>
          <p:nvSpPr>
            <p:cNvPr id="291" name="Freeform 290"/>
            <p:cNvSpPr/>
            <p:nvPr/>
          </p:nvSpPr>
          <p:spPr>
            <a:xfrm>
              <a:off x="2627314" y="21493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92" name="Connector 291"/>
            <p:cNvCxnSpPr/>
            <p:nvPr/>
          </p:nvCxnSpPr>
          <p:spPr>
            <a:xfrm flipV="1">
              <a:off x="2664821" y="21399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图例（模型）"/>
          <p:cNvGrpSpPr/>
          <p:nvPr/>
        </p:nvGrpSpPr>
        <p:grpSpPr>
          <a:xfrm>
            <a:off x="9174174" y="914400"/>
            <a:ext cx="2980944" cy="585216"/>
            <a:chOff x="9174174" y="914400"/>
            <a:chExt cx="2980944" cy="585216"/>
          </a:xfrm>
        </p:grpSpPr>
        <p:sp>
          <p:nvSpPr>
            <p:cNvPr id="297" name="TextBox 296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298" name="图例"/>
            <p:cNvGrpSpPr/>
            <p:nvPr/>
          </p:nvGrpSpPr>
          <p:grpSpPr>
            <a:xfrm>
              <a:off x="9236468" y="1340995"/>
              <a:ext cx="131443" cy="52577"/>
              <a:chOff x="9236468" y="1340995"/>
              <a:chExt cx="131443" cy="52577"/>
            </a:xfrm>
          </p:grpSpPr>
          <p:sp>
            <p:nvSpPr>
              <p:cNvPr id="299" name="Freeform 298"/>
              <p:cNvSpPr/>
              <p:nvPr/>
            </p:nvSpPr>
            <p:spPr>
              <a:xfrm>
                <a:off x="9249613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00" name="Connector 299"/>
              <p:cNvCxnSpPr/>
              <p:nvPr/>
            </p:nvCxnSpPr>
            <p:spPr>
              <a:xfrm>
                <a:off x="9236468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1" name="TextBox 300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29</a:t>
              </a:r>
            </a:p>
          </p:txBody>
        </p:sp>
      </p:grpSp>
      <p:sp>
        <p:nvSpPr>
          <p:cNvPr id="302" name="TextBox 301"/>
          <p:cNvSpPr txBox="1"/>
          <p:nvPr/>
        </p:nvSpPr>
        <p:spPr>
          <a:xfrm>
            <a:off x="9174174" y="175564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pic>
        <p:nvPicPr>
          <p:cNvPr id="313" name="Picture 312">
            <a:extLst>
              <a:ext uri="{FF2B5EF4-FFF2-40B4-BE49-F238E27FC236}">
                <a16:creationId xmlns:a16="http://schemas.microsoft.com/office/drawing/2014/main" id="{B8581B97-CE2D-2FA1-014A-7C892F23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63" y="1441235"/>
            <a:ext cx="2014330" cy="1383645"/>
          </a:xfrm>
          <a:prstGeom prst="rect">
            <a:avLst/>
          </a:prstGeom>
        </p:spPr>
      </p:pic>
      <p:sp>
        <p:nvSpPr>
          <p:cNvPr id="315" name="Oval 314">
            <a:extLst>
              <a:ext uri="{FF2B5EF4-FFF2-40B4-BE49-F238E27FC236}">
                <a16:creationId xmlns:a16="http://schemas.microsoft.com/office/drawing/2014/main" id="{95999AB3-3619-6B01-13CF-C5C7567D02F1}"/>
              </a:ext>
            </a:extLst>
          </p:cNvPr>
          <p:cNvSpPr/>
          <p:nvPr/>
        </p:nvSpPr>
        <p:spPr>
          <a:xfrm>
            <a:off x="7167372" y="188707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DA7DA644-583D-5D4A-9979-607DA27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80" y="2744663"/>
            <a:ext cx="1683165" cy="1665753"/>
          </a:xfrm>
          <a:prstGeom prst="rect">
            <a:avLst/>
          </a:prstGeom>
        </p:spPr>
      </p:pic>
      <p:sp>
        <p:nvSpPr>
          <p:cNvPr id="319" name="Oval 318">
            <a:extLst>
              <a:ext uri="{FF2B5EF4-FFF2-40B4-BE49-F238E27FC236}">
                <a16:creationId xmlns:a16="http://schemas.microsoft.com/office/drawing/2014/main" id="{A41A0651-C2D6-5815-23CC-4F918C3EB3DA}"/>
              </a:ext>
            </a:extLst>
          </p:cNvPr>
          <p:cNvSpPr/>
          <p:nvPr/>
        </p:nvSpPr>
        <p:spPr>
          <a:xfrm>
            <a:off x="6984493" y="3273891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F2217882-7132-A134-2424-2254C5D41A75}"/>
              </a:ext>
            </a:extLst>
          </p:cNvPr>
          <p:cNvSpPr/>
          <p:nvPr/>
        </p:nvSpPr>
        <p:spPr>
          <a:xfrm>
            <a:off x="2279264" y="3910837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0A9E95A-84B5-BBC2-8FCF-5A3429E85632}"/>
              </a:ext>
            </a:extLst>
          </p:cNvPr>
          <p:cNvSpPr/>
          <p:nvPr/>
        </p:nvSpPr>
        <p:spPr>
          <a:xfrm>
            <a:off x="3742892" y="36886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5639ACE-20C7-26AD-96E7-B210E11D8F44}"/>
              </a:ext>
            </a:extLst>
          </p:cNvPr>
          <p:cNvSpPr/>
          <p:nvPr/>
        </p:nvSpPr>
        <p:spPr>
          <a:xfrm>
            <a:off x="3736590" y="457764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A80DDC58-E460-46BE-2166-3E36905863CF}"/>
              </a:ext>
            </a:extLst>
          </p:cNvPr>
          <p:cNvSpPr/>
          <p:nvPr/>
        </p:nvSpPr>
        <p:spPr>
          <a:xfrm>
            <a:off x="3722253" y="533307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5F9F42F5-703D-EE2D-CE10-8AB1E854FCA7}"/>
              </a:ext>
            </a:extLst>
          </p:cNvPr>
          <p:cNvSpPr/>
          <p:nvPr/>
        </p:nvSpPr>
        <p:spPr>
          <a:xfrm>
            <a:off x="2863706" y="55346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2EC55F1B-F261-6EFF-F4DE-A947B3EC923A}"/>
              </a:ext>
            </a:extLst>
          </p:cNvPr>
          <p:cNvSpPr/>
          <p:nvPr/>
        </p:nvSpPr>
        <p:spPr>
          <a:xfrm>
            <a:off x="2413679" y="552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F4F7C3D-8718-57D8-3FF6-5BA346CB18E0}"/>
              </a:ext>
            </a:extLst>
          </p:cNvPr>
          <p:cNvSpPr/>
          <p:nvPr/>
        </p:nvSpPr>
        <p:spPr>
          <a:xfrm>
            <a:off x="2726374" y="392782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B6FFE5D-6938-0623-CCF1-7BCDE3D1003D}"/>
              </a:ext>
            </a:extLst>
          </p:cNvPr>
          <p:cNvSpPr/>
          <p:nvPr/>
        </p:nvSpPr>
        <p:spPr>
          <a:xfrm>
            <a:off x="2631651" y="482318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10347544-92AD-FF13-5308-BC5EBDC74D82}"/>
              </a:ext>
            </a:extLst>
          </p:cNvPr>
          <p:cNvSpPr/>
          <p:nvPr/>
        </p:nvSpPr>
        <p:spPr>
          <a:xfrm>
            <a:off x="1908292" y="4372575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080F293-EBBE-2977-17A4-7D038981B0F8}"/>
              </a:ext>
            </a:extLst>
          </p:cNvPr>
          <p:cNvSpPr/>
          <p:nvPr/>
        </p:nvSpPr>
        <p:spPr>
          <a:xfrm>
            <a:off x="2990208" y="269589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47719901-12D9-C64C-364A-EC456D2789CE}"/>
              </a:ext>
            </a:extLst>
          </p:cNvPr>
          <p:cNvSpPr/>
          <p:nvPr/>
        </p:nvSpPr>
        <p:spPr>
          <a:xfrm>
            <a:off x="2981023" y="310734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809268-AB4B-20E9-0E53-3372776E0A39}"/>
              </a:ext>
            </a:extLst>
          </p:cNvPr>
          <p:cNvSpPr/>
          <p:nvPr/>
        </p:nvSpPr>
        <p:spPr>
          <a:xfrm>
            <a:off x="2055612" y="3317263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2E4E0395-BA87-3DA4-442E-6533CCAC07FF}"/>
              </a:ext>
            </a:extLst>
          </p:cNvPr>
          <p:cNvSpPr/>
          <p:nvPr/>
        </p:nvSpPr>
        <p:spPr>
          <a:xfrm>
            <a:off x="1908812" y="248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F5FEED8-C9CF-C88D-FD3A-F01502472576}"/>
              </a:ext>
            </a:extLst>
          </p:cNvPr>
          <p:cNvSpPr/>
          <p:nvPr/>
        </p:nvSpPr>
        <p:spPr>
          <a:xfrm>
            <a:off x="3141675" y="1416403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635A8031-6A46-79A1-6601-E3E3B4D3DCAA}"/>
              </a:ext>
            </a:extLst>
          </p:cNvPr>
          <p:cNvSpPr/>
          <p:nvPr/>
        </p:nvSpPr>
        <p:spPr>
          <a:xfrm>
            <a:off x="2907222" y="23366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3E0B581B-C455-82CC-1744-AC2045FF4873}"/>
              </a:ext>
            </a:extLst>
          </p:cNvPr>
          <p:cNvSpPr/>
          <p:nvPr/>
        </p:nvSpPr>
        <p:spPr>
          <a:xfrm>
            <a:off x="3627633" y="145927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64883C1F-24E8-3C29-4402-3CA13DD5DF09}"/>
              </a:ext>
            </a:extLst>
          </p:cNvPr>
          <p:cNvSpPr/>
          <p:nvPr/>
        </p:nvSpPr>
        <p:spPr>
          <a:xfrm>
            <a:off x="3627633" y="23006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B9B4284-2F35-A564-2130-A1F342D2905B}"/>
              </a:ext>
            </a:extLst>
          </p:cNvPr>
          <p:cNvSpPr/>
          <p:nvPr/>
        </p:nvSpPr>
        <p:spPr>
          <a:xfrm>
            <a:off x="2646800" y="215065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7B639EE-DCE8-4A93-BD90-180029AAD0A1}"/>
              </a:ext>
            </a:extLst>
          </p:cNvPr>
          <p:cNvSpPr/>
          <p:nvPr/>
        </p:nvSpPr>
        <p:spPr>
          <a:xfrm>
            <a:off x="1705299" y="4165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B1CD865F-8324-4DF0-F7B5-6BFD10A44068}"/>
              </a:ext>
            </a:extLst>
          </p:cNvPr>
          <p:cNvSpPr/>
          <p:nvPr/>
        </p:nvSpPr>
        <p:spPr>
          <a:xfrm>
            <a:off x="1692747" y="50333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7443629A-D889-C65A-21A9-67B3D7297297}"/>
              </a:ext>
            </a:extLst>
          </p:cNvPr>
          <p:cNvSpPr/>
          <p:nvPr/>
        </p:nvSpPr>
        <p:spPr>
          <a:xfrm>
            <a:off x="916514" y="528360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7961AB3-5946-7801-13F4-1E0975D7E634}"/>
              </a:ext>
            </a:extLst>
          </p:cNvPr>
          <p:cNvSpPr/>
          <p:nvPr/>
        </p:nvSpPr>
        <p:spPr>
          <a:xfrm>
            <a:off x="364411" y="42712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28CCD19E-C45D-413A-C3E4-16510B6917B1}"/>
              </a:ext>
            </a:extLst>
          </p:cNvPr>
          <p:cNvSpPr/>
          <p:nvPr/>
        </p:nvSpPr>
        <p:spPr>
          <a:xfrm>
            <a:off x="618444" y="247398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EBAC4889-91A9-130E-5A68-843E88E3C21F}"/>
              </a:ext>
            </a:extLst>
          </p:cNvPr>
          <p:cNvSpPr/>
          <p:nvPr/>
        </p:nvSpPr>
        <p:spPr>
          <a:xfrm>
            <a:off x="2272347" y="2439560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48090FCC-2EF3-28F3-A627-6D18DCF86463}"/>
              </a:ext>
            </a:extLst>
          </p:cNvPr>
          <p:cNvSpPr/>
          <p:nvPr/>
        </p:nvSpPr>
        <p:spPr>
          <a:xfrm>
            <a:off x="1045303" y="3125832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1748A0EC-159A-F13F-B720-DCC9DAF0999C}"/>
              </a:ext>
            </a:extLst>
          </p:cNvPr>
          <p:cNvSpPr/>
          <p:nvPr/>
        </p:nvSpPr>
        <p:spPr>
          <a:xfrm>
            <a:off x="2494391" y="246703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868680"/>
            <a:ext cx="4084167" cy="5240653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7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用水设备 台盆柜 F12.001"/>
          <p:cNvGrpSpPr/>
          <p:nvPr/>
        </p:nvGrpSpPr>
        <p:grpSpPr>
          <a:xfrm>
            <a:off x="1943523" y="5160718"/>
            <a:ext cx="416751" cy="463136"/>
            <a:chOff x="1943523" y="5160718"/>
            <a:chExt cx="416751" cy="463136"/>
          </a:xfrm>
        </p:grpSpPr>
        <p:sp>
          <p:nvSpPr>
            <p:cNvPr id="219" name="Rectangle 218"/>
            <p:cNvSpPr/>
            <p:nvPr/>
          </p:nvSpPr>
          <p:spPr>
            <a:xfrm>
              <a:off x="1943523" y="5218021"/>
              <a:ext cx="162333" cy="4058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43523" y="516071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21" name="J 台盆柜"/>
          <p:cNvGrpSpPr/>
          <p:nvPr/>
        </p:nvGrpSpPr>
        <p:grpSpPr>
          <a:xfrm>
            <a:off x="1935609" y="5381346"/>
            <a:ext cx="79182" cy="79182"/>
            <a:chOff x="1935609" y="5381346"/>
            <a:chExt cx="79182" cy="79182"/>
          </a:xfrm>
        </p:grpSpPr>
        <p:sp>
          <p:nvSpPr>
            <p:cNvPr id="222" name="Oval 221"/>
            <p:cNvSpPr/>
            <p:nvPr/>
          </p:nvSpPr>
          <p:spPr>
            <a:xfrm>
              <a:off x="1935609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935609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24" name="P 台盆柜"/>
          <p:cNvGrpSpPr/>
          <p:nvPr/>
        </p:nvGrpSpPr>
        <p:grpSpPr>
          <a:xfrm>
            <a:off x="2034587" y="5381346"/>
            <a:ext cx="79182" cy="79182"/>
            <a:chOff x="2034587" y="5381346"/>
            <a:chExt cx="79182" cy="79182"/>
          </a:xfrm>
        </p:grpSpPr>
        <p:sp>
          <p:nvSpPr>
            <p:cNvPr id="225" name="Oval 224"/>
            <p:cNvSpPr/>
            <p:nvPr/>
          </p:nvSpPr>
          <p:spPr>
            <a:xfrm>
              <a:off x="2034587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034587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27" name="用水设备 智能马桶 F13.001"/>
          <p:cNvGrpSpPr/>
          <p:nvPr/>
        </p:nvGrpSpPr>
        <p:grpSpPr>
          <a:xfrm>
            <a:off x="2382634" y="4677777"/>
            <a:ext cx="416751" cy="319065"/>
            <a:chOff x="2382634" y="4677777"/>
            <a:chExt cx="416751" cy="319065"/>
          </a:xfrm>
        </p:grpSpPr>
        <p:sp>
          <p:nvSpPr>
            <p:cNvPr id="228" name="Rectangle 227"/>
            <p:cNvSpPr/>
            <p:nvPr/>
          </p:nvSpPr>
          <p:spPr>
            <a:xfrm>
              <a:off x="2382634" y="4735080"/>
              <a:ext cx="172479" cy="26176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2382634" y="4677777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30" name="W 智能马桶"/>
          <p:cNvGrpSpPr/>
          <p:nvPr/>
        </p:nvGrpSpPr>
        <p:grpSpPr>
          <a:xfrm>
            <a:off x="2373542" y="4820119"/>
            <a:ext cx="91684" cy="91684"/>
            <a:chOff x="2373542" y="4820119"/>
            <a:chExt cx="91684" cy="91684"/>
          </a:xfrm>
        </p:grpSpPr>
        <p:sp>
          <p:nvSpPr>
            <p:cNvPr id="231" name="Oval 230"/>
            <p:cNvSpPr/>
            <p:nvPr/>
          </p:nvSpPr>
          <p:spPr>
            <a:xfrm>
              <a:off x="2373542" y="4820119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Oval 231"/>
            <p:cNvSpPr/>
            <p:nvPr/>
          </p:nvSpPr>
          <p:spPr>
            <a:xfrm>
              <a:off x="2387086" y="4833663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373542" y="4820119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34" name="J 智能马桶"/>
          <p:cNvGrpSpPr/>
          <p:nvPr/>
        </p:nvGrpSpPr>
        <p:grpSpPr>
          <a:xfrm>
            <a:off x="2478771" y="4826370"/>
            <a:ext cx="79182" cy="79182"/>
            <a:chOff x="2478771" y="4826370"/>
            <a:chExt cx="79182" cy="79182"/>
          </a:xfrm>
        </p:grpSpPr>
        <p:sp>
          <p:nvSpPr>
            <p:cNvPr id="235" name="Oval 234"/>
            <p:cNvSpPr/>
            <p:nvPr/>
          </p:nvSpPr>
          <p:spPr>
            <a:xfrm>
              <a:off x="2478771" y="4826370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2478771" y="4826370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37" name="用水设备 淋浴房 F14_ShowerReserved"/>
          <p:cNvGrpSpPr/>
          <p:nvPr/>
        </p:nvGrpSpPr>
        <p:grpSpPr>
          <a:xfrm>
            <a:off x="1928507" y="4641252"/>
            <a:ext cx="416751" cy="503719"/>
            <a:chOff x="1928507" y="4641252"/>
            <a:chExt cx="416751" cy="503719"/>
          </a:xfrm>
        </p:grpSpPr>
        <p:sp>
          <p:nvSpPr>
            <p:cNvPr id="238" name="Rectangle 237"/>
            <p:cNvSpPr/>
            <p:nvPr/>
          </p:nvSpPr>
          <p:spPr>
            <a:xfrm>
              <a:off x="1928507" y="4698555"/>
              <a:ext cx="324666" cy="44641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928507" y="4641252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40" name="J 淋浴房"/>
          <p:cNvGrpSpPr/>
          <p:nvPr/>
        </p:nvGrpSpPr>
        <p:grpSpPr>
          <a:xfrm>
            <a:off x="2001760" y="4882172"/>
            <a:ext cx="79182" cy="79182"/>
            <a:chOff x="2001760" y="4882172"/>
            <a:chExt cx="79182" cy="79182"/>
          </a:xfrm>
        </p:grpSpPr>
        <p:sp>
          <p:nvSpPr>
            <p:cNvPr id="241" name="Oval 240"/>
            <p:cNvSpPr/>
            <p:nvPr/>
          </p:nvSpPr>
          <p:spPr>
            <a:xfrm>
              <a:off x="2001760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001760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43" name="P 淋浴房"/>
          <p:cNvGrpSpPr/>
          <p:nvPr/>
        </p:nvGrpSpPr>
        <p:grpSpPr>
          <a:xfrm>
            <a:off x="2100738" y="4882172"/>
            <a:ext cx="79182" cy="79182"/>
            <a:chOff x="2100738" y="4882172"/>
            <a:chExt cx="79182" cy="79182"/>
          </a:xfrm>
        </p:grpSpPr>
        <p:sp>
          <p:nvSpPr>
            <p:cNvPr id="244" name="Oval 243"/>
            <p:cNvSpPr/>
            <p:nvPr/>
          </p:nvSpPr>
          <p:spPr>
            <a:xfrm>
              <a:off x="2100738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100738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46" name="用水设备 智能马桶 F16.001"/>
          <p:cNvGrpSpPr/>
          <p:nvPr/>
        </p:nvGrpSpPr>
        <p:grpSpPr>
          <a:xfrm>
            <a:off x="1597347" y="2868169"/>
            <a:ext cx="416751" cy="219636"/>
            <a:chOff x="1597347" y="2868169"/>
            <a:chExt cx="416751" cy="219636"/>
          </a:xfrm>
        </p:grpSpPr>
        <p:sp>
          <p:nvSpPr>
            <p:cNvPr id="247" name="Rectangle 246"/>
            <p:cNvSpPr/>
            <p:nvPr/>
          </p:nvSpPr>
          <p:spPr>
            <a:xfrm>
              <a:off x="1597347" y="2925472"/>
              <a:ext cx="258110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597347" y="2868169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49" name="W 智能马桶"/>
          <p:cNvGrpSpPr/>
          <p:nvPr/>
        </p:nvGrpSpPr>
        <p:grpSpPr>
          <a:xfrm>
            <a:off x="1631071" y="2960796"/>
            <a:ext cx="91684" cy="91684"/>
            <a:chOff x="1631071" y="2960796"/>
            <a:chExt cx="91684" cy="91684"/>
          </a:xfrm>
        </p:grpSpPr>
        <p:sp>
          <p:nvSpPr>
            <p:cNvPr id="250" name="Oval 249"/>
            <p:cNvSpPr/>
            <p:nvPr/>
          </p:nvSpPr>
          <p:spPr>
            <a:xfrm>
              <a:off x="1631071" y="2960796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Oval 250"/>
            <p:cNvSpPr/>
            <p:nvPr/>
          </p:nvSpPr>
          <p:spPr>
            <a:xfrm>
              <a:off x="1644615" y="2974340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631071" y="2960796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53" name="J 智能马桶"/>
          <p:cNvGrpSpPr/>
          <p:nvPr/>
        </p:nvGrpSpPr>
        <p:grpSpPr>
          <a:xfrm>
            <a:off x="1736300" y="2967047"/>
            <a:ext cx="79182" cy="79182"/>
            <a:chOff x="1736300" y="2967047"/>
            <a:chExt cx="79182" cy="79182"/>
          </a:xfrm>
        </p:grpSpPr>
        <p:sp>
          <p:nvSpPr>
            <p:cNvPr id="254" name="Oval 253"/>
            <p:cNvSpPr/>
            <p:nvPr/>
          </p:nvSpPr>
          <p:spPr>
            <a:xfrm>
              <a:off x="1736300" y="2967047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736300" y="2967047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56" name="用水设备 台盆柜 F17.001"/>
          <p:cNvGrpSpPr/>
          <p:nvPr/>
        </p:nvGrpSpPr>
        <p:grpSpPr>
          <a:xfrm>
            <a:off x="1086404" y="2448538"/>
            <a:ext cx="416751" cy="219636"/>
            <a:chOff x="1086404" y="2448538"/>
            <a:chExt cx="416751" cy="219636"/>
          </a:xfrm>
        </p:grpSpPr>
        <p:sp>
          <p:nvSpPr>
            <p:cNvPr id="257" name="Rectangle 256"/>
            <p:cNvSpPr/>
            <p:nvPr/>
          </p:nvSpPr>
          <p:spPr>
            <a:xfrm>
              <a:off x="1086404" y="2505841"/>
              <a:ext cx="405833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86404" y="244853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59" name="J 台盆柜"/>
          <p:cNvGrpSpPr/>
          <p:nvPr/>
        </p:nvGrpSpPr>
        <p:grpSpPr>
          <a:xfrm>
            <a:off x="1200240" y="2547416"/>
            <a:ext cx="79182" cy="79182"/>
            <a:chOff x="1200240" y="2547416"/>
            <a:chExt cx="79182" cy="79182"/>
          </a:xfrm>
        </p:grpSpPr>
        <p:sp>
          <p:nvSpPr>
            <p:cNvPr id="260" name="Oval 259"/>
            <p:cNvSpPr/>
            <p:nvPr/>
          </p:nvSpPr>
          <p:spPr>
            <a:xfrm>
              <a:off x="1200240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1200240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62" name="P 台盆柜"/>
          <p:cNvGrpSpPr/>
          <p:nvPr/>
        </p:nvGrpSpPr>
        <p:grpSpPr>
          <a:xfrm>
            <a:off x="1299218" y="2547416"/>
            <a:ext cx="79182" cy="79182"/>
            <a:chOff x="1299218" y="2547416"/>
            <a:chExt cx="79182" cy="79182"/>
          </a:xfrm>
        </p:grpSpPr>
        <p:sp>
          <p:nvSpPr>
            <p:cNvPr id="263" name="Oval 262"/>
            <p:cNvSpPr/>
            <p:nvPr/>
          </p:nvSpPr>
          <p:spPr>
            <a:xfrm>
              <a:off x="1299218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299218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65" name="用水设备 淋浴房 F18_COMPACT_Room199_Shower"/>
          <p:cNvGrpSpPr/>
          <p:nvPr/>
        </p:nvGrpSpPr>
        <p:grpSpPr>
          <a:xfrm>
            <a:off x="1529979" y="2445291"/>
            <a:ext cx="416751" cy="422553"/>
            <a:chOff x="1529979" y="2445291"/>
            <a:chExt cx="416751" cy="422553"/>
          </a:xfrm>
        </p:grpSpPr>
        <p:sp>
          <p:nvSpPr>
            <p:cNvPr id="266" name="Rectangle 265"/>
            <p:cNvSpPr/>
            <p:nvPr/>
          </p:nvSpPr>
          <p:spPr>
            <a:xfrm>
              <a:off x="1529979" y="2502594"/>
              <a:ext cx="324666" cy="365250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529979" y="2445291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68" name="J 淋浴房"/>
          <p:cNvGrpSpPr/>
          <p:nvPr/>
        </p:nvGrpSpPr>
        <p:grpSpPr>
          <a:xfrm>
            <a:off x="1603232" y="2645628"/>
            <a:ext cx="79182" cy="79182"/>
            <a:chOff x="1603232" y="2645628"/>
            <a:chExt cx="79182" cy="79182"/>
          </a:xfrm>
        </p:grpSpPr>
        <p:sp>
          <p:nvSpPr>
            <p:cNvPr id="269" name="Oval 268"/>
            <p:cNvSpPr/>
            <p:nvPr/>
          </p:nvSpPr>
          <p:spPr>
            <a:xfrm>
              <a:off x="1603232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603232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71" name="P 淋浴房"/>
          <p:cNvGrpSpPr/>
          <p:nvPr/>
        </p:nvGrpSpPr>
        <p:grpSpPr>
          <a:xfrm>
            <a:off x="1702210" y="2645628"/>
            <a:ext cx="79182" cy="79182"/>
            <a:chOff x="1702210" y="2645628"/>
            <a:chExt cx="79182" cy="79182"/>
          </a:xfrm>
        </p:grpSpPr>
        <p:sp>
          <p:nvSpPr>
            <p:cNvPr id="272" name="Oval 271"/>
            <p:cNvSpPr/>
            <p:nvPr/>
          </p:nvSpPr>
          <p:spPr>
            <a:xfrm>
              <a:off x="1702210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702210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74" name="用水设备 马桶 F25_Toilet"/>
          <p:cNvGrpSpPr/>
          <p:nvPr/>
        </p:nvGrpSpPr>
        <p:grpSpPr>
          <a:xfrm>
            <a:off x="3662224" y="1467640"/>
            <a:ext cx="416751" cy="294715"/>
            <a:chOff x="3662224" y="1467640"/>
            <a:chExt cx="416751" cy="294715"/>
          </a:xfrm>
        </p:grpSpPr>
        <p:sp>
          <p:nvSpPr>
            <p:cNvPr id="275" name="Rectangle 274"/>
            <p:cNvSpPr/>
            <p:nvPr/>
          </p:nvSpPr>
          <p:spPr>
            <a:xfrm>
              <a:off x="3662224" y="1524943"/>
              <a:ext cx="146100" cy="23741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3662224" y="146764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马桶</a:t>
              </a:r>
            </a:p>
          </p:txBody>
        </p:sp>
      </p:grpSp>
      <p:grpSp>
        <p:nvGrpSpPr>
          <p:cNvPr id="277" name="W 马桶"/>
          <p:cNvGrpSpPr/>
          <p:nvPr/>
        </p:nvGrpSpPr>
        <p:grpSpPr>
          <a:xfrm>
            <a:off x="3639943" y="1597807"/>
            <a:ext cx="91684" cy="91684"/>
            <a:chOff x="3639943" y="1597807"/>
            <a:chExt cx="91684" cy="91684"/>
          </a:xfrm>
        </p:grpSpPr>
        <p:sp>
          <p:nvSpPr>
            <p:cNvPr id="278" name="Oval 277"/>
            <p:cNvSpPr/>
            <p:nvPr/>
          </p:nvSpPr>
          <p:spPr>
            <a:xfrm>
              <a:off x="3639943" y="1597807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Oval 278"/>
            <p:cNvSpPr/>
            <p:nvPr/>
          </p:nvSpPr>
          <p:spPr>
            <a:xfrm>
              <a:off x="3653487" y="1611351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39943" y="1597807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81" name="J 马桶"/>
          <p:cNvGrpSpPr/>
          <p:nvPr/>
        </p:nvGrpSpPr>
        <p:grpSpPr>
          <a:xfrm>
            <a:off x="3745172" y="1604058"/>
            <a:ext cx="79182" cy="79182"/>
            <a:chOff x="3745172" y="1604058"/>
            <a:chExt cx="79182" cy="79182"/>
          </a:xfrm>
        </p:grpSpPr>
        <p:sp>
          <p:nvSpPr>
            <p:cNvPr id="282" name="Oval 281"/>
            <p:cNvSpPr/>
            <p:nvPr/>
          </p:nvSpPr>
          <p:spPr>
            <a:xfrm>
              <a:off x="3745172" y="160405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745172" y="160405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84" name="用水设备 小台盆 F26_RearCompactBasin"/>
          <p:cNvGrpSpPr/>
          <p:nvPr/>
        </p:nvGrpSpPr>
        <p:grpSpPr>
          <a:xfrm>
            <a:off x="3763682" y="1841006"/>
            <a:ext cx="416751" cy="211520"/>
            <a:chOff x="3763682" y="1841006"/>
            <a:chExt cx="416751" cy="211520"/>
          </a:xfrm>
        </p:grpSpPr>
        <p:sp>
          <p:nvSpPr>
            <p:cNvPr id="285" name="Rectangle 284"/>
            <p:cNvSpPr/>
            <p:nvPr/>
          </p:nvSpPr>
          <p:spPr>
            <a:xfrm>
              <a:off x="3763682" y="1898309"/>
              <a:ext cx="121750" cy="154217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3763682" y="1841006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小台盆</a:t>
              </a:r>
            </a:p>
          </p:txBody>
        </p:sp>
      </p:grpSp>
      <p:grpSp>
        <p:nvGrpSpPr>
          <p:cNvPr id="287" name="J 小台盆"/>
          <p:cNvGrpSpPr/>
          <p:nvPr/>
        </p:nvGrpSpPr>
        <p:grpSpPr>
          <a:xfrm>
            <a:off x="3735477" y="1935826"/>
            <a:ext cx="79182" cy="79182"/>
            <a:chOff x="3735477" y="1935826"/>
            <a:chExt cx="79182" cy="79182"/>
          </a:xfrm>
        </p:grpSpPr>
        <p:sp>
          <p:nvSpPr>
            <p:cNvPr id="288" name="Oval 287"/>
            <p:cNvSpPr/>
            <p:nvPr/>
          </p:nvSpPr>
          <p:spPr>
            <a:xfrm>
              <a:off x="3735477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735477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0" name="P 小台盆"/>
          <p:cNvGrpSpPr/>
          <p:nvPr/>
        </p:nvGrpSpPr>
        <p:grpSpPr>
          <a:xfrm>
            <a:off x="3834455" y="1935826"/>
            <a:ext cx="79182" cy="79182"/>
            <a:chOff x="3834455" y="1935826"/>
            <a:chExt cx="79182" cy="79182"/>
          </a:xfrm>
        </p:grpSpPr>
        <p:sp>
          <p:nvSpPr>
            <p:cNvPr id="291" name="Oval 290"/>
            <p:cNvSpPr/>
            <p:nvPr/>
          </p:nvSpPr>
          <p:spPr>
            <a:xfrm>
              <a:off x="3834455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834455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93" name="用水设备 淋浴 F28_RearShower"/>
          <p:cNvGrpSpPr/>
          <p:nvPr/>
        </p:nvGrpSpPr>
        <p:grpSpPr>
          <a:xfrm>
            <a:off x="3585116" y="2069490"/>
            <a:ext cx="416751" cy="365736"/>
            <a:chOff x="3585116" y="2069490"/>
            <a:chExt cx="416751" cy="365736"/>
          </a:xfrm>
        </p:grpSpPr>
        <p:sp>
          <p:nvSpPr>
            <p:cNvPr id="294" name="Rectangle 293"/>
            <p:cNvSpPr/>
            <p:nvPr/>
          </p:nvSpPr>
          <p:spPr>
            <a:xfrm>
              <a:off x="3585116" y="2126793"/>
              <a:ext cx="300316" cy="3084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585116" y="206949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</a:t>
              </a:r>
            </a:p>
          </p:txBody>
        </p:sp>
      </p:grpSp>
      <p:grpSp>
        <p:nvGrpSpPr>
          <p:cNvPr id="296" name="J 淋浴"/>
          <p:cNvGrpSpPr/>
          <p:nvPr/>
        </p:nvGrpSpPr>
        <p:grpSpPr>
          <a:xfrm>
            <a:off x="3646194" y="2241418"/>
            <a:ext cx="79182" cy="79182"/>
            <a:chOff x="3646194" y="2241418"/>
            <a:chExt cx="79182" cy="79182"/>
          </a:xfrm>
        </p:grpSpPr>
        <p:sp>
          <p:nvSpPr>
            <p:cNvPr id="297" name="Oval 296"/>
            <p:cNvSpPr/>
            <p:nvPr/>
          </p:nvSpPr>
          <p:spPr>
            <a:xfrm>
              <a:off x="3646194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3646194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9" name="P 淋浴"/>
          <p:cNvGrpSpPr/>
          <p:nvPr/>
        </p:nvGrpSpPr>
        <p:grpSpPr>
          <a:xfrm>
            <a:off x="3745172" y="2241418"/>
            <a:ext cx="79182" cy="79182"/>
            <a:chOff x="3745172" y="2241418"/>
            <a:chExt cx="79182" cy="79182"/>
          </a:xfrm>
        </p:grpSpPr>
        <p:sp>
          <p:nvSpPr>
            <p:cNvPr id="300" name="Oval 299"/>
            <p:cNvSpPr/>
            <p:nvPr/>
          </p:nvSpPr>
          <p:spPr>
            <a:xfrm>
              <a:off x="3745172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3745172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302" name="图例（模型）"/>
          <p:cNvGrpSpPr/>
          <p:nvPr/>
        </p:nvGrpSpPr>
        <p:grpSpPr>
          <a:xfrm>
            <a:off x="9174174" y="914400"/>
            <a:ext cx="2980944" cy="1133856"/>
            <a:chOff x="9174174" y="914400"/>
            <a:chExt cx="2980944" cy="1133856"/>
          </a:xfrm>
        </p:grpSpPr>
        <p:sp>
          <p:nvSpPr>
            <p:cNvPr id="303" name="TextBox 302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04" name="图例"/>
            <p:cNvGrpSpPr/>
            <p:nvPr/>
          </p:nvGrpSpPr>
          <p:grpSpPr>
            <a:xfrm>
              <a:off x="9246692" y="1334390"/>
              <a:ext cx="110996" cy="110996"/>
              <a:chOff x="9246692" y="1334390"/>
              <a:chExt cx="110996" cy="110996"/>
            </a:xfrm>
          </p:grpSpPr>
          <p:sp>
            <p:nvSpPr>
              <p:cNvPr id="305" name="Oval 304"/>
              <p:cNvSpPr/>
              <p:nvPr/>
            </p:nvSpPr>
            <p:spPr>
              <a:xfrm>
                <a:off x="9246692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9246692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307" name="TextBox 306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9</a:t>
              </a:r>
            </a:p>
          </p:txBody>
        </p:sp>
        <p:grpSp>
          <p:nvGrpSpPr>
            <p:cNvPr id="308" name="图例"/>
            <p:cNvGrpSpPr/>
            <p:nvPr/>
          </p:nvGrpSpPr>
          <p:grpSpPr>
            <a:xfrm>
              <a:off x="9246692" y="1608710"/>
              <a:ext cx="110996" cy="110996"/>
              <a:chOff x="9246692" y="1608710"/>
              <a:chExt cx="110996" cy="110996"/>
            </a:xfrm>
          </p:grpSpPr>
          <p:sp>
            <p:nvSpPr>
              <p:cNvPr id="309" name="Oval 308"/>
              <p:cNvSpPr/>
              <p:nvPr/>
            </p:nvSpPr>
            <p:spPr>
              <a:xfrm>
                <a:off x="9246692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246692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6</a:t>
              </a:r>
            </a:p>
          </p:txBody>
        </p:sp>
        <p:grpSp>
          <p:nvGrpSpPr>
            <p:cNvPr id="312" name="图例"/>
            <p:cNvGrpSpPr/>
            <p:nvPr/>
          </p:nvGrpSpPr>
          <p:grpSpPr>
            <a:xfrm>
              <a:off x="9237928" y="1874266"/>
              <a:ext cx="128524" cy="128524"/>
              <a:chOff x="9237928" y="1874266"/>
              <a:chExt cx="128524" cy="128524"/>
            </a:xfrm>
          </p:grpSpPr>
          <p:sp>
            <p:nvSpPr>
              <p:cNvPr id="313" name="Oval 312"/>
              <p:cNvSpPr/>
              <p:nvPr/>
            </p:nvSpPr>
            <p:spPr>
              <a:xfrm>
                <a:off x="9237928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Oval 313"/>
              <p:cNvSpPr/>
              <p:nvPr/>
            </p:nvSpPr>
            <p:spPr>
              <a:xfrm>
                <a:off x="9256914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5" name="TextBox 314"/>
              <p:cNvSpPr txBox="1"/>
              <p:nvPr/>
            </p:nvSpPr>
            <p:spPr>
              <a:xfrm>
                <a:off x="9237928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316" name="TextBox 315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3</a:t>
              </a: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9174174" y="230428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378710" y="-580655"/>
            <a:ext cx="4042580" cy="8261310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988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88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2" name="Freeform 1"/>
          <p:cNvSpPr/>
          <p:nvPr/>
        </p:nvSpPr>
        <p:spPr>
          <a:xfrm>
            <a:off x="1687313" y="4988147"/>
            <a:ext cx="173824" cy="154135"/>
          </a:xfrm>
          <a:custGeom>
            <a:avLst/>
            <a:gdLst/>
            <a:ahLst/>
            <a:cxnLst/>
            <a:rect l="l" t="t" r="r" b="b"/>
            <a:pathLst>
              <a:path w="173824" h="154135">
                <a:moveTo>
                  <a:pt x="173824" y="0"/>
                </a:moveTo>
                <a:lnTo>
                  <a:pt x="158986" y="5152"/>
                </a:lnTo>
                <a:lnTo>
                  <a:pt x="144678" y="10902"/>
                </a:lnTo>
                <a:lnTo>
                  <a:pt x="130900" y="17249"/>
                </a:lnTo>
                <a:lnTo>
                  <a:pt x="117652" y="24193"/>
                </a:lnTo>
                <a:lnTo>
                  <a:pt x="104934" y="31735"/>
                </a:lnTo>
                <a:lnTo>
                  <a:pt x="92745" y="39875"/>
                </a:lnTo>
                <a:lnTo>
                  <a:pt x="81086" y="48612"/>
                </a:lnTo>
                <a:lnTo>
                  <a:pt x="69957" y="57947"/>
                </a:lnTo>
                <a:lnTo>
                  <a:pt x="59358" y="67879"/>
                </a:lnTo>
                <a:lnTo>
                  <a:pt x="49289" y="78409"/>
                </a:lnTo>
                <a:lnTo>
                  <a:pt x="39750" y="89536"/>
                </a:lnTo>
                <a:lnTo>
                  <a:pt x="30740" y="101261"/>
                </a:lnTo>
                <a:lnTo>
                  <a:pt x="22260" y="113583"/>
                </a:lnTo>
                <a:lnTo>
                  <a:pt x="14311" y="126503"/>
                </a:lnTo>
                <a:lnTo>
                  <a:pt x="6890" y="140020"/>
                </a:lnTo>
                <a:lnTo>
                  <a:pt x="0" y="15413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1861137" y="4988147"/>
            <a:ext cx="347395" cy="139120"/>
          </a:xfrm>
          <a:custGeom>
            <a:avLst/>
            <a:gdLst/>
            <a:ahLst/>
            <a:cxnLst/>
            <a:rect l="l" t="t" r="r" b="b"/>
            <a:pathLst>
              <a:path w="347395" h="139120">
                <a:moveTo>
                  <a:pt x="0" y="0"/>
                </a:moveTo>
                <a:lnTo>
                  <a:pt x="18133" y="17634"/>
                </a:lnTo>
                <a:lnTo>
                  <a:pt x="36743" y="34074"/>
                </a:lnTo>
                <a:lnTo>
                  <a:pt x="55830" y="49319"/>
                </a:lnTo>
                <a:lnTo>
                  <a:pt x="75394" y="63371"/>
                </a:lnTo>
                <a:lnTo>
                  <a:pt x="95436" y="76228"/>
                </a:lnTo>
                <a:lnTo>
                  <a:pt x="115955" y="87891"/>
                </a:lnTo>
                <a:lnTo>
                  <a:pt x="136951" y="98360"/>
                </a:lnTo>
                <a:lnTo>
                  <a:pt x="158425" y="107634"/>
                </a:lnTo>
                <a:lnTo>
                  <a:pt x="180376" y="115715"/>
                </a:lnTo>
                <a:lnTo>
                  <a:pt x="202804" y="122601"/>
                </a:lnTo>
                <a:lnTo>
                  <a:pt x="225709" y="128293"/>
                </a:lnTo>
                <a:lnTo>
                  <a:pt x="249092" y="132791"/>
                </a:lnTo>
                <a:lnTo>
                  <a:pt x="272952" y="136095"/>
                </a:lnTo>
                <a:lnTo>
                  <a:pt x="297289" y="138205"/>
                </a:lnTo>
                <a:lnTo>
                  <a:pt x="322103" y="139120"/>
                </a:lnTo>
                <a:lnTo>
                  <a:pt x="347395" y="138841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1218809" y="4737967"/>
            <a:ext cx="72474" cy="393692"/>
          </a:xfrm>
          <a:custGeom>
            <a:avLst/>
            <a:gdLst/>
            <a:ahLst/>
            <a:cxnLst/>
            <a:rect l="l" t="t" r="r" b="b"/>
            <a:pathLst>
              <a:path w="72474" h="393692">
                <a:moveTo>
                  <a:pt x="72474" y="0"/>
                </a:moveTo>
                <a:lnTo>
                  <a:pt x="59137" y="23291"/>
                </a:lnTo>
                <a:lnTo>
                  <a:pt x="47153" y="46757"/>
                </a:lnTo>
                <a:lnTo>
                  <a:pt x="36522" y="70399"/>
                </a:lnTo>
                <a:lnTo>
                  <a:pt x="27244" y="94216"/>
                </a:lnTo>
                <a:lnTo>
                  <a:pt x="19320" y="118208"/>
                </a:lnTo>
                <a:lnTo>
                  <a:pt x="12750" y="142375"/>
                </a:lnTo>
                <a:lnTo>
                  <a:pt x="7532" y="166718"/>
                </a:lnTo>
                <a:lnTo>
                  <a:pt x="3668" y="191236"/>
                </a:lnTo>
                <a:lnTo>
                  <a:pt x="1157" y="215930"/>
                </a:lnTo>
                <a:lnTo>
                  <a:pt x="0" y="240798"/>
                </a:lnTo>
                <a:lnTo>
                  <a:pt x="195" y="265842"/>
                </a:lnTo>
                <a:lnTo>
                  <a:pt x="1745" y="291062"/>
                </a:lnTo>
                <a:lnTo>
                  <a:pt x="4647" y="316456"/>
                </a:lnTo>
                <a:lnTo>
                  <a:pt x="8903" y="342026"/>
                </a:lnTo>
                <a:lnTo>
                  <a:pt x="14512" y="367771"/>
                </a:lnTo>
                <a:lnTo>
                  <a:pt x="21474" y="39369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Freeform 109"/>
          <p:cNvSpPr/>
          <p:nvPr/>
        </p:nvSpPr>
        <p:spPr>
          <a:xfrm>
            <a:off x="1291283" y="3993286"/>
            <a:ext cx="796997" cy="744681"/>
          </a:xfrm>
          <a:custGeom>
            <a:avLst/>
            <a:gdLst/>
            <a:ahLst/>
            <a:cxnLst/>
            <a:rect l="l" t="t" r="r" b="b"/>
            <a:pathLst>
              <a:path w="796997" h="744681">
                <a:moveTo>
                  <a:pt x="0" y="744681"/>
                </a:moveTo>
                <a:lnTo>
                  <a:pt x="69011" y="718686"/>
                </a:lnTo>
                <a:lnTo>
                  <a:pt x="135462" y="689952"/>
                </a:lnTo>
                <a:lnTo>
                  <a:pt x="199354" y="658477"/>
                </a:lnTo>
                <a:lnTo>
                  <a:pt x="260685" y="624263"/>
                </a:lnTo>
                <a:lnTo>
                  <a:pt x="319457" y="587310"/>
                </a:lnTo>
                <a:lnTo>
                  <a:pt x="375669" y="547616"/>
                </a:lnTo>
                <a:lnTo>
                  <a:pt x="429321" y="505183"/>
                </a:lnTo>
                <a:lnTo>
                  <a:pt x="480413" y="460010"/>
                </a:lnTo>
                <a:lnTo>
                  <a:pt x="528946" y="412098"/>
                </a:lnTo>
                <a:lnTo>
                  <a:pt x="574918" y="361446"/>
                </a:lnTo>
                <a:lnTo>
                  <a:pt x="618331" y="308054"/>
                </a:lnTo>
                <a:lnTo>
                  <a:pt x="659184" y="251923"/>
                </a:lnTo>
                <a:lnTo>
                  <a:pt x="697477" y="193052"/>
                </a:lnTo>
                <a:lnTo>
                  <a:pt x="733210" y="131441"/>
                </a:lnTo>
                <a:lnTo>
                  <a:pt x="766383" y="67090"/>
                </a:lnTo>
                <a:lnTo>
                  <a:pt x="79699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Freeform 110"/>
          <p:cNvSpPr/>
          <p:nvPr/>
        </p:nvSpPr>
        <p:spPr>
          <a:xfrm>
            <a:off x="2088280" y="3993286"/>
            <a:ext cx="1009857" cy="832708"/>
          </a:xfrm>
          <a:custGeom>
            <a:avLst/>
            <a:gdLst/>
            <a:ahLst/>
            <a:cxnLst/>
            <a:rect l="l" t="t" r="r" b="b"/>
            <a:pathLst>
              <a:path w="1009857" h="832708">
                <a:moveTo>
                  <a:pt x="1009857" y="832708"/>
                </a:moveTo>
                <a:lnTo>
                  <a:pt x="968210" y="754628"/>
                </a:lnTo>
                <a:lnTo>
                  <a:pt x="923699" y="680020"/>
                </a:lnTo>
                <a:lnTo>
                  <a:pt x="876327" y="608883"/>
                </a:lnTo>
                <a:lnTo>
                  <a:pt x="826091" y="541217"/>
                </a:lnTo>
                <a:lnTo>
                  <a:pt x="772994" y="477023"/>
                </a:lnTo>
                <a:lnTo>
                  <a:pt x="717034" y="416301"/>
                </a:lnTo>
                <a:lnTo>
                  <a:pt x="658211" y="359049"/>
                </a:lnTo>
                <a:lnTo>
                  <a:pt x="596526" y="305270"/>
                </a:lnTo>
                <a:lnTo>
                  <a:pt x="531979" y="254961"/>
                </a:lnTo>
                <a:lnTo>
                  <a:pt x="464569" y="208124"/>
                </a:lnTo>
                <a:lnTo>
                  <a:pt x="394297" y="164758"/>
                </a:lnTo>
                <a:lnTo>
                  <a:pt x="321163" y="124864"/>
                </a:lnTo>
                <a:lnTo>
                  <a:pt x="245166" y="88441"/>
                </a:lnTo>
                <a:lnTo>
                  <a:pt x="166306" y="55489"/>
                </a:lnTo>
                <a:lnTo>
                  <a:pt x="84584" y="2600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Freeform 111"/>
          <p:cNvSpPr/>
          <p:nvPr/>
        </p:nvSpPr>
        <p:spPr>
          <a:xfrm>
            <a:off x="1291283" y="4007534"/>
            <a:ext cx="264193" cy="730433"/>
          </a:xfrm>
          <a:custGeom>
            <a:avLst/>
            <a:gdLst/>
            <a:ahLst/>
            <a:cxnLst/>
            <a:rect l="l" t="t" r="r" b="b"/>
            <a:pathLst>
              <a:path w="264193" h="730433">
                <a:moveTo>
                  <a:pt x="0" y="730433"/>
                </a:moveTo>
                <a:lnTo>
                  <a:pt x="35189" y="691529"/>
                </a:lnTo>
                <a:lnTo>
                  <a:pt x="67867" y="651724"/>
                </a:lnTo>
                <a:lnTo>
                  <a:pt x="98034" y="611020"/>
                </a:lnTo>
                <a:lnTo>
                  <a:pt x="125690" y="569417"/>
                </a:lnTo>
                <a:lnTo>
                  <a:pt x="150836" y="526914"/>
                </a:lnTo>
                <a:lnTo>
                  <a:pt x="173471" y="483511"/>
                </a:lnTo>
                <a:lnTo>
                  <a:pt x="193594" y="439208"/>
                </a:lnTo>
                <a:lnTo>
                  <a:pt x="211207" y="394006"/>
                </a:lnTo>
                <a:lnTo>
                  <a:pt x="226309" y="347904"/>
                </a:lnTo>
                <a:lnTo>
                  <a:pt x="238900" y="300902"/>
                </a:lnTo>
                <a:lnTo>
                  <a:pt x="248981" y="253001"/>
                </a:lnTo>
                <a:lnTo>
                  <a:pt x="256550" y="204200"/>
                </a:lnTo>
                <a:lnTo>
                  <a:pt x="261609" y="154500"/>
                </a:lnTo>
                <a:lnTo>
                  <a:pt x="264156" y="103900"/>
                </a:lnTo>
                <a:lnTo>
                  <a:pt x="264193" y="52400"/>
                </a:lnTo>
                <a:lnTo>
                  <a:pt x="26171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Freeform 112"/>
          <p:cNvSpPr/>
          <p:nvPr/>
        </p:nvSpPr>
        <p:spPr>
          <a:xfrm>
            <a:off x="2621923" y="3533101"/>
            <a:ext cx="479783" cy="1292893"/>
          </a:xfrm>
          <a:custGeom>
            <a:avLst/>
            <a:gdLst/>
            <a:ahLst/>
            <a:cxnLst/>
            <a:rect l="l" t="t" r="r" b="b"/>
            <a:pathLst>
              <a:path w="479783" h="1292893">
                <a:moveTo>
                  <a:pt x="476214" y="1292893"/>
                </a:moveTo>
                <a:lnTo>
                  <a:pt x="479783" y="1199809"/>
                </a:lnTo>
                <a:lnTo>
                  <a:pt x="478908" y="1108363"/>
                </a:lnTo>
                <a:lnTo>
                  <a:pt x="473588" y="1018554"/>
                </a:lnTo>
                <a:lnTo>
                  <a:pt x="463825" y="930382"/>
                </a:lnTo>
                <a:lnTo>
                  <a:pt x="449616" y="843846"/>
                </a:lnTo>
                <a:lnTo>
                  <a:pt x="430964" y="758948"/>
                </a:lnTo>
                <a:lnTo>
                  <a:pt x="407867" y="675687"/>
                </a:lnTo>
                <a:lnTo>
                  <a:pt x="380326" y="594063"/>
                </a:lnTo>
                <a:lnTo>
                  <a:pt x="348340" y="514075"/>
                </a:lnTo>
                <a:lnTo>
                  <a:pt x="311910" y="435725"/>
                </a:lnTo>
                <a:lnTo>
                  <a:pt x="271036" y="359012"/>
                </a:lnTo>
                <a:lnTo>
                  <a:pt x="225718" y="283935"/>
                </a:lnTo>
                <a:lnTo>
                  <a:pt x="175955" y="210496"/>
                </a:lnTo>
                <a:lnTo>
                  <a:pt x="121748" y="138694"/>
                </a:lnTo>
                <a:lnTo>
                  <a:pt x="63096" y="685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Freeform 113"/>
          <p:cNvSpPr/>
          <p:nvPr/>
        </p:nvSpPr>
        <p:spPr>
          <a:xfrm>
            <a:off x="1553002" y="3533101"/>
            <a:ext cx="35583" cy="474433"/>
          </a:xfrm>
          <a:custGeom>
            <a:avLst/>
            <a:gdLst/>
            <a:ahLst/>
            <a:cxnLst/>
            <a:rect l="l" t="t" r="r" b="b"/>
            <a:pathLst>
              <a:path w="35583" h="474433">
                <a:moveTo>
                  <a:pt x="0" y="474433"/>
                </a:moveTo>
                <a:lnTo>
                  <a:pt x="8340" y="444781"/>
                </a:lnTo>
                <a:lnTo>
                  <a:pt x="15568" y="415129"/>
                </a:lnTo>
                <a:lnTo>
                  <a:pt x="21683" y="385477"/>
                </a:lnTo>
                <a:lnTo>
                  <a:pt x="26687" y="355825"/>
                </a:lnTo>
                <a:lnTo>
                  <a:pt x="30579" y="326173"/>
                </a:lnTo>
                <a:lnTo>
                  <a:pt x="33359" y="296521"/>
                </a:lnTo>
                <a:lnTo>
                  <a:pt x="35027" y="266869"/>
                </a:lnTo>
                <a:lnTo>
                  <a:pt x="35583" y="237216"/>
                </a:lnTo>
                <a:lnTo>
                  <a:pt x="35027" y="207564"/>
                </a:lnTo>
                <a:lnTo>
                  <a:pt x="33359" y="177912"/>
                </a:lnTo>
                <a:lnTo>
                  <a:pt x="30579" y="148260"/>
                </a:lnTo>
                <a:lnTo>
                  <a:pt x="26687" y="118608"/>
                </a:lnTo>
                <a:lnTo>
                  <a:pt x="21683" y="88956"/>
                </a:lnTo>
                <a:lnTo>
                  <a:pt x="15568" y="59304"/>
                </a:lnTo>
                <a:lnTo>
                  <a:pt x="8340" y="2965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Freeform 114"/>
          <p:cNvSpPr/>
          <p:nvPr/>
        </p:nvSpPr>
        <p:spPr>
          <a:xfrm>
            <a:off x="1553002" y="3533101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7"/>
                </a:lnTo>
                <a:lnTo>
                  <a:pt x="66970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7" y="34531"/>
                </a:lnTo>
                <a:lnTo>
                  <a:pt x="401822" y="30136"/>
                </a:lnTo>
                <a:lnTo>
                  <a:pt x="435307" y="24486"/>
                </a:lnTo>
                <a:lnTo>
                  <a:pt x="468792" y="17579"/>
                </a:lnTo>
                <a:lnTo>
                  <a:pt x="502277" y="9417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eeform 115"/>
          <p:cNvSpPr/>
          <p:nvPr/>
        </p:nvSpPr>
        <p:spPr>
          <a:xfrm>
            <a:off x="2088764" y="3533101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3" y="9372"/>
                </a:lnTo>
                <a:lnTo>
                  <a:pt x="66645" y="17494"/>
                </a:lnTo>
                <a:lnTo>
                  <a:pt x="99968" y="24367"/>
                </a:lnTo>
                <a:lnTo>
                  <a:pt x="133290" y="29990"/>
                </a:lnTo>
                <a:lnTo>
                  <a:pt x="166612" y="34363"/>
                </a:lnTo>
                <a:lnTo>
                  <a:pt x="199935" y="37487"/>
                </a:lnTo>
                <a:lnTo>
                  <a:pt x="233257" y="39362"/>
                </a:lnTo>
                <a:lnTo>
                  <a:pt x="266580" y="39987"/>
                </a:lnTo>
                <a:lnTo>
                  <a:pt x="299902" y="39362"/>
                </a:lnTo>
                <a:lnTo>
                  <a:pt x="333225" y="37487"/>
                </a:lnTo>
                <a:lnTo>
                  <a:pt x="366547" y="34363"/>
                </a:lnTo>
                <a:lnTo>
                  <a:pt x="399870" y="29990"/>
                </a:lnTo>
                <a:lnTo>
                  <a:pt x="433192" y="24367"/>
                </a:lnTo>
                <a:lnTo>
                  <a:pt x="466515" y="17494"/>
                </a:lnTo>
                <a:lnTo>
                  <a:pt x="499837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eeform 116"/>
          <p:cNvSpPr/>
          <p:nvPr/>
        </p:nvSpPr>
        <p:spPr>
          <a:xfrm>
            <a:off x="1291283" y="4450687"/>
            <a:ext cx="255591" cy="287280"/>
          </a:xfrm>
          <a:custGeom>
            <a:avLst/>
            <a:gdLst/>
            <a:ahLst/>
            <a:cxnLst/>
            <a:rect l="l" t="t" r="r" b="b"/>
            <a:pathLst>
              <a:path w="255591" h="287280">
                <a:moveTo>
                  <a:pt x="0" y="287280"/>
                </a:moveTo>
                <a:lnTo>
                  <a:pt x="23381" y="275915"/>
                </a:lnTo>
                <a:lnTo>
                  <a:pt x="45774" y="263671"/>
                </a:lnTo>
                <a:lnTo>
                  <a:pt x="67180" y="250548"/>
                </a:lnTo>
                <a:lnTo>
                  <a:pt x="87598" y="236546"/>
                </a:lnTo>
                <a:lnTo>
                  <a:pt x="107029" y="221667"/>
                </a:lnTo>
                <a:lnTo>
                  <a:pt x="125472" y="205908"/>
                </a:lnTo>
                <a:lnTo>
                  <a:pt x="142928" y="189271"/>
                </a:lnTo>
                <a:lnTo>
                  <a:pt x="159396" y="171755"/>
                </a:lnTo>
                <a:lnTo>
                  <a:pt x="174877" y="153361"/>
                </a:lnTo>
                <a:lnTo>
                  <a:pt x="189370" y="134088"/>
                </a:lnTo>
                <a:lnTo>
                  <a:pt x="202876" y="113936"/>
                </a:lnTo>
                <a:lnTo>
                  <a:pt x="215394" y="92906"/>
                </a:lnTo>
                <a:lnTo>
                  <a:pt x="226924" y="70998"/>
                </a:lnTo>
                <a:lnTo>
                  <a:pt x="237467" y="48210"/>
                </a:lnTo>
                <a:lnTo>
                  <a:pt x="247023" y="24545"/>
                </a:lnTo>
                <a:lnTo>
                  <a:pt x="25559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eeform 117"/>
          <p:cNvSpPr/>
          <p:nvPr/>
        </p:nvSpPr>
        <p:spPr>
          <a:xfrm>
            <a:off x="2615795" y="4450687"/>
            <a:ext cx="482342" cy="375307"/>
          </a:xfrm>
          <a:custGeom>
            <a:avLst/>
            <a:gdLst/>
            <a:ahLst/>
            <a:cxnLst/>
            <a:rect l="l" t="t" r="r" b="b"/>
            <a:pathLst>
              <a:path w="482342" h="375307">
                <a:moveTo>
                  <a:pt x="482342" y="375307"/>
                </a:moveTo>
                <a:lnTo>
                  <a:pt x="461872" y="339414"/>
                </a:lnTo>
                <a:lnTo>
                  <a:pt x="440111" y="305180"/>
                </a:lnTo>
                <a:lnTo>
                  <a:pt x="417060" y="272605"/>
                </a:lnTo>
                <a:lnTo>
                  <a:pt x="392720" y="241687"/>
                </a:lnTo>
                <a:lnTo>
                  <a:pt x="367089" y="212427"/>
                </a:lnTo>
                <a:lnTo>
                  <a:pt x="340167" y="184825"/>
                </a:lnTo>
                <a:lnTo>
                  <a:pt x="311956" y="158881"/>
                </a:lnTo>
                <a:lnTo>
                  <a:pt x="282455" y="134596"/>
                </a:lnTo>
                <a:lnTo>
                  <a:pt x="251663" y="111968"/>
                </a:lnTo>
                <a:lnTo>
                  <a:pt x="219582" y="90998"/>
                </a:lnTo>
                <a:lnTo>
                  <a:pt x="186210" y="71687"/>
                </a:lnTo>
                <a:lnTo>
                  <a:pt x="151548" y="54033"/>
                </a:lnTo>
                <a:lnTo>
                  <a:pt x="115596" y="38038"/>
                </a:lnTo>
                <a:lnTo>
                  <a:pt x="78354" y="23701"/>
                </a:lnTo>
                <a:lnTo>
                  <a:pt x="39822" y="1102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eeform 118"/>
          <p:cNvSpPr/>
          <p:nvPr/>
        </p:nvSpPr>
        <p:spPr>
          <a:xfrm>
            <a:off x="1546874" y="4450687"/>
            <a:ext cx="535762" cy="40182"/>
          </a:xfrm>
          <a:custGeom>
            <a:avLst/>
            <a:gdLst/>
            <a:ahLst/>
            <a:cxnLst/>
            <a:rect l="l" t="t" r="r" b="b"/>
            <a:pathLst>
              <a:path w="535762" h="40182">
                <a:moveTo>
                  <a:pt x="0" y="0"/>
                </a:moveTo>
                <a:lnTo>
                  <a:pt x="33485" y="9418"/>
                </a:lnTo>
                <a:lnTo>
                  <a:pt x="66970" y="17580"/>
                </a:lnTo>
                <a:lnTo>
                  <a:pt x="100455" y="24486"/>
                </a:lnTo>
                <a:lnTo>
                  <a:pt x="133940" y="30137"/>
                </a:lnTo>
                <a:lnTo>
                  <a:pt x="167425" y="34532"/>
                </a:lnTo>
                <a:lnTo>
                  <a:pt x="200910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2"/>
                </a:lnTo>
                <a:lnTo>
                  <a:pt x="401821" y="30137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7" y="9418"/>
                </a:lnTo>
                <a:lnTo>
                  <a:pt x="53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/>
          <p:cNvSpPr/>
          <p:nvPr/>
        </p:nvSpPr>
        <p:spPr>
          <a:xfrm>
            <a:off x="2082636" y="4450687"/>
            <a:ext cx="533159" cy="39987"/>
          </a:xfrm>
          <a:custGeom>
            <a:avLst/>
            <a:gdLst/>
            <a:ahLst/>
            <a:cxnLst/>
            <a:rect l="l" t="t" r="r" b="b"/>
            <a:pathLst>
              <a:path w="533159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2" y="34364"/>
                </a:lnTo>
                <a:lnTo>
                  <a:pt x="199934" y="37488"/>
                </a:lnTo>
                <a:lnTo>
                  <a:pt x="233257" y="39362"/>
                </a:lnTo>
                <a:lnTo>
                  <a:pt x="266579" y="39987"/>
                </a:lnTo>
                <a:lnTo>
                  <a:pt x="299902" y="39362"/>
                </a:lnTo>
                <a:lnTo>
                  <a:pt x="333224" y="37488"/>
                </a:lnTo>
                <a:lnTo>
                  <a:pt x="366547" y="34364"/>
                </a:lnTo>
                <a:lnTo>
                  <a:pt x="399869" y="29990"/>
                </a:lnTo>
                <a:lnTo>
                  <a:pt x="433192" y="24367"/>
                </a:lnTo>
                <a:lnTo>
                  <a:pt x="466514" y="17494"/>
                </a:lnTo>
                <a:lnTo>
                  <a:pt x="499836" y="9372"/>
                </a:lnTo>
                <a:lnTo>
                  <a:pt x="53315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Freeform 120"/>
          <p:cNvSpPr/>
          <p:nvPr/>
        </p:nvSpPr>
        <p:spPr>
          <a:xfrm>
            <a:off x="2615795" y="3998864"/>
            <a:ext cx="36951" cy="451823"/>
          </a:xfrm>
          <a:custGeom>
            <a:avLst/>
            <a:gdLst/>
            <a:ahLst/>
            <a:cxnLst/>
            <a:rect l="l" t="t" r="r" b="b"/>
            <a:pathLst>
              <a:path w="36951" h="451823">
                <a:moveTo>
                  <a:pt x="0" y="451823"/>
                </a:moveTo>
                <a:lnTo>
                  <a:pt x="8325" y="423692"/>
                </a:lnTo>
                <a:lnTo>
                  <a:pt x="15591" y="395546"/>
                </a:lnTo>
                <a:lnTo>
                  <a:pt x="21799" y="367386"/>
                </a:lnTo>
                <a:lnTo>
                  <a:pt x="26947" y="339212"/>
                </a:lnTo>
                <a:lnTo>
                  <a:pt x="31036" y="311023"/>
                </a:lnTo>
                <a:lnTo>
                  <a:pt x="34067" y="282820"/>
                </a:lnTo>
                <a:lnTo>
                  <a:pt x="36038" y="254603"/>
                </a:lnTo>
                <a:lnTo>
                  <a:pt x="36951" y="226371"/>
                </a:lnTo>
                <a:lnTo>
                  <a:pt x="36804" y="198125"/>
                </a:lnTo>
                <a:lnTo>
                  <a:pt x="35599" y="169865"/>
                </a:lnTo>
                <a:lnTo>
                  <a:pt x="33335" y="141590"/>
                </a:lnTo>
                <a:lnTo>
                  <a:pt x="30011" y="113301"/>
                </a:lnTo>
                <a:lnTo>
                  <a:pt x="25629" y="84997"/>
                </a:lnTo>
                <a:lnTo>
                  <a:pt x="20188" y="56679"/>
                </a:lnTo>
                <a:lnTo>
                  <a:pt x="13688" y="28347"/>
                </a:lnTo>
                <a:lnTo>
                  <a:pt x="6128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Freeform 121"/>
          <p:cNvSpPr/>
          <p:nvPr/>
        </p:nvSpPr>
        <p:spPr>
          <a:xfrm>
            <a:off x="3172265" y="3938460"/>
            <a:ext cx="657586" cy="665151"/>
          </a:xfrm>
          <a:custGeom>
            <a:avLst/>
            <a:gdLst/>
            <a:ahLst/>
            <a:cxnLst/>
            <a:rect l="l" t="t" r="r" b="b"/>
            <a:pathLst>
              <a:path w="657586" h="665151">
                <a:moveTo>
                  <a:pt x="0" y="665151"/>
                </a:moveTo>
                <a:lnTo>
                  <a:pt x="58247" y="640533"/>
                </a:lnTo>
                <a:lnTo>
                  <a:pt x="114208" y="613654"/>
                </a:lnTo>
                <a:lnTo>
                  <a:pt x="167883" y="584514"/>
                </a:lnTo>
                <a:lnTo>
                  <a:pt x="219271" y="553114"/>
                </a:lnTo>
                <a:lnTo>
                  <a:pt x="268373" y="519454"/>
                </a:lnTo>
                <a:lnTo>
                  <a:pt x="315188" y="483533"/>
                </a:lnTo>
                <a:lnTo>
                  <a:pt x="359717" y="445352"/>
                </a:lnTo>
                <a:lnTo>
                  <a:pt x="401959" y="404910"/>
                </a:lnTo>
                <a:lnTo>
                  <a:pt x="441915" y="362208"/>
                </a:lnTo>
                <a:lnTo>
                  <a:pt x="479585" y="317245"/>
                </a:lnTo>
                <a:lnTo>
                  <a:pt x="514968" y="270022"/>
                </a:lnTo>
                <a:lnTo>
                  <a:pt x="548064" y="220539"/>
                </a:lnTo>
                <a:lnTo>
                  <a:pt x="578874" y="168795"/>
                </a:lnTo>
                <a:lnTo>
                  <a:pt x="607398" y="114790"/>
                </a:lnTo>
                <a:lnTo>
                  <a:pt x="633635" y="58526"/>
                </a:lnTo>
                <a:lnTo>
                  <a:pt x="65758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/>
          <p:cNvSpPr/>
          <p:nvPr/>
        </p:nvSpPr>
        <p:spPr>
          <a:xfrm>
            <a:off x="2963782" y="3938460"/>
            <a:ext cx="866069" cy="507631"/>
          </a:xfrm>
          <a:custGeom>
            <a:avLst/>
            <a:gdLst/>
            <a:ahLst/>
            <a:cxnLst/>
            <a:rect l="l" t="t" r="r" b="b"/>
            <a:pathLst>
              <a:path w="866069" h="507631">
                <a:moveTo>
                  <a:pt x="0" y="507631"/>
                </a:moveTo>
                <a:lnTo>
                  <a:pt x="67216" y="498232"/>
                </a:lnTo>
                <a:lnTo>
                  <a:pt x="132688" y="485857"/>
                </a:lnTo>
                <a:lnTo>
                  <a:pt x="196415" y="470504"/>
                </a:lnTo>
                <a:lnTo>
                  <a:pt x="258396" y="452174"/>
                </a:lnTo>
                <a:lnTo>
                  <a:pt x="318633" y="430867"/>
                </a:lnTo>
                <a:lnTo>
                  <a:pt x="377125" y="406583"/>
                </a:lnTo>
                <a:lnTo>
                  <a:pt x="433872" y="379321"/>
                </a:lnTo>
                <a:lnTo>
                  <a:pt x="488874" y="349083"/>
                </a:lnTo>
                <a:lnTo>
                  <a:pt x="542130" y="315868"/>
                </a:lnTo>
                <a:lnTo>
                  <a:pt x="593642" y="279675"/>
                </a:lnTo>
                <a:lnTo>
                  <a:pt x="643409" y="240505"/>
                </a:lnTo>
                <a:lnTo>
                  <a:pt x="691431" y="198359"/>
                </a:lnTo>
                <a:lnTo>
                  <a:pt x="737708" y="153235"/>
                </a:lnTo>
                <a:lnTo>
                  <a:pt x="782240" y="105134"/>
                </a:lnTo>
                <a:lnTo>
                  <a:pt x="825027" y="54055"/>
                </a:lnTo>
                <a:lnTo>
                  <a:pt x="866069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Freeform 123"/>
          <p:cNvSpPr/>
          <p:nvPr/>
        </p:nvSpPr>
        <p:spPr>
          <a:xfrm>
            <a:off x="3172265" y="3918292"/>
            <a:ext cx="145675" cy="685319"/>
          </a:xfrm>
          <a:custGeom>
            <a:avLst/>
            <a:gdLst/>
            <a:ahLst/>
            <a:cxnLst/>
            <a:rect l="l" t="t" r="r" b="b"/>
            <a:pathLst>
              <a:path w="145675" h="685319">
                <a:moveTo>
                  <a:pt x="0" y="685319"/>
                </a:moveTo>
                <a:lnTo>
                  <a:pt x="25022" y="645520"/>
                </a:lnTo>
                <a:lnTo>
                  <a:pt x="47688" y="605317"/>
                </a:lnTo>
                <a:lnTo>
                  <a:pt x="67999" y="564709"/>
                </a:lnTo>
                <a:lnTo>
                  <a:pt x="85954" y="523697"/>
                </a:lnTo>
                <a:lnTo>
                  <a:pt x="101553" y="482280"/>
                </a:lnTo>
                <a:lnTo>
                  <a:pt x="114796" y="440458"/>
                </a:lnTo>
                <a:lnTo>
                  <a:pt x="125683" y="398232"/>
                </a:lnTo>
                <a:lnTo>
                  <a:pt x="134215" y="355602"/>
                </a:lnTo>
                <a:lnTo>
                  <a:pt x="140391" y="312568"/>
                </a:lnTo>
                <a:lnTo>
                  <a:pt x="144211" y="269128"/>
                </a:lnTo>
                <a:lnTo>
                  <a:pt x="145675" y="225285"/>
                </a:lnTo>
                <a:lnTo>
                  <a:pt x="144784" y="181037"/>
                </a:lnTo>
                <a:lnTo>
                  <a:pt x="141537" y="136384"/>
                </a:lnTo>
                <a:lnTo>
                  <a:pt x="135934" y="91327"/>
                </a:lnTo>
                <a:lnTo>
                  <a:pt x="127975" y="45866"/>
                </a:lnTo>
                <a:lnTo>
                  <a:pt x="11766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Freeform 124"/>
          <p:cNvSpPr/>
          <p:nvPr/>
        </p:nvSpPr>
        <p:spPr>
          <a:xfrm>
            <a:off x="2963782" y="3918292"/>
            <a:ext cx="326143" cy="527799"/>
          </a:xfrm>
          <a:custGeom>
            <a:avLst/>
            <a:gdLst/>
            <a:ahLst/>
            <a:cxnLst/>
            <a:rect l="l" t="t" r="r" b="b"/>
            <a:pathLst>
              <a:path w="326143" h="527799">
                <a:moveTo>
                  <a:pt x="0" y="527799"/>
                </a:moveTo>
                <a:lnTo>
                  <a:pt x="33991" y="503220"/>
                </a:lnTo>
                <a:lnTo>
                  <a:pt x="66168" y="477520"/>
                </a:lnTo>
                <a:lnTo>
                  <a:pt x="96530" y="450698"/>
                </a:lnTo>
                <a:lnTo>
                  <a:pt x="125079" y="422756"/>
                </a:lnTo>
                <a:lnTo>
                  <a:pt x="151813" y="393692"/>
                </a:lnTo>
                <a:lnTo>
                  <a:pt x="176733" y="363508"/>
                </a:lnTo>
                <a:lnTo>
                  <a:pt x="199838" y="332202"/>
                </a:lnTo>
                <a:lnTo>
                  <a:pt x="221129" y="299775"/>
                </a:lnTo>
                <a:lnTo>
                  <a:pt x="240606" y="266227"/>
                </a:lnTo>
                <a:lnTo>
                  <a:pt x="258269" y="231558"/>
                </a:lnTo>
                <a:lnTo>
                  <a:pt x="274117" y="195768"/>
                </a:lnTo>
                <a:lnTo>
                  <a:pt x="288151" y="158856"/>
                </a:lnTo>
                <a:lnTo>
                  <a:pt x="300370" y="120824"/>
                </a:lnTo>
                <a:lnTo>
                  <a:pt x="310775" y="81670"/>
                </a:lnTo>
                <a:lnTo>
                  <a:pt x="319366" y="41396"/>
                </a:lnTo>
                <a:lnTo>
                  <a:pt x="3261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Freeform 125"/>
          <p:cNvSpPr/>
          <p:nvPr/>
        </p:nvSpPr>
        <p:spPr>
          <a:xfrm>
            <a:off x="3279108" y="3533101"/>
            <a:ext cx="34523" cy="385191"/>
          </a:xfrm>
          <a:custGeom>
            <a:avLst/>
            <a:gdLst/>
            <a:ahLst/>
            <a:cxnLst/>
            <a:rect l="l" t="t" r="r" b="b"/>
            <a:pathLst>
              <a:path w="34523" h="385191">
                <a:moveTo>
                  <a:pt x="10817" y="385191"/>
                </a:moveTo>
                <a:lnTo>
                  <a:pt x="16912" y="360926"/>
                </a:lnTo>
                <a:lnTo>
                  <a:pt x="22104" y="336687"/>
                </a:lnTo>
                <a:lnTo>
                  <a:pt x="26393" y="312473"/>
                </a:lnTo>
                <a:lnTo>
                  <a:pt x="29780" y="288285"/>
                </a:lnTo>
                <a:lnTo>
                  <a:pt x="32264" y="264121"/>
                </a:lnTo>
                <a:lnTo>
                  <a:pt x="33845" y="239984"/>
                </a:lnTo>
                <a:lnTo>
                  <a:pt x="34523" y="215871"/>
                </a:lnTo>
                <a:lnTo>
                  <a:pt x="34298" y="191784"/>
                </a:lnTo>
                <a:lnTo>
                  <a:pt x="33171" y="167722"/>
                </a:lnTo>
                <a:lnTo>
                  <a:pt x="31140" y="143686"/>
                </a:lnTo>
                <a:lnTo>
                  <a:pt x="28207" y="119675"/>
                </a:lnTo>
                <a:lnTo>
                  <a:pt x="24372" y="95689"/>
                </a:lnTo>
                <a:lnTo>
                  <a:pt x="19633" y="71729"/>
                </a:lnTo>
                <a:lnTo>
                  <a:pt x="13992" y="47794"/>
                </a:lnTo>
                <a:lnTo>
                  <a:pt x="7447" y="23884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Freeform 126"/>
          <p:cNvSpPr/>
          <p:nvPr/>
        </p:nvSpPr>
        <p:spPr>
          <a:xfrm>
            <a:off x="3279108" y="353310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7"/>
                </a:lnTo>
                <a:lnTo>
                  <a:pt x="66971" y="17579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0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0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79"/>
                </a:lnTo>
                <a:lnTo>
                  <a:pt x="502276" y="9417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Freeform 127"/>
          <p:cNvSpPr/>
          <p:nvPr/>
        </p:nvSpPr>
        <p:spPr>
          <a:xfrm>
            <a:off x="3814869" y="353310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Freeform 128"/>
          <p:cNvSpPr/>
          <p:nvPr/>
        </p:nvSpPr>
        <p:spPr>
          <a:xfrm>
            <a:off x="3172265" y="4335321"/>
            <a:ext cx="107083" cy="268290"/>
          </a:xfrm>
          <a:custGeom>
            <a:avLst/>
            <a:gdLst/>
            <a:ahLst/>
            <a:cxnLst/>
            <a:rect l="l" t="t" r="r" b="b"/>
            <a:pathLst>
              <a:path w="107083" h="268290">
                <a:moveTo>
                  <a:pt x="0" y="268290"/>
                </a:moveTo>
                <a:lnTo>
                  <a:pt x="13594" y="254277"/>
                </a:lnTo>
                <a:lnTo>
                  <a:pt x="26267" y="239896"/>
                </a:lnTo>
                <a:lnTo>
                  <a:pt x="38017" y="225148"/>
                </a:lnTo>
                <a:lnTo>
                  <a:pt x="48845" y="210032"/>
                </a:lnTo>
                <a:lnTo>
                  <a:pt x="58750" y="194550"/>
                </a:lnTo>
                <a:lnTo>
                  <a:pt x="67734" y="178700"/>
                </a:lnTo>
                <a:lnTo>
                  <a:pt x="75795" y="162482"/>
                </a:lnTo>
                <a:lnTo>
                  <a:pt x="82934" y="145898"/>
                </a:lnTo>
                <a:lnTo>
                  <a:pt x="89150" y="128946"/>
                </a:lnTo>
                <a:lnTo>
                  <a:pt x="94445" y="111627"/>
                </a:lnTo>
                <a:lnTo>
                  <a:pt x="98817" y="93941"/>
                </a:lnTo>
                <a:lnTo>
                  <a:pt x="102267" y="75887"/>
                </a:lnTo>
                <a:lnTo>
                  <a:pt x="104794" y="57466"/>
                </a:lnTo>
                <a:lnTo>
                  <a:pt x="106399" y="38678"/>
                </a:lnTo>
                <a:lnTo>
                  <a:pt x="107083" y="19523"/>
                </a:lnTo>
                <a:lnTo>
                  <a:pt x="106843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Freeform 129"/>
          <p:cNvSpPr/>
          <p:nvPr/>
        </p:nvSpPr>
        <p:spPr>
          <a:xfrm>
            <a:off x="2963782" y="4335321"/>
            <a:ext cx="315326" cy="112099"/>
          </a:xfrm>
          <a:custGeom>
            <a:avLst/>
            <a:gdLst/>
            <a:ahLst/>
            <a:cxnLst/>
            <a:rect l="l" t="t" r="r" b="b"/>
            <a:pathLst>
              <a:path w="315326" h="112099">
                <a:moveTo>
                  <a:pt x="0" y="110770"/>
                </a:moveTo>
                <a:lnTo>
                  <a:pt x="22563" y="111976"/>
                </a:lnTo>
                <a:lnTo>
                  <a:pt x="44746" y="112099"/>
                </a:lnTo>
                <a:lnTo>
                  <a:pt x="66548" y="111137"/>
                </a:lnTo>
                <a:lnTo>
                  <a:pt x="87970" y="109092"/>
                </a:lnTo>
                <a:lnTo>
                  <a:pt x="109010" y="105962"/>
                </a:lnTo>
                <a:lnTo>
                  <a:pt x="129670" y="101749"/>
                </a:lnTo>
                <a:lnTo>
                  <a:pt x="149949" y="96452"/>
                </a:lnTo>
                <a:lnTo>
                  <a:pt x="169848" y="90071"/>
                </a:lnTo>
                <a:lnTo>
                  <a:pt x="189365" y="82606"/>
                </a:lnTo>
                <a:lnTo>
                  <a:pt x="208502" y="74057"/>
                </a:lnTo>
                <a:lnTo>
                  <a:pt x="227258" y="64424"/>
                </a:lnTo>
                <a:lnTo>
                  <a:pt x="245633" y="53707"/>
                </a:lnTo>
                <a:lnTo>
                  <a:pt x="263628" y="41906"/>
                </a:lnTo>
                <a:lnTo>
                  <a:pt x="281241" y="29021"/>
                </a:lnTo>
                <a:lnTo>
                  <a:pt x="298474" y="15053"/>
                </a:lnTo>
                <a:lnTo>
                  <a:pt x="31532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Freeform 130"/>
          <p:cNvSpPr/>
          <p:nvPr/>
        </p:nvSpPr>
        <p:spPr>
          <a:xfrm>
            <a:off x="3279108" y="4335321"/>
            <a:ext cx="535761" cy="40182"/>
          </a:xfrm>
          <a:custGeom>
            <a:avLst/>
            <a:gdLst/>
            <a:ahLst/>
            <a:cxnLst/>
            <a:rect l="l" t="t" r="r" b="b"/>
            <a:pathLst>
              <a:path w="535761" h="40182">
                <a:moveTo>
                  <a:pt x="0" y="0"/>
                </a:moveTo>
                <a:lnTo>
                  <a:pt x="33485" y="9418"/>
                </a:lnTo>
                <a:lnTo>
                  <a:pt x="66971" y="17580"/>
                </a:lnTo>
                <a:lnTo>
                  <a:pt x="100456" y="24486"/>
                </a:lnTo>
                <a:lnTo>
                  <a:pt x="133941" y="30136"/>
                </a:lnTo>
                <a:lnTo>
                  <a:pt x="167426" y="34531"/>
                </a:lnTo>
                <a:lnTo>
                  <a:pt x="200911" y="37671"/>
                </a:lnTo>
                <a:lnTo>
                  <a:pt x="234396" y="39554"/>
                </a:lnTo>
                <a:lnTo>
                  <a:pt x="267881" y="40182"/>
                </a:lnTo>
                <a:lnTo>
                  <a:pt x="301366" y="39554"/>
                </a:lnTo>
                <a:lnTo>
                  <a:pt x="334851" y="37671"/>
                </a:lnTo>
                <a:lnTo>
                  <a:pt x="368336" y="34531"/>
                </a:lnTo>
                <a:lnTo>
                  <a:pt x="401821" y="30136"/>
                </a:lnTo>
                <a:lnTo>
                  <a:pt x="435306" y="24486"/>
                </a:lnTo>
                <a:lnTo>
                  <a:pt x="468791" y="17580"/>
                </a:lnTo>
                <a:lnTo>
                  <a:pt x="502276" y="9418"/>
                </a:lnTo>
                <a:lnTo>
                  <a:pt x="5357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Freeform 131"/>
          <p:cNvSpPr/>
          <p:nvPr/>
        </p:nvSpPr>
        <p:spPr>
          <a:xfrm>
            <a:off x="3814869" y="4335321"/>
            <a:ext cx="533161" cy="39987"/>
          </a:xfrm>
          <a:custGeom>
            <a:avLst/>
            <a:gdLst/>
            <a:ahLst/>
            <a:cxnLst/>
            <a:rect l="l" t="t" r="r" b="b"/>
            <a:pathLst>
              <a:path w="533161" h="39987">
                <a:moveTo>
                  <a:pt x="0" y="0"/>
                </a:moveTo>
                <a:lnTo>
                  <a:pt x="33322" y="9372"/>
                </a:lnTo>
                <a:lnTo>
                  <a:pt x="66645" y="17494"/>
                </a:lnTo>
                <a:lnTo>
                  <a:pt x="99967" y="24367"/>
                </a:lnTo>
                <a:lnTo>
                  <a:pt x="133290" y="29990"/>
                </a:lnTo>
                <a:lnTo>
                  <a:pt x="166613" y="34364"/>
                </a:lnTo>
                <a:lnTo>
                  <a:pt x="199935" y="37488"/>
                </a:lnTo>
                <a:lnTo>
                  <a:pt x="233258" y="39362"/>
                </a:lnTo>
                <a:lnTo>
                  <a:pt x="266580" y="39987"/>
                </a:lnTo>
                <a:lnTo>
                  <a:pt x="299903" y="39362"/>
                </a:lnTo>
                <a:lnTo>
                  <a:pt x="333225" y="37488"/>
                </a:lnTo>
                <a:lnTo>
                  <a:pt x="366548" y="34364"/>
                </a:lnTo>
                <a:lnTo>
                  <a:pt x="399870" y="29990"/>
                </a:lnTo>
                <a:lnTo>
                  <a:pt x="433193" y="24367"/>
                </a:lnTo>
                <a:lnTo>
                  <a:pt x="466516" y="17494"/>
                </a:lnTo>
                <a:lnTo>
                  <a:pt x="499838" y="9372"/>
                </a:lnTo>
                <a:lnTo>
                  <a:pt x="5331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Freeform 132"/>
          <p:cNvSpPr/>
          <p:nvPr/>
        </p:nvSpPr>
        <p:spPr>
          <a:xfrm>
            <a:off x="4348030" y="3947256"/>
            <a:ext cx="34734" cy="388065"/>
          </a:xfrm>
          <a:custGeom>
            <a:avLst/>
            <a:gdLst/>
            <a:ahLst/>
            <a:cxnLst/>
            <a:rect l="l" t="t" r="r" b="b"/>
            <a:pathLst>
              <a:path w="34734" h="388065">
                <a:moveTo>
                  <a:pt x="0" y="388065"/>
                </a:moveTo>
                <a:lnTo>
                  <a:pt x="7497" y="364001"/>
                </a:lnTo>
                <a:lnTo>
                  <a:pt x="14085" y="339912"/>
                </a:lnTo>
                <a:lnTo>
                  <a:pt x="19764" y="315797"/>
                </a:lnTo>
                <a:lnTo>
                  <a:pt x="24533" y="291657"/>
                </a:lnTo>
                <a:lnTo>
                  <a:pt x="28392" y="267492"/>
                </a:lnTo>
                <a:lnTo>
                  <a:pt x="31342" y="243301"/>
                </a:lnTo>
                <a:lnTo>
                  <a:pt x="33382" y="219085"/>
                </a:lnTo>
                <a:lnTo>
                  <a:pt x="34513" y="194844"/>
                </a:lnTo>
                <a:lnTo>
                  <a:pt x="34734" y="170577"/>
                </a:lnTo>
                <a:lnTo>
                  <a:pt x="34046" y="146285"/>
                </a:lnTo>
                <a:lnTo>
                  <a:pt x="32448" y="121968"/>
                </a:lnTo>
                <a:lnTo>
                  <a:pt x="29941" y="97625"/>
                </a:lnTo>
                <a:lnTo>
                  <a:pt x="26524" y="73257"/>
                </a:lnTo>
                <a:lnTo>
                  <a:pt x="22198" y="48863"/>
                </a:lnTo>
                <a:lnTo>
                  <a:pt x="16962" y="24444"/>
                </a:lnTo>
                <a:lnTo>
                  <a:pt x="10816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Freeform 133"/>
          <p:cNvSpPr/>
          <p:nvPr/>
        </p:nvSpPr>
        <p:spPr>
          <a:xfrm>
            <a:off x="2727817" y="2404064"/>
            <a:ext cx="254687" cy="624341"/>
          </a:xfrm>
          <a:custGeom>
            <a:avLst/>
            <a:gdLst/>
            <a:ahLst/>
            <a:cxnLst/>
            <a:rect l="l" t="t" r="r" b="b"/>
            <a:pathLst>
              <a:path w="254687" h="624341">
                <a:moveTo>
                  <a:pt x="254496" y="624341"/>
                </a:moveTo>
                <a:lnTo>
                  <a:pt x="254687" y="578758"/>
                </a:lnTo>
                <a:lnTo>
                  <a:pt x="252731" y="534051"/>
                </a:lnTo>
                <a:lnTo>
                  <a:pt x="248629" y="490218"/>
                </a:lnTo>
                <a:lnTo>
                  <a:pt x="242380" y="447260"/>
                </a:lnTo>
                <a:lnTo>
                  <a:pt x="233986" y="405177"/>
                </a:lnTo>
                <a:lnTo>
                  <a:pt x="223445" y="363968"/>
                </a:lnTo>
                <a:lnTo>
                  <a:pt x="210759" y="323635"/>
                </a:lnTo>
                <a:lnTo>
                  <a:pt x="195926" y="284176"/>
                </a:lnTo>
                <a:lnTo>
                  <a:pt x="178947" y="245592"/>
                </a:lnTo>
                <a:lnTo>
                  <a:pt x="159821" y="207883"/>
                </a:lnTo>
                <a:lnTo>
                  <a:pt x="138550" y="171049"/>
                </a:lnTo>
                <a:lnTo>
                  <a:pt x="115132" y="135089"/>
                </a:lnTo>
                <a:lnTo>
                  <a:pt x="89569" y="100005"/>
                </a:lnTo>
                <a:lnTo>
                  <a:pt x="61859" y="65795"/>
                </a:lnTo>
                <a:lnTo>
                  <a:pt x="32003" y="3246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reeform 134"/>
          <p:cNvSpPr/>
          <p:nvPr/>
        </p:nvSpPr>
        <p:spPr>
          <a:xfrm>
            <a:off x="1898201" y="2032319"/>
            <a:ext cx="829616" cy="371745"/>
          </a:xfrm>
          <a:custGeom>
            <a:avLst/>
            <a:gdLst/>
            <a:ahLst/>
            <a:cxnLst/>
            <a:rect l="l" t="t" r="r" b="b"/>
            <a:pathLst>
              <a:path w="829616" h="371745">
                <a:moveTo>
                  <a:pt x="0" y="0"/>
                </a:moveTo>
                <a:lnTo>
                  <a:pt x="42267" y="44622"/>
                </a:lnTo>
                <a:lnTo>
                  <a:pt x="85812" y="86393"/>
                </a:lnTo>
                <a:lnTo>
                  <a:pt x="130634" y="125312"/>
                </a:lnTo>
                <a:lnTo>
                  <a:pt x="176735" y="161379"/>
                </a:lnTo>
                <a:lnTo>
                  <a:pt x="224113" y="194595"/>
                </a:lnTo>
                <a:lnTo>
                  <a:pt x="272770" y="224958"/>
                </a:lnTo>
                <a:lnTo>
                  <a:pt x="322704" y="252470"/>
                </a:lnTo>
                <a:lnTo>
                  <a:pt x="373916" y="277130"/>
                </a:lnTo>
                <a:lnTo>
                  <a:pt x="426406" y="298938"/>
                </a:lnTo>
                <a:lnTo>
                  <a:pt x="480174" y="317895"/>
                </a:lnTo>
                <a:lnTo>
                  <a:pt x="535220" y="333999"/>
                </a:lnTo>
                <a:lnTo>
                  <a:pt x="591543" y="347252"/>
                </a:lnTo>
                <a:lnTo>
                  <a:pt x="649145" y="357653"/>
                </a:lnTo>
                <a:lnTo>
                  <a:pt x="708024" y="365202"/>
                </a:lnTo>
                <a:lnTo>
                  <a:pt x="768181" y="369899"/>
                </a:lnTo>
                <a:lnTo>
                  <a:pt x="829616" y="371745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reeform 135"/>
          <p:cNvSpPr/>
          <p:nvPr/>
        </p:nvSpPr>
        <p:spPr>
          <a:xfrm>
            <a:off x="2982313" y="2124942"/>
            <a:ext cx="1103601" cy="903463"/>
          </a:xfrm>
          <a:custGeom>
            <a:avLst/>
            <a:gdLst/>
            <a:ahLst/>
            <a:cxnLst/>
            <a:rect l="l" t="t" r="r" b="b"/>
            <a:pathLst>
              <a:path w="1103601" h="903463">
                <a:moveTo>
                  <a:pt x="0" y="903463"/>
                </a:moveTo>
                <a:lnTo>
                  <a:pt x="92268" y="875449"/>
                </a:lnTo>
                <a:lnTo>
                  <a:pt x="181430" y="843641"/>
                </a:lnTo>
                <a:lnTo>
                  <a:pt x="267486" y="808039"/>
                </a:lnTo>
                <a:lnTo>
                  <a:pt x="350436" y="768644"/>
                </a:lnTo>
                <a:lnTo>
                  <a:pt x="430281" y="725455"/>
                </a:lnTo>
                <a:lnTo>
                  <a:pt x="507020" y="678473"/>
                </a:lnTo>
                <a:lnTo>
                  <a:pt x="580654" y="627697"/>
                </a:lnTo>
                <a:lnTo>
                  <a:pt x="651181" y="573127"/>
                </a:lnTo>
                <a:lnTo>
                  <a:pt x="718604" y="514764"/>
                </a:lnTo>
                <a:lnTo>
                  <a:pt x="782920" y="452607"/>
                </a:lnTo>
                <a:lnTo>
                  <a:pt x="844131" y="386657"/>
                </a:lnTo>
                <a:lnTo>
                  <a:pt x="902236" y="316912"/>
                </a:lnTo>
                <a:lnTo>
                  <a:pt x="957236" y="243375"/>
                </a:lnTo>
                <a:lnTo>
                  <a:pt x="1009130" y="166043"/>
                </a:lnTo>
                <a:lnTo>
                  <a:pt x="1057918" y="84918"/>
                </a:lnTo>
                <a:lnTo>
                  <a:pt x="110360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reeform 136"/>
          <p:cNvSpPr/>
          <p:nvPr/>
        </p:nvSpPr>
        <p:spPr>
          <a:xfrm>
            <a:off x="1898201" y="2032319"/>
            <a:ext cx="2187713" cy="288988"/>
          </a:xfrm>
          <a:custGeom>
            <a:avLst/>
            <a:gdLst/>
            <a:ahLst/>
            <a:cxnLst/>
            <a:rect l="l" t="t" r="r" b="b"/>
            <a:pathLst>
              <a:path w="2187713" h="288988">
                <a:moveTo>
                  <a:pt x="0" y="0"/>
                </a:moveTo>
                <a:lnTo>
                  <a:pt x="134344" y="62191"/>
                </a:lnTo>
                <a:lnTo>
                  <a:pt x="269006" y="116861"/>
                </a:lnTo>
                <a:lnTo>
                  <a:pt x="403987" y="164012"/>
                </a:lnTo>
                <a:lnTo>
                  <a:pt x="539287" y="203642"/>
                </a:lnTo>
                <a:lnTo>
                  <a:pt x="674904" y="235752"/>
                </a:lnTo>
                <a:lnTo>
                  <a:pt x="810840" y="260341"/>
                </a:lnTo>
                <a:lnTo>
                  <a:pt x="947095" y="277410"/>
                </a:lnTo>
                <a:lnTo>
                  <a:pt x="1083668" y="286960"/>
                </a:lnTo>
                <a:lnTo>
                  <a:pt x="1220559" y="288988"/>
                </a:lnTo>
                <a:lnTo>
                  <a:pt x="1357769" y="283497"/>
                </a:lnTo>
                <a:lnTo>
                  <a:pt x="1495297" y="270485"/>
                </a:lnTo>
                <a:lnTo>
                  <a:pt x="1633143" y="249953"/>
                </a:lnTo>
                <a:lnTo>
                  <a:pt x="1771308" y="221901"/>
                </a:lnTo>
                <a:lnTo>
                  <a:pt x="1909791" y="186328"/>
                </a:lnTo>
                <a:lnTo>
                  <a:pt x="2048593" y="143236"/>
                </a:lnTo>
                <a:lnTo>
                  <a:pt x="2187713" y="9262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reeform 137"/>
          <p:cNvSpPr/>
          <p:nvPr/>
        </p:nvSpPr>
        <p:spPr>
          <a:xfrm>
            <a:off x="2263087" y="2405595"/>
            <a:ext cx="719226" cy="622810"/>
          </a:xfrm>
          <a:custGeom>
            <a:avLst/>
            <a:gdLst/>
            <a:ahLst/>
            <a:cxnLst/>
            <a:rect l="l" t="t" r="r" b="b"/>
            <a:pathLst>
              <a:path w="719226" h="622810">
                <a:moveTo>
                  <a:pt x="719226" y="622810"/>
                </a:moveTo>
                <a:lnTo>
                  <a:pt x="690332" y="565342"/>
                </a:lnTo>
                <a:lnTo>
                  <a:pt x="659296" y="510346"/>
                </a:lnTo>
                <a:lnTo>
                  <a:pt x="626119" y="457823"/>
                </a:lnTo>
                <a:lnTo>
                  <a:pt x="590802" y="407771"/>
                </a:lnTo>
                <a:lnTo>
                  <a:pt x="553343" y="360193"/>
                </a:lnTo>
                <a:lnTo>
                  <a:pt x="513744" y="315086"/>
                </a:lnTo>
                <a:lnTo>
                  <a:pt x="472003" y="272452"/>
                </a:lnTo>
                <a:lnTo>
                  <a:pt x="428122" y="232290"/>
                </a:lnTo>
                <a:lnTo>
                  <a:pt x="382100" y="194601"/>
                </a:lnTo>
                <a:lnTo>
                  <a:pt x="333937" y="159384"/>
                </a:lnTo>
                <a:lnTo>
                  <a:pt x="283633" y="126639"/>
                </a:lnTo>
                <a:lnTo>
                  <a:pt x="231188" y="96366"/>
                </a:lnTo>
                <a:lnTo>
                  <a:pt x="176603" y="68566"/>
                </a:lnTo>
                <a:lnTo>
                  <a:pt x="119876" y="43239"/>
                </a:lnTo>
                <a:lnTo>
                  <a:pt x="61008" y="203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reeform 138"/>
          <p:cNvSpPr/>
          <p:nvPr/>
        </p:nvSpPr>
        <p:spPr>
          <a:xfrm>
            <a:off x="1898201" y="1945189"/>
            <a:ext cx="362425" cy="95247"/>
          </a:xfrm>
          <a:custGeom>
            <a:avLst/>
            <a:gdLst/>
            <a:ahLst/>
            <a:cxnLst/>
            <a:rect l="l" t="t" r="r" b="b"/>
            <a:pathLst>
              <a:path w="362425" h="95247">
                <a:moveTo>
                  <a:pt x="0" y="87130"/>
                </a:moveTo>
                <a:lnTo>
                  <a:pt x="24898" y="91028"/>
                </a:lnTo>
                <a:lnTo>
                  <a:pt x="49496" y="93680"/>
                </a:lnTo>
                <a:lnTo>
                  <a:pt x="73795" y="95087"/>
                </a:lnTo>
                <a:lnTo>
                  <a:pt x="97794" y="95247"/>
                </a:lnTo>
                <a:lnTo>
                  <a:pt x="121494" y="94162"/>
                </a:lnTo>
                <a:lnTo>
                  <a:pt x="144894" y="91831"/>
                </a:lnTo>
                <a:lnTo>
                  <a:pt x="167995" y="88254"/>
                </a:lnTo>
                <a:lnTo>
                  <a:pt x="190796" y="83432"/>
                </a:lnTo>
                <a:lnTo>
                  <a:pt x="213298" y="77363"/>
                </a:lnTo>
                <a:lnTo>
                  <a:pt x="235501" y="70049"/>
                </a:lnTo>
                <a:lnTo>
                  <a:pt x="257403" y="61489"/>
                </a:lnTo>
                <a:lnTo>
                  <a:pt x="279007" y="51683"/>
                </a:lnTo>
                <a:lnTo>
                  <a:pt x="300310" y="40631"/>
                </a:lnTo>
                <a:lnTo>
                  <a:pt x="321315" y="28333"/>
                </a:lnTo>
                <a:lnTo>
                  <a:pt x="342020" y="14790"/>
                </a:lnTo>
                <a:lnTo>
                  <a:pt x="362425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Freeform 139"/>
          <p:cNvSpPr/>
          <p:nvPr/>
        </p:nvSpPr>
        <p:spPr>
          <a:xfrm>
            <a:off x="3249344" y="1952795"/>
            <a:ext cx="1312809" cy="1955872"/>
          </a:xfrm>
          <a:custGeom>
            <a:avLst/>
            <a:gdLst/>
            <a:ahLst/>
            <a:cxnLst/>
            <a:rect l="l" t="t" r="r" b="b"/>
            <a:pathLst>
              <a:path w="1312809" h="1955872">
                <a:moveTo>
                  <a:pt x="1312809" y="1955872"/>
                </a:moveTo>
                <a:lnTo>
                  <a:pt x="1281183" y="1799785"/>
                </a:lnTo>
                <a:lnTo>
                  <a:pt x="1242834" y="1648209"/>
                </a:lnTo>
                <a:lnTo>
                  <a:pt x="1197762" y="1501147"/>
                </a:lnTo>
                <a:lnTo>
                  <a:pt x="1145966" y="1358598"/>
                </a:lnTo>
                <a:lnTo>
                  <a:pt x="1087447" y="1220561"/>
                </a:lnTo>
                <a:lnTo>
                  <a:pt x="1022205" y="1087037"/>
                </a:lnTo>
                <a:lnTo>
                  <a:pt x="950239" y="958026"/>
                </a:lnTo>
                <a:lnTo>
                  <a:pt x="871550" y="833527"/>
                </a:lnTo>
                <a:lnTo>
                  <a:pt x="786138" y="713542"/>
                </a:lnTo>
                <a:lnTo>
                  <a:pt x="694002" y="598069"/>
                </a:lnTo>
                <a:lnTo>
                  <a:pt x="595143" y="487109"/>
                </a:lnTo>
                <a:lnTo>
                  <a:pt x="489561" y="380661"/>
                </a:lnTo>
                <a:lnTo>
                  <a:pt x="377256" y="278727"/>
                </a:lnTo>
                <a:lnTo>
                  <a:pt x="258227" y="181305"/>
                </a:lnTo>
                <a:lnTo>
                  <a:pt x="132475" y="8839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Freeform 140"/>
          <p:cNvSpPr/>
          <p:nvPr/>
        </p:nvSpPr>
        <p:spPr>
          <a:xfrm>
            <a:off x="2260626" y="1945189"/>
            <a:ext cx="35761" cy="460406"/>
          </a:xfrm>
          <a:custGeom>
            <a:avLst/>
            <a:gdLst/>
            <a:ahLst/>
            <a:cxnLst/>
            <a:rect l="l" t="t" r="r" b="b"/>
            <a:pathLst>
              <a:path w="35761" h="460406">
                <a:moveTo>
                  <a:pt x="2461" y="460406"/>
                </a:moveTo>
                <a:lnTo>
                  <a:pt x="10400" y="431588"/>
                </a:lnTo>
                <a:lnTo>
                  <a:pt x="17260" y="402775"/>
                </a:lnTo>
                <a:lnTo>
                  <a:pt x="23041" y="373968"/>
                </a:lnTo>
                <a:lnTo>
                  <a:pt x="27744" y="345166"/>
                </a:lnTo>
                <a:lnTo>
                  <a:pt x="31366" y="316371"/>
                </a:lnTo>
                <a:lnTo>
                  <a:pt x="33910" y="287581"/>
                </a:lnTo>
                <a:lnTo>
                  <a:pt x="35375" y="258797"/>
                </a:lnTo>
                <a:lnTo>
                  <a:pt x="35761" y="230019"/>
                </a:lnTo>
                <a:lnTo>
                  <a:pt x="35067" y="201246"/>
                </a:lnTo>
                <a:lnTo>
                  <a:pt x="33295" y="172480"/>
                </a:lnTo>
                <a:lnTo>
                  <a:pt x="30444" y="143719"/>
                </a:lnTo>
                <a:lnTo>
                  <a:pt x="26513" y="114963"/>
                </a:lnTo>
                <a:lnTo>
                  <a:pt x="21503" y="86214"/>
                </a:lnTo>
                <a:lnTo>
                  <a:pt x="15415" y="57470"/>
                </a:lnTo>
                <a:lnTo>
                  <a:pt x="8247" y="2873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Freeform 141"/>
          <p:cNvSpPr/>
          <p:nvPr/>
        </p:nvSpPr>
        <p:spPr>
          <a:xfrm>
            <a:off x="2260626" y="1945189"/>
            <a:ext cx="459357" cy="34452"/>
          </a:xfrm>
          <a:custGeom>
            <a:avLst/>
            <a:gdLst/>
            <a:ahLst/>
            <a:cxnLst/>
            <a:rect l="l" t="t" r="r" b="b"/>
            <a:pathLst>
              <a:path w="459357" h="34452">
                <a:moveTo>
                  <a:pt x="0" y="0"/>
                </a:moveTo>
                <a:lnTo>
                  <a:pt x="28710" y="8075"/>
                </a:lnTo>
                <a:lnTo>
                  <a:pt x="57419" y="15073"/>
                </a:lnTo>
                <a:lnTo>
                  <a:pt x="86129" y="20994"/>
                </a:lnTo>
                <a:lnTo>
                  <a:pt x="114839" y="25839"/>
                </a:lnTo>
                <a:lnTo>
                  <a:pt x="143549" y="29607"/>
                </a:lnTo>
                <a:lnTo>
                  <a:pt x="172259" y="32299"/>
                </a:lnTo>
                <a:lnTo>
                  <a:pt x="200968" y="33914"/>
                </a:lnTo>
                <a:lnTo>
                  <a:pt x="229678" y="34452"/>
                </a:lnTo>
                <a:lnTo>
                  <a:pt x="258388" y="33914"/>
                </a:lnTo>
                <a:lnTo>
                  <a:pt x="287098" y="32299"/>
                </a:lnTo>
                <a:lnTo>
                  <a:pt x="315808" y="29607"/>
                </a:lnTo>
                <a:lnTo>
                  <a:pt x="344517" y="25839"/>
                </a:lnTo>
                <a:lnTo>
                  <a:pt x="373227" y="20994"/>
                </a:lnTo>
                <a:lnTo>
                  <a:pt x="401937" y="15073"/>
                </a:lnTo>
                <a:lnTo>
                  <a:pt x="430647" y="8075"/>
                </a:lnTo>
                <a:lnTo>
                  <a:pt x="45935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reeform 142"/>
          <p:cNvSpPr/>
          <p:nvPr/>
        </p:nvSpPr>
        <p:spPr>
          <a:xfrm>
            <a:off x="2719983" y="1945189"/>
            <a:ext cx="529361" cy="43505"/>
          </a:xfrm>
          <a:custGeom>
            <a:avLst/>
            <a:gdLst/>
            <a:ahLst/>
            <a:cxnLst/>
            <a:rect l="l" t="t" r="r" b="b"/>
            <a:pathLst>
              <a:path w="529361" h="43505">
                <a:moveTo>
                  <a:pt x="0" y="0"/>
                </a:moveTo>
                <a:lnTo>
                  <a:pt x="32951" y="9781"/>
                </a:lnTo>
                <a:lnTo>
                  <a:pt x="65920" y="18321"/>
                </a:lnTo>
                <a:lnTo>
                  <a:pt x="98907" y="25620"/>
                </a:lnTo>
                <a:lnTo>
                  <a:pt x="131912" y="31678"/>
                </a:lnTo>
                <a:lnTo>
                  <a:pt x="164935" y="36496"/>
                </a:lnTo>
                <a:lnTo>
                  <a:pt x="197975" y="40073"/>
                </a:lnTo>
                <a:lnTo>
                  <a:pt x="231034" y="42410"/>
                </a:lnTo>
                <a:lnTo>
                  <a:pt x="264110" y="43505"/>
                </a:lnTo>
                <a:lnTo>
                  <a:pt x="297204" y="43360"/>
                </a:lnTo>
                <a:lnTo>
                  <a:pt x="330315" y="41975"/>
                </a:lnTo>
                <a:lnTo>
                  <a:pt x="363445" y="39348"/>
                </a:lnTo>
                <a:lnTo>
                  <a:pt x="396593" y="35481"/>
                </a:lnTo>
                <a:lnTo>
                  <a:pt x="429758" y="30373"/>
                </a:lnTo>
                <a:lnTo>
                  <a:pt x="462941" y="24025"/>
                </a:lnTo>
                <a:lnTo>
                  <a:pt x="496142" y="16436"/>
                </a:lnTo>
                <a:lnTo>
                  <a:pt x="529361" y="7606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reeform 143"/>
          <p:cNvSpPr/>
          <p:nvPr/>
        </p:nvSpPr>
        <p:spPr>
          <a:xfrm>
            <a:off x="2729758" y="2896902"/>
            <a:ext cx="252555" cy="131503"/>
          </a:xfrm>
          <a:custGeom>
            <a:avLst/>
            <a:gdLst/>
            <a:ahLst/>
            <a:cxnLst/>
            <a:rect l="l" t="t" r="r" b="b"/>
            <a:pathLst>
              <a:path w="252555" h="131503">
                <a:moveTo>
                  <a:pt x="252555" y="131503"/>
                </a:moveTo>
                <a:lnTo>
                  <a:pt x="240161" y="116773"/>
                </a:lnTo>
                <a:lnTo>
                  <a:pt x="227314" y="102911"/>
                </a:lnTo>
                <a:lnTo>
                  <a:pt x="214016" y="89917"/>
                </a:lnTo>
                <a:lnTo>
                  <a:pt x="200265" y="77791"/>
                </a:lnTo>
                <a:lnTo>
                  <a:pt x="186063" y="66534"/>
                </a:lnTo>
                <a:lnTo>
                  <a:pt x="171408" y="56145"/>
                </a:lnTo>
                <a:lnTo>
                  <a:pt x="156301" y="46623"/>
                </a:lnTo>
                <a:lnTo>
                  <a:pt x="140743" y="37970"/>
                </a:lnTo>
                <a:lnTo>
                  <a:pt x="124732" y="30186"/>
                </a:lnTo>
                <a:lnTo>
                  <a:pt x="108269" y="23269"/>
                </a:lnTo>
                <a:lnTo>
                  <a:pt x="91354" y="17220"/>
                </a:lnTo>
                <a:lnTo>
                  <a:pt x="73987" y="12040"/>
                </a:lnTo>
                <a:lnTo>
                  <a:pt x="56169" y="7728"/>
                </a:lnTo>
                <a:lnTo>
                  <a:pt x="37898" y="4284"/>
                </a:lnTo>
                <a:lnTo>
                  <a:pt x="19175" y="17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reeform 144"/>
          <p:cNvSpPr/>
          <p:nvPr/>
        </p:nvSpPr>
        <p:spPr>
          <a:xfrm>
            <a:off x="1898201" y="2032319"/>
            <a:ext cx="356667" cy="857897"/>
          </a:xfrm>
          <a:custGeom>
            <a:avLst/>
            <a:gdLst/>
            <a:ahLst/>
            <a:cxnLst/>
            <a:rect l="l" t="t" r="r" b="b"/>
            <a:pathLst>
              <a:path w="356667" h="857897">
                <a:moveTo>
                  <a:pt x="0" y="0"/>
                </a:moveTo>
                <a:lnTo>
                  <a:pt x="174" y="62814"/>
                </a:lnTo>
                <a:lnTo>
                  <a:pt x="3297" y="124401"/>
                </a:lnTo>
                <a:lnTo>
                  <a:pt x="9369" y="184763"/>
                </a:lnTo>
                <a:lnTo>
                  <a:pt x="18390" y="243899"/>
                </a:lnTo>
                <a:lnTo>
                  <a:pt x="30360" y="301809"/>
                </a:lnTo>
                <a:lnTo>
                  <a:pt x="45279" y="358492"/>
                </a:lnTo>
                <a:lnTo>
                  <a:pt x="63147" y="413950"/>
                </a:lnTo>
                <a:lnTo>
                  <a:pt x="83965" y="468182"/>
                </a:lnTo>
                <a:lnTo>
                  <a:pt x="107731" y="521187"/>
                </a:lnTo>
                <a:lnTo>
                  <a:pt x="134446" y="572967"/>
                </a:lnTo>
                <a:lnTo>
                  <a:pt x="164110" y="623520"/>
                </a:lnTo>
                <a:lnTo>
                  <a:pt x="196724" y="672848"/>
                </a:lnTo>
                <a:lnTo>
                  <a:pt x="232286" y="720949"/>
                </a:lnTo>
                <a:lnTo>
                  <a:pt x="270797" y="767824"/>
                </a:lnTo>
                <a:lnTo>
                  <a:pt x="312258" y="813474"/>
                </a:lnTo>
                <a:lnTo>
                  <a:pt x="356667" y="85789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reeform 145"/>
          <p:cNvSpPr/>
          <p:nvPr/>
        </p:nvSpPr>
        <p:spPr>
          <a:xfrm>
            <a:off x="2254868" y="2857942"/>
            <a:ext cx="474890" cy="38960"/>
          </a:xfrm>
          <a:custGeom>
            <a:avLst/>
            <a:gdLst/>
            <a:ahLst/>
            <a:cxnLst/>
            <a:rect l="l" t="t" r="r" b="b"/>
            <a:pathLst>
              <a:path w="474890" h="38960">
                <a:moveTo>
                  <a:pt x="474890" y="38960"/>
                </a:moveTo>
                <a:lnTo>
                  <a:pt x="445326" y="30195"/>
                </a:lnTo>
                <a:lnTo>
                  <a:pt x="415748" y="22542"/>
                </a:lnTo>
                <a:lnTo>
                  <a:pt x="386153" y="16003"/>
                </a:lnTo>
                <a:lnTo>
                  <a:pt x="356543" y="10576"/>
                </a:lnTo>
                <a:lnTo>
                  <a:pt x="326917" y="6263"/>
                </a:lnTo>
                <a:lnTo>
                  <a:pt x="297276" y="3062"/>
                </a:lnTo>
                <a:lnTo>
                  <a:pt x="267619" y="975"/>
                </a:lnTo>
                <a:lnTo>
                  <a:pt x="237946" y="0"/>
                </a:lnTo>
                <a:lnTo>
                  <a:pt x="208258" y="139"/>
                </a:lnTo>
                <a:lnTo>
                  <a:pt x="178554" y="1391"/>
                </a:lnTo>
                <a:lnTo>
                  <a:pt x="148834" y="3755"/>
                </a:lnTo>
                <a:lnTo>
                  <a:pt x="119098" y="7233"/>
                </a:lnTo>
                <a:lnTo>
                  <a:pt x="89347" y="11824"/>
                </a:lnTo>
                <a:lnTo>
                  <a:pt x="59580" y="17527"/>
                </a:lnTo>
                <a:lnTo>
                  <a:pt x="29798" y="24344"/>
                </a:lnTo>
                <a:lnTo>
                  <a:pt x="0" y="3227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reeform 146"/>
          <p:cNvSpPr/>
          <p:nvPr/>
        </p:nvSpPr>
        <p:spPr>
          <a:xfrm>
            <a:off x="2254868" y="2890216"/>
            <a:ext cx="1009699" cy="83531"/>
          </a:xfrm>
          <a:custGeom>
            <a:avLst/>
            <a:gdLst/>
            <a:ahLst/>
            <a:cxnLst/>
            <a:rect l="l" t="t" r="r" b="b"/>
            <a:pathLst>
              <a:path w="1009699" h="83531">
                <a:moveTo>
                  <a:pt x="0" y="0"/>
                </a:moveTo>
                <a:lnTo>
                  <a:pt x="62832" y="18724"/>
                </a:lnTo>
                <a:lnTo>
                  <a:pt x="125700" y="35082"/>
                </a:lnTo>
                <a:lnTo>
                  <a:pt x="188605" y="49073"/>
                </a:lnTo>
                <a:lnTo>
                  <a:pt x="251547" y="60698"/>
                </a:lnTo>
                <a:lnTo>
                  <a:pt x="314525" y="69956"/>
                </a:lnTo>
                <a:lnTo>
                  <a:pt x="377540" y="76847"/>
                </a:lnTo>
                <a:lnTo>
                  <a:pt x="440591" y="81373"/>
                </a:lnTo>
                <a:lnTo>
                  <a:pt x="503679" y="83531"/>
                </a:lnTo>
                <a:lnTo>
                  <a:pt x="566803" y="83324"/>
                </a:lnTo>
                <a:lnTo>
                  <a:pt x="629964" y="80749"/>
                </a:lnTo>
                <a:lnTo>
                  <a:pt x="693162" y="75809"/>
                </a:lnTo>
                <a:lnTo>
                  <a:pt x="756396" y="68501"/>
                </a:lnTo>
                <a:lnTo>
                  <a:pt x="819667" y="58828"/>
                </a:lnTo>
                <a:lnTo>
                  <a:pt x="882974" y="46788"/>
                </a:lnTo>
                <a:lnTo>
                  <a:pt x="946318" y="32381"/>
                </a:lnTo>
                <a:lnTo>
                  <a:pt x="1009699" y="15608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reeform 147"/>
          <p:cNvSpPr/>
          <p:nvPr/>
        </p:nvSpPr>
        <p:spPr>
          <a:xfrm>
            <a:off x="3264567" y="2388012"/>
            <a:ext cx="38836" cy="517812"/>
          </a:xfrm>
          <a:custGeom>
            <a:avLst/>
            <a:gdLst/>
            <a:ahLst/>
            <a:cxnLst/>
            <a:rect l="l" t="t" r="r" b="b"/>
            <a:pathLst>
              <a:path w="38836" h="517812">
                <a:moveTo>
                  <a:pt x="0" y="517812"/>
                </a:moveTo>
                <a:lnTo>
                  <a:pt x="9102" y="485449"/>
                </a:lnTo>
                <a:lnTo>
                  <a:pt x="16991" y="453085"/>
                </a:lnTo>
                <a:lnTo>
                  <a:pt x="23665" y="420722"/>
                </a:lnTo>
                <a:lnTo>
                  <a:pt x="29127" y="388359"/>
                </a:lnTo>
                <a:lnTo>
                  <a:pt x="33374" y="355996"/>
                </a:lnTo>
                <a:lnTo>
                  <a:pt x="36409" y="323632"/>
                </a:lnTo>
                <a:lnTo>
                  <a:pt x="38229" y="291269"/>
                </a:lnTo>
                <a:lnTo>
                  <a:pt x="38836" y="258906"/>
                </a:lnTo>
                <a:lnTo>
                  <a:pt x="38229" y="226543"/>
                </a:lnTo>
                <a:lnTo>
                  <a:pt x="36409" y="194179"/>
                </a:lnTo>
                <a:lnTo>
                  <a:pt x="33374" y="161816"/>
                </a:lnTo>
                <a:lnTo>
                  <a:pt x="29127" y="129453"/>
                </a:lnTo>
                <a:lnTo>
                  <a:pt x="23665" y="97090"/>
                </a:lnTo>
                <a:lnTo>
                  <a:pt x="16991" y="64727"/>
                </a:lnTo>
                <a:lnTo>
                  <a:pt x="9102" y="3236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reeform 148"/>
          <p:cNvSpPr/>
          <p:nvPr/>
        </p:nvSpPr>
        <p:spPr>
          <a:xfrm>
            <a:off x="3098137" y="4671449"/>
            <a:ext cx="47541" cy="154545"/>
          </a:xfrm>
          <a:custGeom>
            <a:avLst/>
            <a:gdLst/>
            <a:ahLst/>
            <a:cxnLst/>
            <a:rect l="l" t="t" r="r" b="b"/>
            <a:pathLst>
              <a:path w="47541" h="154545">
                <a:moveTo>
                  <a:pt x="0" y="154545"/>
                </a:moveTo>
                <a:lnTo>
                  <a:pt x="6845" y="146065"/>
                </a:lnTo>
                <a:lnTo>
                  <a:pt x="13158" y="137429"/>
                </a:lnTo>
                <a:lnTo>
                  <a:pt x="18940" y="128635"/>
                </a:lnTo>
                <a:lnTo>
                  <a:pt x="24191" y="119684"/>
                </a:lnTo>
                <a:lnTo>
                  <a:pt x="28910" y="110575"/>
                </a:lnTo>
                <a:lnTo>
                  <a:pt x="33098" y="101310"/>
                </a:lnTo>
                <a:lnTo>
                  <a:pt x="36755" y="91886"/>
                </a:lnTo>
                <a:lnTo>
                  <a:pt x="39881" y="82306"/>
                </a:lnTo>
                <a:lnTo>
                  <a:pt x="42476" y="72568"/>
                </a:lnTo>
                <a:lnTo>
                  <a:pt x="44539" y="62673"/>
                </a:lnTo>
                <a:lnTo>
                  <a:pt x="46071" y="52621"/>
                </a:lnTo>
                <a:lnTo>
                  <a:pt x="47071" y="42412"/>
                </a:lnTo>
                <a:lnTo>
                  <a:pt x="47541" y="32045"/>
                </a:lnTo>
                <a:lnTo>
                  <a:pt x="47479" y="21520"/>
                </a:lnTo>
                <a:lnTo>
                  <a:pt x="46886" y="10839"/>
                </a:lnTo>
                <a:lnTo>
                  <a:pt x="457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Freeform 149"/>
          <p:cNvSpPr/>
          <p:nvPr/>
        </p:nvSpPr>
        <p:spPr>
          <a:xfrm>
            <a:off x="4127177" y="2616072"/>
            <a:ext cx="109019" cy="354770"/>
          </a:xfrm>
          <a:custGeom>
            <a:avLst/>
            <a:gdLst/>
            <a:ahLst/>
            <a:cxnLst/>
            <a:rect l="l" t="t" r="r" b="b"/>
            <a:pathLst>
              <a:path w="109019" h="354770">
                <a:moveTo>
                  <a:pt x="4110" y="0"/>
                </a:moveTo>
                <a:lnTo>
                  <a:pt x="1521" y="24877"/>
                </a:lnTo>
                <a:lnTo>
                  <a:pt x="151" y="49395"/>
                </a:lnTo>
                <a:lnTo>
                  <a:pt x="0" y="73551"/>
                </a:lnTo>
                <a:lnTo>
                  <a:pt x="1069" y="97347"/>
                </a:lnTo>
                <a:lnTo>
                  <a:pt x="3357" y="120783"/>
                </a:lnTo>
                <a:lnTo>
                  <a:pt x="6865" y="143857"/>
                </a:lnTo>
                <a:lnTo>
                  <a:pt x="11593" y="166572"/>
                </a:lnTo>
                <a:lnTo>
                  <a:pt x="17540" y="188925"/>
                </a:lnTo>
                <a:lnTo>
                  <a:pt x="24707" y="210918"/>
                </a:lnTo>
                <a:lnTo>
                  <a:pt x="33093" y="232550"/>
                </a:lnTo>
                <a:lnTo>
                  <a:pt x="42698" y="253822"/>
                </a:lnTo>
                <a:lnTo>
                  <a:pt x="53523" y="274733"/>
                </a:lnTo>
                <a:lnTo>
                  <a:pt x="65568" y="295283"/>
                </a:lnTo>
                <a:lnTo>
                  <a:pt x="78832" y="315473"/>
                </a:lnTo>
                <a:lnTo>
                  <a:pt x="93316" y="335302"/>
                </a:lnTo>
                <a:lnTo>
                  <a:pt x="109019" y="35477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Freeform 150"/>
          <p:cNvSpPr/>
          <p:nvPr/>
        </p:nvSpPr>
        <p:spPr>
          <a:xfrm>
            <a:off x="4562153" y="1842367"/>
            <a:ext cx="1578437" cy="2071259"/>
          </a:xfrm>
          <a:custGeom>
            <a:avLst/>
            <a:gdLst/>
            <a:ahLst/>
            <a:cxnLst/>
            <a:rect l="l" t="t" r="r" b="b"/>
            <a:pathLst>
              <a:path w="1578437" h="2071259">
                <a:moveTo>
                  <a:pt x="0" y="0"/>
                </a:moveTo>
                <a:lnTo>
                  <a:pt x="45252" y="170148"/>
                </a:lnTo>
                <a:lnTo>
                  <a:pt x="97625" y="334870"/>
                </a:lnTo>
                <a:lnTo>
                  <a:pt x="157118" y="494166"/>
                </a:lnTo>
                <a:lnTo>
                  <a:pt x="223730" y="648036"/>
                </a:lnTo>
                <a:lnTo>
                  <a:pt x="297463" y="796480"/>
                </a:lnTo>
                <a:lnTo>
                  <a:pt x="378315" y="939499"/>
                </a:lnTo>
                <a:lnTo>
                  <a:pt x="466287" y="1077091"/>
                </a:lnTo>
                <a:lnTo>
                  <a:pt x="561380" y="1209258"/>
                </a:lnTo>
                <a:lnTo>
                  <a:pt x="663592" y="1335999"/>
                </a:lnTo>
                <a:lnTo>
                  <a:pt x="772924" y="1457314"/>
                </a:lnTo>
                <a:lnTo>
                  <a:pt x="889376" y="1573203"/>
                </a:lnTo>
                <a:lnTo>
                  <a:pt x="1012949" y="1683666"/>
                </a:lnTo>
                <a:lnTo>
                  <a:pt x="1143641" y="1788703"/>
                </a:lnTo>
                <a:lnTo>
                  <a:pt x="1281453" y="1888314"/>
                </a:lnTo>
                <a:lnTo>
                  <a:pt x="1426385" y="1982500"/>
                </a:lnTo>
                <a:lnTo>
                  <a:pt x="1578437" y="2071259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Freeform 151"/>
          <p:cNvSpPr/>
          <p:nvPr/>
        </p:nvSpPr>
        <p:spPr>
          <a:xfrm>
            <a:off x="5683329" y="3913626"/>
            <a:ext cx="457261" cy="235955"/>
          </a:xfrm>
          <a:custGeom>
            <a:avLst/>
            <a:gdLst/>
            <a:ahLst/>
            <a:cxnLst/>
            <a:rect l="l" t="t" r="r" b="b"/>
            <a:pathLst>
              <a:path w="457261" h="235955">
                <a:moveTo>
                  <a:pt x="0" y="235955"/>
                </a:moveTo>
                <a:lnTo>
                  <a:pt x="34662" y="232997"/>
                </a:lnTo>
                <a:lnTo>
                  <a:pt x="68513" y="228467"/>
                </a:lnTo>
                <a:lnTo>
                  <a:pt x="101553" y="222365"/>
                </a:lnTo>
                <a:lnTo>
                  <a:pt x="133782" y="214691"/>
                </a:lnTo>
                <a:lnTo>
                  <a:pt x="165199" y="205445"/>
                </a:lnTo>
                <a:lnTo>
                  <a:pt x="195806" y="194627"/>
                </a:lnTo>
                <a:lnTo>
                  <a:pt x="225601" y="182238"/>
                </a:lnTo>
                <a:lnTo>
                  <a:pt x="254585" y="168277"/>
                </a:lnTo>
                <a:lnTo>
                  <a:pt x="282759" y="152743"/>
                </a:lnTo>
                <a:lnTo>
                  <a:pt x="310121" y="135638"/>
                </a:lnTo>
                <a:lnTo>
                  <a:pt x="336672" y="116962"/>
                </a:lnTo>
                <a:lnTo>
                  <a:pt x="362412" y="96713"/>
                </a:lnTo>
                <a:lnTo>
                  <a:pt x="387341" y="74893"/>
                </a:lnTo>
                <a:lnTo>
                  <a:pt x="411458" y="51500"/>
                </a:lnTo>
                <a:lnTo>
                  <a:pt x="434765" y="26536"/>
                </a:lnTo>
                <a:lnTo>
                  <a:pt x="457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reeform 152"/>
          <p:cNvSpPr/>
          <p:nvPr/>
        </p:nvSpPr>
        <p:spPr>
          <a:xfrm>
            <a:off x="6140590" y="3913626"/>
            <a:ext cx="1209362" cy="90703"/>
          </a:xfrm>
          <a:custGeom>
            <a:avLst/>
            <a:gdLst/>
            <a:ahLst/>
            <a:cxnLst/>
            <a:rect l="l" t="t" r="r" b="b"/>
            <a:pathLst>
              <a:path w="1209362" h="90703">
                <a:moveTo>
                  <a:pt x="0" y="0"/>
                </a:moveTo>
                <a:lnTo>
                  <a:pt x="75585" y="21259"/>
                </a:lnTo>
                <a:lnTo>
                  <a:pt x="151170" y="39683"/>
                </a:lnTo>
                <a:lnTo>
                  <a:pt x="226755" y="55272"/>
                </a:lnTo>
                <a:lnTo>
                  <a:pt x="302340" y="68027"/>
                </a:lnTo>
                <a:lnTo>
                  <a:pt x="377926" y="77948"/>
                </a:lnTo>
                <a:lnTo>
                  <a:pt x="453511" y="85034"/>
                </a:lnTo>
                <a:lnTo>
                  <a:pt x="529096" y="89285"/>
                </a:lnTo>
                <a:lnTo>
                  <a:pt x="604681" y="90703"/>
                </a:lnTo>
                <a:lnTo>
                  <a:pt x="680266" y="89285"/>
                </a:lnTo>
                <a:lnTo>
                  <a:pt x="755851" y="85034"/>
                </a:lnTo>
                <a:lnTo>
                  <a:pt x="831436" y="77948"/>
                </a:lnTo>
                <a:lnTo>
                  <a:pt x="907022" y="68027"/>
                </a:lnTo>
                <a:lnTo>
                  <a:pt x="982607" y="55272"/>
                </a:lnTo>
                <a:lnTo>
                  <a:pt x="1058192" y="39683"/>
                </a:lnTo>
                <a:lnTo>
                  <a:pt x="1133777" y="21259"/>
                </a:lnTo>
                <a:lnTo>
                  <a:pt x="120936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Freeform 153"/>
          <p:cNvSpPr/>
          <p:nvPr/>
        </p:nvSpPr>
        <p:spPr>
          <a:xfrm>
            <a:off x="4562153" y="1625372"/>
            <a:ext cx="612492" cy="219347"/>
          </a:xfrm>
          <a:custGeom>
            <a:avLst/>
            <a:gdLst/>
            <a:ahLst/>
            <a:cxnLst/>
            <a:rect l="l" t="t" r="r" b="b"/>
            <a:pathLst>
              <a:path w="612492" h="219347">
                <a:moveTo>
                  <a:pt x="0" y="216995"/>
                </a:moveTo>
                <a:lnTo>
                  <a:pt x="43875" y="219224"/>
                </a:lnTo>
                <a:lnTo>
                  <a:pt x="87004" y="219347"/>
                </a:lnTo>
                <a:lnTo>
                  <a:pt x="129387" y="217365"/>
                </a:lnTo>
                <a:lnTo>
                  <a:pt x="171025" y="213277"/>
                </a:lnTo>
                <a:lnTo>
                  <a:pt x="211916" y="207084"/>
                </a:lnTo>
                <a:lnTo>
                  <a:pt x="252062" y="198785"/>
                </a:lnTo>
                <a:lnTo>
                  <a:pt x="291462" y="188381"/>
                </a:lnTo>
                <a:lnTo>
                  <a:pt x="330115" y="175872"/>
                </a:lnTo>
                <a:lnTo>
                  <a:pt x="368023" y="161257"/>
                </a:lnTo>
                <a:lnTo>
                  <a:pt x="405185" y="144536"/>
                </a:lnTo>
                <a:lnTo>
                  <a:pt x="441601" y="125711"/>
                </a:lnTo>
                <a:lnTo>
                  <a:pt x="477271" y="104779"/>
                </a:lnTo>
                <a:lnTo>
                  <a:pt x="512195" y="81743"/>
                </a:lnTo>
                <a:lnTo>
                  <a:pt x="546373" y="56600"/>
                </a:lnTo>
                <a:lnTo>
                  <a:pt x="579806" y="29353"/>
                </a:lnTo>
                <a:lnTo>
                  <a:pt x="612492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Freeform 154"/>
          <p:cNvSpPr/>
          <p:nvPr/>
        </p:nvSpPr>
        <p:spPr>
          <a:xfrm>
            <a:off x="5683329" y="1625372"/>
            <a:ext cx="487888" cy="2524209"/>
          </a:xfrm>
          <a:custGeom>
            <a:avLst/>
            <a:gdLst/>
            <a:ahLst/>
            <a:cxnLst/>
            <a:rect l="l" t="t" r="r" b="b"/>
            <a:pathLst>
              <a:path w="487888" h="2524209">
                <a:moveTo>
                  <a:pt x="0" y="2524209"/>
                </a:moveTo>
                <a:lnTo>
                  <a:pt x="87738" y="2375794"/>
                </a:lnTo>
                <a:lnTo>
                  <a:pt x="166800" y="2226132"/>
                </a:lnTo>
                <a:lnTo>
                  <a:pt x="237184" y="2075224"/>
                </a:lnTo>
                <a:lnTo>
                  <a:pt x="298892" y="1923070"/>
                </a:lnTo>
                <a:lnTo>
                  <a:pt x="351922" y="1769669"/>
                </a:lnTo>
                <a:lnTo>
                  <a:pt x="396275" y="1615022"/>
                </a:lnTo>
                <a:lnTo>
                  <a:pt x="431952" y="1459128"/>
                </a:lnTo>
                <a:lnTo>
                  <a:pt x="458951" y="1301988"/>
                </a:lnTo>
                <a:lnTo>
                  <a:pt x="477274" y="1143602"/>
                </a:lnTo>
                <a:lnTo>
                  <a:pt x="486920" y="983969"/>
                </a:lnTo>
                <a:lnTo>
                  <a:pt x="487888" y="823090"/>
                </a:lnTo>
                <a:lnTo>
                  <a:pt x="480180" y="660965"/>
                </a:lnTo>
                <a:lnTo>
                  <a:pt x="463795" y="497593"/>
                </a:lnTo>
                <a:lnTo>
                  <a:pt x="438732" y="332975"/>
                </a:lnTo>
                <a:lnTo>
                  <a:pt x="404993" y="167111"/>
                </a:lnTo>
                <a:lnTo>
                  <a:pt x="36257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Freeform 155"/>
          <p:cNvSpPr/>
          <p:nvPr/>
        </p:nvSpPr>
        <p:spPr>
          <a:xfrm>
            <a:off x="5174645" y="1625372"/>
            <a:ext cx="871261" cy="65344"/>
          </a:xfrm>
          <a:custGeom>
            <a:avLst/>
            <a:gdLst/>
            <a:ahLst/>
            <a:cxnLst/>
            <a:rect l="l" t="t" r="r" b="b"/>
            <a:pathLst>
              <a:path w="871261" h="65344">
                <a:moveTo>
                  <a:pt x="0" y="0"/>
                </a:moveTo>
                <a:lnTo>
                  <a:pt x="54454" y="15315"/>
                </a:lnTo>
                <a:lnTo>
                  <a:pt x="108908" y="28588"/>
                </a:lnTo>
                <a:lnTo>
                  <a:pt x="163361" y="39819"/>
                </a:lnTo>
                <a:lnTo>
                  <a:pt x="217815" y="49008"/>
                </a:lnTo>
                <a:lnTo>
                  <a:pt x="272269" y="56155"/>
                </a:lnTo>
                <a:lnTo>
                  <a:pt x="326723" y="61260"/>
                </a:lnTo>
                <a:lnTo>
                  <a:pt x="381177" y="64323"/>
                </a:lnTo>
                <a:lnTo>
                  <a:pt x="435630" y="65344"/>
                </a:lnTo>
                <a:lnTo>
                  <a:pt x="490084" y="64323"/>
                </a:lnTo>
                <a:lnTo>
                  <a:pt x="544538" y="61260"/>
                </a:lnTo>
                <a:lnTo>
                  <a:pt x="598992" y="56155"/>
                </a:lnTo>
                <a:lnTo>
                  <a:pt x="653446" y="49008"/>
                </a:lnTo>
                <a:lnTo>
                  <a:pt x="707899" y="39819"/>
                </a:lnTo>
                <a:lnTo>
                  <a:pt x="762353" y="28588"/>
                </a:lnTo>
                <a:lnTo>
                  <a:pt x="816807" y="15315"/>
                </a:lnTo>
                <a:lnTo>
                  <a:pt x="871261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/>
          <p:cNvSpPr/>
          <p:nvPr/>
        </p:nvSpPr>
        <p:spPr>
          <a:xfrm>
            <a:off x="6045906" y="1625372"/>
            <a:ext cx="801907" cy="60143"/>
          </a:xfrm>
          <a:custGeom>
            <a:avLst/>
            <a:gdLst/>
            <a:ahLst/>
            <a:cxnLst/>
            <a:rect l="l" t="t" r="r" b="b"/>
            <a:pathLst>
              <a:path w="801907" h="60143">
                <a:moveTo>
                  <a:pt x="0" y="0"/>
                </a:moveTo>
                <a:lnTo>
                  <a:pt x="50119" y="14096"/>
                </a:lnTo>
                <a:lnTo>
                  <a:pt x="100238" y="26312"/>
                </a:lnTo>
                <a:lnTo>
                  <a:pt x="150357" y="36650"/>
                </a:lnTo>
                <a:lnTo>
                  <a:pt x="200477" y="45107"/>
                </a:lnTo>
                <a:lnTo>
                  <a:pt x="250596" y="51685"/>
                </a:lnTo>
                <a:lnTo>
                  <a:pt x="300715" y="56384"/>
                </a:lnTo>
                <a:lnTo>
                  <a:pt x="350834" y="59203"/>
                </a:lnTo>
                <a:lnTo>
                  <a:pt x="400953" y="60143"/>
                </a:lnTo>
                <a:lnTo>
                  <a:pt x="451073" y="59203"/>
                </a:lnTo>
                <a:lnTo>
                  <a:pt x="501192" y="56384"/>
                </a:lnTo>
                <a:lnTo>
                  <a:pt x="551311" y="51685"/>
                </a:lnTo>
                <a:lnTo>
                  <a:pt x="601430" y="45107"/>
                </a:lnTo>
                <a:lnTo>
                  <a:pt x="651549" y="36650"/>
                </a:lnTo>
                <a:lnTo>
                  <a:pt x="701669" y="26312"/>
                </a:lnTo>
                <a:lnTo>
                  <a:pt x="751788" y="14096"/>
                </a:lnTo>
                <a:lnTo>
                  <a:pt x="801907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57"/>
          <p:cNvSpPr/>
          <p:nvPr/>
        </p:nvSpPr>
        <p:spPr>
          <a:xfrm>
            <a:off x="6847813" y="1625372"/>
            <a:ext cx="455137" cy="35232"/>
          </a:xfrm>
          <a:custGeom>
            <a:avLst/>
            <a:gdLst/>
            <a:ahLst/>
            <a:cxnLst/>
            <a:rect l="l" t="t" r="r" b="b"/>
            <a:pathLst>
              <a:path w="455137" h="35232">
                <a:moveTo>
                  <a:pt x="0" y="0"/>
                </a:moveTo>
                <a:lnTo>
                  <a:pt x="28408" y="8137"/>
                </a:lnTo>
                <a:lnTo>
                  <a:pt x="56820" y="15208"/>
                </a:lnTo>
                <a:lnTo>
                  <a:pt x="85238" y="21212"/>
                </a:lnTo>
                <a:lnTo>
                  <a:pt x="113661" y="26150"/>
                </a:lnTo>
                <a:lnTo>
                  <a:pt x="142089" y="30020"/>
                </a:lnTo>
                <a:lnTo>
                  <a:pt x="170522" y="32824"/>
                </a:lnTo>
                <a:lnTo>
                  <a:pt x="198961" y="34562"/>
                </a:lnTo>
                <a:lnTo>
                  <a:pt x="227404" y="35232"/>
                </a:lnTo>
                <a:lnTo>
                  <a:pt x="255853" y="34836"/>
                </a:lnTo>
                <a:lnTo>
                  <a:pt x="284307" y="33373"/>
                </a:lnTo>
                <a:lnTo>
                  <a:pt x="312766" y="30843"/>
                </a:lnTo>
                <a:lnTo>
                  <a:pt x="341230" y="27247"/>
                </a:lnTo>
                <a:lnTo>
                  <a:pt x="369699" y="22583"/>
                </a:lnTo>
                <a:lnTo>
                  <a:pt x="398173" y="16854"/>
                </a:lnTo>
                <a:lnTo>
                  <a:pt x="426653" y="10057"/>
                </a:lnTo>
                <a:lnTo>
                  <a:pt x="455137" y="2194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/>
          <p:cNvSpPr/>
          <p:nvPr/>
        </p:nvSpPr>
        <p:spPr>
          <a:xfrm>
            <a:off x="4854029" y="4524851"/>
            <a:ext cx="864497" cy="169868"/>
          </a:xfrm>
          <a:custGeom>
            <a:avLst/>
            <a:gdLst/>
            <a:ahLst/>
            <a:cxnLst/>
            <a:rect l="l" t="t" r="r" b="b"/>
            <a:pathLst>
              <a:path w="864497" h="169868">
                <a:moveTo>
                  <a:pt x="0" y="0"/>
                </a:moveTo>
                <a:lnTo>
                  <a:pt x="50726" y="30301"/>
                </a:lnTo>
                <a:lnTo>
                  <a:pt x="101892" y="57631"/>
                </a:lnTo>
                <a:lnTo>
                  <a:pt x="153499" y="81988"/>
                </a:lnTo>
                <a:lnTo>
                  <a:pt x="205547" y="103374"/>
                </a:lnTo>
                <a:lnTo>
                  <a:pt x="258035" y="121789"/>
                </a:lnTo>
                <a:lnTo>
                  <a:pt x="310965" y="137231"/>
                </a:lnTo>
                <a:lnTo>
                  <a:pt x="364335" y="149702"/>
                </a:lnTo>
                <a:lnTo>
                  <a:pt x="418145" y="159201"/>
                </a:lnTo>
                <a:lnTo>
                  <a:pt x="472397" y="165728"/>
                </a:lnTo>
                <a:lnTo>
                  <a:pt x="527089" y="169284"/>
                </a:lnTo>
                <a:lnTo>
                  <a:pt x="582222" y="169868"/>
                </a:lnTo>
                <a:lnTo>
                  <a:pt x="637796" y="167480"/>
                </a:lnTo>
                <a:lnTo>
                  <a:pt x="693810" y="162121"/>
                </a:lnTo>
                <a:lnTo>
                  <a:pt x="750265" y="153790"/>
                </a:lnTo>
                <a:lnTo>
                  <a:pt x="807161" y="142487"/>
                </a:lnTo>
                <a:lnTo>
                  <a:pt x="864497" y="12821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reeform 159"/>
          <p:cNvSpPr/>
          <p:nvPr/>
        </p:nvSpPr>
        <p:spPr>
          <a:xfrm>
            <a:off x="4854029" y="4524851"/>
            <a:ext cx="2186676" cy="295027"/>
          </a:xfrm>
          <a:custGeom>
            <a:avLst/>
            <a:gdLst/>
            <a:ahLst/>
            <a:cxnLst/>
            <a:rect l="l" t="t" r="r" b="b"/>
            <a:pathLst>
              <a:path w="2186676" h="295027">
                <a:moveTo>
                  <a:pt x="0" y="0"/>
                </a:moveTo>
                <a:lnTo>
                  <a:pt x="133998" y="62848"/>
                </a:lnTo>
                <a:lnTo>
                  <a:pt x="268351" y="118179"/>
                </a:lnTo>
                <a:lnTo>
                  <a:pt x="403060" y="165993"/>
                </a:lnTo>
                <a:lnTo>
                  <a:pt x="538126" y="206290"/>
                </a:lnTo>
                <a:lnTo>
                  <a:pt x="673547" y="239071"/>
                </a:lnTo>
                <a:lnTo>
                  <a:pt x="809324" y="264335"/>
                </a:lnTo>
                <a:lnTo>
                  <a:pt x="945458" y="282082"/>
                </a:lnTo>
                <a:lnTo>
                  <a:pt x="1081947" y="292313"/>
                </a:lnTo>
                <a:lnTo>
                  <a:pt x="1218792" y="295027"/>
                </a:lnTo>
                <a:lnTo>
                  <a:pt x="1355993" y="290224"/>
                </a:lnTo>
                <a:lnTo>
                  <a:pt x="1493550" y="277905"/>
                </a:lnTo>
                <a:lnTo>
                  <a:pt x="1631463" y="258069"/>
                </a:lnTo>
                <a:lnTo>
                  <a:pt x="1769733" y="230716"/>
                </a:lnTo>
                <a:lnTo>
                  <a:pt x="1908358" y="195846"/>
                </a:lnTo>
                <a:lnTo>
                  <a:pt x="2047339" y="153460"/>
                </a:lnTo>
                <a:lnTo>
                  <a:pt x="2186676" y="103557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reeform 160"/>
          <p:cNvSpPr/>
          <p:nvPr/>
        </p:nvSpPr>
        <p:spPr>
          <a:xfrm>
            <a:off x="7661603" y="4534117"/>
            <a:ext cx="182310" cy="374742"/>
          </a:xfrm>
          <a:custGeom>
            <a:avLst/>
            <a:gdLst/>
            <a:ahLst/>
            <a:cxnLst/>
            <a:rect l="l" t="t" r="r" b="b"/>
            <a:pathLst>
              <a:path w="182310" h="374742">
                <a:moveTo>
                  <a:pt x="0" y="0"/>
                </a:moveTo>
                <a:lnTo>
                  <a:pt x="1733" y="28122"/>
                </a:lnTo>
                <a:lnTo>
                  <a:pt x="4754" y="55616"/>
                </a:lnTo>
                <a:lnTo>
                  <a:pt x="9064" y="82485"/>
                </a:lnTo>
                <a:lnTo>
                  <a:pt x="14661" y="108726"/>
                </a:lnTo>
                <a:lnTo>
                  <a:pt x="21547" y="134341"/>
                </a:lnTo>
                <a:lnTo>
                  <a:pt x="29721" y="159329"/>
                </a:lnTo>
                <a:lnTo>
                  <a:pt x="39183" y="183690"/>
                </a:lnTo>
                <a:lnTo>
                  <a:pt x="49933" y="207425"/>
                </a:lnTo>
                <a:lnTo>
                  <a:pt x="61972" y="230533"/>
                </a:lnTo>
                <a:lnTo>
                  <a:pt x="75298" y="253014"/>
                </a:lnTo>
                <a:lnTo>
                  <a:pt x="89913" y="274869"/>
                </a:lnTo>
                <a:lnTo>
                  <a:pt x="105816" y="296097"/>
                </a:lnTo>
                <a:lnTo>
                  <a:pt x="123007" y="316698"/>
                </a:lnTo>
                <a:lnTo>
                  <a:pt x="141486" y="336673"/>
                </a:lnTo>
                <a:lnTo>
                  <a:pt x="161254" y="356021"/>
                </a:lnTo>
                <a:lnTo>
                  <a:pt x="182310" y="374742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reeform 161"/>
          <p:cNvSpPr/>
          <p:nvPr/>
        </p:nvSpPr>
        <p:spPr>
          <a:xfrm>
            <a:off x="8036873" y="4534117"/>
            <a:ext cx="395416" cy="172533"/>
          </a:xfrm>
          <a:custGeom>
            <a:avLst/>
            <a:gdLst/>
            <a:ahLst/>
            <a:cxnLst/>
            <a:rect l="l" t="t" r="r" b="b"/>
            <a:pathLst>
              <a:path w="395416" h="172533">
                <a:moveTo>
                  <a:pt x="0" y="0"/>
                </a:moveTo>
                <a:lnTo>
                  <a:pt x="20265" y="20978"/>
                </a:lnTo>
                <a:lnTo>
                  <a:pt x="41124" y="40596"/>
                </a:lnTo>
                <a:lnTo>
                  <a:pt x="62575" y="58855"/>
                </a:lnTo>
                <a:lnTo>
                  <a:pt x="84620" y="75755"/>
                </a:lnTo>
                <a:lnTo>
                  <a:pt x="107258" y="91296"/>
                </a:lnTo>
                <a:lnTo>
                  <a:pt x="130488" y="105477"/>
                </a:lnTo>
                <a:lnTo>
                  <a:pt x="154312" y="118300"/>
                </a:lnTo>
                <a:lnTo>
                  <a:pt x="178729" y="129762"/>
                </a:lnTo>
                <a:lnTo>
                  <a:pt x="203739" y="139866"/>
                </a:lnTo>
                <a:lnTo>
                  <a:pt x="229343" y="148611"/>
                </a:lnTo>
                <a:lnTo>
                  <a:pt x="255539" y="155996"/>
                </a:lnTo>
                <a:lnTo>
                  <a:pt x="282328" y="162022"/>
                </a:lnTo>
                <a:lnTo>
                  <a:pt x="309711" y="166689"/>
                </a:lnTo>
                <a:lnTo>
                  <a:pt x="337686" y="169996"/>
                </a:lnTo>
                <a:lnTo>
                  <a:pt x="366255" y="171944"/>
                </a:lnTo>
                <a:lnTo>
                  <a:pt x="395416" y="172533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/>
          <p:cNvSpPr/>
          <p:nvPr/>
        </p:nvSpPr>
        <p:spPr>
          <a:xfrm>
            <a:off x="2972265" y="4827821"/>
            <a:ext cx="200000" cy="480000"/>
          </a:xfrm>
          <a:custGeom>
            <a:avLst/>
            <a:gdLst/>
            <a:ahLst/>
            <a:cxnLst/>
            <a:rect l="l" t="t" r="r" b="b"/>
            <a:pathLst>
              <a:path w="200000" h="480000">
                <a:moveTo>
                  <a:pt x="200000" y="480000"/>
                </a:moveTo>
                <a:lnTo>
                  <a:pt x="193125" y="447657"/>
                </a:lnTo>
                <a:lnTo>
                  <a:pt x="185500" y="415625"/>
                </a:lnTo>
                <a:lnTo>
                  <a:pt x="177125" y="383907"/>
                </a:lnTo>
                <a:lnTo>
                  <a:pt x="168000" y="352500"/>
                </a:lnTo>
                <a:lnTo>
                  <a:pt x="158125" y="321407"/>
                </a:lnTo>
                <a:lnTo>
                  <a:pt x="147500" y="290625"/>
                </a:lnTo>
                <a:lnTo>
                  <a:pt x="136125" y="260157"/>
                </a:lnTo>
                <a:lnTo>
                  <a:pt x="124000" y="230000"/>
                </a:lnTo>
                <a:lnTo>
                  <a:pt x="111125" y="200157"/>
                </a:lnTo>
                <a:lnTo>
                  <a:pt x="97500" y="170625"/>
                </a:lnTo>
                <a:lnTo>
                  <a:pt x="83125" y="141407"/>
                </a:lnTo>
                <a:lnTo>
                  <a:pt x="68000" y="112500"/>
                </a:lnTo>
                <a:lnTo>
                  <a:pt x="52125" y="83907"/>
                </a:lnTo>
                <a:lnTo>
                  <a:pt x="35500" y="55625"/>
                </a:lnTo>
                <a:lnTo>
                  <a:pt x="18125" y="2765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TextBox 537"/>
          <p:cNvSpPr txBox="1"/>
          <p:nvPr/>
        </p:nvSpPr>
        <p:spPr>
          <a:xfrm>
            <a:off x="2022265" y="4687821"/>
            <a:ext cx="95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1F4E79"/>
                </a:solidFill>
                <a:latin typeface="Microsoft YaHei"/>
              </a:rPr>
              <a:t>上二层楼梯吊灯 F06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3091899" y="461944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1"/>
                </a:lnTo>
                <a:lnTo>
                  <a:pt x="95236" y="23110"/>
                </a:lnTo>
                <a:lnTo>
                  <a:pt x="88769" y="15231"/>
                </a:lnTo>
                <a:lnTo>
                  <a:pt x="80890" y="8764"/>
                </a:lnTo>
                <a:lnTo>
                  <a:pt x="71899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4"/>
                </a:lnTo>
                <a:lnTo>
                  <a:pt x="15230" y="15231"/>
                </a:lnTo>
                <a:lnTo>
                  <a:pt x="8764" y="23110"/>
                </a:lnTo>
                <a:lnTo>
                  <a:pt x="3958" y="32101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9" name="Connector 538"/>
          <p:cNvCxnSpPr/>
          <p:nvPr/>
        </p:nvCxnSpPr>
        <p:spPr>
          <a:xfrm>
            <a:off x="3076299" y="467144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3203899" y="453644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41" name="Oval 540"/>
          <p:cNvSpPr/>
          <p:nvPr/>
        </p:nvSpPr>
        <p:spPr>
          <a:xfrm>
            <a:off x="3764851" y="387346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2" name="Connector 541"/>
          <p:cNvCxnSpPr/>
          <p:nvPr/>
        </p:nvCxnSpPr>
        <p:spPr>
          <a:xfrm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3783896" y="389250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3889851" y="380346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5" name="Oval 544"/>
          <p:cNvSpPr/>
          <p:nvPr/>
        </p:nvSpPr>
        <p:spPr>
          <a:xfrm>
            <a:off x="2023280" y="3928286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6" name="Connector 545"/>
          <p:cNvCxnSpPr/>
          <p:nvPr/>
        </p:nvCxnSpPr>
        <p:spPr>
          <a:xfrm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2042325" y="3947331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2148280" y="385828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49" name="Oval 548"/>
          <p:cNvSpPr/>
          <p:nvPr/>
        </p:nvSpPr>
        <p:spPr>
          <a:xfrm>
            <a:off x="1622313" y="507728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0" name="Connector 549"/>
          <p:cNvCxnSpPr/>
          <p:nvPr/>
        </p:nvCxnSpPr>
        <p:spPr>
          <a:xfrm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1641358" y="509632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1747313" y="500728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53" name="Oval 552"/>
          <p:cNvSpPr/>
          <p:nvPr/>
        </p:nvSpPr>
        <p:spPr>
          <a:xfrm>
            <a:off x="2662817" y="2339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4" name="Connector 553"/>
          <p:cNvCxnSpPr/>
          <p:nvPr/>
        </p:nvCxnSpPr>
        <p:spPr>
          <a:xfrm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2681862" y="2358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2787817" y="2269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7" name="Oval 556"/>
          <p:cNvSpPr/>
          <p:nvPr/>
        </p:nvSpPr>
        <p:spPr>
          <a:xfrm>
            <a:off x="4020914" y="2059942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8" name="Connector 557"/>
          <p:cNvCxnSpPr/>
          <p:nvPr/>
        </p:nvCxnSpPr>
        <p:spPr>
          <a:xfrm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4039959" y="2078987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4145914" y="19899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1188283" y="5079659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5"/>
                </a:lnTo>
                <a:lnTo>
                  <a:pt x="100042" y="32100"/>
                </a:lnTo>
                <a:lnTo>
                  <a:pt x="95237" y="23110"/>
                </a:lnTo>
                <a:lnTo>
                  <a:pt x="88770" y="15230"/>
                </a:lnTo>
                <a:lnTo>
                  <a:pt x="80890" y="8764"/>
                </a:lnTo>
                <a:lnTo>
                  <a:pt x="71900" y="3958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8"/>
                </a:lnTo>
                <a:lnTo>
                  <a:pt x="23111" y="8764"/>
                </a:lnTo>
                <a:lnTo>
                  <a:pt x="15231" y="15230"/>
                </a:lnTo>
                <a:lnTo>
                  <a:pt x="8764" y="23110"/>
                </a:lnTo>
                <a:lnTo>
                  <a:pt x="3959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1" name="Connector 560"/>
          <p:cNvCxnSpPr/>
          <p:nvPr/>
        </p:nvCxnSpPr>
        <p:spPr>
          <a:xfrm>
            <a:off x="1172683" y="5131659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TextBox 561"/>
          <p:cNvSpPr txBox="1"/>
          <p:nvPr/>
        </p:nvSpPr>
        <p:spPr>
          <a:xfrm>
            <a:off x="1300283" y="49966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8380289" y="465465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999"/>
                </a:lnTo>
                <a:lnTo>
                  <a:pt x="52000" y="0"/>
                </a:lnTo>
                <a:lnTo>
                  <a:pt x="41856" y="999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1000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3" name="Connector 562"/>
          <p:cNvCxnSpPr/>
          <p:nvPr/>
        </p:nvCxnSpPr>
        <p:spPr>
          <a:xfrm>
            <a:off x="8364689" y="470665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TextBox 563"/>
          <p:cNvSpPr txBox="1"/>
          <p:nvPr/>
        </p:nvSpPr>
        <p:spPr>
          <a:xfrm>
            <a:off x="8492289" y="4571650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6088590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1" y="32101"/>
                </a:lnTo>
                <a:lnTo>
                  <a:pt x="95236" y="23111"/>
                </a:lnTo>
                <a:lnTo>
                  <a:pt x="88769" y="15231"/>
                </a:lnTo>
                <a:lnTo>
                  <a:pt x="80889" y="8764"/>
                </a:lnTo>
                <a:lnTo>
                  <a:pt x="71899" y="3959"/>
                </a:lnTo>
                <a:lnTo>
                  <a:pt x="62144" y="1000"/>
                </a:lnTo>
                <a:lnTo>
                  <a:pt x="52000" y="0"/>
                </a:lnTo>
                <a:lnTo>
                  <a:pt x="41855" y="1000"/>
                </a:lnTo>
                <a:lnTo>
                  <a:pt x="32100" y="3959"/>
                </a:lnTo>
                <a:lnTo>
                  <a:pt x="23110" y="8764"/>
                </a:lnTo>
                <a:lnTo>
                  <a:pt x="15230" y="15231"/>
                </a:lnTo>
                <a:lnTo>
                  <a:pt x="8763" y="23111"/>
                </a:lnTo>
                <a:lnTo>
                  <a:pt x="3958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5" name="Connector 564"/>
          <p:cNvCxnSpPr/>
          <p:nvPr/>
        </p:nvCxnSpPr>
        <p:spPr>
          <a:xfrm>
            <a:off x="6072990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6200590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7297952" y="3861626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1" y="41856"/>
                </a:lnTo>
                <a:lnTo>
                  <a:pt x="100042" y="32101"/>
                </a:lnTo>
                <a:lnTo>
                  <a:pt x="95237" y="23111"/>
                </a:lnTo>
                <a:lnTo>
                  <a:pt x="88770" y="15231"/>
                </a:lnTo>
                <a:lnTo>
                  <a:pt x="80890" y="8764"/>
                </a:lnTo>
                <a:lnTo>
                  <a:pt x="71900" y="3959"/>
                </a:lnTo>
                <a:lnTo>
                  <a:pt x="62145" y="1000"/>
                </a:lnTo>
                <a:lnTo>
                  <a:pt x="52000" y="0"/>
                </a:lnTo>
                <a:lnTo>
                  <a:pt x="41856" y="1000"/>
                </a:lnTo>
                <a:lnTo>
                  <a:pt x="32101" y="3959"/>
                </a:lnTo>
                <a:lnTo>
                  <a:pt x="23111" y="8764"/>
                </a:lnTo>
                <a:lnTo>
                  <a:pt x="15231" y="15231"/>
                </a:lnTo>
                <a:lnTo>
                  <a:pt x="8764" y="23111"/>
                </a:lnTo>
                <a:lnTo>
                  <a:pt x="3959" y="32101"/>
                </a:lnTo>
                <a:lnTo>
                  <a:pt x="999" y="41856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7" name="Connector 566"/>
          <p:cNvCxnSpPr/>
          <p:nvPr/>
        </p:nvCxnSpPr>
        <p:spPr>
          <a:xfrm>
            <a:off x="7282352" y="3913626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7409952" y="377862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69" name="Oval 568"/>
          <p:cNvSpPr/>
          <p:nvPr/>
        </p:nvSpPr>
        <p:spPr>
          <a:xfrm>
            <a:off x="2574195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604095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TextBox 570"/>
          <p:cNvSpPr txBox="1"/>
          <p:nvPr/>
        </p:nvSpPr>
        <p:spPr>
          <a:xfrm>
            <a:off x="2675795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2" name="Oval 571"/>
          <p:cNvSpPr/>
          <p:nvPr/>
        </p:nvSpPr>
        <p:spPr>
          <a:xfrm>
            <a:off x="2041036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070936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TextBox 573"/>
          <p:cNvSpPr txBox="1"/>
          <p:nvPr/>
        </p:nvSpPr>
        <p:spPr>
          <a:xfrm>
            <a:off x="2142636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5" name="Oval 574"/>
          <p:cNvSpPr/>
          <p:nvPr/>
        </p:nvSpPr>
        <p:spPr>
          <a:xfrm>
            <a:off x="1505274" y="4409087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1535174" y="4438987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TextBox 576"/>
          <p:cNvSpPr txBox="1"/>
          <p:nvPr/>
        </p:nvSpPr>
        <p:spPr>
          <a:xfrm>
            <a:off x="1606874" y="4315687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78" name="Oval 577"/>
          <p:cNvSpPr/>
          <p:nvPr/>
        </p:nvSpPr>
        <p:spPr>
          <a:xfrm>
            <a:off x="1511402" y="396593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1541302" y="399583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579"/>
          <p:cNvSpPr txBox="1"/>
          <p:nvPr/>
        </p:nvSpPr>
        <p:spPr>
          <a:xfrm>
            <a:off x="1613002" y="387253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1" name="Oval 580"/>
          <p:cNvSpPr/>
          <p:nvPr/>
        </p:nvSpPr>
        <p:spPr>
          <a:xfrm>
            <a:off x="2047164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077064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TextBox 582"/>
          <p:cNvSpPr txBox="1"/>
          <p:nvPr/>
        </p:nvSpPr>
        <p:spPr>
          <a:xfrm>
            <a:off x="2148764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4" name="Oval 583"/>
          <p:cNvSpPr/>
          <p:nvPr/>
        </p:nvSpPr>
        <p:spPr>
          <a:xfrm>
            <a:off x="2580323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610223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TextBox 585"/>
          <p:cNvSpPr txBox="1"/>
          <p:nvPr/>
        </p:nvSpPr>
        <p:spPr>
          <a:xfrm>
            <a:off x="2681923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87" name="Oval 586"/>
          <p:cNvSpPr/>
          <p:nvPr/>
        </p:nvSpPr>
        <p:spPr>
          <a:xfrm>
            <a:off x="2580323" y="395726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610223" y="398716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TextBox 588"/>
          <p:cNvSpPr txBox="1"/>
          <p:nvPr/>
        </p:nvSpPr>
        <p:spPr>
          <a:xfrm>
            <a:off x="2681923" y="38638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0" name="Oval 589"/>
          <p:cNvSpPr/>
          <p:nvPr/>
        </p:nvSpPr>
        <p:spPr>
          <a:xfrm>
            <a:off x="1511402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Oval 590"/>
          <p:cNvSpPr/>
          <p:nvPr/>
        </p:nvSpPr>
        <p:spPr>
          <a:xfrm>
            <a:off x="1541302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TextBox 591"/>
          <p:cNvSpPr txBox="1"/>
          <p:nvPr/>
        </p:nvSpPr>
        <p:spPr>
          <a:xfrm>
            <a:off x="1613002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3" name="Oval 592"/>
          <p:cNvSpPr/>
          <p:nvPr/>
        </p:nvSpPr>
        <p:spPr>
          <a:xfrm>
            <a:off x="3773269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3803169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3874869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6" name="Oval 595"/>
          <p:cNvSpPr/>
          <p:nvPr/>
        </p:nvSpPr>
        <p:spPr>
          <a:xfrm>
            <a:off x="3237508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3267408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3339108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99" name="Oval 598"/>
          <p:cNvSpPr/>
          <p:nvPr/>
        </p:nvSpPr>
        <p:spPr>
          <a:xfrm>
            <a:off x="3248325" y="387669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3278225" y="390659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TextBox 600"/>
          <p:cNvSpPr txBox="1"/>
          <p:nvPr/>
        </p:nvSpPr>
        <p:spPr>
          <a:xfrm>
            <a:off x="3349925" y="378329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2" name="Oval 601"/>
          <p:cNvSpPr/>
          <p:nvPr/>
        </p:nvSpPr>
        <p:spPr>
          <a:xfrm>
            <a:off x="3237508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3267408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TextBox 603"/>
          <p:cNvSpPr txBox="1"/>
          <p:nvPr/>
        </p:nvSpPr>
        <p:spPr>
          <a:xfrm>
            <a:off x="3339108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5" name="Oval 604"/>
          <p:cNvSpPr/>
          <p:nvPr/>
        </p:nvSpPr>
        <p:spPr>
          <a:xfrm>
            <a:off x="3773269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3803169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TextBox 606"/>
          <p:cNvSpPr txBox="1"/>
          <p:nvPr/>
        </p:nvSpPr>
        <p:spPr>
          <a:xfrm>
            <a:off x="3874869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08" name="Oval 607"/>
          <p:cNvSpPr/>
          <p:nvPr/>
        </p:nvSpPr>
        <p:spPr>
          <a:xfrm>
            <a:off x="4306430" y="349150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4336330" y="352140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TextBox 609"/>
          <p:cNvSpPr txBox="1"/>
          <p:nvPr/>
        </p:nvSpPr>
        <p:spPr>
          <a:xfrm>
            <a:off x="4408030" y="339810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1" name="Oval 610"/>
          <p:cNvSpPr/>
          <p:nvPr/>
        </p:nvSpPr>
        <p:spPr>
          <a:xfrm>
            <a:off x="4317246" y="390565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4347146" y="393555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TextBox 612"/>
          <p:cNvSpPr txBox="1"/>
          <p:nvPr/>
        </p:nvSpPr>
        <p:spPr>
          <a:xfrm>
            <a:off x="4418846" y="381225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4" name="Oval 613"/>
          <p:cNvSpPr/>
          <p:nvPr/>
        </p:nvSpPr>
        <p:spPr>
          <a:xfrm>
            <a:off x="4306430" y="4293721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4336330" y="4323621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TextBox 615"/>
          <p:cNvSpPr txBox="1"/>
          <p:nvPr/>
        </p:nvSpPr>
        <p:spPr>
          <a:xfrm>
            <a:off x="4408030" y="4200321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7" name="Oval 616"/>
          <p:cNvSpPr/>
          <p:nvPr/>
        </p:nvSpPr>
        <p:spPr>
          <a:xfrm>
            <a:off x="6975705" y="4563408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8" name="Connector 617"/>
          <p:cNvCxnSpPr/>
          <p:nvPr/>
        </p:nvCxnSpPr>
        <p:spPr>
          <a:xfrm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6994750" y="4582453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7100705" y="449340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21" name="Oval 620"/>
          <p:cNvSpPr/>
          <p:nvPr/>
        </p:nvSpPr>
        <p:spPr>
          <a:xfrm>
            <a:off x="5653526" y="4588064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2" name="Connector 621"/>
          <p:cNvCxnSpPr/>
          <p:nvPr/>
        </p:nvCxnSpPr>
        <p:spPr>
          <a:xfrm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72571" y="4607109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4" name="TextBox 623"/>
          <p:cNvSpPr txBox="1"/>
          <p:nvPr/>
        </p:nvSpPr>
        <p:spPr>
          <a:xfrm>
            <a:off x="5778526" y="451806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5" name="Oval 624"/>
          <p:cNvSpPr/>
          <p:nvPr/>
        </p:nvSpPr>
        <p:spPr>
          <a:xfrm>
            <a:off x="2166932" y="5085388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Oval 625"/>
          <p:cNvSpPr/>
          <p:nvPr/>
        </p:nvSpPr>
        <p:spPr>
          <a:xfrm>
            <a:off x="2196832" y="5115288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TextBox 626"/>
          <p:cNvSpPr txBox="1"/>
          <p:nvPr/>
        </p:nvSpPr>
        <p:spPr>
          <a:xfrm>
            <a:off x="2268532" y="4991988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28" name="Oval 627"/>
          <p:cNvSpPr/>
          <p:nvPr/>
        </p:nvSpPr>
        <p:spPr>
          <a:xfrm>
            <a:off x="2688158" y="285530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Oval 628"/>
          <p:cNvSpPr/>
          <p:nvPr/>
        </p:nvSpPr>
        <p:spPr>
          <a:xfrm>
            <a:off x="2718058" y="288520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TextBox 629"/>
          <p:cNvSpPr txBox="1"/>
          <p:nvPr/>
        </p:nvSpPr>
        <p:spPr>
          <a:xfrm>
            <a:off x="2789758" y="276190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1" name="Oval 630"/>
          <p:cNvSpPr/>
          <p:nvPr/>
        </p:nvSpPr>
        <p:spPr>
          <a:xfrm>
            <a:off x="2213268" y="2848616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Oval 631"/>
          <p:cNvSpPr/>
          <p:nvPr/>
        </p:nvSpPr>
        <p:spPr>
          <a:xfrm>
            <a:off x="2243168" y="2878516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TextBox 632"/>
          <p:cNvSpPr txBox="1"/>
          <p:nvPr/>
        </p:nvSpPr>
        <p:spPr>
          <a:xfrm>
            <a:off x="2314868" y="275521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4" name="Oval 633"/>
          <p:cNvSpPr/>
          <p:nvPr/>
        </p:nvSpPr>
        <p:spPr>
          <a:xfrm>
            <a:off x="2221487" y="23639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Oval 634"/>
          <p:cNvSpPr/>
          <p:nvPr/>
        </p:nvSpPr>
        <p:spPr>
          <a:xfrm>
            <a:off x="2251387" y="23938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TextBox 635"/>
          <p:cNvSpPr txBox="1"/>
          <p:nvPr/>
        </p:nvSpPr>
        <p:spPr>
          <a:xfrm>
            <a:off x="2323087" y="22705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37" name="Oval 636"/>
          <p:cNvSpPr/>
          <p:nvPr/>
        </p:nvSpPr>
        <p:spPr>
          <a:xfrm>
            <a:off x="2219026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Oval 637"/>
          <p:cNvSpPr/>
          <p:nvPr/>
        </p:nvSpPr>
        <p:spPr>
          <a:xfrm>
            <a:off x="2248926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TextBox 638"/>
          <p:cNvSpPr txBox="1"/>
          <p:nvPr/>
        </p:nvSpPr>
        <p:spPr>
          <a:xfrm>
            <a:off x="2320626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0" name="Oval 639"/>
          <p:cNvSpPr/>
          <p:nvPr/>
        </p:nvSpPr>
        <p:spPr>
          <a:xfrm>
            <a:off x="2678383" y="190358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Oval 640"/>
          <p:cNvSpPr/>
          <p:nvPr/>
        </p:nvSpPr>
        <p:spPr>
          <a:xfrm>
            <a:off x="2708283" y="193348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TextBox 641"/>
          <p:cNvSpPr txBox="1"/>
          <p:nvPr/>
        </p:nvSpPr>
        <p:spPr>
          <a:xfrm>
            <a:off x="2779983" y="181018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3" name="Oval 642"/>
          <p:cNvSpPr/>
          <p:nvPr/>
        </p:nvSpPr>
        <p:spPr>
          <a:xfrm>
            <a:off x="3207744" y="1911195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Oval 643"/>
          <p:cNvSpPr/>
          <p:nvPr/>
        </p:nvSpPr>
        <p:spPr>
          <a:xfrm>
            <a:off x="3237644" y="1941095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TextBox 644"/>
          <p:cNvSpPr txBox="1"/>
          <p:nvPr/>
        </p:nvSpPr>
        <p:spPr>
          <a:xfrm>
            <a:off x="3309344" y="1817795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46" name="Oval 645"/>
          <p:cNvSpPr/>
          <p:nvPr/>
        </p:nvSpPr>
        <p:spPr>
          <a:xfrm>
            <a:off x="3222967" y="234641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Oval 646"/>
          <p:cNvSpPr/>
          <p:nvPr/>
        </p:nvSpPr>
        <p:spPr>
          <a:xfrm>
            <a:off x="3252867" y="237631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TextBox 647"/>
          <p:cNvSpPr txBox="1"/>
          <p:nvPr/>
        </p:nvSpPr>
        <p:spPr>
          <a:xfrm>
            <a:off x="3324567" y="225301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49" name="Oval 648"/>
          <p:cNvSpPr/>
          <p:nvPr/>
        </p:nvSpPr>
        <p:spPr>
          <a:xfrm>
            <a:off x="3222967" y="2864224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Oval 649"/>
          <p:cNvSpPr/>
          <p:nvPr/>
        </p:nvSpPr>
        <p:spPr>
          <a:xfrm>
            <a:off x="3252867" y="2894124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TextBox 650"/>
          <p:cNvSpPr txBox="1"/>
          <p:nvPr/>
        </p:nvSpPr>
        <p:spPr>
          <a:xfrm>
            <a:off x="3324567" y="2770824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52" name="Oval 651"/>
          <p:cNvSpPr/>
          <p:nvPr/>
        </p:nvSpPr>
        <p:spPr>
          <a:xfrm>
            <a:off x="7802313" y="4867259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Oval 652"/>
          <p:cNvSpPr/>
          <p:nvPr/>
        </p:nvSpPr>
        <p:spPr>
          <a:xfrm>
            <a:off x="7832213" y="4897159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TextBox 653"/>
          <p:cNvSpPr txBox="1"/>
          <p:nvPr/>
        </p:nvSpPr>
        <p:spPr>
          <a:xfrm>
            <a:off x="7903913" y="4773859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55" name="Oval 654"/>
          <p:cNvSpPr/>
          <p:nvPr/>
        </p:nvSpPr>
        <p:spPr>
          <a:xfrm>
            <a:off x="4194596" y="2929242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Oval 655"/>
          <p:cNvSpPr/>
          <p:nvPr/>
        </p:nvSpPr>
        <p:spPr>
          <a:xfrm>
            <a:off x="4224496" y="2959142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TextBox 656"/>
          <p:cNvSpPr txBox="1"/>
          <p:nvPr/>
        </p:nvSpPr>
        <p:spPr>
          <a:xfrm>
            <a:off x="4296196" y="283584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58" name="Oval 657"/>
          <p:cNvSpPr/>
          <p:nvPr/>
        </p:nvSpPr>
        <p:spPr>
          <a:xfrm>
            <a:off x="5138245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Freeform 168"/>
          <p:cNvSpPr/>
          <p:nvPr/>
        </p:nvSpPr>
        <p:spPr>
          <a:xfrm>
            <a:off x="5153845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TextBox 658"/>
          <p:cNvSpPr txBox="1"/>
          <p:nvPr/>
        </p:nvSpPr>
        <p:spPr>
          <a:xfrm>
            <a:off x="5234645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0" name="Oval 659"/>
          <p:cNvSpPr/>
          <p:nvPr/>
        </p:nvSpPr>
        <p:spPr>
          <a:xfrm>
            <a:off x="6009506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Freeform 169"/>
          <p:cNvSpPr/>
          <p:nvPr/>
        </p:nvSpPr>
        <p:spPr>
          <a:xfrm>
            <a:off x="6025106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TextBox 660"/>
          <p:cNvSpPr txBox="1"/>
          <p:nvPr/>
        </p:nvSpPr>
        <p:spPr>
          <a:xfrm>
            <a:off x="6105906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2" name="Oval 661"/>
          <p:cNvSpPr/>
          <p:nvPr/>
        </p:nvSpPr>
        <p:spPr>
          <a:xfrm>
            <a:off x="6811413" y="1588972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Freeform 170"/>
          <p:cNvSpPr/>
          <p:nvPr/>
        </p:nvSpPr>
        <p:spPr>
          <a:xfrm>
            <a:off x="6827013" y="1601972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6907813" y="1490372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4" name="Oval 663"/>
          <p:cNvSpPr/>
          <p:nvPr/>
        </p:nvSpPr>
        <p:spPr>
          <a:xfrm>
            <a:off x="7266550" y="1591166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171"/>
          <p:cNvSpPr/>
          <p:nvPr/>
        </p:nvSpPr>
        <p:spPr>
          <a:xfrm>
            <a:off x="7282150" y="1604166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TextBox 664"/>
          <p:cNvSpPr txBox="1"/>
          <p:nvPr/>
        </p:nvSpPr>
        <p:spPr>
          <a:xfrm>
            <a:off x="7362950" y="1492566"/>
            <a:ext cx="12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66" name="Oval 665"/>
          <p:cNvSpPr/>
          <p:nvPr/>
        </p:nvSpPr>
        <p:spPr>
          <a:xfrm>
            <a:off x="1838137" y="496514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1861137" y="488856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944699" y="4888561"/>
            <a:ext cx="24514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929658" y="490648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/>
          <p:cNvSpPr txBox="1"/>
          <p:nvPr/>
        </p:nvSpPr>
        <p:spPr>
          <a:xfrm>
            <a:off x="1959699" y="477856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a b</a:t>
            </a:r>
          </a:p>
        </p:txBody>
      </p:sp>
      <p:sp>
        <p:nvSpPr>
          <p:cNvPr id="671" name="Oval 670"/>
          <p:cNvSpPr/>
          <p:nvPr/>
        </p:nvSpPr>
        <p:spPr>
          <a:xfrm>
            <a:off x="1268283" y="47149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1291283" y="46383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374845" y="46383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1359804" y="4656307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1344763" y="4674232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1329722" y="469215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1389845" y="45283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c d e f</a:t>
            </a:r>
          </a:p>
        </p:txBody>
      </p:sp>
      <p:sp>
        <p:nvSpPr>
          <p:cNvPr id="678" name="Oval 677"/>
          <p:cNvSpPr/>
          <p:nvPr/>
        </p:nvSpPr>
        <p:spPr>
          <a:xfrm>
            <a:off x="2940782" y="442309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2963782" y="4346505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047344" y="434650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032303" y="4364430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3017261" y="438235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3" name="TextBox 682"/>
          <p:cNvSpPr txBox="1"/>
          <p:nvPr/>
        </p:nvSpPr>
        <p:spPr>
          <a:xfrm>
            <a:off x="3062344" y="423650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84" name="Oval 683"/>
          <p:cNvSpPr/>
          <p:nvPr/>
        </p:nvSpPr>
        <p:spPr>
          <a:xfrm>
            <a:off x="3149265" y="458061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5" name="Connector 684"/>
          <p:cNvCxnSpPr/>
          <p:nvPr/>
        </p:nvCxnSpPr>
        <p:spPr>
          <a:xfrm flipV="1">
            <a:off x="3172265" y="450402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3255827" y="450402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3240786" y="4521951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3225745" y="453987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3270827" y="439402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g h i</a:t>
            </a:r>
          </a:p>
        </p:txBody>
      </p:sp>
      <p:sp>
        <p:nvSpPr>
          <p:cNvPr id="690" name="Oval 689"/>
          <p:cNvSpPr/>
          <p:nvPr/>
        </p:nvSpPr>
        <p:spPr>
          <a:xfrm>
            <a:off x="3075137" y="4802994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1" name="Connector 690"/>
          <p:cNvCxnSpPr/>
          <p:nvPr/>
        </p:nvCxnSpPr>
        <p:spPr>
          <a:xfrm flipV="1">
            <a:off x="3098137" y="4726408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181700" y="4726408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166659" y="4744333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151617" y="476225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3136576" y="47801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6" name="TextBox 695"/>
          <p:cNvSpPr txBox="1"/>
          <p:nvPr/>
        </p:nvSpPr>
        <p:spPr>
          <a:xfrm>
            <a:off x="3196700" y="4616408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n d e f</a:t>
            </a:r>
          </a:p>
        </p:txBody>
      </p:sp>
      <p:sp>
        <p:nvSpPr>
          <p:cNvPr id="697" name="Oval 696"/>
          <p:cNvSpPr/>
          <p:nvPr/>
        </p:nvSpPr>
        <p:spPr>
          <a:xfrm>
            <a:off x="1875201" y="2009319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8" name="Connector 697"/>
          <p:cNvCxnSpPr/>
          <p:nvPr/>
        </p:nvCxnSpPr>
        <p:spPr>
          <a:xfrm flipV="1">
            <a:off x="1898201" y="1932733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981763" y="1932733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1966722" y="1950658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1951681" y="196858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1936639" y="1986509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1996763" y="1822733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04" name="Oval 703"/>
          <p:cNvSpPr/>
          <p:nvPr/>
        </p:nvSpPr>
        <p:spPr>
          <a:xfrm>
            <a:off x="2959313" y="3005405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5" name="Connector 704"/>
          <p:cNvCxnSpPr/>
          <p:nvPr/>
        </p:nvCxnSpPr>
        <p:spPr>
          <a:xfrm flipV="1">
            <a:off x="2982313" y="2928819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3065876" y="292881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3050835" y="2946745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3035793" y="2964670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3020752" y="298259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TextBox 709"/>
          <p:cNvSpPr txBox="1"/>
          <p:nvPr/>
        </p:nvSpPr>
        <p:spPr>
          <a:xfrm>
            <a:off x="3080876" y="2818819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j k l m</a:t>
            </a:r>
          </a:p>
        </p:txBody>
      </p:sp>
      <p:sp>
        <p:nvSpPr>
          <p:cNvPr id="711" name="Oval 710"/>
          <p:cNvSpPr/>
          <p:nvPr/>
        </p:nvSpPr>
        <p:spPr>
          <a:xfrm>
            <a:off x="4539153" y="38856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2" name="Connector 711"/>
          <p:cNvCxnSpPr/>
          <p:nvPr/>
        </p:nvCxnSpPr>
        <p:spPr>
          <a:xfrm flipV="1">
            <a:off x="4562153" y="38090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4645715" y="38090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4660715" y="36990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715" name="Oval 714"/>
          <p:cNvSpPr/>
          <p:nvPr/>
        </p:nvSpPr>
        <p:spPr>
          <a:xfrm>
            <a:off x="4108287" y="2593072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131287" y="2516486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214850" y="2516486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4229850" y="240648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4277935" y="2601369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TextBox 719"/>
          <p:cNvSpPr txBox="1"/>
          <p:nvPr/>
        </p:nvSpPr>
        <p:spPr>
          <a:xfrm>
            <a:off x="4277935" y="2601869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21" name="Oval 720"/>
          <p:cNvSpPr/>
          <p:nvPr/>
        </p:nvSpPr>
        <p:spPr>
          <a:xfrm>
            <a:off x="4539153" y="181936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2" name="Connector 721"/>
          <p:cNvCxnSpPr/>
          <p:nvPr/>
        </p:nvCxnSpPr>
        <p:spPr>
          <a:xfrm flipV="1">
            <a:off x="4562153" y="1742782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645715" y="1742782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630674" y="1760707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4660715" y="1632782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26" name="Oval 725"/>
          <p:cNvSpPr/>
          <p:nvPr/>
        </p:nvSpPr>
        <p:spPr>
          <a:xfrm>
            <a:off x="5660329" y="412658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5683329" y="404999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5766891" y="404999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5751850" y="406792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5781891" y="393999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p q</a:t>
            </a:r>
          </a:p>
        </p:txBody>
      </p:sp>
      <p:sp>
        <p:nvSpPr>
          <p:cNvPr id="731" name="Oval 730"/>
          <p:cNvSpPr/>
          <p:nvPr/>
        </p:nvSpPr>
        <p:spPr>
          <a:xfrm>
            <a:off x="4831029" y="450185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4854029" y="4425265"/>
            <a:ext cx="83563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4937592" y="4425265"/>
            <a:ext cx="24513" cy="2057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4922550" y="444319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4952592" y="4315265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r s</a:t>
            </a:r>
          </a:p>
        </p:txBody>
      </p:sp>
      <p:sp>
        <p:nvSpPr>
          <p:cNvPr id="736" name="Oval 735"/>
          <p:cNvSpPr/>
          <p:nvPr/>
        </p:nvSpPr>
        <p:spPr>
          <a:xfrm>
            <a:off x="763860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7" name="Connector 736"/>
          <p:cNvCxnSpPr/>
          <p:nvPr/>
        </p:nvCxnSpPr>
        <p:spPr>
          <a:xfrm flipV="1">
            <a:off x="766160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774516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776016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740" name="Oval 739"/>
          <p:cNvSpPr/>
          <p:nvPr/>
        </p:nvSpPr>
        <p:spPr>
          <a:xfrm>
            <a:off x="8013873" y="4511117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1" name="Connector 740"/>
          <p:cNvCxnSpPr/>
          <p:nvPr/>
        </p:nvCxnSpPr>
        <p:spPr>
          <a:xfrm flipV="1">
            <a:off x="8036873" y="4434531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8120435" y="4434531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8135435" y="4324531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44" name="Oval 743"/>
          <p:cNvSpPr/>
          <p:nvPr/>
        </p:nvSpPr>
        <p:spPr>
          <a:xfrm>
            <a:off x="3149265" y="5284821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5" name="Connector 744"/>
          <p:cNvCxnSpPr/>
          <p:nvPr/>
        </p:nvCxnSpPr>
        <p:spPr>
          <a:xfrm flipV="1">
            <a:off x="3172265" y="5208236"/>
            <a:ext cx="83562" cy="99585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3255827" y="5208236"/>
            <a:ext cx="24514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3270827" y="5098236"/>
            <a:ext cx="4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F4E79"/>
                </a:solidFill>
                <a:latin typeface="Microsoft YaHei"/>
              </a:rPr>
              <a:t>F06</a:t>
            </a:r>
          </a:p>
        </p:txBody>
      </p:sp>
      <p:sp>
        <p:nvSpPr>
          <p:cNvPr id="748" name="Rectangle 747"/>
          <p:cNvSpPr/>
          <p:nvPr/>
        </p:nvSpPr>
        <p:spPr>
          <a:xfrm>
            <a:off x="7076243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TextBox 748"/>
          <p:cNvSpPr txBox="1"/>
          <p:nvPr/>
        </p:nvSpPr>
        <p:spPr>
          <a:xfrm>
            <a:off x="7076243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0" name="Rectangle 749"/>
          <p:cNvSpPr/>
          <p:nvPr/>
        </p:nvSpPr>
        <p:spPr>
          <a:xfrm>
            <a:off x="6816798" y="533018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1" name="TextBox 750"/>
          <p:cNvSpPr txBox="1"/>
          <p:nvPr/>
        </p:nvSpPr>
        <p:spPr>
          <a:xfrm>
            <a:off x="6816798" y="533068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2" name="Rectangle 751"/>
          <p:cNvSpPr/>
          <p:nvPr/>
        </p:nvSpPr>
        <p:spPr>
          <a:xfrm>
            <a:off x="5829977" y="5283853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TextBox 752"/>
          <p:cNvSpPr txBox="1"/>
          <p:nvPr/>
        </p:nvSpPr>
        <p:spPr>
          <a:xfrm>
            <a:off x="5829977" y="5284353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4" name="Rectangle 753"/>
          <p:cNvSpPr/>
          <p:nvPr/>
        </p:nvSpPr>
        <p:spPr>
          <a:xfrm>
            <a:off x="7877745" y="5265321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TextBox 754"/>
          <p:cNvSpPr txBox="1"/>
          <p:nvPr/>
        </p:nvSpPr>
        <p:spPr>
          <a:xfrm>
            <a:off x="7877745" y="5265821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6" name="Rectangle 755"/>
          <p:cNvSpPr/>
          <p:nvPr/>
        </p:nvSpPr>
        <p:spPr>
          <a:xfrm>
            <a:off x="7636831" y="524679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TextBox 756"/>
          <p:cNvSpPr txBox="1"/>
          <p:nvPr/>
        </p:nvSpPr>
        <p:spPr>
          <a:xfrm>
            <a:off x="7636831" y="524729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58" name="Rectangle 75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TextBox 758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50000" y="520000"/>
            <a:ext cx="76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&amp; SWITCHING LAYOUT</a:t>
            </a:r>
          </a:p>
        </p:txBody>
      </p:sp>
      <p:sp>
        <p:nvSpPr>
          <p:cNvPr id="761" name="Rectangle 760"/>
          <p:cNvSpPr/>
          <p:nvPr/>
        </p:nvSpPr>
        <p:spPr>
          <a:xfrm>
            <a:off x="8600000" y="200000"/>
            <a:ext cx="3492000" cy="41000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TextBox 761"/>
          <p:cNvSpPr txBox="1"/>
          <p:nvPr/>
        </p:nvSpPr>
        <p:spPr>
          <a:xfrm>
            <a:off x="8700000" y="26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  LEGEND</a:t>
            </a:r>
          </a:p>
        </p:txBody>
      </p:sp>
      <p:sp>
        <p:nvSpPr>
          <p:cNvPr id="763" name="Oval 762"/>
          <p:cNvSpPr/>
          <p:nvPr/>
        </p:nvSpPr>
        <p:spPr>
          <a:xfrm>
            <a:off x="8765000" y="49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4" name="Connector 763"/>
          <p:cNvCxnSpPr/>
          <p:nvPr/>
        </p:nvCxnSpPr>
        <p:spPr>
          <a:xfrm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8784045" y="51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9050000" y="49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吸顶主灯（编号同产品表）</a:t>
            </a:r>
          </a:p>
        </p:txBody>
      </p:sp>
      <p:sp>
        <p:nvSpPr>
          <p:cNvPr id="767" name="Oval 766"/>
          <p:cNvSpPr/>
          <p:nvPr/>
        </p:nvSpPr>
        <p:spPr>
          <a:xfrm>
            <a:off x="8765000" y="785000"/>
            <a:ext cx="130000" cy="13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8" name="Connector 767"/>
          <p:cNvCxnSpPr/>
          <p:nvPr/>
        </p:nvCxnSpPr>
        <p:spPr>
          <a:xfrm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8784045" y="804045"/>
            <a:ext cx="91910" cy="9191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9050000" y="78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71" name="Oval 770"/>
          <p:cNvSpPr/>
          <p:nvPr/>
        </p:nvSpPr>
        <p:spPr>
          <a:xfrm>
            <a:off x="8788400" y="1098400"/>
            <a:ext cx="83200" cy="8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Oval 771"/>
          <p:cNvSpPr/>
          <p:nvPr/>
        </p:nvSpPr>
        <p:spPr>
          <a:xfrm>
            <a:off x="8818300" y="1128300"/>
            <a:ext cx="23400" cy="23400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TextBox 772"/>
          <p:cNvSpPr txBox="1"/>
          <p:nvPr/>
        </p:nvSpPr>
        <p:spPr>
          <a:xfrm>
            <a:off x="9050000" y="107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8778000" y="1378000"/>
            <a:ext cx="104000" cy="52000"/>
          </a:xfrm>
          <a:custGeom>
            <a:avLst/>
            <a:gdLst/>
            <a:ahLst/>
            <a:cxnLst/>
            <a:rect l="l" t="t" r="r" b="b"/>
            <a:pathLst>
              <a:path w="104000" h="52000">
                <a:moveTo>
                  <a:pt x="104000" y="52000"/>
                </a:moveTo>
                <a:lnTo>
                  <a:pt x="103000" y="41855"/>
                </a:lnTo>
                <a:lnTo>
                  <a:pt x="100041" y="32100"/>
                </a:lnTo>
                <a:lnTo>
                  <a:pt x="95236" y="23110"/>
                </a:lnTo>
                <a:lnTo>
                  <a:pt x="88769" y="15230"/>
                </a:lnTo>
                <a:lnTo>
                  <a:pt x="80889" y="8763"/>
                </a:lnTo>
                <a:lnTo>
                  <a:pt x="71899" y="3958"/>
                </a:lnTo>
                <a:lnTo>
                  <a:pt x="62144" y="999"/>
                </a:lnTo>
                <a:lnTo>
                  <a:pt x="52000" y="0"/>
                </a:lnTo>
                <a:lnTo>
                  <a:pt x="41855" y="999"/>
                </a:lnTo>
                <a:lnTo>
                  <a:pt x="32100" y="3958"/>
                </a:lnTo>
                <a:lnTo>
                  <a:pt x="23110" y="8763"/>
                </a:lnTo>
                <a:lnTo>
                  <a:pt x="15230" y="15230"/>
                </a:lnTo>
                <a:lnTo>
                  <a:pt x="8763" y="23110"/>
                </a:lnTo>
                <a:lnTo>
                  <a:pt x="3958" y="32100"/>
                </a:lnTo>
                <a:lnTo>
                  <a:pt x="999" y="41855"/>
                </a:lnTo>
                <a:lnTo>
                  <a:pt x="0" y="52000"/>
                </a:lnTo>
                <a:lnTo>
                  <a:pt x="104000" y="52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4" name="Connector 773"/>
          <p:cNvCxnSpPr/>
          <p:nvPr/>
        </p:nvCxnSpPr>
        <p:spPr>
          <a:xfrm>
            <a:off x="8762400" y="1430000"/>
            <a:ext cx="135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5" name="TextBox 774"/>
          <p:cNvSpPr txBox="1"/>
          <p:nvPr/>
        </p:nvSpPr>
        <p:spPr>
          <a:xfrm>
            <a:off x="9050000" y="136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76" name="Oval 775"/>
          <p:cNvSpPr/>
          <p:nvPr/>
        </p:nvSpPr>
        <p:spPr>
          <a:xfrm>
            <a:off x="8793600" y="1683600"/>
            <a:ext cx="72800" cy="72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Freeform 173"/>
          <p:cNvSpPr/>
          <p:nvPr/>
        </p:nvSpPr>
        <p:spPr>
          <a:xfrm>
            <a:off x="8809200" y="1696600"/>
            <a:ext cx="41600" cy="39000"/>
          </a:xfrm>
          <a:custGeom>
            <a:avLst/>
            <a:gdLst/>
            <a:ahLst/>
            <a:cxnLst/>
            <a:rect l="l" t="t" r="r" b="b"/>
            <a:pathLst>
              <a:path w="41600" h="39000">
                <a:moveTo>
                  <a:pt x="20800" y="0"/>
                </a:moveTo>
                <a:lnTo>
                  <a:pt x="0" y="39000"/>
                </a:lnTo>
                <a:lnTo>
                  <a:pt x="41600" y="39000"/>
                </a:lnTo>
                <a:lnTo>
                  <a:pt x="208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TextBox 776"/>
          <p:cNvSpPr txBox="1"/>
          <p:nvPr/>
        </p:nvSpPr>
        <p:spPr>
          <a:xfrm>
            <a:off x="9050000" y="165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78" name="Oval 777"/>
          <p:cNvSpPr/>
          <p:nvPr/>
        </p:nvSpPr>
        <p:spPr>
          <a:xfrm>
            <a:off x="8767000" y="2027000"/>
            <a:ext cx="46000" cy="46000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9" name="Connector 778"/>
          <p:cNvCxnSpPr/>
          <p:nvPr/>
        </p:nvCxnSpPr>
        <p:spPr>
          <a:xfrm flipV="1">
            <a:off x="8790000" y="1950414"/>
            <a:ext cx="83562" cy="99586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>
            <a:off x="8873562" y="1950414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8858521" y="1968339"/>
            <a:ext cx="24513" cy="20569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TextBox 781"/>
          <p:cNvSpPr txBox="1"/>
          <p:nvPr/>
        </p:nvSpPr>
        <p:spPr>
          <a:xfrm>
            <a:off x="9050000" y="194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单联 / 多联开关（斜线上短划数 = 联数）</a:t>
            </a:r>
          </a:p>
        </p:txBody>
      </p:sp>
      <p:sp>
        <p:nvSpPr>
          <p:cNvPr id="783" name="Rectangle 782"/>
          <p:cNvSpPr/>
          <p:nvPr/>
        </p:nvSpPr>
        <p:spPr>
          <a:xfrm>
            <a:off x="8745000" y="225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TextBox 783"/>
          <p:cNvSpPr txBox="1"/>
          <p:nvPr/>
        </p:nvSpPr>
        <p:spPr>
          <a:xfrm>
            <a:off x="8745000" y="225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9050000" y="223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FCU 带保险丝开关（供电器）</a:t>
            </a:r>
          </a:p>
        </p:txBody>
      </p:sp>
      <p:sp>
        <p:nvSpPr>
          <p:cNvPr id="786" name="Rectangle 785"/>
          <p:cNvSpPr/>
          <p:nvPr/>
        </p:nvSpPr>
        <p:spPr>
          <a:xfrm>
            <a:off x="8745000" y="2547500"/>
            <a:ext cx="170000" cy="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TextBox 786"/>
          <p:cNvSpPr txBox="1"/>
          <p:nvPr/>
        </p:nvSpPr>
        <p:spPr>
          <a:xfrm>
            <a:off x="8745000" y="2548000"/>
            <a:ext cx="170000" cy="8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FI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9050000" y="252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FI 排气扇隔离开关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8710000" y="2820000"/>
            <a:ext cx="240000" cy="60000"/>
          </a:xfrm>
          <a:custGeom>
            <a:avLst/>
            <a:gdLst/>
            <a:ahLst/>
            <a:cxnLst/>
            <a:rect l="l" t="t" r="r" b="b"/>
            <a:pathLst>
              <a:path w="240000" h="60000">
                <a:moveTo>
                  <a:pt x="0" y="60000"/>
                </a:moveTo>
                <a:lnTo>
                  <a:pt x="24000" y="41458"/>
                </a:lnTo>
                <a:lnTo>
                  <a:pt x="48000" y="24732"/>
                </a:lnTo>
                <a:lnTo>
                  <a:pt x="72000" y="11458"/>
                </a:lnTo>
                <a:lnTo>
                  <a:pt x="96000" y="2936"/>
                </a:lnTo>
                <a:lnTo>
                  <a:pt x="120000" y="0"/>
                </a:lnTo>
                <a:lnTo>
                  <a:pt x="144000" y="2936"/>
                </a:lnTo>
                <a:lnTo>
                  <a:pt x="168000" y="11458"/>
                </a:lnTo>
                <a:lnTo>
                  <a:pt x="192000" y="24732"/>
                </a:lnTo>
                <a:lnTo>
                  <a:pt x="216000" y="41458"/>
                </a:lnTo>
                <a:lnTo>
                  <a:pt x="240000" y="60000"/>
                </a:lnTo>
              </a:path>
            </a:pathLst>
          </a:custGeom>
          <a:noFill/>
          <a:ln w="762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TextBox 788"/>
          <p:cNvSpPr txBox="1"/>
          <p:nvPr/>
        </p:nvSpPr>
        <p:spPr>
          <a:xfrm>
            <a:off x="9050000" y="281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开关线（虚线弧）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8770000" y="3110000"/>
            <a:ext cx="200000" cy="1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9050000" y="3100000"/>
            <a:ext cx="3000000" cy="1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a–u 回路字母：灯旁字母 = 控制它的开关键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8700000" y="3450000"/>
            <a:ext cx="33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注：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1. 同一字母出现在两个开关 = 双控；三个 = 三控（中途开关）。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2. 开关中心离地 1200 mm，插座、FCU 见插座平面图。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3. 按键编号与第 2 页一致，对应关系见回路表。</a:t>
            </a:r>
          </a:p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4. 待确认：28 号键是否参与 l 回路三控；38 号键是否为洗衣房筒灯。</a:t>
            </a:r>
          </a:p>
        </p:txBody>
      </p:sp>
      <p:sp>
        <p:nvSpPr>
          <p:cNvPr id="793" name="Rectangle 792"/>
          <p:cNvSpPr/>
          <p:nvPr/>
        </p:nvSpPr>
        <p:spPr>
          <a:xfrm>
            <a:off x="400000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TextBox 793"/>
          <p:cNvSpPr txBox="1"/>
          <p:nvPr/>
        </p:nvSpPr>
        <p:spPr>
          <a:xfrm>
            <a:off x="370000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0</a:t>
            </a:r>
          </a:p>
        </p:txBody>
      </p:sp>
      <p:sp>
        <p:nvSpPr>
          <p:cNvPr id="795" name="Rectangle 794"/>
          <p:cNvSpPr/>
          <p:nvPr/>
        </p:nvSpPr>
        <p:spPr>
          <a:xfrm>
            <a:off x="833463" y="6377500"/>
            <a:ext cx="433463" cy="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TextBox 795"/>
          <p:cNvSpPr txBox="1"/>
          <p:nvPr/>
        </p:nvSpPr>
        <p:spPr>
          <a:xfrm>
            <a:off x="803463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1</a:t>
            </a:r>
          </a:p>
        </p:txBody>
      </p:sp>
      <p:sp>
        <p:nvSpPr>
          <p:cNvPr id="797" name="Rectangle 796"/>
          <p:cNvSpPr/>
          <p:nvPr/>
        </p:nvSpPr>
        <p:spPr>
          <a:xfrm>
            <a:off x="1266927" y="6377500"/>
            <a:ext cx="433463" cy="45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TextBox 797"/>
          <p:cNvSpPr txBox="1"/>
          <p:nvPr/>
        </p:nvSpPr>
        <p:spPr>
          <a:xfrm>
            <a:off x="1236927" y="6450000"/>
            <a:ext cx="2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670391" y="6450000"/>
            <a:ext cx="300000" cy="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  <p:sp>
        <p:nvSpPr>
          <p:cNvPr id="800" name="Rectangle 799"/>
          <p:cNvSpPr/>
          <p:nvPr/>
        </p:nvSpPr>
        <p:spPr>
          <a:xfrm>
            <a:off x="8600000" y="4300000"/>
            <a:ext cx="3492000" cy="24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TextBox 800"/>
          <p:cNvSpPr txBox="1"/>
          <p:nvPr/>
        </p:nvSpPr>
        <p:spPr>
          <a:xfrm>
            <a:off x="8660000" y="4340000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9220000" y="4340000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</a:t>
            </a:r>
          </a:p>
        </p:txBody>
      </p:sp>
      <p:cxnSp>
        <p:nvCxnSpPr>
          <p:cNvPr id="803" name="Connector 802"/>
          <p:cNvCxnSpPr/>
          <p:nvPr/>
        </p:nvCxnSpPr>
        <p:spPr>
          <a:xfrm>
            <a:off x="8600000" y="4651142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TextBox 803"/>
          <p:cNvSpPr txBox="1"/>
          <p:nvPr/>
        </p:nvSpPr>
        <p:spPr>
          <a:xfrm>
            <a:off x="8660000" y="4691142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9220000" y="4691142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一层照明及开关平面图</a:t>
            </a:r>
          </a:p>
        </p:txBody>
      </p:sp>
      <p:cxnSp>
        <p:nvCxnSpPr>
          <p:cNvPr id="806" name="Connector 805"/>
          <p:cNvCxnSpPr/>
          <p:nvPr/>
        </p:nvCxnSpPr>
        <p:spPr>
          <a:xfrm>
            <a:off x="8600000" y="5002285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8660000" y="5042285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9220000" y="5042285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809" name="Connector 808"/>
          <p:cNvCxnSpPr/>
          <p:nvPr/>
        </p:nvCxnSpPr>
        <p:spPr>
          <a:xfrm>
            <a:off x="8600000" y="5353428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0" name="TextBox 809"/>
          <p:cNvSpPr txBox="1"/>
          <p:nvPr/>
        </p:nvSpPr>
        <p:spPr>
          <a:xfrm>
            <a:off x="8660000" y="5393428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9220000" y="5393428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见比例尺（A3 打印）</a:t>
            </a:r>
          </a:p>
        </p:txBody>
      </p:sp>
      <p:cxnSp>
        <p:nvCxnSpPr>
          <p:cNvPr id="812" name="Connector 811"/>
          <p:cNvCxnSpPr/>
          <p:nvPr/>
        </p:nvCxnSpPr>
        <p:spPr>
          <a:xfrm>
            <a:off x="8600000" y="5704571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/>
          <p:nvPr/>
        </p:nvSpPr>
        <p:spPr>
          <a:xfrm>
            <a:off x="8660000" y="5744571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日期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9220000" y="5744571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2026-10-03</a:t>
            </a:r>
          </a:p>
        </p:txBody>
      </p:sp>
      <p:cxnSp>
        <p:nvCxnSpPr>
          <p:cNvPr id="815" name="Connector 814"/>
          <p:cNvCxnSpPr/>
          <p:nvPr/>
        </p:nvCxnSpPr>
        <p:spPr>
          <a:xfrm>
            <a:off x="8600000" y="6055714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8660000" y="6095714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9220000" y="6095714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 — 待确认 2 项</a:t>
            </a:r>
          </a:p>
        </p:txBody>
      </p:sp>
      <p:cxnSp>
        <p:nvCxnSpPr>
          <p:cNvPr id="818" name="Connector 817"/>
          <p:cNvCxnSpPr/>
          <p:nvPr/>
        </p:nvCxnSpPr>
        <p:spPr>
          <a:xfrm>
            <a:off x="8600000" y="6406857"/>
            <a:ext cx="349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8660000" y="6446857"/>
            <a:ext cx="500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9220000" y="6446857"/>
            <a:ext cx="2812000" cy="2911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 墙体</a:t>
            </a:r>
          </a:p>
        </p:txBody>
      </p:sp>
      <p:cxnSp>
        <p:nvCxnSpPr>
          <p:cNvPr id="821" name="Connector 820"/>
          <p:cNvCxnSpPr/>
          <p:nvPr/>
        </p:nvCxnSpPr>
        <p:spPr>
          <a:xfrm>
            <a:off x="9160000" y="4300000"/>
            <a:ext cx="0" cy="24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0000" y="2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520000"/>
            <a:ext cx="7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Microsoft YaHei"/>
              </a:rPr>
              <a:t>GROUND FLOOR LIGHTING CIRCUIT SCHEDULE   （图号 E-GF-02）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0000" y="850000"/>
          <a:ext cx="5700000" cy="34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G08 吊灯（储物间旁）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2@2G-1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G25 门廊壁灯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3@4G-3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G06 起居室主灯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4@4G-3，19@4G-4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起居室筒灯（上两组）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5@4G-3，20@4G-4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起居室筒灯（右、下）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6@4G-3，21@4G-4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G07 餐厅主灯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7@3G-1，23@3G-2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8@3G-1，24@3G-2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餐厅筒灯（右+下排）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9@3G-1，25@3G-2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10@4G-1，14@4G-2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11@4G-1，15@4G-2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00000" y="850000"/>
          <a:ext cx="5700000" cy="31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开关（按键@面板）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L="50000" marR="50000" marT="20000" marB="20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北间筒灯（上排+左）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12@4G-1，16@4G-2，28@1G-1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北间筒灯（下排+右）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13@4G-1，17@4G-2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F32 楼梯壁灯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18@4G-4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22@1G-2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G26_2 / G26_3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26@2G-3，26@1G-3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27@2G-3，27@1G-3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厨房吧台区吊灯（待选）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31@2G-2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32@2G-2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38@1G-4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4E79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G26_1 后花园壁灯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40@1G-5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L="50000" marR="5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4530000"/>
            <a:ext cx="115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面板简写：1G/2G/3G/4G = 单/双/三/四联开关，编号同第 2 页。其他：29 = 卫生间排气扇隔离开关（FI）；30 = 二层楼梯吊灯 F06；34–37、39 = 带保险丝开关 FCU（供电器）。待确认：28 是否参与 l 回路三控；38 是否为洗衣房筒灯。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